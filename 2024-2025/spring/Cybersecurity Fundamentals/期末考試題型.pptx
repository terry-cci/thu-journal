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15"/>
  </p:notesMasterIdLst>
  <p:sldIdLst>
    <p:sldId id="4887" r:id="rId3"/>
    <p:sldId id="4891" r:id="rId4"/>
    <p:sldId id="4892" r:id="rId5"/>
    <p:sldId id="4897" r:id="rId6"/>
    <p:sldId id="4893" r:id="rId7"/>
    <p:sldId id="4898" r:id="rId8"/>
    <p:sldId id="4894" r:id="rId9"/>
    <p:sldId id="4899" r:id="rId10"/>
    <p:sldId id="4895" r:id="rId11"/>
    <p:sldId id="4904" r:id="rId12"/>
    <p:sldId id="4900" r:id="rId13"/>
    <p:sldId id="490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1" d="100"/>
          <a:sy n="91" d="100"/>
        </p:scale>
        <p:origin x="135"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E8FD19-4B27-4B25-8218-3F5C8725D9CF}" type="datetimeFigureOut">
              <a:rPr lang="zh-CN" altLang="en-US" smtClean="0"/>
              <a:t>2024/6/6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F842A4-5D08-4427-9B96-B55975D8350F}" type="slidenum">
              <a:rPr lang="zh-CN" altLang="en-US" smtClean="0"/>
              <a:t>‹#›</a:t>
            </a:fld>
            <a:endParaRPr lang="zh-CN" altLang="en-US"/>
          </a:p>
        </p:txBody>
      </p:sp>
    </p:spTree>
    <p:extLst>
      <p:ext uri="{BB962C8B-B14F-4D97-AF65-F5344CB8AC3E}">
        <p14:creationId xmlns:p14="http://schemas.microsoft.com/office/powerpoint/2010/main" val="2792415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11C919A1-7361-1F44-B599-7E9DB3DD7A32}"/>
              </a:ext>
            </a:extLst>
          </p:cNvPr>
          <p:cNvSpPr/>
          <p:nvPr/>
        </p:nvSpPr>
        <p:spPr>
          <a:xfrm>
            <a:off x="378179" y="1750296"/>
            <a:ext cx="11435645" cy="232342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8">
            <a:extLst>
              <a:ext uri="{FF2B5EF4-FFF2-40B4-BE49-F238E27FC236}">
                <a16:creationId xmlns:a16="http://schemas.microsoft.com/office/drawing/2014/main" id="{27E11570-1C13-394D-8C65-136BC3D04ED2}"/>
              </a:ext>
            </a:extLst>
          </p:cNvPr>
          <p:cNvSpPr/>
          <p:nvPr/>
        </p:nvSpPr>
        <p:spPr>
          <a:xfrm>
            <a:off x="8382002" y="4155707"/>
            <a:ext cx="3431823" cy="7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9">
            <a:extLst>
              <a:ext uri="{FF2B5EF4-FFF2-40B4-BE49-F238E27FC236}">
                <a16:creationId xmlns:a16="http://schemas.microsoft.com/office/drawing/2014/main" id="{5FB5F265-5FC7-B54E-AB48-4D8DA46E458F}"/>
              </a:ext>
            </a:extLst>
          </p:cNvPr>
          <p:cNvSpPr/>
          <p:nvPr/>
        </p:nvSpPr>
        <p:spPr>
          <a:xfrm>
            <a:off x="378178" y="4155707"/>
            <a:ext cx="7918756"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4" name="Date Placeholder 3"/>
          <p:cNvSpPr>
            <a:spLocks noGrp="1"/>
          </p:cNvSpPr>
          <p:nvPr>
            <p:ph type="dt" sz="half" idx="10"/>
          </p:nvPr>
        </p:nvSpPr>
        <p:spPr>
          <a:xfrm>
            <a:off x="7605951" y="5956141"/>
            <a:ext cx="2844800" cy="365125"/>
          </a:xfrm>
        </p:spPr>
        <p:txBody>
          <a:bodyPr/>
          <a:lstStyle>
            <a:lvl1pPr>
              <a:defRPr>
                <a:solidFill>
                  <a:schemeClr val="accent1">
                    <a:lumMod val="75000"/>
                    <a:lumOff val="25000"/>
                  </a:schemeClr>
                </a:solidFill>
              </a:defRPr>
            </a:lvl1pPr>
          </a:lstStyle>
          <a:p>
            <a:fld id="{0F0BC55C-D9E8-4AA5-90EE-4186579B5C8B}" type="datetimeFigureOut">
              <a:rPr lang="zh-CN" altLang="en-US" smtClean="0"/>
              <a:t>2024/6/6</a:t>
            </a:fld>
            <a:endParaRPr lang="zh-CN" altLang="en-US"/>
          </a:p>
        </p:txBody>
      </p:sp>
      <p:sp>
        <p:nvSpPr>
          <p:cNvPr id="5" name="Footer Placeholder 4"/>
          <p:cNvSpPr>
            <a:spLocks noGrp="1"/>
          </p:cNvSpPr>
          <p:nvPr>
            <p:ph type="ftr" sz="quarter" idx="11"/>
          </p:nvPr>
        </p:nvSpPr>
        <p:spPr>
          <a:xfrm>
            <a:off x="581193" y="5951815"/>
            <a:ext cx="6917211" cy="365125"/>
          </a:xfrm>
        </p:spPr>
        <p:txBody>
          <a:bodyPr/>
          <a:lstStyle>
            <a:lvl1pPr>
              <a:defRPr>
                <a:solidFill>
                  <a:schemeClr val="accent1">
                    <a:lumMod val="75000"/>
                    <a:lumOff val="25000"/>
                  </a:schemeClr>
                </a:solidFill>
              </a:defRPr>
            </a:lvl1pPr>
          </a:lstStyle>
          <a:p>
            <a:endParaRPr lang="zh-CN" altLang="en-US"/>
          </a:p>
        </p:txBody>
      </p:sp>
      <p:sp>
        <p:nvSpPr>
          <p:cNvPr id="6" name="Slide Number Placeholder 5"/>
          <p:cNvSpPr>
            <a:spLocks noGrp="1"/>
          </p:cNvSpPr>
          <p:nvPr>
            <p:ph type="sldNum" sz="quarter" idx="12"/>
          </p:nvPr>
        </p:nvSpPr>
        <p:spPr>
          <a:xfrm>
            <a:off x="10558300" y="5956141"/>
            <a:ext cx="1016440" cy="365125"/>
          </a:xfrm>
        </p:spPr>
        <p:txBody>
          <a:bodyPr/>
          <a:lstStyle>
            <a:lvl1pPr>
              <a:defRPr>
                <a:solidFill>
                  <a:schemeClr val="accent1">
                    <a:lumMod val="75000"/>
                    <a:lumOff val="25000"/>
                  </a:schemeClr>
                </a:solidFill>
              </a:defRPr>
            </a:lvl1pPr>
          </a:lstStyle>
          <a:p>
            <a:fld id="{F13752D6-E71C-4E01-84B7-E49046C5E073}" type="slidenum">
              <a:rPr lang="zh-CN" altLang="en-US" smtClean="0"/>
              <a:t>‹#›</a:t>
            </a:fld>
            <a:endParaRPr lang="zh-CN" altLang="en-US"/>
          </a:p>
        </p:txBody>
      </p:sp>
      <p:pic>
        <p:nvPicPr>
          <p:cNvPr id="8" name="图片 7">
            <a:extLst>
              <a:ext uri="{FF2B5EF4-FFF2-40B4-BE49-F238E27FC236}">
                <a16:creationId xmlns:a16="http://schemas.microsoft.com/office/drawing/2014/main" id="{194A483F-9AA2-A24C-BA23-AD5256267A43}"/>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9043" y="246213"/>
            <a:ext cx="2538904" cy="1074418"/>
          </a:xfrm>
          <a:prstGeom prst="rect">
            <a:avLst/>
          </a:prstGeom>
        </p:spPr>
      </p:pic>
      <p:sp>
        <p:nvSpPr>
          <p:cNvPr id="12" name="Title 1">
            <a:extLst>
              <a:ext uri="{FF2B5EF4-FFF2-40B4-BE49-F238E27FC236}">
                <a16:creationId xmlns:a16="http://schemas.microsoft.com/office/drawing/2014/main" id="{43FE9298-60C2-9548-BC1E-E8694904B371}"/>
              </a:ext>
            </a:extLst>
          </p:cNvPr>
          <p:cNvSpPr>
            <a:spLocks noGrp="1"/>
          </p:cNvSpPr>
          <p:nvPr>
            <p:ph type="ctrTitle"/>
          </p:nvPr>
        </p:nvSpPr>
        <p:spPr>
          <a:xfrm>
            <a:off x="599227" y="1921565"/>
            <a:ext cx="10993549" cy="1961322"/>
          </a:xfrm>
          <a:prstGeom prst="rect">
            <a:avLst/>
          </a:prstGeom>
          <a:effectLst/>
        </p:spPr>
        <p:txBody>
          <a:bodyPr anchor="ctr">
            <a:normAutofit/>
          </a:bodyPr>
          <a:lstStyle>
            <a:lvl1pPr algn="ctr">
              <a:defRPr lang="en-US" altLang="en-US" sz="3600" b="0" kern="1200" cap="all" dirty="0">
                <a:solidFill>
                  <a:schemeClr val="bg1"/>
                </a:solidFill>
                <a:latin typeface="+mj-lt"/>
                <a:ea typeface="+mj-ea"/>
                <a:cs typeface="+mj-cs"/>
              </a:defRPr>
            </a:lvl1pPr>
          </a:lstStyle>
          <a:p>
            <a:r>
              <a:rPr lang="zh-CN" altLang="en-US"/>
              <a:t>单击此处编辑母版标题样式</a:t>
            </a:r>
            <a:endParaRPr lang="en-US" dirty="0"/>
          </a:p>
        </p:txBody>
      </p:sp>
      <p:sp>
        <p:nvSpPr>
          <p:cNvPr id="13" name="Subtitle 2">
            <a:extLst>
              <a:ext uri="{FF2B5EF4-FFF2-40B4-BE49-F238E27FC236}">
                <a16:creationId xmlns:a16="http://schemas.microsoft.com/office/drawing/2014/main" id="{103A73B5-4CCB-264A-803E-B46FEDFF9626}"/>
              </a:ext>
            </a:extLst>
          </p:cNvPr>
          <p:cNvSpPr>
            <a:spLocks noGrp="1"/>
          </p:cNvSpPr>
          <p:nvPr>
            <p:ph type="subTitle" idx="1"/>
          </p:nvPr>
        </p:nvSpPr>
        <p:spPr>
          <a:xfrm>
            <a:off x="581193" y="4352308"/>
            <a:ext cx="10993547" cy="1340999"/>
          </a:xfrm>
        </p:spPr>
        <p:txBody>
          <a:bodyPr anchor="t">
            <a:normAutofit/>
          </a:bodyPr>
          <a:lstStyle>
            <a:lvl1pPr marL="0" indent="0" algn="ctr">
              <a:buNone/>
              <a:defRPr sz="2000" cap="all">
                <a:solidFill>
                  <a:schemeClr val="accent2"/>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zh-CN" altLang="en-US"/>
              <a:t>单击此处编辑母版副标题样式</a:t>
            </a:r>
            <a:endParaRPr lang="en-US" dirty="0"/>
          </a:p>
        </p:txBody>
      </p:sp>
    </p:spTree>
    <p:extLst>
      <p:ext uri="{BB962C8B-B14F-4D97-AF65-F5344CB8AC3E}">
        <p14:creationId xmlns:p14="http://schemas.microsoft.com/office/powerpoint/2010/main" val="3892400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5" y="2180500"/>
            <a:ext cx="11029615" cy="367830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0F0BC55C-D9E8-4AA5-90EE-4186579B5C8B}" type="datetimeFigureOut">
              <a:rPr lang="zh-CN" altLang="en-US" smtClean="0"/>
              <a:t>2024/6/6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558302" y="5956141"/>
            <a:ext cx="1052508" cy="365125"/>
          </a:xfrm>
        </p:spPr>
        <p:txBody>
          <a:bodyPr/>
          <a:lstStyle/>
          <a:p>
            <a:fld id="{F13752D6-E71C-4E01-84B7-E49046C5E073}" type="slidenum">
              <a:rPr lang="zh-CN" altLang="en-US" smtClean="0"/>
              <a:t>‹#›</a:t>
            </a:fld>
            <a:endParaRPr lang="zh-CN" altLang="en-US"/>
          </a:p>
        </p:txBody>
      </p:sp>
      <p:sp>
        <p:nvSpPr>
          <p:cNvPr id="8" name="标题 7">
            <a:extLst>
              <a:ext uri="{FF2B5EF4-FFF2-40B4-BE49-F238E27FC236}">
                <a16:creationId xmlns:a16="http://schemas.microsoft.com/office/drawing/2014/main" id="{C91EB146-E429-F542-B185-DC14BCA9BC59}"/>
              </a:ext>
            </a:extLst>
          </p:cNvPr>
          <p:cNvSpPr>
            <a:spLocks noGrp="1"/>
          </p:cNvSpPr>
          <p:nvPr>
            <p:ph type="title"/>
          </p:nvPr>
        </p:nvSpPr>
        <p:spPr>
          <a:xfrm>
            <a:off x="438920" y="434928"/>
            <a:ext cx="10119381" cy="1015200"/>
          </a:xfrm>
        </p:spPr>
        <p:txBody>
          <a:bodyPr/>
          <a:lstStyle/>
          <a:p>
            <a:r>
              <a:rPr kumimoji="1" lang="zh-CN" altLang="en-US"/>
              <a:t>单击此处编辑母版标题样式</a:t>
            </a:r>
          </a:p>
        </p:txBody>
      </p:sp>
    </p:spTree>
    <p:extLst>
      <p:ext uri="{BB962C8B-B14F-4D97-AF65-F5344CB8AC3E}">
        <p14:creationId xmlns:p14="http://schemas.microsoft.com/office/powerpoint/2010/main" val="2986459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sp>
        <p:nvSpPr>
          <p:cNvPr id="12" name="Rectangle 6">
            <a:extLst>
              <a:ext uri="{FF2B5EF4-FFF2-40B4-BE49-F238E27FC236}">
                <a16:creationId xmlns:a16="http://schemas.microsoft.com/office/drawing/2014/main" id="{D2AB89F7-7C87-3347-A0CB-FCEE9D36F083}"/>
              </a:ext>
            </a:extLst>
          </p:cNvPr>
          <p:cNvSpPr>
            <a:spLocks noChangeAspect="1"/>
          </p:cNvSpPr>
          <p:nvPr/>
        </p:nvSpPr>
        <p:spPr>
          <a:xfrm>
            <a:off x="56444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4" name="图片 13">
            <a:extLst>
              <a:ext uri="{FF2B5EF4-FFF2-40B4-BE49-F238E27FC236}">
                <a16:creationId xmlns:a16="http://schemas.microsoft.com/office/drawing/2014/main" id="{92DDD330-FA82-EF43-849A-7ADBF95B7584}"/>
              </a:ext>
            </a:extLst>
          </p:cNvPr>
          <p:cNvPicPr>
            <a:picLocks noChangeAspect="1"/>
          </p:cNvPicPr>
          <p:nvPr/>
        </p:nvPicPr>
        <p:blipFill>
          <a:blip r:embed="rId2">
            <a:duotone>
              <a:schemeClr val="bg2">
                <a:shade val="45000"/>
                <a:satMod val="135000"/>
              </a:schemeClr>
              <a:prstClr val="white"/>
            </a:duotone>
            <a:alphaModFix/>
            <a:lum bright="100000"/>
          </a:blip>
          <a:stretch>
            <a:fillRect/>
          </a:stretch>
        </p:blipFill>
        <p:spPr>
          <a:xfrm>
            <a:off x="714159" y="759099"/>
            <a:ext cx="835423" cy="835423"/>
          </a:xfrm>
          <a:prstGeom prst="rect">
            <a:avLst/>
          </a:prstGeom>
        </p:spPr>
      </p:pic>
      <p:sp>
        <p:nvSpPr>
          <p:cNvPr id="11" name="Content Placeholder 2">
            <a:extLst>
              <a:ext uri="{FF2B5EF4-FFF2-40B4-BE49-F238E27FC236}">
                <a16:creationId xmlns:a16="http://schemas.microsoft.com/office/drawing/2014/main" id="{26727754-C851-C341-8EC8-C90F9BC75713}"/>
              </a:ext>
            </a:extLst>
          </p:cNvPr>
          <p:cNvSpPr>
            <a:spLocks noGrp="1"/>
          </p:cNvSpPr>
          <p:nvPr>
            <p:ph idx="1"/>
          </p:nvPr>
        </p:nvSpPr>
        <p:spPr>
          <a:xfrm>
            <a:off x="5544290" y="1137357"/>
            <a:ext cx="6066519" cy="4583289"/>
          </a:xfr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Date Placeholder 3">
            <a:extLst>
              <a:ext uri="{FF2B5EF4-FFF2-40B4-BE49-F238E27FC236}">
                <a16:creationId xmlns:a16="http://schemas.microsoft.com/office/drawing/2014/main" id="{83F81271-2815-9B4A-9DE1-54434A60C989}"/>
              </a:ext>
            </a:extLst>
          </p:cNvPr>
          <p:cNvSpPr>
            <a:spLocks noGrp="1"/>
          </p:cNvSpPr>
          <p:nvPr>
            <p:ph type="dt" sz="half" idx="10"/>
          </p:nvPr>
        </p:nvSpPr>
        <p:spPr>
          <a:xfrm>
            <a:off x="7605953" y="5956139"/>
            <a:ext cx="2844799" cy="365125"/>
          </a:xfrm>
        </p:spPr>
        <p:txBody>
          <a:bodyPr/>
          <a:lstStyle/>
          <a:p>
            <a:fld id="{0F0BC55C-D9E8-4AA5-90EE-4186579B5C8B}" type="datetimeFigureOut">
              <a:rPr lang="zh-CN" altLang="en-US" smtClean="0"/>
              <a:t>2024/6/6</a:t>
            </a:fld>
            <a:endParaRPr lang="zh-CN" altLang="en-US"/>
          </a:p>
        </p:txBody>
      </p:sp>
      <p:sp>
        <p:nvSpPr>
          <p:cNvPr id="16" name="Footer Placeholder 4">
            <a:extLst>
              <a:ext uri="{FF2B5EF4-FFF2-40B4-BE49-F238E27FC236}">
                <a16:creationId xmlns:a16="http://schemas.microsoft.com/office/drawing/2014/main" id="{A57A6457-265E-454A-8DEA-AC0A1AAC3647}"/>
              </a:ext>
            </a:extLst>
          </p:cNvPr>
          <p:cNvSpPr>
            <a:spLocks noGrp="1"/>
          </p:cNvSpPr>
          <p:nvPr>
            <p:ph type="ftr" sz="quarter" idx="11"/>
          </p:nvPr>
        </p:nvSpPr>
        <p:spPr>
          <a:xfrm>
            <a:off x="581192" y="5951813"/>
            <a:ext cx="6917211" cy="365125"/>
          </a:xfrm>
        </p:spPr>
        <p:txBody>
          <a:bodyPr/>
          <a:lstStyle/>
          <a:p>
            <a:endParaRPr lang="zh-CN" altLang="en-US"/>
          </a:p>
        </p:txBody>
      </p:sp>
      <p:sp>
        <p:nvSpPr>
          <p:cNvPr id="17" name="Slide Number Placeholder 5">
            <a:extLst>
              <a:ext uri="{FF2B5EF4-FFF2-40B4-BE49-F238E27FC236}">
                <a16:creationId xmlns:a16="http://schemas.microsoft.com/office/drawing/2014/main" id="{17055F7E-60B7-6A43-A3E4-C6F9DC89FA56}"/>
              </a:ext>
            </a:extLst>
          </p:cNvPr>
          <p:cNvSpPr>
            <a:spLocks noGrp="1"/>
          </p:cNvSpPr>
          <p:nvPr>
            <p:ph type="sldNum" sz="quarter" idx="12"/>
          </p:nvPr>
        </p:nvSpPr>
        <p:spPr>
          <a:xfrm>
            <a:off x="10558301" y="5956139"/>
            <a:ext cx="1052508" cy="365125"/>
          </a:xfrm>
        </p:spPr>
        <p:txBody>
          <a:bodyPr/>
          <a:lstStyle/>
          <a:p>
            <a:fld id="{F13752D6-E71C-4E01-84B7-E49046C5E073}" type="slidenum">
              <a:rPr lang="zh-CN" altLang="en-US" smtClean="0"/>
              <a:t>‹#›</a:t>
            </a:fld>
            <a:endParaRPr lang="zh-CN" altLang="en-US"/>
          </a:p>
        </p:txBody>
      </p:sp>
      <p:sp>
        <p:nvSpPr>
          <p:cNvPr id="18" name="Title 1">
            <a:extLst>
              <a:ext uri="{FF2B5EF4-FFF2-40B4-BE49-F238E27FC236}">
                <a16:creationId xmlns:a16="http://schemas.microsoft.com/office/drawing/2014/main" id="{4D989D6D-F1B5-F54E-813A-CCB6A463D717}"/>
              </a:ext>
            </a:extLst>
          </p:cNvPr>
          <p:cNvSpPr>
            <a:spLocks noGrp="1"/>
          </p:cNvSpPr>
          <p:nvPr>
            <p:ph type="title"/>
          </p:nvPr>
        </p:nvSpPr>
        <p:spPr>
          <a:xfrm>
            <a:off x="733775" y="1964074"/>
            <a:ext cx="2568408" cy="2929850"/>
          </a:xfrm>
          <a:prstGeom prst="rect">
            <a:avLst/>
          </a:prstGeom>
        </p:spPr>
        <p:txBody>
          <a:bodyPr anchor="ctr">
            <a:normAutofit/>
          </a:bodyPr>
          <a:lstStyle>
            <a:lvl1pPr algn="ctr">
              <a:defRPr sz="3600"/>
            </a:lvl1pPr>
          </a:lstStyle>
          <a:p>
            <a:r>
              <a:rPr lang="zh-CN" altLang="en-US"/>
              <a:t>单击此处编辑母版标题样式</a:t>
            </a:r>
            <a:endParaRPr lang="en-US" dirty="0"/>
          </a:p>
        </p:txBody>
      </p:sp>
      <p:sp>
        <p:nvSpPr>
          <p:cNvPr id="20" name="Rectangle 9">
            <a:extLst>
              <a:ext uri="{FF2B5EF4-FFF2-40B4-BE49-F238E27FC236}">
                <a16:creationId xmlns:a16="http://schemas.microsoft.com/office/drawing/2014/main" id="{F5609871-59AA-714A-B688-568A52C6B22B}"/>
              </a:ext>
            </a:extLst>
          </p:cNvPr>
          <p:cNvSpPr/>
          <p:nvPr/>
        </p:nvSpPr>
        <p:spPr>
          <a:xfrm rot="5400000">
            <a:off x="2678807" y="5475222"/>
            <a:ext cx="1800000"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8">
            <a:extLst>
              <a:ext uri="{FF2B5EF4-FFF2-40B4-BE49-F238E27FC236}">
                <a16:creationId xmlns:a16="http://schemas.microsoft.com/office/drawing/2014/main" id="{23D49990-DD79-AF4A-809C-C7A68D94B066}"/>
              </a:ext>
            </a:extLst>
          </p:cNvPr>
          <p:cNvSpPr/>
          <p:nvPr/>
        </p:nvSpPr>
        <p:spPr>
          <a:xfrm rot="5400000">
            <a:off x="1598807" y="2538272"/>
            <a:ext cx="3960000" cy="7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923353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7DE89DA6-356D-194E-8935-6C10024491A7}"/>
              </a:ext>
            </a:extLst>
          </p:cNvPr>
          <p:cNvSpPr>
            <a:spLocks noChangeAspect="1"/>
          </p:cNvSpPr>
          <p:nvPr/>
        </p:nvSpPr>
        <p:spPr>
          <a:xfrm>
            <a:off x="447818" y="5141976"/>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7" name="Title 1">
            <a:extLst>
              <a:ext uri="{FF2B5EF4-FFF2-40B4-BE49-F238E27FC236}">
                <a16:creationId xmlns:a16="http://schemas.microsoft.com/office/drawing/2014/main" id="{54DB8D1A-12A8-B34E-ABB0-AFDEDA44F187}"/>
              </a:ext>
            </a:extLst>
          </p:cNvPr>
          <p:cNvSpPr>
            <a:spLocks noGrp="1"/>
          </p:cNvSpPr>
          <p:nvPr>
            <p:ph type="title"/>
          </p:nvPr>
        </p:nvSpPr>
        <p:spPr>
          <a:xfrm>
            <a:off x="581194" y="3043912"/>
            <a:ext cx="11029615" cy="1497507"/>
          </a:xfrm>
          <a:prstGeom prst="rect">
            <a:avLst/>
          </a:prstGeom>
        </p:spPr>
        <p:txBody>
          <a:bodyPr anchor="b">
            <a:normAutofit/>
          </a:bodyPr>
          <a:lstStyle>
            <a:lvl1pPr algn="l">
              <a:defRPr sz="3600" b="0" cap="all">
                <a:solidFill>
                  <a:schemeClr val="accent1"/>
                </a:solidFill>
              </a:defRPr>
            </a:lvl1pPr>
          </a:lstStyle>
          <a:p>
            <a:r>
              <a:rPr lang="zh-CN" altLang="en-US"/>
              <a:t>单击此处编辑母版标题样式</a:t>
            </a:r>
            <a:endParaRPr lang="en-US" dirty="0"/>
          </a:p>
        </p:txBody>
      </p:sp>
      <p:sp>
        <p:nvSpPr>
          <p:cNvPr id="18" name="Text Placeholder 2">
            <a:extLst>
              <a:ext uri="{FF2B5EF4-FFF2-40B4-BE49-F238E27FC236}">
                <a16:creationId xmlns:a16="http://schemas.microsoft.com/office/drawing/2014/main" id="{D8C8D98C-AAE6-6D4F-8FDD-A93E2E1124F2}"/>
              </a:ext>
            </a:extLst>
          </p:cNvPr>
          <p:cNvSpPr>
            <a:spLocks noGrp="1"/>
          </p:cNvSpPr>
          <p:nvPr>
            <p:ph type="body" idx="1"/>
          </p:nvPr>
        </p:nvSpPr>
        <p:spPr>
          <a:xfrm>
            <a:off x="581194" y="4541417"/>
            <a:ext cx="11029615" cy="600556"/>
          </a:xfrm>
        </p:spPr>
        <p:txBody>
          <a:bodyPr anchor="t">
            <a:normAutofit/>
          </a:bodyPr>
          <a:lstStyle>
            <a:lvl1pPr marL="0" indent="0" algn="l">
              <a:buNone/>
              <a:defRPr sz="1800" cap="all">
                <a:solidFill>
                  <a:schemeClr val="accent2"/>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zh-CN" altLang="en-US"/>
              <a:t>单击此处编辑母版文本样式</a:t>
            </a:r>
          </a:p>
        </p:txBody>
      </p:sp>
      <p:sp>
        <p:nvSpPr>
          <p:cNvPr id="19" name="Date Placeholder 3">
            <a:extLst>
              <a:ext uri="{FF2B5EF4-FFF2-40B4-BE49-F238E27FC236}">
                <a16:creationId xmlns:a16="http://schemas.microsoft.com/office/drawing/2014/main" id="{63894592-A78C-994C-A7F8-16460B6D0042}"/>
              </a:ext>
            </a:extLst>
          </p:cNvPr>
          <p:cNvSpPr>
            <a:spLocks noGrp="1"/>
          </p:cNvSpPr>
          <p:nvPr>
            <p:ph type="dt" sz="half" idx="10"/>
          </p:nvPr>
        </p:nvSpPr>
        <p:spPr>
          <a:xfrm>
            <a:off x="7605953" y="5956139"/>
            <a:ext cx="2844799" cy="365125"/>
          </a:xfrm>
        </p:spPr>
        <p:txBody>
          <a:bodyPr/>
          <a:lstStyle>
            <a:lvl1pPr>
              <a:defRPr>
                <a:solidFill>
                  <a:schemeClr val="accent1">
                    <a:lumMod val="75000"/>
                    <a:lumOff val="25000"/>
                  </a:schemeClr>
                </a:solidFill>
              </a:defRPr>
            </a:lvl1pPr>
          </a:lstStyle>
          <a:p>
            <a:fld id="{0F0BC55C-D9E8-4AA5-90EE-4186579B5C8B}" type="datetimeFigureOut">
              <a:rPr lang="zh-CN" altLang="en-US" smtClean="0"/>
              <a:t>2024/6/6</a:t>
            </a:fld>
            <a:endParaRPr lang="zh-CN" altLang="en-US"/>
          </a:p>
        </p:txBody>
      </p:sp>
      <p:sp>
        <p:nvSpPr>
          <p:cNvPr id="20" name="Footer Placeholder 4">
            <a:extLst>
              <a:ext uri="{FF2B5EF4-FFF2-40B4-BE49-F238E27FC236}">
                <a16:creationId xmlns:a16="http://schemas.microsoft.com/office/drawing/2014/main" id="{620A79B4-2346-8146-8C5E-F662BBFFD574}"/>
              </a:ext>
            </a:extLst>
          </p:cNvPr>
          <p:cNvSpPr>
            <a:spLocks noGrp="1"/>
          </p:cNvSpPr>
          <p:nvPr>
            <p:ph type="ftr" sz="quarter" idx="11"/>
          </p:nvPr>
        </p:nvSpPr>
        <p:spPr>
          <a:xfrm>
            <a:off x="581192" y="5951813"/>
            <a:ext cx="6917211" cy="365125"/>
          </a:xfrm>
        </p:spPr>
        <p:txBody>
          <a:bodyPr/>
          <a:lstStyle>
            <a:lvl1pPr>
              <a:defRPr>
                <a:solidFill>
                  <a:schemeClr val="accent1">
                    <a:lumMod val="75000"/>
                    <a:lumOff val="25000"/>
                  </a:schemeClr>
                </a:solidFill>
              </a:defRPr>
            </a:lvl1pPr>
          </a:lstStyle>
          <a:p>
            <a:endParaRPr lang="zh-CN" altLang="en-US"/>
          </a:p>
        </p:txBody>
      </p:sp>
      <p:sp>
        <p:nvSpPr>
          <p:cNvPr id="21" name="Slide Number Placeholder 5">
            <a:extLst>
              <a:ext uri="{FF2B5EF4-FFF2-40B4-BE49-F238E27FC236}">
                <a16:creationId xmlns:a16="http://schemas.microsoft.com/office/drawing/2014/main" id="{C7187CC3-F105-CE4C-957B-55AE9DA69507}"/>
              </a:ext>
            </a:extLst>
          </p:cNvPr>
          <p:cNvSpPr>
            <a:spLocks noGrp="1"/>
          </p:cNvSpPr>
          <p:nvPr>
            <p:ph type="sldNum" sz="quarter" idx="12"/>
          </p:nvPr>
        </p:nvSpPr>
        <p:spPr>
          <a:xfrm>
            <a:off x="10558301" y="5956139"/>
            <a:ext cx="1052511" cy="365125"/>
          </a:xfrm>
        </p:spPr>
        <p:txBody>
          <a:bodyPr/>
          <a:lstStyle>
            <a:lvl1pPr>
              <a:defRPr>
                <a:solidFill>
                  <a:schemeClr val="accent1">
                    <a:lumMod val="75000"/>
                    <a:lumOff val="25000"/>
                  </a:schemeClr>
                </a:solidFill>
              </a:defRPr>
            </a:lvl1pPr>
          </a:lstStyle>
          <a:p>
            <a:fld id="{F13752D6-E71C-4E01-84B7-E49046C5E073}" type="slidenum">
              <a:rPr lang="zh-CN" altLang="en-US" smtClean="0"/>
              <a:t>‹#›</a:t>
            </a:fld>
            <a:endParaRPr lang="zh-CN" altLang="en-US"/>
          </a:p>
        </p:txBody>
      </p:sp>
      <p:pic>
        <p:nvPicPr>
          <p:cNvPr id="22" name="图片 21">
            <a:extLst>
              <a:ext uri="{FF2B5EF4-FFF2-40B4-BE49-F238E27FC236}">
                <a16:creationId xmlns:a16="http://schemas.microsoft.com/office/drawing/2014/main" id="{D4B7B0FB-2B7D-854A-BFC8-CA2B184B6C56}"/>
              </a:ext>
            </a:extLst>
          </p:cNvPr>
          <p:cNvPicPr>
            <a:picLocks noChangeAspect="1"/>
          </p:cNvPicPr>
          <p:nvPr/>
        </p:nvPicPr>
        <p:blipFill>
          <a:blip r:embed="rId2">
            <a:duotone>
              <a:schemeClr val="bg2">
                <a:shade val="45000"/>
                <a:satMod val="135000"/>
              </a:schemeClr>
              <a:prstClr val="white"/>
            </a:duotone>
            <a:alphaModFix/>
            <a:lum bright="100000"/>
          </a:blip>
          <a:stretch>
            <a:fillRect/>
          </a:stretch>
        </p:blipFill>
        <p:spPr>
          <a:xfrm>
            <a:off x="10666845" y="5353677"/>
            <a:ext cx="835423" cy="835423"/>
          </a:xfrm>
          <a:prstGeom prst="rect">
            <a:avLst/>
          </a:prstGeom>
        </p:spPr>
      </p:pic>
    </p:spTree>
    <p:extLst>
      <p:ext uri="{BB962C8B-B14F-4D97-AF65-F5344CB8AC3E}">
        <p14:creationId xmlns:p14="http://schemas.microsoft.com/office/powerpoint/2010/main" val="87345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5" y="2228004"/>
            <a:ext cx="5422391"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0F0BC55C-D9E8-4AA5-90EE-4186579B5C8B}" type="datetimeFigureOut">
              <a:rPr lang="zh-CN" altLang="en-US" smtClean="0"/>
              <a:t>2024/6/6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13752D6-E71C-4E01-84B7-E49046C5E073}" type="slidenum">
              <a:rPr lang="zh-CN" altLang="en-US" smtClean="0"/>
              <a:t>‹#›</a:t>
            </a:fld>
            <a:endParaRPr lang="zh-CN" altLang="en-US"/>
          </a:p>
        </p:txBody>
      </p:sp>
      <p:sp>
        <p:nvSpPr>
          <p:cNvPr id="2" name="标题 1">
            <a:extLst>
              <a:ext uri="{FF2B5EF4-FFF2-40B4-BE49-F238E27FC236}">
                <a16:creationId xmlns:a16="http://schemas.microsoft.com/office/drawing/2014/main" id="{590C7D26-A2BB-CE43-BB2A-2808F22C4FD2}"/>
              </a:ext>
            </a:extLst>
          </p:cNvPr>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4282844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1" y="2250896"/>
            <a:ext cx="5087075" cy="536005"/>
          </a:xfrm>
        </p:spPr>
        <p:txBody>
          <a:bodyPr anchor="b">
            <a:noAutofit/>
          </a:bodyPr>
          <a:lstStyle>
            <a:lvl1pPr marL="0" indent="0">
              <a:buNone/>
              <a:defRPr sz="2200" b="0">
                <a:solidFill>
                  <a:schemeClr val="accent2"/>
                </a:solidFill>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581195" y="2926056"/>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523738" y="2250896"/>
            <a:ext cx="5087073" cy="553373"/>
          </a:xfrm>
        </p:spPr>
        <p:txBody>
          <a:bodyPr anchor="b">
            <a:noAutofit/>
          </a:bodyPr>
          <a:lstStyle>
            <a:lvl1pPr marL="0" indent="0">
              <a:buNone/>
              <a:defRPr sz="2200" b="0">
                <a:solidFill>
                  <a:schemeClr val="accent2"/>
                </a:solidFill>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711" y="2926056"/>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0F0BC55C-D9E8-4AA5-90EE-4186579B5C8B}" type="datetimeFigureOut">
              <a:rPr lang="zh-CN" altLang="en-US" smtClean="0"/>
              <a:t>2024/6/6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13752D6-E71C-4E01-84B7-E49046C5E073}" type="slidenum">
              <a:rPr lang="zh-CN" altLang="en-US" smtClean="0"/>
              <a:t>‹#›</a:t>
            </a:fld>
            <a:endParaRPr lang="zh-CN" altLang="en-US"/>
          </a:p>
        </p:txBody>
      </p:sp>
      <p:sp>
        <p:nvSpPr>
          <p:cNvPr id="2" name="标题 1">
            <a:extLst>
              <a:ext uri="{FF2B5EF4-FFF2-40B4-BE49-F238E27FC236}">
                <a16:creationId xmlns:a16="http://schemas.microsoft.com/office/drawing/2014/main" id="{395155F9-0BCA-F049-9D40-4CF28F90A407}"/>
              </a:ext>
            </a:extLst>
          </p:cNvPr>
          <p:cNvSpPr>
            <a:spLocks noGrp="1"/>
          </p:cNvSpPr>
          <p:nvPr>
            <p:ph type="title"/>
          </p:nvPr>
        </p:nvSpPr>
        <p:spPr>
          <a:xfrm>
            <a:off x="503679" y="395728"/>
            <a:ext cx="10119381" cy="1015200"/>
          </a:xfrm>
        </p:spPr>
        <p:txBody>
          <a:bodyPr/>
          <a:lstStyle/>
          <a:p>
            <a:r>
              <a:rPr kumimoji="1" lang="zh-CN" altLang="en-US"/>
              <a:t>单击此处编辑母版标题样式</a:t>
            </a:r>
          </a:p>
        </p:txBody>
      </p:sp>
    </p:spTree>
    <p:extLst>
      <p:ext uri="{BB962C8B-B14F-4D97-AF65-F5344CB8AC3E}">
        <p14:creationId xmlns:p14="http://schemas.microsoft.com/office/powerpoint/2010/main" val="1330538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F0BC55C-D9E8-4AA5-90EE-4186579B5C8B}" type="datetimeFigureOut">
              <a:rPr lang="zh-CN" altLang="en-US" smtClean="0"/>
              <a:t>2024/6/6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13752D6-E71C-4E01-84B7-E49046C5E073}" type="slidenum">
              <a:rPr lang="zh-CN" altLang="en-US" smtClean="0"/>
              <a:t>‹#›</a:t>
            </a:fld>
            <a:endParaRPr lang="zh-CN" altLang="en-US"/>
          </a:p>
        </p:txBody>
      </p:sp>
      <p:sp>
        <p:nvSpPr>
          <p:cNvPr id="2" name="标题 1">
            <a:extLst>
              <a:ext uri="{FF2B5EF4-FFF2-40B4-BE49-F238E27FC236}">
                <a16:creationId xmlns:a16="http://schemas.microsoft.com/office/drawing/2014/main" id="{DC31502A-7294-9848-AFF1-6116ACE1419B}"/>
              </a:ext>
            </a:extLst>
          </p:cNvPr>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2960672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0BC55C-D9E8-4AA5-90EE-4186579B5C8B}" type="datetimeFigureOut">
              <a:rPr lang="zh-CN" altLang="en-US" smtClean="0"/>
              <a:t>2024/6/6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13752D6-E71C-4E01-84B7-E49046C5E073}" type="slidenum">
              <a:rPr lang="zh-CN" altLang="en-US" smtClean="0"/>
              <a:t>‹#›</a:t>
            </a:fld>
            <a:endParaRPr lang="zh-CN" altLang="en-US"/>
          </a:p>
        </p:txBody>
      </p:sp>
      <p:sp>
        <p:nvSpPr>
          <p:cNvPr id="8" name="Rectangle 8">
            <a:extLst>
              <a:ext uri="{FF2B5EF4-FFF2-40B4-BE49-F238E27FC236}">
                <a16:creationId xmlns:a16="http://schemas.microsoft.com/office/drawing/2014/main" id="{E5F10BF9-D5CD-1D48-BAAA-1C82ACBE3EEC}"/>
              </a:ext>
            </a:extLst>
          </p:cNvPr>
          <p:cNvSpPr/>
          <p:nvPr/>
        </p:nvSpPr>
        <p:spPr>
          <a:xfrm>
            <a:off x="8144934" y="436481"/>
            <a:ext cx="3657601" cy="7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591DCB4B-F7F0-EB42-A850-558FBD4EBF7E}"/>
              </a:ext>
            </a:extLst>
          </p:cNvPr>
          <p:cNvSpPr/>
          <p:nvPr/>
        </p:nvSpPr>
        <p:spPr>
          <a:xfrm>
            <a:off x="389468" y="436481"/>
            <a:ext cx="7687733"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92630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0" name="Rectangle 7">
            <a:extLst>
              <a:ext uri="{FF2B5EF4-FFF2-40B4-BE49-F238E27FC236}">
                <a16:creationId xmlns:a16="http://schemas.microsoft.com/office/drawing/2014/main" id="{DD0108F8-765A-DF43-9CAF-934132882EE3}"/>
              </a:ext>
            </a:extLst>
          </p:cNvPr>
          <p:cNvSpPr>
            <a:spLocks noChangeAspect="1"/>
          </p:cNvSpPr>
          <p:nvPr/>
        </p:nvSpPr>
        <p:spPr>
          <a:xfrm>
            <a:off x="447818" y="5141976"/>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3" name="图片 12">
            <a:extLst>
              <a:ext uri="{FF2B5EF4-FFF2-40B4-BE49-F238E27FC236}">
                <a16:creationId xmlns:a16="http://schemas.microsoft.com/office/drawing/2014/main" id="{FC278D8D-4BDA-514C-BBD8-4B99228D3B51}"/>
              </a:ext>
            </a:extLst>
          </p:cNvPr>
          <p:cNvPicPr>
            <a:picLocks noChangeAspect="1"/>
          </p:cNvPicPr>
          <p:nvPr/>
        </p:nvPicPr>
        <p:blipFill>
          <a:blip r:embed="rId2">
            <a:duotone>
              <a:schemeClr val="bg2">
                <a:shade val="45000"/>
                <a:satMod val="135000"/>
              </a:schemeClr>
              <a:prstClr val="white"/>
            </a:duotone>
            <a:alphaModFix/>
            <a:lum bright="100000"/>
          </a:blip>
          <a:stretch>
            <a:fillRect/>
          </a:stretch>
        </p:blipFill>
        <p:spPr>
          <a:xfrm>
            <a:off x="10666845" y="5353677"/>
            <a:ext cx="835423" cy="835423"/>
          </a:xfrm>
          <a:prstGeom prst="rect">
            <a:avLst/>
          </a:prstGeom>
        </p:spPr>
      </p:pic>
      <p:sp>
        <p:nvSpPr>
          <p:cNvPr id="2" name="Title 1"/>
          <p:cNvSpPr>
            <a:spLocks noGrp="1"/>
          </p:cNvSpPr>
          <p:nvPr>
            <p:ph type="title"/>
          </p:nvPr>
        </p:nvSpPr>
        <p:spPr>
          <a:xfrm>
            <a:off x="581192" y="5262296"/>
            <a:ext cx="4909445" cy="689514"/>
          </a:xfrm>
          <a:prstGeom prst="rect">
            <a:avLst/>
          </a:prstGeom>
        </p:spPr>
        <p:txBody>
          <a:bodyPr anchor="ctr">
            <a:normAutofit/>
          </a:bodyPr>
          <a:lstStyle>
            <a:lvl1pPr algn="l">
              <a:defRPr sz="2400" b="0">
                <a:solidFill>
                  <a:schemeClr val="bg1"/>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5740825" y="5262300"/>
            <a:ext cx="4708931" cy="689515"/>
          </a:xfrm>
        </p:spPr>
        <p:txBody>
          <a:bodyPr anchor="ctr">
            <a:normAutofit/>
          </a:bodyPr>
          <a:lstStyle>
            <a:lvl1pPr marL="0" indent="0" algn="r">
              <a:buNone/>
              <a:defRPr sz="1600">
                <a:solidFill>
                  <a:schemeClr val="bg1"/>
                </a:solidFill>
              </a:defRPr>
            </a:lvl1pPr>
            <a:lvl2pPr marL="457178" indent="0">
              <a:buNone/>
              <a:defRPr sz="11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0F0BC55C-D9E8-4AA5-90EE-4186579B5C8B}" type="datetimeFigureOut">
              <a:rPr lang="zh-CN" altLang="en-US" smtClean="0"/>
              <a:t>2024/6/6</a:t>
            </a:fld>
            <a:endParaRPr lang="zh-CN" alt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F13752D6-E71C-4E01-84B7-E49046C5E073}" type="slidenum">
              <a:rPr lang="zh-CN" altLang="en-US" smtClean="0"/>
              <a:t>‹#›</a:t>
            </a:fld>
            <a:endParaRPr lang="zh-CN" altLang="en-US"/>
          </a:p>
        </p:txBody>
      </p:sp>
    </p:spTree>
    <p:extLst>
      <p:ext uri="{BB962C8B-B14F-4D97-AF65-F5344CB8AC3E}">
        <p14:creationId xmlns:p14="http://schemas.microsoft.com/office/powerpoint/2010/main" val="2768639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a:solidFill>
                  <a:schemeClr val="accent1"/>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178" indent="0">
              <a:buNone/>
              <a:defRPr sz="1600"/>
            </a:lvl2pPr>
            <a:lvl3pPr marL="914354" indent="0">
              <a:buNone/>
              <a:defRPr sz="1600"/>
            </a:lvl3pPr>
            <a:lvl4pPr marL="1371532" indent="0">
              <a:buNone/>
              <a:defRPr sz="1600"/>
            </a:lvl4pPr>
            <a:lvl5pPr marL="1828709" indent="0">
              <a:buNone/>
              <a:defRPr sz="1600"/>
            </a:lvl5pPr>
            <a:lvl6pPr marL="2285886" indent="0">
              <a:buNone/>
              <a:defRPr sz="1600"/>
            </a:lvl6pPr>
            <a:lvl7pPr marL="2743062" indent="0">
              <a:buNone/>
              <a:defRPr sz="1600"/>
            </a:lvl7pPr>
            <a:lvl8pPr marL="3200240" indent="0">
              <a:buNone/>
              <a:defRPr sz="1600"/>
            </a:lvl8pPr>
            <a:lvl9pPr marL="3657418"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4" y="5260131"/>
            <a:ext cx="11029617" cy="598671"/>
          </a:xfrm>
        </p:spPr>
        <p:txBody>
          <a:bodyPr>
            <a:normAutofit/>
          </a:bodyPr>
          <a:lstStyle>
            <a:lvl1pPr marL="0" indent="0">
              <a:buNone/>
              <a:defRPr sz="1200"/>
            </a:lvl1pPr>
            <a:lvl2pPr marL="457178"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F0BC55C-D9E8-4AA5-90EE-4186579B5C8B}" type="datetimeFigureOut">
              <a:rPr lang="zh-CN" altLang="en-US" smtClean="0"/>
              <a:t>2024/6/6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13752D6-E71C-4E01-84B7-E49046C5E073}" type="slidenum">
              <a:rPr lang="zh-CN" altLang="en-US" smtClean="0"/>
              <a:t>‹#›</a:t>
            </a:fld>
            <a:endParaRPr lang="zh-CN" altLang="en-US"/>
          </a:p>
        </p:txBody>
      </p:sp>
      <p:sp>
        <p:nvSpPr>
          <p:cNvPr id="9" name="Rectangle 8">
            <a:extLst>
              <a:ext uri="{FF2B5EF4-FFF2-40B4-BE49-F238E27FC236}">
                <a16:creationId xmlns:a16="http://schemas.microsoft.com/office/drawing/2014/main" id="{01F9AFCA-0D8E-7C4B-9EE4-15258FA226B6}"/>
              </a:ext>
            </a:extLst>
          </p:cNvPr>
          <p:cNvSpPr/>
          <p:nvPr/>
        </p:nvSpPr>
        <p:spPr>
          <a:xfrm>
            <a:off x="8144934" y="436481"/>
            <a:ext cx="3657601" cy="7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9C93E312-E758-E548-90FC-22E1E7EC6CCE}"/>
              </a:ext>
            </a:extLst>
          </p:cNvPr>
          <p:cNvSpPr/>
          <p:nvPr/>
        </p:nvSpPr>
        <p:spPr>
          <a:xfrm>
            <a:off x="389468" y="436481"/>
            <a:ext cx="7687733"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630379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0F0BC55C-D9E8-4AA5-90EE-4186579B5C8B}" type="datetimeFigureOut">
              <a:rPr lang="zh-CN" altLang="en-US" smtClean="0"/>
              <a:t>2024/6/6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13752D6-E71C-4E01-84B7-E49046C5E073}" type="slidenum">
              <a:rPr lang="zh-CN" altLang="en-US" smtClean="0"/>
              <a:t>‹#›</a:t>
            </a:fld>
            <a:endParaRPr lang="zh-CN" altLang="en-US"/>
          </a:p>
        </p:txBody>
      </p:sp>
      <p:sp>
        <p:nvSpPr>
          <p:cNvPr id="2" name="标题 1">
            <a:extLst>
              <a:ext uri="{FF2B5EF4-FFF2-40B4-BE49-F238E27FC236}">
                <a16:creationId xmlns:a16="http://schemas.microsoft.com/office/drawing/2014/main" id="{FD92ADC6-CE60-BE46-B46D-E72C08A66F9E}"/>
              </a:ext>
            </a:extLst>
          </p:cNvPr>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527967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竖排标题与文本">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5BC0A53C-150C-A541-93A8-A5B4C7EFDD96}"/>
              </a:ext>
            </a:extLst>
          </p:cNvPr>
          <p:cNvSpPr>
            <a:spLocks noChangeAspect="1"/>
          </p:cNvSpPr>
          <p:nvPr/>
        </p:nvSpPr>
        <p:spPr>
          <a:xfrm>
            <a:off x="8839202"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Vertical Title 1">
            <a:extLst>
              <a:ext uri="{FF2B5EF4-FFF2-40B4-BE49-F238E27FC236}">
                <a16:creationId xmlns:a16="http://schemas.microsoft.com/office/drawing/2014/main" id="{9D3F700B-2D07-A448-9622-360F28D96C56}"/>
              </a:ext>
            </a:extLst>
          </p:cNvPr>
          <p:cNvSpPr>
            <a:spLocks noGrp="1"/>
          </p:cNvSpPr>
          <p:nvPr>
            <p:ph type="title" orient="vert"/>
          </p:nvPr>
        </p:nvSpPr>
        <p:spPr>
          <a:xfrm>
            <a:off x="8839202" y="675728"/>
            <a:ext cx="2004164" cy="5183073"/>
          </a:xfrm>
          <a:prstGeom prst="rect">
            <a:avLst/>
          </a:prstGeom>
        </p:spPr>
        <p:txBody>
          <a:bodyPr vert="eaVert" anchor="b"/>
          <a:lstStyle/>
          <a:p>
            <a:r>
              <a:rPr lang="zh-CN" altLang="en-US"/>
              <a:t>单击此处编辑母版标题样式</a:t>
            </a:r>
            <a:endParaRPr lang="en-US" dirty="0"/>
          </a:p>
        </p:txBody>
      </p:sp>
      <p:sp>
        <p:nvSpPr>
          <p:cNvPr id="12" name="Vertical Text Placeholder 2">
            <a:extLst>
              <a:ext uri="{FF2B5EF4-FFF2-40B4-BE49-F238E27FC236}">
                <a16:creationId xmlns:a16="http://schemas.microsoft.com/office/drawing/2014/main" id="{5F0B6C42-B8E7-1C45-A053-18F7FE5B2B9E}"/>
              </a:ext>
            </a:extLst>
          </p:cNvPr>
          <p:cNvSpPr>
            <a:spLocks noGrp="1"/>
          </p:cNvSpPr>
          <p:nvPr>
            <p:ph type="body" orient="vert" idx="1"/>
          </p:nvPr>
        </p:nvSpPr>
        <p:spPr>
          <a:xfrm>
            <a:off x="774925" y="675728"/>
            <a:ext cx="7896279" cy="5183073"/>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Date Placeholder 3">
            <a:extLst>
              <a:ext uri="{FF2B5EF4-FFF2-40B4-BE49-F238E27FC236}">
                <a16:creationId xmlns:a16="http://schemas.microsoft.com/office/drawing/2014/main" id="{9D8F7654-F738-DB4A-BDC9-C147359A8918}"/>
              </a:ext>
            </a:extLst>
          </p:cNvPr>
          <p:cNvSpPr>
            <a:spLocks noGrp="1"/>
          </p:cNvSpPr>
          <p:nvPr>
            <p:ph type="dt" sz="half" idx="10"/>
          </p:nvPr>
        </p:nvSpPr>
        <p:spPr>
          <a:xfrm>
            <a:off x="8993674" y="5956139"/>
            <a:ext cx="1328141" cy="365125"/>
          </a:xfrm>
        </p:spPr>
        <p:txBody>
          <a:bodyPr/>
          <a:lstStyle>
            <a:lvl1pPr>
              <a:defRPr>
                <a:solidFill>
                  <a:schemeClr val="accent1">
                    <a:lumMod val="75000"/>
                    <a:lumOff val="25000"/>
                  </a:schemeClr>
                </a:solidFill>
              </a:defRPr>
            </a:lvl1pPr>
          </a:lstStyle>
          <a:p>
            <a:fld id="{0F0BC55C-D9E8-4AA5-90EE-4186579B5C8B}" type="datetimeFigureOut">
              <a:rPr lang="zh-CN" altLang="en-US" smtClean="0"/>
              <a:t>2024/6/6</a:t>
            </a:fld>
            <a:endParaRPr lang="zh-CN" altLang="en-US"/>
          </a:p>
        </p:txBody>
      </p:sp>
      <p:sp>
        <p:nvSpPr>
          <p:cNvPr id="14" name="Footer Placeholder 4">
            <a:extLst>
              <a:ext uri="{FF2B5EF4-FFF2-40B4-BE49-F238E27FC236}">
                <a16:creationId xmlns:a16="http://schemas.microsoft.com/office/drawing/2014/main" id="{A49875D8-CF05-584E-A606-B0C7A6C66F30}"/>
              </a:ext>
            </a:extLst>
          </p:cNvPr>
          <p:cNvSpPr>
            <a:spLocks noGrp="1"/>
          </p:cNvSpPr>
          <p:nvPr>
            <p:ph type="ftr" sz="quarter" idx="11"/>
          </p:nvPr>
        </p:nvSpPr>
        <p:spPr>
          <a:xfrm>
            <a:off x="774925" y="5951813"/>
            <a:ext cx="7896279" cy="365125"/>
          </a:xfrm>
        </p:spPr>
        <p:txBody>
          <a:bodyPr/>
          <a:lstStyle/>
          <a:p>
            <a:endParaRPr lang="zh-CN" altLang="en-US"/>
          </a:p>
        </p:txBody>
      </p:sp>
      <p:sp>
        <p:nvSpPr>
          <p:cNvPr id="15" name="Slide Number Placeholder 5">
            <a:extLst>
              <a:ext uri="{FF2B5EF4-FFF2-40B4-BE49-F238E27FC236}">
                <a16:creationId xmlns:a16="http://schemas.microsoft.com/office/drawing/2014/main" id="{4FDE4144-AE9C-764C-8F13-6FBD3DFFAD56}"/>
              </a:ext>
            </a:extLst>
          </p:cNvPr>
          <p:cNvSpPr>
            <a:spLocks noGrp="1"/>
          </p:cNvSpPr>
          <p:nvPr>
            <p:ph type="sldNum" sz="quarter" idx="12"/>
          </p:nvPr>
        </p:nvSpPr>
        <p:spPr>
          <a:xfrm>
            <a:off x="10446616" y="5956139"/>
            <a:ext cx="1164195" cy="365125"/>
          </a:xfrm>
        </p:spPr>
        <p:txBody>
          <a:bodyPr/>
          <a:lstStyle>
            <a:lvl1pPr>
              <a:defRPr>
                <a:solidFill>
                  <a:schemeClr val="accent1">
                    <a:lumMod val="75000"/>
                    <a:lumOff val="25000"/>
                  </a:schemeClr>
                </a:solidFill>
              </a:defRPr>
            </a:lvl1pPr>
          </a:lstStyle>
          <a:p>
            <a:fld id="{F13752D6-E71C-4E01-84B7-E49046C5E073}" type="slidenum">
              <a:rPr lang="zh-CN" altLang="en-US" smtClean="0"/>
              <a:t>‹#›</a:t>
            </a:fld>
            <a:endParaRPr lang="zh-CN" altLang="en-US"/>
          </a:p>
        </p:txBody>
      </p:sp>
      <p:pic>
        <p:nvPicPr>
          <p:cNvPr id="16" name="图片 15">
            <a:extLst>
              <a:ext uri="{FF2B5EF4-FFF2-40B4-BE49-F238E27FC236}">
                <a16:creationId xmlns:a16="http://schemas.microsoft.com/office/drawing/2014/main" id="{CAA848F8-630D-E443-AA17-338684B167C3}"/>
              </a:ext>
            </a:extLst>
          </p:cNvPr>
          <p:cNvPicPr>
            <a:picLocks noChangeAspect="1"/>
          </p:cNvPicPr>
          <p:nvPr/>
        </p:nvPicPr>
        <p:blipFill>
          <a:blip r:embed="rId2">
            <a:duotone>
              <a:schemeClr val="bg2">
                <a:shade val="45000"/>
                <a:satMod val="135000"/>
              </a:schemeClr>
              <a:prstClr val="white"/>
            </a:duotone>
            <a:alphaModFix/>
            <a:lum bright="100000"/>
          </a:blip>
          <a:stretch>
            <a:fillRect/>
          </a:stretch>
        </p:blipFill>
        <p:spPr>
          <a:xfrm>
            <a:off x="10741522" y="759099"/>
            <a:ext cx="835423" cy="835423"/>
          </a:xfrm>
          <a:prstGeom prst="rect">
            <a:avLst/>
          </a:prstGeom>
        </p:spPr>
      </p:pic>
    </p:spTree>
    <p:extLst>
      <p:ext uri="{BB962C8B-B14F-4D97-AF65-F5344CB8AC3E}">
        <p14:creationId xmlns:p14="http://schemas.microsoft.com/office/powerpoint/2010/main" val="1847412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A04EDDA3-E2AB-904A-BB85-4CC282BF9173}"/>
              </a:ext>
            </a:extLst>
          </p:cNvPr>
          <p:cNvSpPr/>
          <p:nvPr userDrawn="1"/>
        </p:nvSpPr>
        <p:spPr>
          <a:xfrm>
            <a:off x="3503376" y="1836078"/>
            <a:ext cx="8688625" cy="279632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srgbClr val="FFFFFF"/>
              </a:solidFill>
              <a:effectLst/>
              <a:uLnTx/>
              <a:uFillTx/>
              <a:latin typeface="Microsoft YaHei" panose="020B0503020204020204" pitchFamily="34" charset="-122"/>
              <a:ea typeface="微软雅黑 Light"/>
              <a:cs typeface="+mn-cs"/>
            </a:endParaRPr>
          </a:p>
        </p:txBody>
      </p:sp>
      <p:sp>
        <p:nvSpPr>
          <p:cNvPr id="14" name="矩形 13">
            <a:extLst>
              <a:ext uri="{FF2B5EF4-FFF2-40B4-BE49-F238E27FC236}">
                <a16:creationId xmlns:a16="http://schemas.microsoft.com/office/drawing/2014/main" id="{F51A0AAD-98DC-B248-9BA5-E40C2E1B5E7E}"/>
              </a:ext>
            </a:extLst>
          </p:cNvPr>
          <p:cNvSpPr/>
          <p:nvPr userDrawn="1"/>
        </p:nvSpPr>
        <p:spPr>
          <a:xfrm>
            <a:off x="4815704" y="1481206"/>
            <a:ext cx="7376296" cy="354873"/>
          </a:xfrm>
          <a:prstGeom prst="rect">
            <a:avLst/>
          </a:prstGeom>
          <a:pattFill prst="ltUpDiag">
            <a:fgClr>
              <a:schemeClr val="accent1"/>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srgbClr val="FFFFFF"/>
              </a:solidFill>
              <a:effectLst/>
              <a:uLnTx/>
              <a:uFillTx/>
              <a:latin typeface="Microsoft YaHei" panose="020B0503020204020204" pitchFamily="34" charset="-122"/>
              <a:ea typeface="微软雅黑 Light"/>
              <a:cs typeface="+mn-cs"/>
            </a:endParaRPr>
          </a:p>
        </p:txBody>
      </p:sp>
      <p:pic>
        <p:nvPicPr>
          <p:cNvPr id="15" name="Picture 3">
            <a:extLst>
              <a:ext uri="{FF2B5EF4-FFF2-40B4-BE49-F238E27FC236}">
                <a16:creationId xmlns:a16="http://schemas.microsoft.com/office/drawing/2014/main" id="{9FD70DE7-28CD-E242-B63B-A52835CB736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1088" y="1488810"/>
            <a:ext cx="4835696" cy="314358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5087756" y="2486887"/>
            <a:ext cx="6923430" cy="1470025"/>
          </a:xfrm>
          <a:prstGeom prst="rect">
            <a:avLst/>
          </a:prstGeom>
        </p:spPr>
        <p:txBody>
          <a:bodyPr/>
          <a:lstStyle>
            <a:lvl1pPr>
              <a:defRPr b="0" i="0">
                <a:solidFill>
                  <a:schemeClr val="bg1"/>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5258597" y="5194231"/>
            <a:ext cx="6581747" cy="365125"/>
          </a:xfrm>
          <a:prstGeom prst="rect">
            <a:avLst/>
          </a:prstGeom>
        </p:spPr>
        <p:txBody>
          <a:bodyPr>
            <a:normAutofit/>
          </a:bodyPr>
          <a:lstStyle>
            <a:lvl1pPr marL="0" indent="0" algn="ctr">
              <a:buNone/>
              <a:defRPr sz="24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200" indent="0" algn="ctr">
              <a:buNone/>
              <a:defRPr>
                <a:solidFill>
                  <a:schemeClr val="tx1">
                    <a:tint val="75000"/>
                  </a:schemeClr>
                </a:solidFill>
              </a:defRPr>
            </a:lvl8pPr>
            <a:lvl9pPr marL="48768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lvl1pPr>
              <a:defRPr b="0" i="0">
                <a:latin typeface="Microsoft YaHei" panose="020B0503020204020204" pitchFamily="34" charset="-122"/>
              </a:defRPr>
            </a:lvl1pPr>
          </a:lstStyle>
          <a:p>
            <a:endParaRPr lang="zh-CN" altLang="en-US" dirty="0"/>
          </a:p>
        </p:txBody>
      </p:sp>
      <p:sp>
        <p:nvSpPr>
          <p:cNvPr id="5" name="页脚占位符 4"/>
          <p:cNvSpPr>
            <a:spLocks noGrp="1"/>
          </p:cNvSpPr>
          <p:nvPr>
            <p:ph type="ftr" sz="quarter" idx="11"/>
          </p:nvPr>
        </p:nvSpPr>
        <p:spPr>
          <a:xfrm>
            <a:off x="4165600" y="6356351"/>
            <a:ext cx="3860800" cy="365125"/>
          </a:xfrm>
          <a:prstGeom prst="rect">
            <a:avLst/>
          </a:prstGeom>
        </p:spPr>
        <p:txBody>
          <a:bodyPr/>
          <a:lstStyle>
            <a:lvl1pPr>
              <a:defRPr b="0" i="0">
                <a:latin typeface="Microsoft YaHei" panose="020B0503020204020204" pitchFamily="34" charset="-122"/>
              </a:defRPr>
            </a:lvl1pPr>
          </a:lstStyle>
          <a:p>
            <a:endParaRPr lang="zh-CN" altLang="en-US" dirty="0"/>
          </a:p>
        </p:txBody>
      </p:sp>
      <p:sp>
        <p:nvSpPr>
          <p:cNvPr id="11" name="灯片编号占位符 5"/>
          <p:cNvSpPr>
            <a:spLocks noGrp="1"/>
          </p:cNvSpPr>
          <p:nvPr>
            <p:ph type="sldNum" sz="quarter" idx="12"/>
          </p:nvPr>
        </p:nvSpPr>
        <p:spPr>
          <a:xfrm>
            <a:off x="9313672" y="6456935"/>
            <a:ext cx="2844800" cy="365125"/>
          </a:xfrm>
          <a:prstGeom prst="rect">
            <a:avLst/>
          </a:prstGeom>
        </p:spPr>
        <p:txBody>
          <a:bodyPr/>
          <a:lstStyle>
            <a:lvl1pPr>
              <a:defRPr b="0" i="0">
                <a:latin typeface="Microsoft YaHei" panose="020B0503020204020204" pitchFamily="34" charset="-122"/>
              </a:defRPr>
            </a:lvl1pPr>
          </a:lstStyle>
          <a:p>
            <a:fld id="{23CBF4B4-C160-4F55-AC7D-1C8FF5BA05FA}" type="slidenum">
              <a:rPr lang="zh-CN" altLang="en-US" smtClean="0"/>
              <a:pPr/>
              <a:t>‹#›</a:t>
            </a:fld>
            <a:endParaRPr lang="zh-CN" altLang="en-US" dirty="0"/>
          </a:p>
        </p:txBody>
      </p:sp>
    </p:spTree>
    <p:extLst>
      <p:ext uri="{BB962C8B-B14F-4D97-AF65-F5344CB8AC3E}">
        <p14:creationId xmlns:p14="http://schemas.microsoft.com/office/powerpoint/2010/main" val="17392871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1376" y="136525"/>
            <a:ext cx="10222424" cy="725407"/>
          </a:xfrm>
        </p:spPr>
        <p:txBody>
          <a:bodyPr>
            <a:normAutofit/>
          </a:bodyPr>
          <a:lstStyle>
            <a:lvl1pPr>
              <a:defRPr sz="4000" b="1" i="0">
                <a:solidFill>
                  <a:srgbClr val="C0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cxnSp>
        <p:nvCxnSpPr>
          <p:cNvPr id="6" name="直接连接符 24">
            <a:extLst>
              <a:ext uri="{FF2B5EF4-FFF2-40B4-BE49-F238E27FC236}">
                <a16:creationId xmlns:a16="http://schemas.microsoft.com/office/drawing/2014/main" id="{C1942919-E2AA-9144-9848-EF0AF6C4B994}"/>
              </a:ext>
            </a:extLst>
          </p:cNvPr>
          <p:cNvCxnSpPr>
            <a:cxnSpLocks/>
          </p:cNvCxnSpPr>
          <p:nvPr userDrawn="1"/>
        </p:nvCxnSpPr>
        <p:spPr>
          <a:xfrm>
            <a:off x="923477" y="801349"/>
            <a:ext cx="10910714" cy="0"/>
          </a:xfrm>
          <a:prstGeom prst="line">
            <a:avLst/>
          </a:prstGeom>
          <a:noFill/>
          <a:ln w="12700" cap="flat" cmpd="sng" algn="ctr">
            <a:solidFill>
              <a:schemeClr val="bg1">
                <a:lumMod val="65000"/>
              </a:schemeClr>
            </a:solidFill>
            <a:prstDash val="solid"/>
            <a:miter lim="800000"/>
          </a:ln>
          <a:effectLst/>
        </p:spPr>
      </p:cxnSp>
      <p:pic>
        <p:nvPicPr>
          <p:cNvPr id="5" name="图片 4">
            <a:extLst>
              <a:ext uri="{FF2B5EF4-FFF2-40B4-BE49-F238E27FC236}">
                <a16:creationId xmlns:a16="http://schemas.microsoft.com/office/drawing/2014/main" id="{0FE6FCD0-FA89-B441-A733-B32B5C383245}"/>
              </a:ext>
            </a:extLst>
          </p:cNvPr>
          <p:cNvPicPr>
            <a:picLocks noChangeAspect="1"/>
          </p:cNvPicPr>
          <p:nvPr userDrawn="1"/>
        </p:nvPicPr>
        <p:blipFill>
          <a:blip r:embed="rId2"/>
          <a:stretch>
            <a:fillRect/>
          </a:stretch>
        </p:blipFill>
        <p:spPr>
          <a:xfrm>
            <a:off x="222609" y="103943"/>
            <a:ext cx="700867" cy="697406"/>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11" name="日期占位符 3">
            <a:extLst>
              <a:ext uri="{FF2B5EF4-FFF2-40B4-BE49-F238E27FC236}">
                <a16:creationId xmlns:a16="http://schemas.microsoft.com/office/drawing/2014/main" id="{14779A65-9A10-B40D-BF0F-8BEAE9803222}"/>
              </a:ext>
            </a:extLst>
          </p:cNvPr>
          <p:cNvSpPr>
            <a:spLocks noGrp="1"/>
          </p:cNvSpPr>
          <p:nvPr>
            <p:ph type="dt" sz="half" idx="10"/>
          </p:nvPr>
        </p:nvSpPr>
        <p:spPr>
          <a:xfrm>
            <a:off x="609600" y="6356351"/>
            <a:ext cx="2844800" cy="365125"/>
          </a:xfrm>
          <a:prstGeom prst="rect">
            <a:avLst/>
          </a:prstGeom>
        </p:spPr>
        <p:txBody>
          <a:bodyPr/>
          <a:lstStyle>
            <a:lvl1pPr>
              <a:defRPr b="0" i="0">
                <a:latin typeface="Microsoft YaHei" panose="020B0503020204020204" pitchFamily="34" charset="-122"/>
              </a:defRPr>
            </a:lvl1pPr>
          </a:lstStyle>
          <a:p>
            <a:endParaRPr lang="zh-CN" altLang="en-US" dirty="0"/>
          </a:p>
        </p:txBody>
      </p:sp>
      <p:sp>
        <p:nvSpPr>
          <p:cNvPr id="12" name="页脚占位符 4">
            <a:extLst>
              <a:ext uri="{FF2B5EF4-FFF2-40B4-BE49-F238E27FC236}">
                <a16:creationId xmlns:a16="http://schemas.microsoft.com/office/drawing/2014/main" id="{4A2AF861-E205-E8BF-47D6-3C2657861FC3}"/>
              </a:ext>
            </a:extLst>
          </p:cNvPr>
          <p:cNvSpPr>
            <a:spLocks noGrp="1"/>
          </p:cNvSpPr>
          <p:nvPr>
            <p:ph type="ftr" sz="quarter" idx="11"/>
          </p:nvPr>
        </p:nvSpPr>
        <p:spPr>
          <a:xfrm>
            <a:off x="4165600" y="6356351"/>
            <a:ext cx="3860800" cy="365125"/>
          </a:xfrm>
          <a:prstGeom prst="rect">
            <a:avLst/>
          </a:prstGeom>
        </p:spPr>
        <p:txBody>
          <a:bodyPr/>
          <a:lstStyle>
            <a:lvl1pPr>
              <a:defRPr b="0" i="0">
                <a:latin typeface="Microsoft YaHei" panose="020B0503020204020204" pitchFamily="34" charset="-122"/>
              </a:defRPr>
            </a:lvl1pPr>
          </a:lstStyle>
          <a:p>
            <a:endParaRPr lang="zh-CN" altLang="en-US" dirty="0"/>
          </a:p>
        </p:txBody>
      </p:sp>
      <p:sp>
        <p:nvSpPr>
          <p:cNvPr id="13" name="灯片编号占位符 5">
            <a:extLst>
              <a:ext uri="{FF2B5EF4-FFF2-40B4-BE49-F238E27FC236}">
                <a16:creationId xmlns:a16="http://schemas.microsoft.com/office/drawing/2014/main" id="{4930019F-5A17-BD35-5AA5-D7B618B7BF0A}"/>
              </a:ext>
            </a:extLst>
          </p:cNvPr>
          <p:cNvSpPr>
            <a:spLocks noGrp="1"/>
          </p:cNvSpPr>
          <p:nvPr>
            <p:ph type="sldNum" sz="quarter" idx="12"/>
          </p:nvPr>
        </p:nvSpPr>
        <p:spPr>
          <a:xfrm>
            <a:off x="11712624" y="6456935"/>
            <a:ext cx="445848" cy="401065"/>
          </a:xfrm>
          <a:prstGeom prst="rect">
            <a:avLst/>
          </a:prstGeom>
        </p:spPr>
        <p:txBody>
          <a:bodyPr/>
          <a:lstStyle>
            <a:lvl1pPr>
              <a:defRPr b="0" i="0">
                <a:latin typeface="Microsoft YaHei" panose="020B0503020204020204" pitchFamily="34" charset="-122"/>
              </a:defRPr>
            </a:lvl1pPr>
          </a:lstStyle>
          <a:p>
            <a:fld id="{23CBF4B4-C160-4F55-AC7D-1C8FF5BA05FA}" type="slidenum">
              <a:rPr lang="zh-CN" altLang="en-US" smtClean="0"/>
              <a:pPr/>
              <a:t>‹#›</a:t>
            </a:fld>
            <a:endParaRPr lang="zh-CN" altLang="en-US" dirty="0"/>
          </a:p>
        </p:txBody>
      </p:sp>
    </p:spTree>
    <p:extLst>
      <p:ext uri="{BB962C8B-B14F-4D97-AF65-F5344CB8AC3E}">
        <p14:creationId xmlns:p14="http://schemas.microsoft.com/office/powerpoint/2010/main" val="15006307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b="0" i="0">
                <a:latin typeface="Microsoft YaHei" panose="020B0503020204020204" pitchFamily="34" charset="-122"/>
              </a:defRPr>
            </a:lvl1pPr>
          </a:lstStyle>
          <a:p>
            <a:endParaRPr lang="zh-CN" altLang="en-US" dirty="0"/>
          </a:p>
        </p:txBody>
      </p:sp>
      <p:sp>
        <p:nvSpPr>
          <p:cNvPr id="3" name="页脚占位符 2"/>
          <p:cNvSpPr>
            <a:spLocks noGrp="1"/>
          </p:cNvSpPr>
          <p:nvPr>
            <p:ph type="ftr" sz="quarter" idx="11"/>
          </p:nvPr>
        </p:nvSpPr>
        <p:spPr/>
        <p:txBody>
          <a:bodyPr/>
          <a:lstStyle>
            <a:lvl1pPr>
              <a:defRPr b="0" i="0">
                <a:latin typeface="Microsoft YaHei" panose="020B0503020204020204" pitchFamily="34" charset="-122"/>
              </a:defRPr>
            </a:lvl1pPr>
          </a:lstStyle>
          <a:p>
            <a:endParaRPr lang="zh-CN" altLang="en-US" dirty="0"/>
          </a:p>
        </p:txBody>
      </p:sp>
      <p:sp>
        <p:nvSpPr>
          <p:cNvPr id="6" name="灯片编号占位符 5"/>
          <p:cNvSpPr>
            <a:spLocks noGrp="1"/>
          </p:cNvSpPr>
          <p:nvPr>
            <p:ph type="sldNum" sz="quarter" idx="12"/>
          </p:nvPr>
        </p:nvSpPr>
        <p:spPr>
          <a:xfrm>
            <a:off x="9313672" y="6456935"/>
            <a:ext cx="2844800" cy="365125"/>
          </a:xfrm>
          <a:prstGeom prst="rect">
            <a:avLst/>
          </a:prstGeom>
        </p:spPr>
        <p:txBody>
          <a:bodyPr/>
          <a:lstStyle>
            <a:lvl1pPr>
              <a:defRPr b="0" i="0">
                <a:latin typeface="Microsoft YaHei" panose="020B0503020204020204" pitchFamily="34" charset="-122"/>
              </a:defRPr>
            </a:lvl1pPr>
          </a:lstStyle>
          <a:p>
            <a:fld id="{23CBF4B4-C160-4F55-AC7D-1C8FF5BA05FA}" type="slidenum">
              <a:rPr lang="zh-CN" altLang="en-US" smtClean="0"/>
              <a:pPr/>
              <a:t>‹#›</a:t>
            </a:fld>
            <a:endParaRPr lang="zh-CN" altLang="en-US" dirty="0"/>
          </a:p>
        </p:txBody>
      </p:sp>
    </p:spTree>
    <p:extLst>
      <p:ext uri="{BB962C8B-B14F-4D97-AF65-F5344CB8AC3E}">
        <p14:creationId xmlns:p14="http://schemas.microsoft.com/office/powerpoint/2010/main" val="25263390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a:xfrm>
            <a:off x="9313672" y="6456935"/>
            <a:ext cx="2844800" cy="365125"/>
          </a:xfrm>
          <a:prstGeom prst="rect">
            <a:avLst/>
          </a:prstGeom>
        </p:spPr>
        <p:txBody>
          <a:bodyPr/>
          <a:lstStyle>
            <a:lvl1pPr>
              <a:defRPr b="0" i="0">
                <a:latin typeface="Microsoft YaHei" panose="020B0503020204020204" pitchFamily="34" charset="-122"/>
              </a:defRPr>
            </a:lvl1pPr>
          </a:lstStyle>
          <a:p>
            <a:fld id="{23CBF4B4-C160-4F55-AC7D-1C8FF5BA05FA}" type="slidenum">
              <a:rPr lang="zh-CN" altLang="en-US" smtClean="0"/>
              <a:pPr/>
              <a:t>‹#›</a:t>
            </a:fld>
            <a:endParaRPr lang="zh-CN" altLang="en-US" dirty="0"/>
          </a:p>
        </p:txBody>
      </p:sp>
    </p:spTree>
    <p:extLst>
      <p:ext uri="{BB962C8B-B14F-4D97-AF65-F5344CB8AC3E}">
        <p14:creationId xmlns:p14="http://schemas.microsoft.com/office/powerpoint/2010/main" val="1246282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theme" Target="../theme/theme2.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1DFE2"/>
            </a:gs>
            <a:gs pos="50000">
              <a:schemeClr val="bg1">
                <a:lumMod val="95000"/>
              </a:schemeClr>
            </a:gs>
            <a:gs pos="100000">
              <a:srgbClr val="E1DFE2"/>
            </a:gs>
          </a:gsLst>
          <a:lin ang="0" scaled="1"/>
          <a:tileRect/>
        </a:grad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D465EDF8-BCFD-134D-9B0D-9430B7390985}"/>
              </a:ext>
            </a:extLst>
          </p:cNvPr>
          <p:cNvSpPr>
            <a:spLocks noChangeAspect="1"/>
          </p:cNvSpPr>
          <p:nvPr/>
        </p:nvSpPr>
        <p:spPr>
          <a:xfrm>
            <a:off x="389468" y="347880"/>
            <a:ext cx="11413067"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7" name="标题占位符 6">
            <a:extLst>
              <a:ext uri="{FF2B5EF4-FFF2-40B4-BE49-F238E27FC236}">
                <a16:creationId xmlns:a16="http://schemas.microsoft.com/office/drawing/2014/main" id="{386CB2C2-B0CA-6B4C-9D67-BC3A516A2E6A}"/>
              </a:ext>
            </a:extLst>
          </p:cNvPr>
          <p:cNvSpPr>
            <a:spLocks noGrp="1"/>
          </p:cNvSpPr>
          <p:nvPr>
            <p:ph type="title"/>
          </p:nvPr>
        </p:nvSpPr>
        <p:spPr>
          <a:xfrm>
            <a:off x="581192" y="434928"/>
            <a:ext cx="10119381" cy="1015200"/>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12" name="Rectangle 8">
            <a:extLst>
              <a:ext uri="{FF2B5EF4-FFF2-40B4-BE49-F238E27FC236}">
                <a16:creationId xmlns:a16="http://schemas.microsoft.com/office/drawing/2014/main" id="{EB4E09BB-6BE0-EA44-AA53-9AE037BE7450}"/>
              </a:ext>
            </a:extLst>
          </p:cNvPr>
          <p:cNvSpPr/>
          <p:nvPr/>
        </p:nvSpPr>
        <p:spPr>
          <a:xfrm>
            <a:off x="8144934" y="1592181"/>
            <a:ext cx="3657601" cy="72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9">
            <a:extLst>
              <a:ext uri="{FF2B5EF4-FFF2-40B4-BE49-F238E27FC236}">
                <a16:creationId xmlns:a16="http://schemas.microsoft.com/office/drawing/2014/main" id="{4F762D50-DB36-754B-B4EC-1EBF590E4A4F}"/>
              </a:ext>
            </a:extLst>
          </p:cNvPr>
          <p:cNvSpPr/>
          <p:nvPr/>
        </p:nvSpPr>
        <p:spPr>
          <a:xfrm>
            <a:off x="389468" y="1592181"/>
            <a:ext cx="7687733" cy="72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t">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7605954" y="5956141"/>
            <a:ext cx="2844799" cy="365125"/>
          </a:xfrm>
          <a:prstGeom prst="rect">
            <a:avLst/>
          </a:prstGeom>
        </p:spPr>
        <p:txBody>
          <a:bodyPr vert="horz" lIns="91440" tIns="45720" rIns="91440" bIns="45720" rtlCol="0" anchor="ctr"/>
          <a:lstStyle>
            <a:lvl1pPr algn="r">
              <a:defRPr sz="900">
                <a:solidFill>
                  <a:schemeClr val="accent2"/>
                </a:solidFill>
              </a:defRPr>
            </a:lvl1pPr>
          </a:lstStyle>
          <a:p>
            <a:fld id="{0F0BC55C-D9E8-4AA5-90EE-4186579B5C8B}" type="datetimeFigureOut">
              <a:rPr lang="zh-CN" altLang="en-US" smtClean="0"/>
              <a:t>2024/6/6</a:t>
            </a:fld>
            <a:endParaRPr lang="zh-CN" altLang="en-US"/>
          </a:p>
        </p:txBody>
      </p:sp>
      <p:sp>
        <p:nvSpPr>
          <p:cNvPr id="5" name="Footer Placeholder 4"/>
          <p:cNvSpPr>
            <a:spLocks noGrp="1"/>
          </p:cNvSpPr>
          <p:nvPr>
            <p:ph type="ftr" sz="quarter" idx="3"/>
          </p:nvPr>
        </p:nvSpPr>
        <p:spPr>
          <a:xfrm>
            <a:off x="581193" y="5951815"/>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lang="zh-CN" altLang="en-US"/>
          </a:p>
        </p:txBody>
      </p:sp>
      <p:sp>
        <p:nvSpPr>
          <p:cNvPr id="6" name="Slide Number Placeholder 5"/>
          <p:cNvSpPr>
            <a:spLocks noGrp="1"/>
          </p:cNvSpPr>
          <p:nvPr>
            <p:ph type="sldNum" sz="quarter" idx="4"/>
          </p:nvPr>
        </p:nvSpPr>
        <p:spPr>
          <a:xfrm>
            <a:off x="10558302" y="5956141"/>
            <a:ext cx="1052511" cy="365125"/>
          </a:xfrm>
          <a:prstGeom prst="rect">
            <a:avLst/>
          </a:prstGeom>
        </p:spPr>
        <p:txBody>
          <a:bodyPr vert="horz" lIns="91440" tIns="45720" rIns="91440" bIns="45720" rtlCol="0" anchor="ctr"/>
          <a:lstStyle>
            <a:lvl1pPr algn="r">
              <a:defRPr sz="1600">
                <a:solidFill>
                  <a:schemeClr val="accent2"/>
                </a:solidFill>
              </a:defRPr>
            </a:lvl1pPr>
          </a:lstStyle>
          <a:p>
            <a:fld id="{F13752D6-E71C-4E01-84B7-E49046C5E073}" type="slidenum">
              <a:rPr lang="zh-CN" altLang="en-US" smtClean="0"/>
              <a:t>‹#›</a:t>
            </a:fld>
            <a:endParaRPr lang="zh-CN" altLang="en-US"/>
          </a:p>
        </p:txBody>
      </p:sp>
      <p:pic>
        <p:nvPicPr>
          <p:cNvPr id="14" name="图片 13">
            <a:extLst>
              <a:ext uri="{FF2B5EF4-FFF2-40B4-BE49-F238E27FC236}">
                <a16:creationId xmlns:a16="http://schemas.microsoft.com/office/drawing/2014/main" id="{4D451767-2F75-4E41-AC6B-6A5B92D938AD}"/>
              </a:ext>
            </a:extLst>
          </p:cNvPr>
          <p:cNvPicPr>
            <a:picLocks noChangeAspect="1"/>
          </p:cNvPicPr>
          <p:nvPr/>
        </p:nvPicPr>
        <p:blipFill>
          <a:blip r:embed="rId14">
            <a:duotone>
              <a:schemeClr val="bg2">
                <a:shade val="45000"/>
                <a:satMod val="135000"/>
              </a:schemeClr>
              <a:prstClr val="white"/>
            </a:duotone>
            <a:alphaModFix/>
            <a:lum bright="100000"/>
          </a:blip>
          <a:stretch>
            <a:fillRect/>
          </a:stretch>
        </p:blipFill>
        <p:spPr>
          <a:xfrm>
            <a:off x="10700574" y="524819"/>
            <a:ext cx="835423" cy="835423"/>
          </a:xfrm>
          <a:prstGeom prst="rect">
            <a:avLst/>
          </a:prstGeom>
        </p:spPr>
      </p:pic>
    </p:spTree>
    <p:extLst>
      <p:ext uri="{BB962C8B-B14F-4D97-AF65-F5344CB8AC3E}">
        <p14:creationId xmlns:p14="http://schemas.microsoft.com/office/powerpoint/2010/main" val="28451392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457178"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5984" indent="-305984" algn="l" defTabSz="457178"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68" indent="-305984" algn="l" defTabSz="457178"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56" indent="-269987" algn="l" defTabSz="457178"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38" indent="-233989" algn="l" defTabSz="457178"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20" indent="-233989" algn="l" defTabSz="457178"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06" indent="-228589" algn="l" defTabSz="457178"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890" indent="-228589" algn="l" defTabSz="457178"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876" indent="-228589" algn="l" defTabSz="457178"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861" indent="-228589" algn="l" defTabSz="457178"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178" rtl="0" eaLnBrk="1" latinLnBrk="0" hangingPunct="1">
        <a:defRPr sz="1800" kern="1200">
          <a:solidFill>
            <a:schemeClr val="tx1"/>
          </a:solidFill>
          <a:latin typeface="+mn-lt"/>
          <a:ea typeface="+mn-ea"/>
          <a:cs typeface="+mn-cs"/>
        </a:defRPr>
      </a:lvl1pPr>
      <a:lvl2pPr marL="457178" algn="l" defTabSz="457178" rtl="0" eaLnBrk="1" latinLnBrk="0" hangingPunct="1">
        <a:defRPr sz="1800" kern="1200">
          <a:solidFill>
            <a:schemeClr val="tx1"/>
          </a:solidFill>
          <a:latin typeface="+mn-lt"/>
          <a:ea typeface="+mn-ea"/>
          <a:cs typeface="+mn-cs"/>
        </a:defRPr>
      </a:lvl2pPr>
      <a:lvl3pPr marL="914354" algn="l" defTabSz="457178" rtl="0" eaLnBrk="1" latinLnBrk="0" hangingPunct="1">
        <a:defRPr sz="1800" kern="1200">
          <a:solidFill>
            <a:schemeClr val="tx1"/>
          </a:solidFill>
          <a:latin typeface="+mn-lt"/>
          <a:ea typeface="+mn-ea"/>
          <a:cs typeface="+mn-cs"/>
        </a:defRPr>
      </a:lvl3pPr>
      <a:lvl4pPr marL="1371532" algn="l" defTabSz="457178" rtl="0" eaLnBrk="1" latinLnBrk="0" hangingPunct="1">
        <a:defRPr sz="1800" kern="1200">
          <a:solidFill>
            <a:schemeClr val="tx1"/>
          </a:solidFill>
          <a:latin typeface="+mn-lt"/>
          <a:ea typeface="+mn-ea"/>
          <a:cs typeface="+mn-cs"/>
        </a:defRPr>
      </a:lvl4pPr>
      <a:lvl5pPr marL="1828709" algn="l" defTabSz="457178" rtl="0" eaLnBrk="1" latinLnBrk="0" hangingPunct="1">
        <a:defRPr sz="1800" kern="1200">
          <a:solidFill>
            <a:schemeClr val="tx1"/>
          </a:solidFill>
          <a:latin typeface="+mn-lt"/>
          <a:ea typeface="+mn-ea"/>
          <a:cs typeface="+mn-cs"/>
        </a:defRPr>
      </a:lvl5pPr>
      <a:lvl6pPr marL="2285886" algn="l" defTabSz="457178" rtl="0" eaLnBrk="1" latinLnBrk="0" hangingPunct="1">
        <a:defRPr sz="1800" kern="1200">
          <a:solidFill>
            <a:schemeClr val="tx1"/>
          </a:solidFill>
          <a:latin typeface="+mn-lt"/>
          <a:ea typeface="+mn-ea"/>
          <a:cs typeface="+mn-cs"/>
        </a:defRPr>
      </a:lvl6pPr>
      <a:lvl7pPr marL="2743062" algn="l" defTabSz="457178" rtl="0" eaLnBrk="1" latinLnBrk="0" hangingPunct="1">
        <a:defRPr sz="1800" kern="1200">
          <a:solidFill>
            <a:schemeClr val="tx1"/>
          </a:solidFill>
          <a:latin typeface="+mn-lt"/>
          <a:ea typeface="+mn-ea"/>
          <a:cs typeface="+mn-cs"/>
        </a:defRPr>
      </a:lvl7pPr>
      <a:lvl8pPr marL="3200240" algn="l" defTabSz="457178" rtl="0" eaLnBrk="1" latinLnBrk="0" hangingPunct="1">
        <a:defRPr sz="1800" kern="1200">
          <a:solidFill>
            <a:schemeClr val="tx1"/>
          </a:solidFill>
          <a:latin typeface="+mn-lt"/>
          <a:ea typeface="+mn-ea"/>
          <a:cs typeface="+mn-cs"/>
        </a:defRPr>
      </a:lvl8pPr>
      <a:lvl9pPr marL="3657418" algn="l" defTabSz="45717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Microsoft YaHei" panose="020B0503020204020204" pitchFamily="34" charset="-122"/>
              </a:defRPr>
            </a:lvl1pPr>
          </a:lstStyle>
          <a:p>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Microsoft YaHei"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Microsoft YaHei" panose="020B0503020204020204" pitchFamily="34" charset="-122"/>
              </a:defRPr>
            </a:lvl1pPr>
          </a:lstStyle>
          <a:p>
            <a:fld id="{015CE2E0-6DDF-4FAE-9DBA-F1C48BF5C133}" type="slidenum">
              <a:rPr lang="zh-CN" altLang="en-US" smtClean="0"/>
              <a:pPr/>
              <a:t>‹#›</a:t>
            </a:fld>
            <a:endParaRPr lang="zh-CN" altLang="en-US" dirty="0"/>
          </a:p>
        </p:txBody>
      </p:sp>
    </p:spTree>
    <p:extLst>
      <p:ext uri="{BB962C8B-B14F-4D97-AF65-F5344CB8AC3E}">
        <p14:creationId xmlns:p14="http://schemas.microsoft.com/office/powerpoint/2010/main" val="320169226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Microsoft YaHei" panose="020B0503020204020204" pitchFamily="34" charset="-12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Microsoft YaHei" panose="020B0503020204020204" pitchFamily="34"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Microsoft YaHei" panose="020B0503020204020204" pitchFamily="34"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icrosoft YaHei" panose="020B0503020204020204" pitchFamily="34"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icrosoft YaHei" panose="020B0503020204020204" pitchFamily="34"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icrosoft YaHei" panose="020B0503020204020204" pitchFamily="34"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1131376" y="1150883"/>
            <a:ext cx="10222424" cy="5055476"/>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考试安排</a:t>
            </a:r>
          </a:p>
        </p:txBody>
      </p:sp>
      <p:sp>
        <p:nvSpPr>
          <p:cNvPr id="3" name="文本框 2">
            <a:extLst>
              <a:ext uri="{FF2B5EF4-FFF2-40B4-BE49-F238E27FC236}">
                <a16:creationId xmlns:a16="http://schemas.microsoft.com/office/drawing/2014/main" id="{EC2288AC-1E6F-087B-FE0D-F442A5BF60C3}"/>
              </a:ext>
            </a:extLst>
          </p:cNvPr>
          <p:cNvSpPr txBox="1"/>
          <p:nvPr/>
        </p:nvSpPr>
        <p:spPr>
          <a:xfrm>
            <a:off x="1318044" y="1479557"/>
            <a:ext cx="9959556" cy="4523674"/>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考试时间地点</a:t>
            </a:r>
          </a:p>
          <a:p>
            <a:pPr marL="742950" lvl="1" indent="-285750" algn="just" defTabSz="914400">
              <a:lnSpc>
                <a:spcPct val="120000"/>
              </a:lnSpc>
              <a:spcBef>
                <a:spcPts val="1200"/>
              </a:spcBef>
              <a:buFont typeface="Arial" panose="020B0604020202020204" pitchFamily="34" charset="0"/>
              <a:buChar char="•"/>
            </a:pPr>
            <a:r>
              <a:rPr lang="en-US" altLang="zh-CN" sz="2400" b="1" dirty="0">
                <a:solidFill>
                  <a:srgbClr val="000000"/>
                </a:solidFill>
                <a:latin typeface="微软雅黑" panose="020B0503020204020204" pitchFamily="34" charset="-122"/>
                <a:ea typeface="微软雅黑" panose="020B0503020204020204" pitchFamily="34" charset="-122"/>
              </a:rPr>
              <a:t>6</a:t>
            </a:r>
            <a:r>
              <a:rPr lang="zh-CN" altLang="en-US" sz="2400" b="1" dirty="0">
                <a:solidFill>
                  <a:srgbClr val="000000"/>
                </a:solidFill>
                <a:latin typeface="微软雅黑" panose="020B0503020204020204" pitchFamily="34" charset="-122"/>
                <a:ea typeface="微软雅黑" panose="020B0503020204020204" pitchFamily="34" charset="-122"/>
              </a:rPr>
              <a:t>月</a:t>
            </a:r>
            <a:r>
              <a:rPr lang="en-US" altLang="zh-CN" sz="2400" b="1" dirty="0">
                <a:solidFill>
                  <a:srgbClr val="000000"/>
                </a:solidFill>
                <a:latin typeface="微软雅黑" panose="020B0503020204020204" pitchFamily="34" charset="-122"/>
                <a:ea typeface="微软雅黑" panose="020B0503020204020204" pitchFamily="34" charset="-122"/>
              </a:rPr>
              <a:t>15</a:t>
            </a:r>
            <a:r>
              <a:rPr lang="zh-CN" altLang="en-US" sz="2400" b="1" dirty="0">
                <a:solidFill>
                  <a:srgbClr val="000000"/>
                </a:solidFill>
                <a:latin typeface="微软雅黑" panose="020B0503020204020204" pitchFamily="34" charset="-122"/>
                <a:ea typeface="微软雅黑" panose="020B0503020204020204" pitchFamily="34" charset="-122"/>
              </a:rPr>
              <a:t>日晚</a:t>
            </a:r>
            <a:r>
              <a:rPr lang="en-US" altLang="zh-CN" sz="2400" b="1" dirty="0">
                <a:solidFill>
                  <a:srgbClr val="000000"/>
                </a:solidFill>
                <a:latin typeface="微软雅黑" panose="020B0503020204020204" pitchFamily="34" charset="-122"/>
                <a:ea typeface="微软雅黑" panose="020B0503020204020204" pitchFamily="34" charset="-122"/>
              </a:rPr>
              <a:t>7</a:t>
            </a:r>
            <a:r>
              <a:rPr lang="zh-CN" altLang="en-US" sz="2400" b="1" dirty="0">
                <a:solidFill>
                  <a:srgbClr val="000000"/>
                </a:solidFill>
                <a:latin typeface="微软雅黑" panose="020B0503020204020204" pitchFamily="34" charset="-122"/>
                <a:ea typeface="微软雅黑" panose="020B0503020204020204" pitchFamily="34" charset="-122"/>
              </a:rPr>
              <a:t>点至</a:t>
            </a:r>
            <a:r>
              <a:rPr lang="en-US" altLang="zh-CN" sz="2400" b="1" dirty="0">
                <a:solidFill>
                  <a:srgbClr val="000000"/>
                </a:solidFill>
                <a:latin typeface="微软雅黑" panose="020B0503020204020204" pitchFamily="34" charset="-122"/>
                <a:ea typeface="微软雅黑" panose="020B0503020204020204" pitchFamily="34" charset="-122"/>
              </a:rPr>
              <a:t>9</a:t>
            </a:r>
            <a:r>
              <a:rPr lang="zh-CN" altLang="en-US" sz="2400" b="1" dirty="0">
                <a:solidFill>
                  <a:srgbClr val="000000"/>
                </a:solidFill>
                <a:latin typeface="微软雅黑" panose="020B0503020204020204" pitchFamily="34" charset="-122"/>
                <a:ea typeface="微软雅黑" panose="020B0503020204020204" pitchFamily="34" charset="-122"/>
              </a:rPr>
              <a:t>点</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742950" lvl="1" indent="-285750" algn="just" defTabSz="914400">
              <a:lnSpc>
                <a:spcPct val="120000"/>
              </a:lnSpc>
              <a:spcBef>
                <a:spcPts val="1200"/>
              </a:spcBef>
              <a:buFont typeface="Arial" panose="020B0604020202020204" pitchFamily="34" charset="0"/>
              <a:buChar char="•"/>
            </a:pPr>
            <a:r>
              <a:rPr lang="en-US" altLang="zh-CN" sz="2400" b="1" dirty="0">
                <a:solidFill>
                  <a:srgbClr val="000000"/>
                </a:solidFill>
                <a:latin typeface="微软雅黑" panose="020B0503020204020204" pitchFamily="34" charset="-122"/>
                <a:ea typeface="微软雅黑" panose="020B0503020204020204" pitchFamily="34" charset="-122"/>
              </a:rPr>
              <a:t>6C201</a:t>
            </a:r>
            <a:r>
              <a:rPr lang="zh-CN" altLang="en-US" sz="2400" b="1" dirty="0">
                <a:solidFill>
                  <a:srgbClr val="000000"/>
                </a:solidFill>
                <a:latin typeface="微软雅黑" panose="020B0503020204020204" pitchFamily="34" charset="-122"/>
                <a:ea typeface="微软雅黑" panose="020B0503020204020204" pitchFamily="34" charset="-122"/>
              </a:rPr>
              <a:t>、</a:t>
            </a:r>
            <a:r>
              <a:rPr lang="en-US" altLang="zh-CN" sz="2400" b="1" dirty="0">
                <a:solidFill>
                  <a:srgbClr val="000000"/>
                </a:solidFill>
                <a:latin typeface="微软雅黑" panose="020B0503020204020204" pitchFamily="34" charset="-122"/>
                <a:ea typeface="微软雅黑" panose="020B0503020204020204" pitchFamily="34" charset="-122"/>
              </a:rPr>
              <a:t>6C202</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考试形式</a:t>
            </a:r>
          </a:p>
          <a:p>
            <a:pPr marL="742950" lvl="1" indent="-285750" algn="just" defTabSz="914400">
              <a:lnSpc>
                <a:spcPct val="120000"/>
              </a:lnSpc>
              <a:spcBef>
                <a:spcPts val="1200"/>
              </a:spcBef>
              <a:buFont typeface="Arial" panose="020B0604020202020204" pitchFamily="34" charset="0"/>
              <a:buChar cha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开卷考试，可以带教材、</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ppt</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课件、整理的笔记等纸质材料，不得携带电脑、手机、平板等电子设备</a:t>
            </a:r>
          </a:p>
          <a:p>
            <a:pPr marL="742950" lvl="1" indent="-285750" algn="just" defTabSz="914400">
              <a:lnSpc>
                <a:spcPct val="120000"/>
              </a:lnSpc>
              <a:spcBef>
                <a:spcPts val="1200"/>
              </a:spcBef>
              <a:buFont typeface="Arial" panose="020B0604020202020204" pitchFamily="34" charset="0"/>
              <a:buChar cha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内容为 课本 和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ppt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内容，会有少量自由发挥题目</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solidFill>
                  <a:srgbClr val="000000">
                    <a:tint val="75000"/>
                  </a:srgbClr>
                </a:solidFill>
                <a:effectLst/>
                <a:uLnTx/>
                <a:uFillTx/>
                <a:latin typeface="Microsoft YaHei" panose="020B0503020204020204" pitchFamily="34" charset="-122"/>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181447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135783"/>
            <a:ext cx="10915859" cy="5189603"/>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题型安排</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253313"/>
            <a:ext cx="10517268" cy="4677563"/>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不定向选择题</a:t>
            </a:r>
          </a:p>
          <a:p>
            <a:pPr marL="742950" lvl="1" indent="-285750" algn="just" defTabSz="914400">
              <a:lnSpc>
                <a:spcPct val="120000"/>
              </a:lnSpc>
              <a:spcBef>
                <a:spcPts val="1200"/>
              </a:spcBef>
              <a:buFont typeface="Arial" panose="020B0604020202020204" pitchFamily="34" charset="0"/>
              <a:buChar cha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18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题，</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36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(2023)</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填空题</a:t>
            </a:r>
          </a:p>
          <a:p>
            <a:pPr marL="742950" lvl="1" indent="-285750" algn="just" defTabSz="914400">
              <a:lnSpc>
                <a:spcPct val="120000"/>
              </a:lnSpc>
              <a:spcBef>
                <a:spcPts val="1200"/>
              </a:spcBef>
              <a:buFont typeface="Arial" panose="020B0604020202020204" pitchFamily="34" charset="0"/>
              <a:buChar cha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12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题，</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25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(2023)</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简答题</a:t>
            </a:r>
          </a:p>
          <a:p>
            <a:pPr marL="742950" lvl="1" indent="-285750" algn="just" defTabSz="914400">
              <a:lnSpc>
                <a:spcPct val="120000"/>
              </a:lnSpc>
              <a:spcBef>
                <a:spcPts val="1200"/>
              </a:spcBef>
              <a:buFont typeface="Arial" panose="020B0604020202020204" pitchFamily="34" charset="0"/>
              <a:buChar cha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道，</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39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(2023)</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题目分布与去年相仿，会有部分调整</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solidFill>
                  <a:srgbClr val="000000">
                    <a:tint val="75000"/>
                  </a:srgbClr>
                </a:solidFill>
                <a:effectLst/>
                <a:uLnTx/>
                <a:uFillTx/>
                <a:latin typeface="Microsoft YaHei" panose="020B0503020204020204" pitchFamily="34" charset="-122"/>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4191435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135784"/>
            <a:ext cx="10915859" cy="3247681"/>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不定向选择</a:t>
            </a:r>
            <a:r>
              <a:rPr kumimoji="1" lang="en-US" altLang="zh-CN" b="1" dirty="0"/>
              <a:t>——</a:t>
            </a:r>
            <a:r>
              <a:rPr kumimoji="1" lang="zh-CN" altLang="en-US" b="1" dirty="0"/>
              <a:t>基础概念</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253313"/>
            <a:ext cx="10517268" cy="2886303"/>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TLS</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协议是建立在下列哪一层协议上运行（    ）</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物理层</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数据链路层</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网络层</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传输层</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solidFill>
                  <a:srgbClr val="000000">
                    <a:tint val="75000"/>
                  </a:srgbClr>
                </a:solidFill>
                <a:effectLst/>
                <a:uLnTx/>
                <a:uFillTx/>
                <a:latin typeface="Microsoft YaHei" panose="020B0503020204020204" pitchFamily="34" charset="-122"/>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1563813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135784"/>
            <a:ext cx="10915859" cy="4510873"/>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不定向选择</a:t>
            </a:r>
            <a:r>
              <a:rPr kumimoji="1" lang="en-US" altLang="zh-CN" b="1" dirty="0"/>
              <a:t>——</a:t>
            </a:r>
            <a:r>
              <a:rPr kumimoji="1" lang="zh-CN" altLang="en-US" b="1" dirty="0"/>
              <a:t>基础概念</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253313"/>
            <a:ext cx="10517268" cy="4080476"/>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TLS</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协议是建立在下列哪一层协议上运行（    ）</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物理层</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数据链路层</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网络层</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传输层</a:t>
            </a: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endParaRPr lang="en-US" altLang="zh-CN" sz="2400" b="1" dirty="0">
              <a:solidFill>
                <a:srgbClr val="000000"/>
              </a:solidFill>
              <a:latin typeface="微软雅黑" panose="020B0503020204020204" pitchFamily="34" charset="-122"/>
              <a:ea typeface="微软雅黑" panose="020B0503020204020204" pitchFamily="34" charset="-122"/>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答案：</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solidFill>
                  <a:srgbClr val="000000">
                    <a:tint val="75000"/>
                  </a:srgbClr>
                </a:solidFill>
                <a:effectLst/>
                <a:uLnTx/>
                <a:uFillTx/>
                <a:latin typeface="Microsoft YaHei" panose="020B0503020204020204" pitchFamily="34" charset="-122"/>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1215433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135784"/>
            <a:ext cx="10915859" cy="3822716"/>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不定向选择</a:t>
            </a:r>
            <a:r>
              <a:rPr kumimoji="1" lang="en-US" altLang="zh-CN" b="1" dirty="0"/>
              <a:t>——</a:t>
            </a:r>
            <a:r>
              <a:rPr kumimoji="1" lang="zh-CN" altLang="en-US" b="1" dirty="0"/>
              <a:t>内容辨析</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253313"/>
            <a:ext cx="10517268" cy="3329501"/>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关于隐私保护，以下说法正确的是（    ）</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．隐私保护的聚类挖掘利用有标签的数据集构建分类模型</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．“购物篮分析”指分析顾客购买商品间的关联规则，属于关联规则挖掘</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k-anonymity</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隐私保护模型属于基于数据失真的隐私保护</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．基于数据加密的隐私保护的分布式应用所采用的垂直划分是指每个参与者只存储数据的部分属性</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solidFill>
                  <a:srgbClr val="000000">
                    <a:tint val="75000"/>
                  </a:srgbClr>
                </a:solidFill>
                <a:effectLst/>
                <a:uLnTx/>
                <a:uFillTx/>
                <a:latin typeface="Microsoft YaHei" panose="020B0503020204020204" pitchFamily="34" charset="-122"/>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3045084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135784"/>
            <a:ext cx="10915859" cy="4869092"/>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不定向选择</a:t>
            </a:r>
            <a:r>
              <a:rPr kumimoji="1" lang="en-US" altLang="zh-CN" b="1" dirty="0"/>
              <a:t>——</a:t>
            </a:r>
            <a:r>
              <a:rPr kumimoji="1" lang="zh-CN" altLang="en-US" b="1" dirty="0"/>
              <a:t>内容辨析</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253313"/>
            <a:ext cx="10517268" cy="4523674"/>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关于隐私保护，以下说法正确的是（    ）</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．隐私保护的聚类挖掘利用有标签的数据集构建分类模型</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．“购物篮分析”指分析顾客购买商品间的关联规则，属于关联规则挖掘</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k-anonymity</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隐私保护模型属于基于数据失真的隐私保护</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．基于数据加密的隐私保护的分布式应用所采用的垂直划分是指每个参与者只存储数据的部分属性</a:t>
            </a:r>
            <a:endPar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endParaRPr lang="en-US" altLang="zh-CN" sz="2400" b="1" dirty="0">
              <a:solidFill>
                <a:srgbClr val="000000"/>
              </a:solidFill>
              <a:latin typeface="微软雅黑" panose="020B0503020204020204" pitchFamily="34" charset="-122"/>
              <a:ea typeface="微软雅黑" panose="020B0503020204020204" pitchFamily="34" charset="-122"/>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lang="zh-CN" altLang="en-US" sz="2400" b="1" dirty="0">
                <a:solidFill>
                  <a:srgbClr val="000000"/>
                </a:solidFill>
                <a:latin typeface="微软雅黑" panose="020B0503020204020204" pitchFamily="34" charset="-122"/>
                <a:ea typeface="微软雅黑" panose="020B0503020204020204" pitchFamily="34" charset="-122"/>
              </a:rPr>
              <a:t>答案：</a:t>
            </a:r>
            <a:r>
              <a:rPr lang="en-US" altLang="zh-CN" sz="2400" b="1" dirty="0">
                <a:solidFill>
                  <a:srgbClr val="000000"/>
                </a:solidFill>
                <a:latin typeface="微软雅黑" panose="020B0503020204020204" pitchFamily="34" charset="-122"/>
                <a:ea typeface="微软雅黑" panose="020B0503020204020204" pitchFamily="34" charset="-122"/>
              </a:rPr>
              <a:t>BD</a:t>
            </a:r>
            <a:r>
              <a:rPr lang="zh-CN" altLang="en-US" sz="2400" b="1" dirty="0">
                <a:solidFill>
                  <a:srgbClr val="000000"/>
                </a:solidFill>
                <a:latin typeface="微软雅黑" panose="020B0503020204020204" pitchFamily="34" charset="-122"/>
                <a:ea typeface="微软雅黑" panose="020B0503020204020204" pitchFamily="34" charset="-122"/>
              </a:rPr>
              <a:t>，</a:t>
            </a:r>
            <a:r>
              <a:rPr lang="en-US" altLang="zh-CN" sz="2400" b="1" dirty="0">
                <a:solidFill>
                  <a:srgbClr val="000000"/>
                </a:solidFill>
                <a:latin typeface="微软雅黑" panose="020B0503020204020204" pitchFamily="34" charset="-122"/>
                <a:ea typeface="微软雅黑" panose="020B0503020204020204" pitchFamily="34" charset="-122"/>
              </a:rPr>
              <a:t>A</a:t>
            </a:r>
            <a:r>
              <a:rPr lang="zh-CN" altLang="en-US" sz="2400" b="1" dirty="0">
                <a:solidFill>
                  <a:srgbClr val="000000"/>
                </a:solidFill>
                <a:latin typeface="微软雅黑" panose="020B0503020204020204" pitchFamily="34" charset="-122"/>
                <a:ea typeface="微软雅黑" panose="020B0503020204020204" pitchFamily="34" charset="-122"/>
              </a:rPr>
              <a:t>：无标签的数据集，</a:t>
            </a:r>
            <a:r>
              <a:rPr lang="en-US" altLang="zh-CN" sz="2400" b="1" dirty="0">
                <a:solidFill>
                  <a:srgbClr val="000000"/>
                </a:solidFill>
                <a:latin typeface="微软雅黑" panose="020B0503020204020204" pitchFamily="34" charset="-122"/>
                <a:ea typeface="微软雅黑" panose="020B0503020204020204" pitchFamily="34" charset="-122"/>
              </a:rPr>
              <a:t>C</a:t>
            </a:r>
            <a:r>
              <a:rPr lang="zh-CN" altLang="en-US" sz="2400" b="1" dirty="0">
                <a:solidFill>
                  <a:srgbClr val="000000"/>
                </a:solidFill>
                <a:latin typeface="微软雅黑" panose="020B0503020204020204" pitchFamily="34" charset="-122"/>
                <a:ea typeface="微软雅黑" panose="020B0503020204020204" pitchFamily="34" charset="-122"/>
              </a:rPr>
              <a:t>：基于限制发布的隐私保护</a:t>
            </a: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solidFill>
                  <a:srgbClr val="000000">
                    <a:tint val="75000"/>
                  </a:srgbClr>
                </a:solidFill>
                <a:effectLst/>
                <a:uLnTx/>
                <a:uFillTx/>
                <a:latin typeface="Microsoft YaHei" panose="020B0503020204020204" pitchFamily="34" charset="-122"/>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1723170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480288"/>
            <a:ext cx="10915859" cy="1366608"/>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填空题</a:t>
            </a:r>
            <a:r>
              <a:rPr kumimoji="1" lang="en-US" altLang="zh-CN" b="1" dirty="0"/>
              <a:t>——</a:t>
            </a:r>
            <a:r>
              <a:rPr kumimoji="1" lang="zh-CN" altLang="en-US" b="1" dirty="0"/>
              <a:t>基础概念</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597816"/>
            <a:ext cx="10517268" cy="941155"/>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面向地址域的</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SAVA</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源地址验证体系结构将源地址验证划分为</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这三个粒度。</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solidFill>
                  <a:srgbClr val="000000">
                    <a:tint val="75000"/>
                  </a:srgbClr>
                </a:solidFill>
                <a:effectLst/>
                <a:uLnTx/>
                <a:uFillTx/>
                <a:latin typeface="Microsoft YaHei" panose="020B0503020204020204" pitchFamily="34" charset="-122"/>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410304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480287"/>
            <a:ext cx="10915859" cy="2563811"/>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填空题</a:t>
            </a:r>
            <a:r>
              <a:rPr kumimoji="1" lang="en-US" altLang="zh-CN" b="1" dirty="0"/>
              <a:t>——</a:t>
            </a:r>
            <a:r>
              <a:rPr kumimoji="1" lang="zh-CN" altLang="en-US" b="1" dirty="0"/>
              <a:t>基础概念</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597816"/>
            <a:ext cx="10517268" cy="2135328"/>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面向地址域的</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SAVA</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源地址验证体系结构将源地址验证划分为</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这三个粒度。</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答案：地址域、前缀、主机</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solidFill>
                  <a:srgbClr val="000000">
                    <a:tint val="75000"/>
                  </a:srgbClr>
                </a:solidFill>
                <a:effectLst/>
                <a:uLnTx/>
                <a:uFillTx/>
                <a:latin typeface="Microsoft YaHei" panose="020B0503020204020204" pitchFamily="34" charset="-122"/>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1761961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352600"/>
            <a:ext cx="10915859" cy="1843087"/>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填空题</a:t>
            </a:r>
            <a:r>
              <a:rPr kumimoji="1" lang="en-US" altLang="zh-CN" b="1" dirty="0"/>
              <a:t>——</a:t>
            </a:r>
            <a:r>
              <a:rPr kumimoji="1" lang="zh-CN" altLang="en-US" b="1" dirty="0"/>
              <a:t>内容运用</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470129"/>
            <a:ext cx="10517268" cy="1384353"/>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对称密钥密码算法应用广泛，请写出两例：</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，此类算法的设计遵守两条基本原则，即：</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（将明文的冗余度尽可能扩散到整个密文）和</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（密文和密钥之间的统计特性关系尽可能复杂化）。</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solidFill>
                  <a:srgbClr val="000000">
                    <a:tint val="75000"/>
                  </a:srgbClr>
                </a:solidFill>
                <a:effectLst/>
                <a:uLnTx/>
                <a:uFillTx/>
                <a:latin typeface="Microsoft YaHei" panose="020B0503020204020204" pitchFamily="34" charset="-122"/>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563360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352600"/>
            <a:ext cx="10915859" cy="2936596"/>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填空题</a:t>
            </a:r>
            <a:r>
              <a:rPr kumimoji="1" lang="en-US" altLang="zh-CN" b="1" dirty="0"/>
              <a:t>——</a:t>
            </a:r>
            <a:r>
              <a:rPr kumimoji="1" lang="zh-CN" altLang="en-US" b="1" dirty="0"/>
              <a:t>内容运用</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470129"/>
            <a:ext cx="10517268" cy="2578526"/>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对称密钥密码算法应用广泛，请写出两例：</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，此类算法的设计遵守两条基本原则，即：</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（将明文的冗余度尽可能扩散到整个密文）和</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______</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（密文和密钥之间的统计特性关系尽可能复杂化）。</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endPar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答案：</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DES</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AES</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（写出两例即可）；扩散、扰乱</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solidFill>
                  <a:srgbClr val="000000">
                    <a:tint val="75000"/>
                  </a:srgbClr>
                </a:solidFill>
                <a:effectLst/>
                <a:uLnTx/>
                <a:uFillTx/>
                <a:latin typeface="Microsoft YaHei" panose="020B0503020204020204" pitchFamily="34" charset="-122"/>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1837235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279863"/>
            <a:ext cx="10915859" cy="1767673"/>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简答题</a:t>
            </a:r>
            <a:r>
              <a:rPr kumimoji="1" lang="en-US" altLang="zh-CN" b="1" dirty="0"/>
              <a:t>——</a:t>
            </a:r>
            <a:r>
              <a:rPr kumimoji="1" lang="zh-CN" altLang="en-US" b="1" dirty="0"/>
              <a:t>知识应用</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397392"/>
            <a:ext cx="10517268" cy="1384353"/>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Meltdown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和 </a:t>
            </a:r>
            <a:r>
              <a:rPr kumimoji="0" lang="en-US" altLang="zh-CN" sz="24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Spectre</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均可以在用户态下读取内核数据，且都利用了 </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Cache </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侧信道。两种攻击的核心代码如下。请分析每一句代码的用途，并据此阐述两种攻击的原理。（</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solidFill>
                  <a:srgbClr val="000000">
                    <a:tint val="75000"/>
                  </a:srgbClr>
                </a:solidFill>
                <a:effectLst/>
                <a:uLnTx/>
                <a:uFillTx/>
                <a:latin typeface="Microsoft YaHei" panose="020B0503020204020204" pitchFamily="34" charset="-122"/>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pic>
        <p:nvPicPr>
          <p:cNvPr id="4" name="图片 3">
            <a:extLst>
              <a:ext uri="{FF2B5EF4-FFF2-40B4-BE49-F238E27FC236}">
                <a16:creationId xmlns:a16="http://schemas.microsoft.com/office/drawing/2014/main" id="{FC293732-CFE2-2AD2-DD74-85DFB40369CF}"/>
              </a:ext>
            </a:extLst>
          </p:cNvPr>
          <p:cNvPicPr>
            <a:picLocks noChangeAspect="1"/>
          </p:cNvPicPr>
          <p:nvPr/>
        </p:nvPicPr>
        <p:blipFill>
          <a:blip r:embed="rId2">
            <a:extLst>
              <a:ext uri="{28A0092B-C50C-407E-A947-70E740481C1C}">
                <a14:useLocalDpi xmlns:a14="http://schemas.microsoft.com/office/drawing/2010/main" val="0"/>
              </a:ext>
            </a:extLst>
          </a:blip>
          <a:srcRect t="6548" b="10681"/>
          <a:stretch>
            <a:fillRect/>
          </a:stretch>
        </p:blipFill>
        <p:spPr bwMode="auto">
          <a:xfrm>
            <a:off x="796765" y="3788777"/>
            <a:ext cx="4616544" cy="1366391"/>
          </a:xfrm>
          <a:prstGeom prst="rect">
            <a:avLst/>
          </a:prstGeom>
          <a:noFill/>
          <a:ln>
            <a:noFill/>
          </a:ln>
        </p:spPr>
      </p:pic>
      <p:pic>
        <p:nvPicPr>
          <p:cNvPr id="7" name="图片 6">
            <a:extLst>
              <a:ext uri="{FF2B5EF4-FFF2-40B4-BE49-F238E27FC236}">
                <a16:creationId xmlns:a16="http://schemas.microsoft.com/office/drawing/2014/main" id="{250E171D-3182-598A-025A-5240C3FF7947}"/>
              </a:ext>
            </a:extLst>
          </p:cNvPr>
          <p:cNvPicPr>
            <a:picLocks noChangeAspect="1"/>
          </p:cNvPicPr>
          <p:nvPr/>
        </p:nvPicPr>
        <p:blipFill>
          <a:blip r:embed="rId3">
            <a:extLst>
              <a:ext uri="{28A0092B-C50C-407E-A947-70E740481C1C}">
                <a14:useLocalDpi xmlns:a14="http://schemas.microsoft.com/office/drawing/2010/main" val="0"/>
              </a:ext>
            </a:extLst>
          </a:blip>
          <a:srcRect b="1482"/>
          <a:stretch>
            <a:fillRect/>
          </a:stretch>
        </p:blipFill>
        <p:spPr bwMode="auto">
          <a:xfrm>
            <a:off x="5817627" y="3788777"/>
            <a:ext cx="5894997" cy="1366390"/>
          </a:xfrm>
          <a:prstGeom prst="rect">
            <a:avLst/>
          </a:prstGeom>
          <a:noFill/>
          <a:ln>
            <a:noFill/>
          </a:ln>
        </p:spPr>
      </p:pic>
    </p:spTree>
    <p:extLst>
      <p:ext uri="{BB962C8B-B14F-4D97-AF65-F5344CB8AC3E}">
        <p14:creationId xmlns:p14="http://schemas.microsoft.com/office/powerpoint/2010/main" val="317266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CB782-6F10-29E7-11A9-41CECA149E53}"/>
              </a:ext>
            </a:extLst>
          </p:cNvPr>
          <p:cNvSpPr>
            <a:spLocks/>
          </p:cNvSpPr>
          <p:nvPr/>
        </p:nvSpPr>
        <p:spPr bwMode="auto">
          <a:xfrm>
            <a:off x="796765" y="1135784"/>
            <a:ext cx="10915859" cy="4482592"/>
          </a:xfrm>
          <a:prstGeom prst="rect">
            <a:avLst/>
          </a:prstGeom>
          <a:solidFill>
            <a:schemeClr val="bg1"/>
          </a:solidFill>
          <a:ln w="19050">
            <a:solidFill>
              <a:schemeClr val="accent3">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Microsoft YaHei" panose="020B0503020204020204" pitchFamily="34" charset="-122"/>
              <a:ea typeface="微软雅黑" panose="020B0503020204020204" pitchFamily="34" charset="-122"/>
              <a:cs typeface="+mn-cs"/>
              <a:sym typeface="Arial" panose="020B0604020202020204" pitchFamily="34" charset="0"/>
            </a:endParaRPr>
          </a:p>
        </p:txBody>
      </p:sp>
      <p:sp>
        <p:nvSpPr>
          <p:cNvPr id="5" name="标题 1">
            <a:extLst>
              <a:ext uri="{FF2B5EF4-FFF2-40B4-BE49-F238E27FC236}">
                <a16:creationId xmlns:a16="http://schemas.microsoft.com/office/drawing/2014/main" id="{3FBA1AF8-A1A3-404B-AB0E-377DE72525D3}"/>
              </a:ext>
            </a:extLst>
          </p:cNvPr>
          <p:cNvSpPr>
            <a:spLocks noGrp="1"/>
          </p:cNvSpPr>
          <p:nvPr>
            <p:ph type="title"/>
          </p:nvPr>
        </p:nvSpPr>
        <p:spPr>
          <a:xfrm>
            <a:off x="1131376" y="136525"/>
            <a:ext cx="10222424" cy="725407"/>
          </a:xfrm>
        </p:spPr>
        <p:txBody>
          <a:bodyPr/>
          <a:lstStyle/>
          <a:p>
            <a:r>
              <a:rPr kumimoji="1" lang="zh-CN" altLang="en-US" b="1" dirty="0"/>
              <a:t>简答题</a:t>
            </a:r>
            <a:r>
              <a:rPr kumimoji="1" lang="en-US" altLang="zh-CN" b="1" dirty="0"/>
              <a:t>——</a:t>
            </a:r>
            <a:r>
              <a:rPr kumimoji="1" lang="zh-CN" altLang="en-US" b="1" dirty="0"/>
              <a:t>知识应用</a:t>
            </a:r>
          </a:p>
        </p:txBody>
      </p:sp>
      <p:sp>
        <p:nvSpPr>
          <p:cNvPr id="3" name="文本框 2">
            <a:extLst>
              <a:ext uri="{FF2B5EF4-FFF2-40B4-BE49-F238E27FC236}">
                <a16:creationId xmlns:a16="http://schemas.microsoft.com/office/drawing/2014/main" id="{EC2288AC-1E6F-087B-FE0D-F442A5BF60C3}"/>
              </a:ext>
            </a:extLst>
          </p:cNvPr>
          <p:cNvSpPr txBox="1"/>
          <p:nvPr/>
        </p:nvSpPr>
        <p:spPr>
          <a:xfrm>
            <a:off x="983433" y="1253313"/>
            <a:ext cx="10517268" cy="3908121"/>
          </a:xfrm>
          <a:prstGeom prst="rect">
            <a:avLst/>
          </a:prstGeom>
          <a:noFill/>
        </p:spPr>
        <p:txBody>
          <a:bodyPr wrap="square">
            <a:spAutoFit/>
          </a:bodyPr>
          <a:lstStyle/>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（每个攻击，代码功能正确</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分，乱序</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分支</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分，后续过程</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分，共</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Meltdown</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、非法访问</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byte[x]</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、运算</a:t>
            </a:r>
            <a:r>
              <a:rPr kumimoji="0" lang="en-US" altLang="zh-CN" sz="24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rax</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*4096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3</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、读取内存进入</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Cache</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。乱序执行情况下，在进行</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的异常检测生效前就已经执行</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23</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Cache</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中存在</a:t>
            </a:r>
            <a:r>
              <a:rPr kumimoji="0" lang="en-US" altLang="zh-CN" sz="24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rbx+byte</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[x]*4096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，以此推出</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byte[x]</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p>
          <a:p>
            <a:pPr marL="285750" marR="0" lvl="0" indent="-285750" algn="just" defTabSz="914400" rtl="0" eaLnBrk="1" fontAlgn="auto" latinLnBrk="0" hangingPunct="1">
              <a:lnSpc>
                <a:spcPct val="120000"/>
              </a:lnSpc>
              <a:spcBef>
                <a:spcPts val="12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Spcture</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、分支判断句；</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、读取目标数据计算得到的地址对应的内存块进入</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Cache</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。先对分支预测进行训练，在访问非法</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array[x]</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x&gt;=array1_size</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）时，</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CPU</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预测执行</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，将</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array2[array1[x]*4096]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缓存，以此推出</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array1[x]</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p>
        </p:txBody>
      </p:sp>
      <p:sp>
        <p:nvSpPr>
          <p:cNvPr id="6" name="灯片编号占位符 5">
            <a:extLst>
              <a:ext uri="{FF2B5EF4-FFF2-40B4-BE49-F238E27FC236}">
                <a16:creationId xmlns:a16="http://schemas.microsoft.com/office/drawing/2014/main" id="{1243F941-6EF5-197A-87A5-6FFE866983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kumimoji="0" lang="zh-CN" altLang="en-US" sz="1200" b="0" i="0" u="none" strike="noStrike" kern="1200" cap="none" spc="0" normalizeH="0" baseline="0" noProof="0" smtClean="0">
                <a:ln>
                  <a:noFill/>
                </a:ln>
                <a:solidFill>
                  <a:srgbClr val="000000">
                    <a:tint val="75000"/>
                  </a:srgbClr>
                </a:solidFill>
                <a:effectLst/>
                <a:uLnTx/>
                <a:uFillTx/>
                <a:latin typeface="Microsoft YaHei" panose="020B0503020204020204" pitchFamily="34" charset="-122"/>
                <a:ea typeface="微软雅黑 Light"/>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dirty="0">
              <a:ln>
                <a:noFill/>
              </a:ln>
              <a:solidFill>
                <a:srgbClr val="000000">
                  <a:tint val="75000"/>
                </a:srgbClr>
              </a:solidFill>
              <a:effectLst/>
              <a:uLnTx/>
              <a:uFillTx/>
              <a:latin typeface="Microsoft YaHei" panose="020B0503020204020204" pitchFamily="34" charset="-122"/>
              <a:ea typeface="微软雅黑 Light"/>
              <a:cs typeface="+mn-cs"/>
            </a:endParaRPr>
          </a:p>
        </p:txBody>
      </p:sp>
    </p:spTree>
    <p:extLst>
      <p:ext uri="{BB962C8B-B14F-4D97-AF65-F5344CB8AC3E}">
        <p14:creationId xmlns:p14="http://schemas.microsoft.com/office/powerpoint/2010/main" val="2693328480"/>
      </p:ext>
    </p:extLst>
  </p:cSld>
  <p:clrMapOvr>
    <a:masterClrMapping/>
  </p:clrMapOvr>
</p:sld>
</file>

<file path=ppt/theme/theme1.xml><?xml version="1.0" encoding="utf-8"?>
<a:theme xmlns:a="http://schemas.openxmlformats.org/drawingml/2006/main" name="thu">
  <a:themeElements>
    <a:clrScheme name="自定义 4">
      <a:dk1>
        <a:srgbClr val="000000"/>
      </a:dk1>
      <a:lt1>
        <a:srgbClr val="FFFFFF"/>
      </a:lt1>
      <a:dk2>
        <a:srgbClr val="3D3D3D"/>
      </a:dk2>
      <a:lt2>
        <a:srgbClr val="EBEBEB"/>
      </a:lt2>
      <a:accent1>
        <a:srgbClr val="5C2F7D"/>
      </a:accent1>
      <a:accent2>
        <a:srgbClr val="5C2F7D"/>
      </a:accent2>
      <a:accent3>
        <a:srgbClr val="E6C46D"/>
      </a:accent3>
      <a:accent4>
        <a:srgbClr val="969FA7"/>
      </a:accent4>
      <a:accent5>
        <a:srgbClr val="A9C37C"/>
      </a:accent5>
      <a:accent6>
        <a:srgbClr val="5A8071"/>
      </a:accent6>
      <a:hlink>
        <a:srgbClr val="828282"/>
      </a:hlink>
      <a:folHlink>
        <a:srgbClr val="A5A5A5"/>
      </a:folHlink>
    </a:clrScheme>
    <a:fontScheme name="红利">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hu" id="{616B1C70-BA32-49F0-AF7D-D5675C14FF1A}" vid="{6070CD3D-174D-4038-AB21-484B2901A76B}"/>
    </a:ext>
  </a:extLst>
</a:theme>
</file>

<file path=ppt/theme/theme2.xml><?xml version="1.0" encoding="utf-8"?>
<a:theme xmlns:a="http://schemas.openxmlformats.org/drawingml/2006/main" name="1_Office 主题">
  <a:themeElements>
    <a:clrScheme name="达芬奇的左手">
      <a:dk1>
        <a:srgbClr val="000000"/>
      </a:dk1>
      <a:lt1>
        <a:srgbClr val="FFFFFF"/>
      </a:lt1>
      <a:dk2>
        <a:srgbClr val="44546A"/>
      </a:dk2>
      <a:lt2>
        <a:srgbClr val="E7E6E6"/>
      </a:lt2>
      <a:accent1>
        <a:srgbClr val="2A3D52"/>
      </a:accent1>
      <a:accent2>
        <a:srgbClr val="FEBA01"/>
      </a:accent2>
      <a:accent3>
        <a:srgbClr val="0070C0"/>
      </a:accent3>
      <a:accent4>
        <a:srgbClr val="C00000"/>
      </a:accent4>
      <a:accent5>
        <a:srgbClr val="38526E"/>
      </a:accent5>
      <a:accent6>
        <a:srgbClr val="BFBFBF"/>
      </a:accent6>
      <a:hlink>
        <a:srgbClr val="2A3D52"/>
      </a:hlink>
      <a:folHlink>
        <a:srgbClr val="C4AF99"/>
      </a:folHlink>
    </a:clrScheme>
    <a:fontScheme name="自定义 6">
      <a:majorFont>
        <a:latin typeface="Arial"/>
        <a:ea typeface="微软雅黑 Light"/>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thu</Template>
  <TotalTime>74</TotalTime>
  <Words>794</Words>
  <Application>Microsoft Office PowerPoint</Application>
  <PresentationFormat>宽屏</PresentationFormat>
  <Paragraphs>75</Paragraphs>
  <Slides>12</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12</vt:i4>
      </vt:variant>
    </vt:vector>
  </HeadingPairs>
  <TitlesOfParts>
    <vt:vector size="20" baseType="lpstr">
      <vt:lpstr>等线</vt:lpstr>
      <vt:lpstr>Microsoft YaHei</vt:lpstr>
      <vt:lpstr>Microsoft YaHei</vt:lpstr>
      <vt:lpstr>Arial</vt:lpstr>
      <vt:lpstr>Gill Sans MT</vt:lpstr>
      <vt:lpstr>Wingdings 2</vt:lpstr>
      <vt:lpstr>thu</vt:lpstr>
      <vt:lpstr>1_Office 主题</vt:lpstr>
      <vt:lpstr>考试安排</vt:lpstr>
      <vt:lpstr>题型安排</vt:lpstr>
      <vt:lpstr>不定向选择——基础概念</vt:lpstr>
      <vt:lpstr>不定向选择——基础概念</vt:lpstr>
      <vt:lpstr>不定向选择——内容辨析</vt:lpstr>
      <vt:lpstr>不定向选择——内容辨析</vt:lpstr>
      <vt:lpstr>填空题——基础概念</vt:lpstr>
      <vt:lpstr>填空题——基础概念</vt:lpstr>
      <vt:lpstr>填空题——内容运用</vt:lpstr>
      <vt:lpstr>填空题——内容运用</vt:lpstr>
      <vt:lpstr>简答题——知识应用</vt:lpstr>
      <vt:lpstr>简答题——知识应用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题型</dc:title>
  <dc:creator>yi xu</dc:creator>
  <cp:lastModifiedBy>恪 徐</cp:lastModifiedBy>
  <cp:revision>89</cp:revision>
  <dcterms:created xsi:type="dcterms:W3CDTF">2024-06-03T12:24:52Z</dcterms:created>
  <dcterms:modified xsi:type="dcterms:W3CDTF">2024-06-06T05:35:24Z</dcterms:modified>
</cp:coreProperties>
</file>