
<file path=[Content_Types].xml><?xml version="1.0" encoding="utf-8"?>
<Types xmlns="http://schemas.openxmlformats.org/package/2006/content-types">
  <Default Extension="bin" ContentType="image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Override PartName="/ppt/notesSlides/notesSlide3.xml" ContentType="application/vnd.openxmlformats-officedocument.presentationml.notesSlide+xml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embeddings/oleObject5.bin" ContentType="application/vnd.openxmlformats-officedocument.oleObject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1"/>
  </p:notesMasterIdLst>
  <p:sldIdLst>
    <p:sldId id="784" r:id="rId2"/>
    <p:sldId id="600" r:id="rId3"/>
    <p:sldId id="729" r:id="rId4"/>
    <p:sldId id="730" r:id="rId5"/>
    <p:sldId id="731" r:id="rId6"/>
    <p:sldId id="732" r:id="rId7"/>
    <p:sldId id="733" r:id="rId8"/>
    <p:sldId id="734" r:id="rId9"/>
    <p:sldId id="708" r:id="rId10"/>
    <p:sldId id="712" r:id="rId11"/>
    <p:sldId id="608" r:id="rId12"/>
    <p:sldId id="609" r:id="rId13"/>
    <p:sldId id="610" r:id="rId14"/>
    <p:sldId id="795" r:id="rId15"/>
    <p:sldId id="794" r:id="rId16"/>
    <p:sldId id="781" r:id="rId17"/>
    <p:sldId id="612" r:id="rId18"/>
    <p:sldId id="710" r:id="rId19"/>
    <p:sldId id="737" r:id="rId20"/>
    <p:sldId id="768" r:id="rId21"/>
    <p:sldId id="769" r:id="rId22"/>
    <p:sldId id="615" r:id="rId23"/>
    <p:sldId id="616" r:id="rId24"/>
    <p:sldId id="617" r:id="rId25"/>
    <p:sldId id="770" r:id="rId26"/>
    <p:sldId id="771" r:id="rId27"/>
    <p:sldId id="620" r:id="rId28"/>
    <p:sldId id="796" r:id="rId29"/>
    <p:sldId id="621" r:id="rId30"/>
    <p:sldId id="634" r:id="rId31"/>
    <p:sldId id="725" r:id="rId32"/>
    <p:sldId id="635" r:id="rId33"/>
    <p:sldId id="714" r:id="rId34"/>
    <p:sldId id="738" r:id="rId35"/>
    <p:sldId id="636" r:id="rId36"/>
    <p:sldId id="277" r:id="rId37"/>
    <p:sldId id="418" r:id="rId38"/>
    <p:sldId id="419" r:id="rId39"/>
    <p:sldId id="420" r:id="rId40"/>
    <p:sldId id="421" r:id="rId41"/>
    <p:sldId id="422" r:id="rId42"/>
    <p:sldId id="423" r:id="rId43"/>
    <p:sldId id="799" r:id="rId44"/>
    <p:sldId id="797" r:id="rId45"/>
    <p:sldId id="424" r:id="rId46"/>
    <p:sldId id="645" r:id="rId47"/>
    <p:sldId id="764" r:id="rId48"/>
    <p:sldId id="779" r:id="rId49"/>
    <p:sldId id="780" r:id="rId50"/>
    <p:sldId id="765" r:id="rId51"/>
    <p:sldId id="766" r:id="rId52"/>
    <p:sldId id="758" r:id="rId53"/>
    <p:sldId id="788" r:id="rId54"/>
    <p:sldId id="787" r:id="rId55"/>
    <p:sldId id="790" r:id="rId56"/>
    <p:sldId id="762" r:id="rId57"/>
    <p:sldId id="792" r:id="rId58"/>
    <p:sldId id="786" r:id="rId59"/>
    <p:sldId id="793" r:id="rId6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FF00"/>
    <a:srgbClr val="FF9933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1" autoAdjust="0"/>
    <p:restoredTop sz="96900" autoAdjust="0"/>
  </p:normalViewPr>
  <p:slideViewPr>
    <p:cSldViewPr>
      <p:cViewPr varScale="1">
        <p:scale>
          <a:sx n="87" d="100"/>
          <a:sy n="87" d="100"/>
        </p:scale>
        <p:origin x="957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7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7.xml"/><Relationship Id="rId18" Type="http://schemas.openxmlformats.org/officeDocument/2006/relationships/slide" Target="slides/slide22.xml"/><Relationship Id="rId26" Type="http://schemas.openxmlformats.org/officeDocument/2006/relationships/slide" Target="slides/slide33.xml"/><Relationship Id="rId39" Type="http://schemas.openxmlformats.org/officeDocument/2006/relationships/slide" Target="slides/slide51.xml"/><Relationship Id="rId21" Type="http://schemas.openxmlformats.org/officeDocument/2006/relationships/slide" Target="slides/slide27.xml"/><Relationship Id="rId34" Type="http://schemas.openxmlformats.org/officeDocument/2006/relationships/slide" Target="slides/slide46.xml"/><Relationship Id="rId42" Type="http://schemas.openxmlformats.org/officeDocument/2006/relationships/slide" Target="slides/slide56.xml"/><Relationship Id="rId7" Type="http://schemas.openxmlformats.org/officeDocument/2006/relationships/slide" Target="slides/slide9.xml"/><Relationship Id="rId2" Type="http://schemas.openxmlformats.org/officeDocument/2006/relationships/slide" Target="slides/slide4.xml"/><Relationship Id="rId16" Type="http://schemas.openxmlformats.org/officeDocument/2006/relationships/slide" Target="slides/slide20.xml"/><Relationship Id="rId20" Type="http://schemas.openxmlformats.org/officeDocument/2006/relationships/slide" Target="slides/slide24.xml"/><Relationship Id="rId29" Type="http://schemas.openxmlformats.org/officeDocument/2006/relationships/slide" Target="slides/slide36.xml"/><Relationship Id="rId41" Type="http://schemas.openxmlformats.org/officeDocument/2006/relationships/slide" Target="slides/slide53.xml"/><Relationship Id="rId1" Type="http://schemas.openxmlformats.org/officeDocument/2006/relationships/slide" Target="slides/slide3.xml"/><Relationship Id="rId6" Type="http://schemas.openxmlformats.org/officeDocument/2006/relationships/slide" Target="slides/slide8.xml"/><Relationship Id="rId11" Type="http://schemas.openxmlformats.org/officeDocument/2006/relationships/slide" Target="slides/slide13.xml"/><Relationship Id="rId24" Type="http://schemas.openxmlformats.org/officeDocument/2006/relationships/slide" Target="slides/slide31.xml"/><Relationship Id="rId32" Type="http://schemas.openxmlformats.org/officeDocument/2006/relationships/slide" Target="slides/slide43.xml"/><Relationship Id="rId37" Type="http://schemas.openxmlformats.org/officeDocument/2006/relationships/slide" Target="slides/slide49.xml"/><Relationship Id="rId40" Type="http://schemas.openxmlformats.org/officeDocument/2006/relationships/slide" Target="slides/slide52.xml"/><Relationship Id="rId5" Type="http://schemas.openxmlformats.org/officeDocument/2006/relationships/slide" Target="slides/slide7.xml"/><Relationship Id="rId15" Type="http://schemas.openxmlformats.org/officeDocument/2006/relationships/slide" Target="slides/slide19.xml"/><Relationship Id="rId23" Type="http://schemas.openxmlformats.org/officeDocument/2006/relationships/slide" Target="slides/slide30.xml"/><Relationship Id="rId28" Type="http://schemas.openxmlformats.org/officeDocument/2006/relationships/slide" Target="slides/slide35.xml"/><Relationship Id="rId36" Type="http://schemas.openxmlformats.org/officeDocument/2006/relationships/slide" Target="slides/slide48.xml"/><Relationship Id="rId10" Type="http://schemas.openxmlformats.org/officeDocument/2006/relationships/slide" Target="slides/slide12.xml"/><Relationship Id="rId19" Type="http://schemas.openxmlformats.org/officeDocument/2006/relationships/slide" Target="slides/slide23.xml"/><Relationship Id="rId31" Type="http://schemas.openxmlformats.org/officeDocument/2006/relationships/slide" Target="slides/slide41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4" Type="http://schemas.openxmlformats.org/officeDocument/2006/relationships/slide" Target="slides/slide18.xml"/><Relationship Id="rId22" Type="http://schemas.openxmlformats.org/officeDocument/2006/relationships/slide" Target="slides/slide29.xml"/><Relationship Id="rId27" Type="http://schemas.openxmlformats.org/officeDocument/2006/relationships/slide" Target="slides/slide34.xml"/><Relationship Id="rId30" Type="http://schemas.openxmlformats.org/officeDocument/2006/relationships/slide" Target="slides/slide37.xml"/><Relationship Id="rId35" Type="http://schemas.openxmlformats.org/officeDocument/2006/relationships/slide" Target="slides/slide47.xml"/><Relationship Id="rId8" Type="http://schemas.openxmlformats.org/officeDocument/2006/relationships/slide" Target="slides/slide10.xml"/><Relationship Id="rId3" Type="http://schemas.openxmlformats.org/officeDocument/2006/relationships/slide" Target="slides/slide5.xml"/><Relationship Id="rId12" Type="http://schemas.openxmlformats.org/officeDocument/2006/relationships/slide" Target="slides/slide16.xml"/><Relationship Id="rId17" Type="http://schemas.openxmlformats.org/officeDocument/2006/relationships/slide" Target="slides/slide21.xml"/><Relationship Id="rId25" Type="http://schemas.openxmlformats.org/officeDocument/2006/relationships/slide" Target="slides/slide32.xml"/><Relationship Id="rId33" Type="http://schemas.openxmlformats.org/officeDocument/2006/relationships/slide" Target="slides/slide45.xml"/><Relationship Id="rId38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E9787142-5346-28F3-A2EE-547BFC064A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2BC77333-99E8-AA38-4119-C797ABB1850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F93FB0C-0D6C-8D9E-7D25-60AD43A803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CBB0C305-EB6C-25D4-B10A-71DFF3B4F9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97FC2C8F-7D55-FDD5-E90B-211864CE09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D8EAC77B-D532-FCD5-7F1A-D9D3D835E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239EA0E-66D2-465B-A5CC-A8D882806041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EEA3FF5-2195-D648-654E-BD1A729089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0B27411-6B10-4925-AA06-85B7048210EE}" type="slidenum">
              <a:rPr lang="en-US" altLang="zh-CN" sz="1200" smtClean="0">
                <a:latin typeface="Arial" panose="020B0604020202020204" pitchFamily="34" charset="0"/>
              </a:rPr>
              <a:pPr/>
              <a:t>3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154FF83-72BC-CBA5-5299-51863ECE28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13FA770-EEFF-FFCA-E816-3C19B9830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時序邏輯電路的特點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從記憶元件引入觸發器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C0A47349-1013-1B40-0795-B7F536E67E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9DCC7DD-2CB4-4312-BE07-6DEBE53D81A6}" type="slidenum">
              <a:rPr lang="en-US" altLang="zh-CN" sz="1200" smtClean="0">
                <a:latin typeface="Arial" panose="020B0604020202020204" pitchFamily="34" charset="0"/>
              </a:rPr>
              <a:pPr/>
              <a:t>6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E5FA8D4-5DAB-33AB-44D1-9EEBC4BB90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DD5AD7AE-72DD-7884-B02D-12150D8BC5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從與組合邏輯的區別開始介紹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B4F33408-61A6-70F1-A02B-F3EC5F552B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9AAF8AE3-D2F3-5297-DD46-294F19015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6C23C0AE-4073-ADE3-A843-5B4F88D84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2437652-7678-4403-B7BE-27B9C9654050}" type="slidenum">
              <a:rPr lang="en-US" altLang="zh-CN" sz="1200" smtClean="0">
                <a:latin typeface="Arial" panose="020B0604020202020204" pitchFamily="34" charset="0"/>
              </a:rPr>
              <a:pPr/>
              <a:t>19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61E0454F-6A2E-A4DE-9EBE-181C8EC33B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6810CD-3C9A-4E29-827E-B8412B5241BE}" type="slidenum">
              <a:rPr lang="en-US" altLang="zh-CN" smtClean="0"/>
              <a:pPr>
                <a:spcBef>
                  <a:spcPct val="0"/>
                </a:spcBef>
              </a:pPr>
              <a:t>36</a:t>
            </a:fld>
            <a:endParaRPr lang="en-US" altLang="zh-CN" dirty="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5D58160F-6C7F-9826-5A42-65F2EBFD04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946E4602-3848-1937-B34A-C76ED7F478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正邊沿</a:t>
            </a:r>
            <a:r>
              <a:rPr lang="en-US" altLang="zh-CN" dirty="0"/>
              <a:t>D</a:t>
            </a:r>
            <a:r>
              <a:rPr lang="zh-CN" altLang="en-US" dirty="0"/>
              <a:t>觸發器的內部結構圖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02C89B08-15A9-8D72-3F6F-DD783B4AA7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7B581FB6-6847-AF2C-8477-227D6C2AC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38F62084-E3BF-BE46-F9BA-F1B0280A0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06AA8E9-C8EC-4009-9DC1-585DD3628CB9}" type="slidenum">
              <a:rPr lang="en-US" altLang="zh-CN" smtClean="0"/>
              <a:pPr>
                <a:spcBef>
                  <a:spcPct val="0"/>
                </a:spcBef>
              </a:pPr>
              <a:t>38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>
            <a:extLst>
              <a:ext uri="{FF2B5EF4-FFF2-40B4-BE49-F238E27FC236}">
                <a16:creationId xmlns:a16="http://schemas.microsoft.com/office/drawing/2014/main" id="{C7D3130B-997F-6F37-34BB-8DDCFA824F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>
            <a:extLst>
              <a:ext uri="{FF2B5EF4-FFF2-40B4-BE49-F238E27FC236}">
                <a16:creationId xmlns:a16="http://schemas.microsoft.com/office/drawing/2014/main" id="{00007CA5-A3F4-63D7-082E-B8553ECBD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3D6AF7D2-D57C-85BB-B45E-9D426F947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710BC94-8CEF-42D2-9364-3F16F4922EB4}" type="slidenum">
              <a:rPr lang="en-US" altLang="zh-CN" smtClean="0"/>
              <a:pPr>
                <a:spcBef>
                  <a:spcPct val="0"/>
                </a:spcBef>
              </a:pPr>
              <a:t>39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D9F291B8-F964-5C8A-899D-536B907188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3B63BE5C-4072-4442-7E56-40CCDBE9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33847A76-89D5-0FFD-09CE-18F4DB556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D51BD9-0B60-46A1-ABB8-68CABC4C9289}" type="slidenum">
              <a:rPr lang="en-US" altLang="zh-CN" smtClean="0"/>
              <a:pPr>
                <a:spcBef>
                  <a:spcPct val="0"/>
                </a:spcBef>
              </a:pPr>
              <a:t>40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3256-C275-A7CE-BD0C-55D529CFA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4A570577-1EE9-1B47-8A87-62BFC579C3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6810CD-3C9A-4E29-827E-B8412B5241BE}" type="slidenum">
              <a:rPr lang="en-US" altLang="zh-CN" smtClean="0"/>
              <a:pPr>
                <a:spcBef>
                  <a:spcPct val="0"/>
                </a:spcBef>
              </a:pPr>
              <a:t>43</a:t>
            </a:fld>
            <a:endParaRPr lang="en-US" altLang="zh-CN" dirty="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B09C53F1-CDCA-DDA5-54E5-8D0A2B347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D991DC6-DEF4-3DF8-E97A-DFFADE2434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正邊沿</a:t>
            </a:r>
            <a:r>
              <a:rPr lang="en-US" altLang="zh-CN" dirty="0"/>
              <a:t>D</a:t>
            </a:r>
            <a:r>
              <a:rPr lang="zh-CN" altLang="en-US" dirty="0"/>
              <a:t>觸發器的內部結構圖</a:t>
            </a:r>
          </a:p>
        </p:txBody>
      </p:sp>
    </p:spTree>
    <p:extLst>
      <p:ext uri="{BB962C8B-B14F-4D97-AF65-F5344CB8AC3E}">
        <p14:creationId xmlns:p14="http://schemas.microsoft.com/office/powerpoint/2010/main" val="439883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>
            <a:extLst>
              <a:ext uri="{FF2B5EF4-FFF2-40B4-BE49-F238E27FC236}">
                <a16:creationId xmlns:a16="http://schemas.microsoft.com/office/drawing/2014/main" id="{5DE26C6C-3AE7-331A-8CBC-9DCB4D9777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>
            <a:extLst>
              <a:ext uri="{FF2B5EF4-FFF2-40B4-BE49-F238E27FC236}">
                <a16:creationId xmlns:a16="http://schemas.microsoft.com/office/drawing/2014/main" id="{3B2C432B-8F8B-5358-4569-7F3F05E1D4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" name="灯片编号占位符 3">
            <a:extLst>
              <a:ext uri="{FF2B5EF4-FFF2-40B4-BE49-F238E27FC236}">
                <a16:creationId xmlns:a16="http://schemas.microsoft.com/office/drawing/2014/main" id="{CA0FED89-7799-7A09-FDB4-4262737E0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C22BCF2-377E-44AF-B4DB-3EC6ED9E38F4}" type="slidenum">
              <a:rPr kumimoji="1" lang="en-US" altLang="zh-CN" sz="1200" smtClean="0">
                <a:latin typeface="Arial" panose="020B0604020202020204" pitchFamily="34" charset="0"/>
              </a:rPr>
              <a:pPr/>
              <a:t>50</a:t>
            </a:fld>
            <a:endParaRPr kumimoji="1"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BC129C0F-01AF-DE7E-D84D-31897C97F6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D5EB14-3BC2-4E96-9782-1A2C60CDD191}" type="slidenum">
              <a:rPr lang="en-US" altLang="zh-CN" sz="1200" smtClean="0">
                <a:latin typeface="Arial" panose="020B0604020202020204" pitchFamily="34" charset="0"/>
              </a:rPr>
              <a:pPr/>
              <a:t>53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1102FD98-6EE5-3B9D-B882-66EC27B64D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343AF050-8375-57D0-BA15-6904E054D9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舉例說明系統最高頻率的計算，圖中為</a:t>
            </a:r>
            <a:r>
              <a:rPr lang="en-US" altLang="zh-CN" dirty="0"/>
              <a:t>D</a:t>
            </a:r>
            <a:r>
              <a:rPr lang="zh-CN" altLang="en-US" dirty="0"/>
              <a:t>觸發器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6CC6D029-FAC5-6570-A950-0ADBAD570C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C9290D6-4BFB-4CA2-922A-A05229053DC7}" type="slidenum">
              <a:rPr lang="en-US" altLang="zh-CN" sz="1200" smtClean="0">
                <a:latin typeface="Arial" panose="020B0604020202020204" pitchFamily="34" charset="0"/>
              </a:rPr>
              <a:pPr/>
              <a:t>56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2C168936-9E4F-C1DC-6645-336A2D890B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3839CD3-F223-3631-F642-AFAC6FB261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舉例說明系統最高頻率的計算，圖中為</a:t>
            </a:r>
            <a:r>
              <a:rPr lang="en-US" altLang="zh-CN" dirty="0"/>
              <a:t>D</a:t>
            </a:r>
            <a:r>
              <a:rPr lang="zh-CN" altLang="en-US" dirty="0"/>
              <a:t>觸發器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7C52A3E-A274-E782-04E8-E718E3E978F3}"/>
              </a:ext>
            </a:extLst>
          </p:cNvPr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5C52C1D6-759D-26C3-C1DF-C601B125C5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4" name="Freeform 4">
                <a:extLst>
                  <a:ext uri="{FF2B5EF4-FFF2-40B4-BE49-F238E27FC236}">
                    <a16:creationId xmlns:a16="http://schemas.microsoft.com/office/drawing/2014/main" id="{99914AF1-3D13-B8F3-F3CB-6745D79BCED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827 w 5184"/>
                  <a:gd name="T3" fmla="*/ 3159 h 3159"/>
                  <a:gd name="T4" fmla="*/ 5827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2751DC67-E61D-225B-EBA2-214EF836DC5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632 w 556"/>
                  <a:gd name="T5" fmla="*/ 3159 h 3159"/>
                  <a:gd name="T6" fmla="*/ 632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6EA2BBE3-611C-A637-EE99-1ACE5FA42A6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2649E9D-3D22-3F33-4218-ACD85FC1960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89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89 w 251"/>
                <a:gd name="T7" fmla="*/ 12 h 12"/>
                <a:gd name="T8" fmla="*/ 289 w 251"/>
                <a:gd name="T9" fmla="*/ 0 h 12"/>
                <a:gd name="T10" fmla="*/ 289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F839B2AD-2C28-FFAD-8E2D-435A72DDD09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85949289 w 251"/>
                <a:gd name="T5" fmla="*/ 12 h 12"/>
                <a:gd name="T6" fmla="*/ 85949289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5CC60BBE-B5F5-3200-BC66-FAAD589B8F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8" name="Freeform 10">
                <a:extLst>
                  <a:ext uri="{FF2B5EF4-FFF2-40B4-BE49-F238E27FC236}">
                    <a16:creationId xmlns:a16="http://schemas.microsoft.com/office/drawing/2014/main" id="{5E11EF8A-F3E3-D93D-DE07-B8B1AFF48EE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37D9A194-120B-8CA6-5D14-054267A622DC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A0BDB957-FCAE-F5C0-1ABA-EC37069816A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5328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5328 w 4724"/>
                  <a:gd name="T7" fmla="*/ 12 h 12"/>
                  <a:gd name="T8" fmla="*/ 5328 w 4724"/>
                  <a:gd name="T9" fmla="*/ 0 h 12"/>
                  <a:gd name="T10" fmla="*/ 5328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4CBBCBF0-6598-AB84-9758-D9FEEDEB5607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2393634F-5635-3FBB-E973-439B5D0EB79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5">
                <a:extLst>
                  <a:ext uri="{FF2B5EF4-FFF2-40B4-BE49-F238E27FC236}">
                    <a16:creationId xmlns:a16="http://schemas.microsoft.com/office/drawing/2014/main" id="{6A561E5E-EFE5-B4E3-0DF1-5D7DB8593A9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72F7621D-5AAA-C9C5-1990-BBF42596BF7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DA009AD2-41A6-B54A-DD26-FFC595ADF8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B4FC70EF-7BB4-BB58-8C85-5C45CD5206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5D957-1D3E-46CB-869F-F6FFC6419B69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1150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C07EEADF-EE88-5B0C-359B-2D8F8565CE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9E3F9D8D-9E71-5BE0-6744-F143D5C516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B3D0A19A-8528-F51D-F67A-81F9D01475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4595A-F773-4BF5-8683-2F619A302316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1282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CB362D69-8ED5-0F09-250A-544EC6832A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72A83648-BF62-610E-A8DB-F63846544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F05E8FC7-A32B-0750-A471-4468EDB8AC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C3777-36EA-46CB-B4C9-FB188B379623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2109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7C7197D4-B4E4-2F72-F7B6-82AEA49BCA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F907E36-92BF-9D9C-4D21-7F796B733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B8E50530-8108-E54A-EA12-14BAB4329E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F25CED-910A-4C68-987B-275B90BFFFBF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4399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0AC6851D-893A-5AC2-00AA-4DCD2689E8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D88C2400-5056-8F04-35B2-720CE27AD9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D7E700CA-96A9-1FAC-92D6-7531E012E3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BCF75-1911-4E0A-8B13-6BB95EBEEE4A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425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B4D4B6D7-F2B4-B34B-47C7-2661CBA4B7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EA96013B-7CC7-C2BC-0B7D-5F5E9AA02B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67850EE9-52A2-15F5-B35D-3BC16A496C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8E3F5-A4B6-43F2-BFE0-52AD7BBDC68B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464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0041E8F1-0DD8-8CE6-0753-82ED11003D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7E81ABDB-959E-E4B7-A2EE-2A58986F36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6B08EC5-7579-2582-9033-1C879C8439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1E275-9012-457F-9AB0-49D156510628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20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18A1E534-FDDE-10BB-3F22-6CE98CB5FC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AB101EF2-7650-11E4-6715-D6FC1A1C9B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E28B6FA8-B17D-317D-C6C1-63AC65A5A1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E20DDE-4046-4B8C-A42E-A55C30CA17E6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304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8D32D878-EF5E-4637-5378-7B40828661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E73633E3-F3D3-8B4C-53BA-C0E6078746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1976A208-F52C-CA24-3234-21A5BE434D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3799D-BCF2-4E9F-B524-8EF64AB3556B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530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334EDEB6-F298-A64B-377B-27298B7B6B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C22F21C8-9C7C-A311-8401-B8FFAD7E39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113D9AE0-606B-1B1C-921F-37E7888496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A6D30-EC3C-429F-AC3A-D722BEF71755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020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87635CFA-020F-40B4-7C98-95799C8C6D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74CDAAF-1159-64FB-BE6A-A6647AA49F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CF49ACDC-C98B-B873-6436-FD902FBA24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F180FF-E7A3-4369-B4A1-9337CF98C2F3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5830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B128AFF7-67A9-A00A-4B6D-CAAD0FB4E4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41D86CB5-6F2F-3C9E-7446-19660939D8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723FB820-84F9-D315-7968-F1675A1762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7104D-E063-400A-8622-56DDB3A76230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5157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623F4C3B-CEFF-41E3-62E2-B7A57DC7A9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C48CE20D-1B97-BA3F-557B-3C30749B16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3029DCA4-98D7-8059-6787-AE9F339B17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B2B4D-FD8A-4CEC-832D-E79E8E7D4DF4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87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2FFF5CC-8BAB-462A-867E-D28874B3E73F}"/>
              </a:ext>
            </a:extLst>
          </p:cNvPr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032" name="Freeform 3">
              <a:extLst>
                <a:ext uri="{FF2B5EF4-FFF2-40B4-BE49-F238E27FC236}">
                  <a16:creationId xmlns:a16="http://schemas.microsoft.com/office/drawing/2014/main" id="{6492CD74-C925-B705-049F-7C53946AC7D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827 w 5184"/>
                <a:gd name="T3" fmla="*/ 3159 h 3159"/>
                <a:gd name="T4" fmla="*/ 5827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Freeform 4">
              <a:extLst>
                <a:ext uri="{FF2B5EF4-FFF2-40B4-BE49-F238E27FC236}">
                  <a16:creationId xmlns:a16="http://schemas.microsoft.com/office/drawing/2014/main" id="{F0FF349A-6B9F-EE58-301A-5153638C9E3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632 w 556"/>
                <a:gd name="T5" fmla="*/ 3159 h 3159"/>
                <a:gd name="T6" fmla="*/ 632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" name="Group 5">
              <a:extLst>
                <a:ext uri="{FF2B5EF4-FFF2-40B4-BE49-F238E27FC236}">
                  <a16:creationId xmlns:a16="http://schemas.microsoft.com/office/drawing/2014/main" id="{30854C9E-79AA-2B66-C66D-66A478B705A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5" name="Freeform 6">
                <a:extLst>
                  <a:ext uri="{FF2B5EF4-FFF2-40B4-BE49-F238E27FC236}">
                    <a16:creationId xmlns:a16="http://schemas.microsoft.com/office/drawing/2014/main" id="{9F32A3BA-EC42-D423-2840-50DE44D6CB88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7">
                <a:extLst>
                  <a:ext uri="{FF2B5EF4-FFF2-40B4-BE49-F238E27FC236}">
                    <a16:creationId xmlns:a16="http://schemas.microsoft.com/office/drawing/2014/main" id="{7211B905-DE3C-54E2-F183-C095D630F81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8">
                <a:extLst>
                  <a:ext uri="{FF2B5EF4-FFF2-40B4-BE49-F238E27FC236}">
                    <a16:creationId xmlns:a16="http://schemas.microsoft.com/office/drawing/2014/main" id="{EB84A99A-F784-313B-7BD1-8348CA91083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5328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5328 w 4724"/>
                  <a:gd name="T7" fmla="*/ 12 h 12"/>
                  <a:gd name="T8" fmla="*/ 5328 w 4724"/>
                  <a:gd name="T9" fmla="*/ 0 h 12"/>
                  <a:gd name="T10" fmla="*/ 5328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9">
                <a:extLst>
                  <a:ext uri="{FF2B5EF4-FFF2-40B4-BE49-F238E27FC236}">
                    <a16:creationId xmlns:a16="http://schemas.microsoft.com/office/drawing/2014/main" id="{ED20C5E4-1BD2-6650-A514-08A0D150FF0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9" name="Freeform 10">
                <a:extLst>
                  <a:ext uri="{FF2B5EF4-FFF2-40B4-BE49-F238E27FC236}">
                    <a16:creationId xmlns:a16="http://schemas.microsoft.com/office/drawing/2014/main" id="{8195DFEE-7593-51AD-0FC1-0821570ACDF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3" name="Freeform 11">
                <a:extLst>
                  <a:ext uri="{FF2B5EF4-FFF2-40B4-BE49-F238E27FC236}">
                    <a16:creationId xmlns:a16="http://schemas.microsoft.com/office/drawing/2014/main" id="{F9F2F42D-1877-95FC-14CB-1E5761D62B1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041" name="Freeform 12">
                <a:extLst>
                  <a:ext uri="{FF2B5EF4-FFF2-40B4-BE49-F238E27FC236}">
                    <a16:creationId xmlns:a16="http://schemas.microsoft.com/office/drawing/2014/main" id="{93AA36A7-C8F9-8762-DA63-D30822332E56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85949289 w 251"/>
                  <a:gd name="T5" fmla="*/ 12 h 12"/>
                  <a:gd name="T6" fmla="*/ 85949289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Freeform 13">
                <a:extLst>
                  <a:ext uri="{FF2B5EF4-FFF2-40B4-BE49-F238E27FC236}">
                    <a16:creationId xmlns:a16="http://schemas.microsoft.com/office/drawing/2014/main" id="{6B7CC9C1-856F-361A-A905-FBDD0942E37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89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89 w 251"/>
                  <a:gd name="T7" fmla="*/ 12 h 12"/>
                  <a:gd name="T8" fmla="*/ 289 w 251"/>
                  <a:gd name="T9" fmla="*/ 0 h 12"/>
                  <a:gd name="T10" fmla="*/ 289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6" name="Freeform 14">
                <a:extLst>
                  <a:ext uri="{FF2B5EF4-FFF2-40B4-BE49-F238E27FC236}">
                    <a16:creationId xmlns:a16="http://schemas.microsoft.com/office/drawing/2014/main" id="{828F05E2-EEF1-E47B-93B9-D1D57A186A9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8207" name="Rectangle 15">
            <a:extLst>
              <a:ext uri="{FF2B5EF4-FFF2-40B4-BE49-F238E27FC236}">
                <a16:creationId xmlns:a16="http://schemas.microsoft.com/office/drawing/2014/main" id="{2F76CF93-520D-F812-17CB-A2BB872E2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208" name="Rectangle 16">
            <a:extLst>
              <a:ext uri="{FF2B5EF4-FFF2-40B4-BE49-F238E27FC236}">
                <a16:creationId xmlns:a16="http://schemas.microsoft.com/office/drawing/2014/main" id="{AB37EB68-E13C-9E59-A0D8-D420C011C4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7E3A107B-FDC6-B504-022D-A4518981DE8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23A2DF0F-6E06-8C79-E125-D5D84820BC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D7EE7594-AAD2-60F2-9282-1F2AB9BE63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6C0CC4D4-35E3-49FF-8623-58993C5A610A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194" r:id="rId1"/>
    <p:sldLayoutId id="2147484182" r:id="rId2"/>
    <p:sldLayoutId id="2147484183" r:id="rId3"/>
    <p:sldLayoutId id="2147484184" r:id="rId4"/>
    <p:sldLayoutId id="2147484185" r:id="rId5"/>
    <p:sldLayoutId id="2147484186" r:id="rId6"/>
    <p:sldLayoutId id="2147484187" r:id="rId7"/>
    <p:sldLayoutId id="2147484188" r:id="rId8"/>
    <p:sldLayoutId id="2147484189" r:id="rId9"/>
    <p:sldLayoutId id="2147484190" r:id="rId10"/>
    <p:sldLayoutId id="2147484191" r:id="rId11"/>
    <p:sldLayoutId id="2147484192" r:id="rId12"/>
    <p:sldLayoutId id="2147484193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Char char="–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>
            <a:extLst>
              <a:ext uri="{FF2B5EF4-FFF2-40B4-BE49-F238E27FC236}">
                <a16:creationId xmlns:a16="http://schemas.microsoft.com/office/drawing/2014/main" id="{FF4832AD-3699-A02A-BDF3-185374E0D5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28E53484-0B04-4FBE-8E0A-47BB27CE233D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</a:t>
            </a:fld>
            <a:endParaRPr lang="en-US" altLang="zh-CN" sz="1000" dirty="0">
              <a:latin typeface="Times New Roman" panose="02020603050405020304" pitchFamily="18" charset="0"/>
            </a:endParaRPr>
          </a:p>
        </p:txBody>
      </p:sp>
      <p:sp>
        <p:nvSpPr>
          <p:cNvPr id="576515" name="Rectangle 3">
            <a:extLst>
              <a:ext uri="{FF2B5EF4-FFF2-40B4-BE49-F238E27FC236}">
                <a16:creationId xmlns:a16="http://schemas.microsoft.com/office/drawing/2014/main" id="{FA898B4F-04A2-C3B4-5915-7345D890DC9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66800" y="914400"/>
            <a:ext cx="775335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作業：</a:t>
            </a:r>
            <a:r>
              <a:rPr lang="en-US" altLang="zh-CN" dirty="0"/>
              <a:t>3.20</a:t>
            </a:r>
            <a:r>
              <a:rPr lang="zh-CN" altLang="en-US" dirty="0"/>
              <a:t>；</a:t>
            </a:r>
            <a:r>
              <a:rPr lang="en-US" altLang="zh-CN" dirty="0"/>
              <a:t>3.21</a:t>
            </a:r>
            <a:r>
              <a:rPr lang="zh-CN" altLang="en-US" dirty="0"/>
              <a:t>；</a:t>
            </a:r>
            <a:r>
              <a:rPr lang="en-US" altLang="zh-CN" dirty="0"/>
              <a:t>3.22</a:t>
            </a:r>
            <a:r>
              <a:rPr lang="zh-CN" altLang="en-US" dirty="0"/>
              <a:t>；</a:t>
            </a:r>
            <a:r>
              <a:rPr lang="en-US" altLang="zh-CN" dirty="0"/>
              <a:t>3.26(1)</a:t>
            </a:r>
          </a:p>
          <a:p>
            <a:pPr eaLnBrk="1" hangingPunct="1">
              <a:defRPr/>
            </a:pPr>
            <a:r>
              <a:rPr lang="en-US" altLang="zh-CN" dirty="0"/>
              <a:t>            3.31</a:t>
            </a:r>
            <a:r>
              <a:rPr lang="zh-CN" altLang="en-US" dirty="0"/>
              <a:t>；</a:t>
            </a:r>
            <a:r>
              <a:rPr lang="en-US" altLang="zh-CN" dirty="0"/>
              <a:t>3.34</a:t>
            </a:r>
            <a:r>
              <a:rPr lang="zh-CN" altLang="en-US" dirty="0"/>
              <a:t>；</a:t>
            </a:r>
            <a:r>
              <a:rPr lang="en-US" altLang="zh-CN" dirty="0"/>
              <a:t>3.36</a:t>
            </a:r>
            <a:r>
              <a:rPr lang="zh-CN" altLang="en-US" dirty="0"/>
              <a:t>；</a:t>
            </a:r>
          </a:p>
          <a:p>
            <a:pPr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8F88436-0C62-4D87-08A3-5129237C2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2743F26-1D5E-424F-BD96-B55E31AFDAC7}" type="slidenum">
              <a:rPr lang="en-US" altLang="zh-CN" sz="1000" smtClean="0"/>
              <a:pPr>
                <a:defRPr/>
              </a:pPr>
              <a:t>2</a:t>
            </a:fld>
            <a:endParaRPr lang="en-US" altLang="zh-CN" sz="1000" dirty="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A60BC4D1-78AF-DEB4-EC4F-96B326586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133600"/>
            <a:ext cx="8153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第四章 同步時序電路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DC32A9-5A1B-0BDA-4209-5CEB8873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E6637A0-FFBD-4435-9759-83CFC093BAF7}" type="slidenum">
              <a:rPr lang="en-US" altLang="zh-CN" sz="1000" smtClean="0"/>
              <a:pPr>
                <a:defRPr/>
              </a:pPr>
              <a:t>3</a:t>
            </a:fld>
            <a:endParaRPr lang="en-US" altLang="zh-CN" sz="1000" dirty="0"/>
          </a:p>
        </p:txBody>
      </p:sp>
      <p:sp>
        <p:nvSpPr>
          <p:cNvPr id="451586" name="Rectangle 2">
            <a:extLst>
              <a:ext uri="{FF2B5EF4-FFF2-40B4-BE49-F238E27FC236}">
                <a16:creationId xmlns:a16="http://schemas.microsoft.com/office/drawing/2014/main" id="{9E61B3EC-FAA1-A902-6BFD-DA5329FDF2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92100"/>
            <a:ext cx="8362950" cy="13843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時序邏輯電路與組合邏輯電路的區別</a:t>
            </a:r>
          </a:p>
        </p:txBody>
      </p:sp>
      <p:sp>
        <p:nvSpPr>
          <p:cNvPr id="451587" name="Rectangle 3">
            <a:extLst>
              <a:ext uri="{FF2B5EF4-FFF2-40B4-BE49-F238E27FC236}">
                <a16:creationId xmlns:a16="http://schemas.microsoft.com/office/drawing/2014/main" id="{A01252C2-6738-81EF-F2BC-8859C5C66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91513" cy="440372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ffectLst/>
              </a:rPr>
              <a:t>組合邏輯電路某一時刻的輸出只取決於此時刻的輸入。</a:t>
            </a:r>
          </a:p>
          <a:p>
            <a:pPr eaLnBrk="1" hangingPunct="1"/>
            <a:r>
              <a:rPr lang="zh-CN" altLang="en-US" sz="2800" dirty="0">
                <a:effectLst/>
              </a:rPr>
              <a:t>時序邏輯電路某一時刻的穩定輸出不僅取決於當時的輸入，還取決於過去的輸入</a:t>
            </a:r>
            <a:r>
              <a:rPr lang="en-US" altLang="zh-CN" sz="2800" dirty="0">
                <a:effectLst/>
              </a:rPr>
              <a:t>(</a:t>
            </a:r>
            <a:r>
              <a:rPr lang="zh-CN" altLang="en-US" sz="2800" dirty="0">
                <a:effectLst/>
              </a:rPr>
              <a:t>歷史狀態</a:t>
            </a:r>
            <a:r>
              <a:rPr lang="en-US" altLang="zh-CN" sz="2800" dirty="0">
                <a:effectLst/>
              </a:rPr>
              <a:t>)</a:t>
            </a:r>
            <a:r>
              <a:rPr lang="zh-CN" altLang="en-US" sz="2800" dirty="0">
                <a:effectLst/>
              </a:rPr>
              <a:t>。</a:t>
            </a:r>
          </a:p>
          <a:p>
            <a:pPr lvl="1" eaLnBrk="1" hangingPunct="1"/>
            <a:r>
              <a:rPr lang="zh-CN" altLang="en-US" b="1" dirty="0">
                <a:effectLst/>
              </a:rPr>
              <a:t>記憶元件</a:t>
            </a:r>
            <a:r>
              <a:rPr lang="en-US" altLang="zh-CN" b="1" dirty="0">
                <a:effectLst/>
              </a:rPr>
              <a:t>(Memory Devices)</a:t>
            </a:r>
            <a:r>
              <a:rPr lang="zh-CN" altLang="en-US" b="1" dirty="0">
                <a:effectLst/>
              </a:rPr>
              <a:t>是時序邏輯電路的基本元件。</a:t>
            </a:r>
          </a:p>
          <a:p>
            <a:pPr lvl="1" eaLnBrk="1" hangingPunct="1"/>
            <a:r>
              <a:rPr lang="zh-CN" altLang="en-US" b="1" dirty="0">
                <a:effectLst/>
              </a:rPr>
              <a:t>電腦中的實現記憶存儲功能的元件有多種：磁存儲、光存儲、半導體存儲（電存儲）。</a:t>
            </a:r>
          </a:p>
          <a:p>
            <a:pPr lvl="1" eaLnBrk="1" hangingPunct="1"/>
            <a:r>
              <a:rPr lang="zh-CN" altLang="en-US" b="1" dirty="0">
                <a:effectLst/>
              </a:rPr>
              <a:t>時序邏輯電路中的記憶元件一定要是可以修改的，也可以控制的。這種元件稱為“觸發器”。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5">
            <a:extLst>
              <a:ext uri="{FF2B5EF4-FFF2-40B4-BE49-F238E27FC236}">
                <a16:creationId xmlns:a16="http://schemas.microsoft.com/office/drawing/2014/main" id="{092CD3B1-2FE2-D2F8-383F-A864DC6E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D3E13F0-445C-4056-8407-326B35AD7D22}" type="slidenum">
              <a:rPr lang="en-US" altLang="zh-CN" sz="1000" smtClean="0"/>
              <a:pPr>
                <a:defRPr/>
              </a:pPr>
              <a:t>4</a:t>
            </a:fld>
            <a:endParaRPr lang="en-US" altLang="zh-CN" sz="1000" dirty="0"/>
          </a:p>
        </p:txBody>
      </p:sp>
      <p:sp>
        <p:nvSpPr>
          <p:cNvPr id="453634" name="Rectangle 2">
            <a:extLst>
              <a:ext uri="{FF2B5EF4-FFF2-40B4-BE49-F238E27FC236}">
                <a16:creationId xmlns:a16="http://schemas.microsoft.com/office/drawing/2014/main" id="{EE924D69-9616-542D-B9D8-1B0687C0E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組合邏輯電路如何增加記憶功能</a:t>
            </a:r>
          </a:p>
        </p:txBody>
      </p:sp>
      <p:grpSp>
        <p:nvGrpSpPr>
          <p:cNvPr id="453635" name="Group 3">
            <a:extLst>
              <a:ext uri="{FF2B5EF4-FFF2-40B4-BE49-F238E27FC236}">
                <a16:creationId xmlns:a16="http://schemas.microsoft.com/office/drawing/2014/main" id="{4A0D623A-4FA7-BD8A-798B-E63F432AF89B}"/>
              </a:ext>
            </a:extLst>
          </p:cNvPr>
          <p:cNvGrpSpPr>
            <a:grpSpLocks/>
          </p:cNvGrpSpPr>
          <p:nvPr/>
        </p:nvGrpSpPr>
        <p:grpSpPr bwMode="auto">
          <a:xfrm>
            <a:off x="7094538" y="2605088"/>
            <a:ext cx="1592262" cy="3109912"/>
            <a:chOff x="4469" y="1728"/>
            <a:chExt cx="1003" cy="1959"/>
          </a:xfrm>
        </p:grpSpPr>
        <p:sp>
          <p:nvSpPr>
            <p:cNvPr id="8212" name="Text Box 4">
              <a:extLst>
                <a:ext uri="{FF2B5EF4-FFF2-40B4-BE49-F238E27FC236}">
                  <a16:creationId xmlns:a16="http://schemas.microsoft.com/office/drawing/2014/main" id="{2DBA6815-1188-016E-974A-14C50E2B0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728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8213" name="Rectangle 5">
              <a:extLst>
                <a:ext uri="{FF2B5EF4-FFF2-40B4-BE49-F238E27FC236}">
                  <a16:creationId xmlns:a16="http://schemas.microsoft.com/office/drawing/2014/main" id="{96EC59F5-AAA9-A3CC-4270-386D90DD3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9" y="2565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214" name="Line 6">
              <a:extLst>
                <a:ext uri="{FF2B5EF4-FFF2-40B4-BE49-F238E27FC236}">
                  <a16:creationId xmlns:a16="http://schemas.microsoft.com/office/drawing/2014/main" id="{D0B2BF74-0EF3-2591-D8B2-898C673604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7" y="1767"/>
              <a:ext cx="13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5" name="Line 7">
              <a:extLst>
                <a:ext uri="{FF2B5EF4-FFF2-40B4-BE49-F238E27FC236}">
                  <a16:creationId xmlns:a16="http://schemas.microsoft.com/office/drawing/2014/main" id="{11BAFE72-AAAB-7A20-4697-36BB429E4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6" y="2928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" name="Line 8">
              <a:extLst>
                <a:ext uri="{FF2B5EF4-FFF2-40B4-BE49-F238E27FC236}">
                  <a16:creationId xmlns:a16="http://schemas.microsoft.com/office/drawing/2014/main" id="{0B4A374F-DED4-234B-0E87-8B083C632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44" y="2919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7" name="Line 9">
              <a:extLst>
                <a:ext uri="{FF2B5EF4-FFF2-40B4-BE49-F238E27FC236}">
                  <a16:creationId xmlns:a16="http://schemas.microsoft.com/office/drawing/2014/main" id="{88B94C61-1D89-4905-B14A-8D15F1B494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7" y="2151"/>
              <a:ext cx="685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Line 10">
              <a:extLst>
                <a:ext uri="{FF2B5EF4-FFF2-40B4-BE49-F238E27FC236}">
                  <a16:creationId xmlns:a16="http://schemas.microsoft.com/office/drawing/2014/main" id="{B7CF29ED-81FD-E65F-158F-E10815CD2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44" y="3303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9" name="Text Box 11">
              <a:extLst>
                <a:ext uri="{FF2B5EF4-FFF2-40B4-BE49-F238E27FC236}">
                  <a16:creationId xmlns:a16="http://schemas.microsoft.com/office/drawing/2014/main" id="{64FD9256-BFB6-1276-0DAE-B640F6D36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9" y="3360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8220" name="Text Box 12">
              <a:extLst>
                <a:ext uri="{FF2B5EF4-FFF2-40B4-BE49-F238E27FC236}">
                  <a16:creationId xmlns:a16="http://schemas.microsoft.com/office/drawing/2014/main" id="{1C1C0265-8B2B-FEEC-1E65-513192494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631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8221" name="Line 13">
              <a:extLst>
                <a:ext uri="{FF2B5EF4-FFF2-40B4-BE49-F238E27FC236}">
                  <a16:creationId xmlns:a16="http://schemas.microsoft.com/office/drawing/2014/main" id="{52D0779C-8C85-0FFE-2AA7-7ACD3D180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151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Oval 14">
              <a:extLst>
                <a:ext uri="{FF2B5EF4-FFF2-40B4-BE49-F238E27FC236}">
                  <a16:creationId xmlns:a16="http://schemas.microsoft.com/office/drawing/2014/main" id="{A8C17177-06ED-2FA4-1113-FCEFA616E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55"/>
              <a:ext cx="144" cy="14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grpSp>
        <p:nvGrpSpPr>
          <p:cNvPr id="453647" name="Group 15">
            <a:extLst>
              <a:ext uri="{FF2B5EF4-FFF2-40B4-BE49-F238E27FC236}">
                <a16:creationId xmlns:a16="http://schemas.microsoft.com/office/drawing/2014/main" id="{3EAAE67C-3EA1-A67A-8758-7264A3087A43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514600"/>
            <a:ext cx="1592263" cy="3276600"/>
            <a:chOff x="1733" y="1728"/>
            <a:chExt cx="1003" cy="2064"/>
          </a:xfrm>
        </p:grpSpPr>
        <p:sp>
          <p:nvSpPr>
            <p:cNvPr id="8202" name="Text Box 16">
              <a:extLst>
                <a:ext uri="{FF2B5EF4-FFF2-40B4-BE49-F238E27FC236}">
                  <a16:creationId xmlns:a16="http://schemas.microsoft.com/office/drawing/2014/main" id="{8AA84747-A920-7974-79F5-99C131F17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2" y="1728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8203" name="Rectangle 17">
              <a:extLst>
                <a:ext uri="{FF2B5EF4-FFF2-40B4-BE49-F238E27FC236}">
                  <a16:creationId xmlns:a16="http://schemas.microsoft.com/office/drawing/2014/main" id="{3DD2D9B3-E2C9-FA0A-48CB-3F3531200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655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204" name="Line 18">
              <a:extLst>
                <a:ext uri="{FF2B5EF4-FFF2-40B4-BE49-F238E27FC236}">
                  <a16:creationId xmlns:a16="http://schemas.microsoft.com/office/drawing/2014/main" id="{82777468-80BA-21AD-CB8B-C356883B2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1761"/>
              <a:ext cx="0" cy="8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" name="Line 19">
              <a:extLst>
                <a:ext uri="{FF2B5EF4-FFF2-40B4-BE49-F238E27FC236}">
                  <a16:creationId xmlns:a16="http://schemas.microsoft.com/office/drawing/2014/main" id="{4A71C015-21AE-9F2C-862E-B40271BC8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" y="3018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" name="Line 20">
              <a:extLst>
                <a:ext uri="{FF2B5EF4-FFF2-40B4-BE49-F238E27FC236}">
                  <a16:creationId xmlns:a16="http://schemas.microsoft.com/office/drawing/2014/main" id="{634E70FD-C91E-3248-E542-FCBDF7DBC4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8" y="3009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" name="Line 21">
              <a:extLst>
                <a:ext uri="{FF2B5EF4-FFF2-40B4-BE49-F238E27FC236}">
                  <a16:creationId xmlns:a16="http://schemas.microsoft.com/office/drawing/2014/main" id="{9A382BCB-F1CF-4DE4-B4FF-2C14C80C95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1" y="2241"/>
              <a:ext cx="685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8" name="Line 22">
              <a:extLst>
                <a:ext uri="{FF2B5EF4-FFF2-40B4-BE49-F238E27FC236}">
                  <a16:creationId xmlns:a16="http://schemas.microsoft.com/office/drawing/2014/main" id="{FA1E46AB-64BE-A23A-CB0D-1558930A6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8" y="3393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Text Box 23">
              <a:extLst>
                <a:ext uri="{FF2B5EF4-FFF2-40B4-BE49-F238E27FC236}">
                  <a16:creationId xmlns:a16="http://schemas.microsoft.com/office/drawing/2014/main" id="{6F58A3D1-08C3-6635-4C88-68F7EF742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465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8210" name="Line 24">
              <a:extLst>
                <a:ext uri="{FF2B5EF4-FFF2-40B4-BE49-F238E27FC236}">
                  <a16:creationId xmlns:a16="http://schemas.microsoft.com/office/drawing/2014/main" id="{248621CE-23BE-93E3-45EB-77E30B553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241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1" name="Oval 25">
              <a:extLst>
                <a:ext uri="{FF2B5EF4-FFF2-40B4-BE49-F238E27FC236}">
                  <a16:creationId xmlns:a16="http://schemas.microsoft.com/office/drawing/2014/main" id="{8E718B37-1539-630A-CFEE-9F3238406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145"/>
              <a:ext cx="144" cy="14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53658" name="Rectangle 26">
            <a:extLst>
              <a:ext uri="{FF2B5EF4-FFF2-40B4-BE49-F238E27FC236}">
                <a16:creationId xmlns:a16="http://schemas.microsoft.com/office/drawing/2014/main" id="{0027BD1A-5B42-F169-08CD-985D077A9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91513" cy="4403725"/>
          </a:xfrm>
        </p:spPr>
        <p:txBody>
          <a:bodyPr/>
          <a:lstStyle/>
          <a:p>
            <a:pPr eaLnBrk="1" hangingPunct="1"/>
            <a:r>
              <a:rPr lang="zh-CN" altLang="en-US" b="1" dirty="0">
                <a:effectLst/>
              </a:rPr>
              <a:t>增加回饋功能</a:t>
            </a:r>
          </a:p>
        </p:txBody>
      </p:sp>
      <p:sp>
        <p:nvSpPr>
          <p:cNvPr id="453659" name="Text Box 27">
            <a:extLst>
              <a:ext uri="{FF2B5EF4-FFF2-40B4-BE49-F238E27FC236}">
                <a16:creationId xmlns:a16="http://schemas.microsoft.com/office/drawing/2014/main" id="{984209D4-2217-49A2-0C63-BD58CF36D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90800"/>
            <a:ext cx="1905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一旦輸入</a:t>
            </a:r>
            <a:r>
              <a:rPr lang="en-US" altLang="zh-CN" sz="2400" dirty="0">
                <a:latin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</a:rPr>
              <a:t>為“</a:t>
            </a:r>
            <a:r>
              <a:rPr lang="en-US" altLang="zh-CN" sz="2400" dirty="0">
                <a:latin typeface="Times New Roman" panose="02020603050405020304" pitchFamily="18" charset="0"/>
              </a:rPr>
              <a:t>0”</a:t>
            </a:r>
            <a:r>
              <a:rPr lang="zh-CN" altLang="en-US" sz="2400" dirty="0">
                <a:latin typeface="Times New Roman" panose="02020603050405020304" pitchFamily="18" charset="0"/>
              </a:rPr>
              <a:t>，輸出</a:t>
            </a:r>
            <a:r>
              <a:rPr lang="en-US" altLang="zh-CN" sz="2400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</a:rPr>
              <a:t>就永遠為“</a:t>
            </a:r>
            <a:r>
              <a:rPr lang="en-US" altLang="zh-CN" sz="2400" dirty="0">
                <a:latin typeface="Times New Roman" panose="02020603050405020304" pitchFamily="18" charset="0"/>
              </a:rPr>
              <a:t>0”</a:t>
            </a:r>
            <a:r>
              <a:rPr lang="zh-CN" altLang="en-US" sz="2400" dirty="0">
                <a:latin typeface="Times New Roman" panose="02020603050405020304" pitchFamily="18" charset="0"/>
              </a:rPr>
              <a:t>，該電路的特點是可以記住“過去曾經”輸入為“</a:t>
            </a:r>
            <a:r>
              <a:rPr lang="en-US" altLang="zh-CN" sz="2400" dirty="0">
                <a:latin typeface="Times New Roman" panose="02020603050405020304" pitchFamily="18" charset="0"/>
              </a:rPr>
              <a:t>0”</a:t>
            </a:r>
          </a:p>
        </p:txBody>
      </p:sp>
      <p:sp>
        <p:nvSpPr>
          <p:cNvPr id="453660" name="Text Box 28">
            <a:extLst>
              <a:ext uri="{FF2B5EF4-FFF2-40B4-BE49-F238E27FC236}">
                <a16:creationId xmlns:a16="http://schemas.microsoft.com/office/drawing/2014/main" id="{663B864F-F841-9994-8BAA-6AF198DFB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590800"/>
            <a:ext cx="1905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一旦輸入</a:t>
            </a:r>
            <a:r>
              <a:rPr lang="en-US" altLang="zh-CN" sz="2400" dirty="0">
                <a:latin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</a:rPr>
              <a:t>為“</a:t>
            </a:r>
            <a:r>
              <a:rPr lang="en-US" altLang="zh-CN" sz="2400" dirty="0">
                <a:latin typeface="Times New Roman" panose="02020603050405020304" pitchFamily="18" charset="0"/>
              </a:rPr>
              <a:t>1”</a:t>
            </a:r>
            <a:r>
              <a:rPr lang="zh-CN" altLang="en-US" sz="2400" dirty="0">
                <a:latin typeface="Times New Roman" panose="02020603050405020304" pitchFamily="18" charset="0"/>
              </a:rPr>
              <a:t>，輸出</a:t>
            </a:r>
            <a:r>
              <a:rPr lang="en-US" altLang="zh-CN" sz="2400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</a:rPr>
              <a:t>就永遠為“</a:t>
            </a:r>
            <a:r>
              <a:rPr lang="en-US" altLang="zh-CN" sz="2400" dirty="0">
                <a:latin typeface="Times New Roman" panose="02020603050405020304" pitchFamily="18" charset="0"/>
              </a:rPr>
              <a:t>1”</a:t>
            </a:r>
            <a:r>
              <a:rPr lang="zh-CN" altLang="en-US" sz="2400" dirty="0">
                <a:latin typeface="Times New Roman" panose="02020603050405020304" pitchFamily="18" charset="0"/>
              </a:rPr>
              <a:t>，該電路的特點是可以記住“過去曾經”輸入為“</a:t>
            </a:r>
            <a:r>
              <a:rPr lang="en-US" altLang="zh-CN" sz="2400" dirty="0">
                <a:latin typeface="Times New Roman" panose="02020603050405020304" pitchFamily="18" charset="0"/>
              </a:rPr>
              <a:t>1”</a:t>
            </a:r>
          </a:p>
        </p:txBody>
      </p:sp>
      <p:sp>
        <p:nvSpPr>
          <p:cNvPr id="453661" name="Text Box 29">
            <a:extLst>
              <a:ext uri="{FF2B5EF4-FFF2-40B4-BE49-F238E27FC236}">
                <a16:creationId xmlns:a16="http://schemas.microsoft.com/office/drawing/2014/main" id="{60B9F471-9F73-461F-6D30-D893C1D8F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867400"/>
            <a:ext cx="6705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當然，這兩個電路都存在一些問題，如只能修改一次等，輸出只有一個狀態等。不能直接使用。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3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53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5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5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58" grpId="0" build="p" autoUpdateAnimBg="0"/>
      <p:bldP spid="453659" grpId="0" autoUpdateAnimBg="0"/>
      <p:bldP spid="453660" grpId="0" autoUpdateAnimBg="0"/>
      <p:bldP spid="45366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5">
            <a:extLst>
              <a:ext uri="{FF2B5EF4-FFF2-40B4-BE49-F238E27FC236}">
                <a16:creationId xmlns:a16="http://schemas.microsoft.com/office/drawing/2014/main" id="{1FB37E58-1C3D-226F-621E-C18961A6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D8E4D36-7E94-422F-A8A0-B0BE647D0A8B}" type="slidenum">
              <a:rPr lang="en-US" altLang="zh-CN" sz="1000" smtClean="0"/>
              <a:pPr>
                <a:defRPr/>
              </a:pPr>
              <a:t>5</a:t>
            </a:fld>
            <a:endParaRPr lang="en-US" altLang="zh-CN" sz="1000" dirty="0"/>
          </a:p>
        </p:txBody>
      </p:sp>
      <p:sp>
        <p:nvSpPr>
          <p:cNvPr id="454658" name="Rectangle 2">
            <a:extLst>
              <a:ext uri="{FF2B5EF4-FFF2-40B4-BE49-F238E27FC236}">
                <a16:creationId xmlns:a16="http://schemas.microsoft.com/office/drawing/2014/main" id="{AD8A2472-08DF-5C38-3BD8-8792349E04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真正具備記憶功能的最簡單電路</a:t>
            </a:r>
          </a:p>
        </p:txBody>
      </p:sp>
      <p:sp>
        <p:nvSpPr>
          <p:cNvPr id="454659" name="Rectangle 3">
            <a:extLst>
              <a:ext uri="{FF2B5EF4-FFF2-40B4-BE49-F238E27FC236}">
                <a16:creationId xmlns:a16="http://schemas.microsoft.com/office/drawing/2014/main" id="{8605F631-AEB6-8D23-FD2B-3E20DACD7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1450"/>
            <a:ext cx="8610600" cy="464820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ffectLst/>
              </a:rPr>
              <a:t>該電路的特點：可以任意修改，輸出有正負兩種狀態。當</a:t>
            </a:r>
            <a:r>
              <a:rPr lang="en-US" altLang="zh-CN" sz="2800" dirty="0">
                <a:effectLst/>
              </a:rPr>
              <a:t>Input </a:t>
            </a:r>
            <a:r>
              <a:rPr lang="zh-CN" altLang="en-US" sz="2800" dirty="0">
                <a:effectLst/>
              </a:rPr>
              <a:t>撤除時，觸發器保持狀態（記憶功能）。</a:t>
            </a:r>
          </a:p>
        </p:txBody>
      </p:sp>
      <p:grpSp>
        <p:nvGrpSpPr>
          <p:cNvPr id="454660" name="Group 4">
            <a:extLst>
              <a:ext uri="{FF2B5EF4-FFF2-40B4-BE49-F238E27FC236}">
                <a16:creationId xmlns:a16="http://schemas.microsoft.com/office/drawing/2014/main" id="{6D4B427B-C45B-13A1-2192-E8F532A57697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2057400"/>
            <a:ext cx="3228975" cy="3529013"/>
            <a:chOff x="884" y="1434"/>
            <a:chExt cx="2034" cy="2223"/>
          </a:xfrm>
        </p:grpSpPr>
        <p:sp>
          <p:nvSpPr>
            <p:cNvPr id="9234" name="Rectangle 5">
              <a:extLst>
                <a:ext uri="{FF2B5EF4-FFF2-40B4-BE49-F238E27FC236}">
                  <a16:creationId xmlns:a16="http://schemas.microsoft.com/office/drawing/2014/main" id="{E4E76720-9FA9-676E-3053-D9FB20EEB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9235" name="Oval 6">
              <a:extLst>
                <a:ext uri="{FF2B5EF4-FFF2-40B4-BE49-F238E27FC236}">
                  <a16:creationId xmlns:a16="http://schemas.microsoft.com/office/drawing/2014/main" id="{97F75E71-74A2-3D9B-D4F9-DD130BE04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9236" name="Line 7">
              <a:extLst>
                <a:ext uri="{FF2B5EF4-FFF2-40B4-BE49-F238E27FC236}">
                  <a16:creationId xmlns:a16="http://schemas.microsoft.com/office/drawing/2014/main" id="{8C73676A-4351-6256-E2F3-A45CA3FA21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1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7" name="Line 8">
              <a:extLst>
                <a:ext uri="{FF2B5EF4-FFF2-40B4-BE49-F238E27FC236}">
                  <a16:creationId xmlns:a16="http://schemas.microsoft.com/office/drawing/2014/main" id="{DCA0692B-D475-D716-DAD8-DD576E47D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" y="2931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8" name="Line 9">
              <a:extLst>
                <a:ext uri="{FF2B5EF4-FFF2-40B4-BE49-F238E27FC236}">
                  <a16:creationId xmlns:a16="http://schemas.microsoft.com/office/drawing/2014/main" id="{126A097F-04AF-60DE-F8CD-731A7640A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9" name="Rectangle 10">
              <a:extLst>
                <a:ext uri="{FF2B5EF4-FFF2-40B4-BE49-F238E27FC236}">
                  <a16:creationId xmlns:a16="http://schemas.microsoft.com/office/drawing/2014/main" id="{7C3F9F18-AA4D-54E7-F10B-C43C304E5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9240" name="Oval 11">
              <a:extLst>
                <a:ext uri="{FF2B5EF4-FFF2-40B4-BE49-F238E27FC236}">
                  <a16:creationId xmlns:a16="http://schemas.microsoft.com/office/drawing/2014/main" id="{02E25571-8856-89C4-6E8A-DA31918DB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9241" name="Line 12">
              <a:extLst>
                <a:ext uri="{FF2B5EF4-FFF2-40B4-BE49-F238E27FC236}">
                  <a16:creationId xmlns:a16="http://schemas.microsoft.com/office/drawing/2014/main" id="{06A82685-2A6D-15A3-B336-FF2C15F92A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5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2" name="Line 13">
              <a:extLst>
                <a:ext uri="{FF2B5EF4-FFF2-40B4-BE49-F238E27FC236}">
                  <a16:creationId xmlns:a16="http://schemas.microsoft.com/office/drawing/2014/main" id="{F9FA3B7B-F4CC-08A9-5019-FEF6D1E09A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3" y="2931"/>
              <a:ext cx="1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3" name="Line 14">
              <a:extLst>
                <a:ext uri="{FF2B5EF4-FFF2-40B4-BE49-F238E27FC236}">
                  <a16:creationId xmlns:a16="http://schemas.microsoft.com/office/drawing/2014/main" id="{9698110A-2B1C-F890-DE7A-471140FA5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4" name="Line 15">
              <a:extLst>
                <a:ext uri="{FF2B5EF4-FFF2-40B4-BE49-F238E27FC236}">
                  <a16:creationId xmlns:a16="http://schemas.microsoft.com/office/drawing/2014/main" id="{D1400855-7D68-D709-63E7-B6F336D5A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3158"/>
              <a:ext cx="1" cy="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5" name="Line 16">
              <a:extLst>
                <a:ext uri="{FF2B5EF4-FFF2-40B4-BE49-F238E27FC236}">
                  <a16:creationId xmlns:a16="http://schemas.microsoft.com/office/drawing/2014/main" id="{1EACBADB-9300-625F-D272-62EC99776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6" name="Line 17">
              <a:extLst>
                <a:ext uri="{FF2B5EF4-FFF2-40B4-BE49-F238E27FC236}">
                  <a16:creationId xmlns:a16="http://schemas.microsoft.com/office/drawing/2014/main" id="{B109FDB3-37F9-6F16-8388-365579F68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7" name="Line 18">
              <a:extLst>
                <a:ext uri="{FF2B5EF4-FFF2-40B4-BE49-F238E27FC236}">
                  <a16:creationId xmlns:a16="http://schemas.microsoft.com/office/drawing/2014/main" id="{67E19AE5-CDA2-3185-10C0-20C5C1B373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3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8" name="Line 19">
              <a:extLst>
                <a:ext uri="{FF2B5EF4-FFF2-40B4-BE49-F238E27FC236}">
                  <a16:creationId xmlns:a16="http://schemas.microsoft.com/office/drawing/2014/main" id="{E33F88A9-0E32-71FA-B212-27584EAAEC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4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Line 20">
              <a:extLst>
                <a:ext uri="{FF2B5EF4-FFF2-40B4-BE49-F238E27FC236}">
                  <a16:creationId xmlns:a16="http://schemas.microsoft.com/office/drawing/2014/main" id="{99D722D2-C23D-F8A7-6575-6D6991EF5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" y="3294"/>
              <a:ext cx="18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0" name="Line 21">
              <a:extLst>
                <a:ext uri="{FF2B5EF4-FFF2-40B4-BE49-F238E27FC236}">
                  <a16:creationId xmlns:a16="http://schemas.microsoft.com/office/drawing/2014/main" id="{F5729681-A0D1-8E1B-028D-0456D63DDA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3" y="3203"/>
              <a:ext cx="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Line 22">
              <a:extLst>
                <a:ext uri="{FF2B5EF4-FFF2-40B4-BE49-F238E27FC236}">
                  <a16:creationId xmlns:a16="http://schemas.microsoft.com/office/drawing/2014/main" id="{824C9E36-3223-394D-B517-0E168F102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2" y="3294"/>
              <a:ext cx="18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Line 23">
              <a:extLst>
                <a:ext uri="{FF2B5EF4-FFF2-40B4-BE49-F238E27FC236}">
                  <a16:creationId xmlns:a16="http://schemas.microsoft.com/office/drawing/2014/main" id="{2A35D9C9-D8F0-2422-43A6-063B6B9C4E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2" y="3158"/>
              <a:ext cx="1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3" name="Line 24">
              <a:extLst>
                <a:ext uri="{FF2B5EF4-FFF2-40B4-BE49-F238E27FC236}">
                  <a16:creationId xmlns:a16="http://schemas.microsoft.com/office/drawing/2014/main" id="{6DF9C162-BADD-B4E8-B00B-E447190E5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3203"/>
              <a:ext cx="1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Text Box 25">
              <a:extLst>
                <a:ext uri="{FF2B5EF4-FFF2-40B4-BE49-F238E27FC236}">
                  <a16:creationId xmlns:a16="http://schemas.microsoft.com/office/drawing/2014/main" id="{52D6438D-60BD-2EAB-B233-2BD6A133F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9255" name="Text Box 26">
              <a:extLst>
                <a:ext uri="{FF2B5EF4-FFF2-40B4-BE49-F238E27FC236}">
                  <a16:creationId xmlns:a16="http://schemas.microsoft.com/office/drawing/2014/main" id="{C779C499-5CC1-9DE3-1A6A-34D3CB498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3294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9256" name="Text Box 27">
              <a:extLst>
                <a:ext uri="{FF2B5EF4-FFF2-40B4-BE49-F238E27FC236}">
                  <a16:creationId xmlns:a16="http://schemas.microsoft.com/office/drawing/2014/main" id="{B52FB147-2849-8DB2-21ED-C5BC3D34D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" y="1752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9257" name="Text Box 28">
              <a:extLst>
                <a:ext uri="{FF2B5EF4-FFF2-40B4-BE49-F238E27FC236}">
                  <a16:creationId xmlns:a16="http://schemas.microsoft.com/office/drawing/2014/main" id="{783F9B51-BF9F-9CD7-9B50-B6246FFC33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434"/>
              <a:ext cx="27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454685" name="Group 29">
            <a:extLst>
              <a:ext uri="{FF2B5EF4-FFF2-40B4-BE49-F238E27FC236}">
                <a16:creationId xmlns:a16="http://schemas.microsoft.com/office/drawing/2014/main" id="{B83D92DC-ED1D-2CB3-8A4D-F1D931AD2215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2133600"/>
            <a:ext cx="2897188" cy="2759075"/>
            <a:chOff x="3120" y="1680"/>
            <a:chExt cx="1825" cy="1738"/>
          </a:xfrm>
        </p:grpSpPr>
        <p:sp>
          <p:nvSpPr>
            <p:cNvPr id="454686" name="Text Box 30">
              <a:extLst>
                <a:ext uri="{FF2B5EF4-FFF2-40B4-BE49-F238E27FC236}">
                  <a16:creationId xmlns:a16="http://schemas.microsoft.com/office/drawing/2014/main" id="{804CE94B-693C-339B-B931-ACBA0AD09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4" y="1680"/>
              <a:ext cx="908" cy="60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           _</a:t>
              </a:r>
            </a:p>
            <a:p>
              <a:pPr algn="r"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      </a:t>
              </a:r>
              <a:r>
                <a:rPr lang="en-US" altLang="zh-CN" sz="2800" b="1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</a:t>
              </a:r>
              <a:endPara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227" name="Line 31">
              <a:extLst>
                <a:ext uri="{FF2B5EF4-FFF2-40B4-BE49-F238E27FC236}">
                  <a16:creationId xmlns:a16="http://schemas.microsoft.com/office/drawing/2014/main" id="{8D4FAFF9-C116-45B4-F718-DEEBE218DE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230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" name="Line 32">
              <a:extLst>
                <a:ext uri="{FF2B5EF4-FFF2-40B4-BE49-F238E27FC236}">
                  <a16:creationId xmlns:a16="http://schemas.microsoft.com/office/drawing/2014/main" id="{47CB25B2-654C-8ADF-7737-545C25B796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064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689" name="Text Box 33">
              <a:extLst>
                <a:ext uri="{FF2B5EF4-FFF2-40B4-BE49-F238E27FC236}">
                  <a16:creationId xmlns:a16="http://schemas.microsoft.com/office/drawing/2014/main" id="{71425B4C-BF79-D088-D533-F78CEC17F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7" y="1695"/>
              <a:ext cx="739" cy="59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r"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R  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230" name="Text Box 34">
              <a:extLst>
                <a:ext uri="{FF2B5EF4-FFF2-40B4-BE49-F238E27FC236}">
                  <a16:creationId xmlns:a16="http://schemas.microsoft.com/office/drawing/2014/main" id="{DF5E482C-B7B3-CB89-1148-EF5C44CD8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409"/>
              <a:ext cx="1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454691" name="Text Box 35">
              <a:extLst>
                <a:ext uri="{FF2B5EF4-FFF2-40B4-BE49-F238E27FC236}">
                  <a16:creationId xmlns:a16="http://schemas.microsoft.com/office/drawing/2014/main" id="{1224A2B3-C772-D7E2-6CF9-029DA1F82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352"/>
              <a:ext cx="1740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1      0       0        1</a:t>
              </a:r>
            </a:p>
          </p:txBody>
        </p:sp>
        <p:sp>
          <p:nvSpPr>
            <p:cNvPr id="454692" name="Text Box 36">
              <a:extLst>
                <a:ext uri="{FF2B5EF4-FFF2-40B4-BE49-F238E27FC236}">
                  <a16:creationId xmlns:a16="http://schemas.microsoft.com/office/drawing/2014/main" id="{0D9F03C7-92E8-DBFF-2BD9-5665FDD0A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77"/>
              <a:ext cx="1740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0      1       1        0</a:t>
              </a:r>
            </a:p>
          </p:txBody>
        </p:sp>
        <p:sp>
          <p:nvSpPr>
            <p:cNvPr id="454693" name="Text Box 37">
              <a:extLst>
                <a:ext uri="{FF2B5EF4-FFF2-40B4-BE49-F238E27FC236}">
                  <a16:creationId xmlns:a16="http://schemas.microsoft.com/office/drawing/2014/main" id="{D59004DE-1EA8-A964-CA12-93EAEAF2A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817"/>
              <a:ext cx="1825" cy="60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                           _</a:t>
              </a:r>
            </a:p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1      1      Q       </a:t>
              </a:r>
              <a:r>
                <a:rPr lang="en-US" altLang="zh-CN" sz="2800" b="1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</a:t>
              </a:r>
              <a:endPara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454694" name="Rectangle 38">
            <a:extLst>
              <a:ext uri="{FF2B5EF4-FFF2-40B4-BE49-F238E27FC236}">
                <a16:creationId xmlns:a16="http://schemas.microsoft.com/office/drawing/2014/main" id="{D99D9A1B-8335-7A5A-1079-3A6C7C224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0" y="4884738"/>
            <a:ext cx="3206750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      0        1*      1 *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54695" name="Text Box 39">
            <a:extLst>
              <a:ext uri="{FF2B5EF4-FFF2-40B4-BE49-F238E27FC236}">
                <a16:creationId xmlns:a16="http://schemas.microsoft.com/office/drawing/2014/main" id="{552DD293-B926-85D7-15EF-3298BCCE2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743200"/>
            <a:ext cx="1752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存在的問題：如果</a:t>
            </a:r>
            <a:r>
              <a:rPr lang="en-US" altLang="zh-CN" sz="2400" dirty="0">
                <a:latin typeface="Times New Roman" panose="02020603050405020304" pitchFamily="18" charset="0"/>
              </a:rPr>
              <a:t>S,R</a:t>
            </a:r>
            <a:r>
              <a:rPr lang="zh-CN" altLang="en-US" sz="2400" dirty="0">
                <a:latin typeface="Times New Roman" panose="02020603050405020304" pitchFamily="18" charset="0"/>
              </a:rPr>
              <a:t>都為“</a:t>
            </a:r>
            <a:r>
              <a:rPr lang="en-US" altLang="zh-CN" sz="2400" dirty="0">
                <a:latin typeface="Times New Roman" panose="02020603050405020304" pitchFamily="18" charset="0"/>
              </a:rPr>
              <a:t>0”</a:t>
            </a:r>
            <a:r>
              <a:rPr lang="zh-CN" altLang="en-US" sz="2400" dirty="0">
                <a:latin typeface="Times New Roman" panose="02020603050405020304" pitchFamily="18" charset="0"/>
              </a:rPr>
              <a:t>，則兩個輸出都為“</a:t>
            </a:r>
            <a:r>
              <a:rPr lang="en-US" altLang="zh-CN" sz="2400" dirty="0">
                <a:latin typeface="Times New Roman" panose="02020603050405020304" pitchFamily="18" charset="0"/>
              </a:rPr>
              <a:t>1”</a:t>
            </a:r>
            <a:r>
              <a:rPr lang="zh-CN" altLang="en-US" sz="2400" dirty="0">
                <a:latin typeface="Times New Roman" panose="02020603050405020304" pitchFamily="18" charset="0"/>
              </a:rPr>
              <a:t>。非正常狀態</a:t>
            </a:r>
            <a:r>
              <a:rPr lang="en-US" altLang="zh-CN" sz="2400" dirty="0">
                <a:latin typeface="Times New Roman" panose="02020603050405020304" pitchFamily="18" charset="0"/>
              </a:rPr>
              <a:t>!</a:t>
            </a:r>
          </a:p>
        </p:txBody>
      </p:sp>
      <p:sp>
        <p:nvSpPr>
          <p:cNvPr id="454696" name="Rectangle 40">
            <a:extLst>
              <a:ext uri="{FF2B5EF4-FFF2-40B4-BE49-F238E27FC236}">
                <a16:creationId xmlns:a16="http://schemas.microsoft.com/office/drawing/2014/main" id="{518A14CC-3551-3E3E-1099-22AE33DDA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821363"/>
            <a:ext cx="5181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該電路名稱：</a:t>
            </a:r>
            <a:r>
              <a:rPr lang="en-US" altLang="zh-CN" dirty="0">
                <a:latin typeface="Times New Roman" panose="02020603050405020304" pitchFamily="18" charset="0"/>
              </a:rPr>
              <a:t>RS</a:t>
            </a:r>
            <a:r>
              <a:rPr lang="zh-CN" altLang="en-US" dirty="0">
                <a:latin typeface="Times New Roman" panose="02020603050405020304" pitchFamily="18" charset="0"/>
              </a:rPr>
              <a:t>基本觸發器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4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4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4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4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4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59" grpId="0" build="p" autoUpdateAnimBg="0"/>
      <p:bldP spid="454694" grpId="0" autoUpdateAnimBg="0"/>
      <p:bldP spid="454695" grpId="0" autoUpdateAnimBg="0"/>
      <p:bldP spid="45469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0">
            <a:extLst>
              <a:ext uri="{FF2B5EF4-FFF2-40B4-BE49-F238E27FC236}">
                <a16:creationId xmlns:a16="http://schemas.microsoft.com/office/drawing/2014/main" id="{6AB38991-9BE1-DF27-2AD7-E55D15D1A9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4BA9E35-29E2-4E83-8B9E-82104302A549}" type="slidenum">
              <a:rPr lang="en-US" altLang="zh-CN" sz="1000" smtClean="0"/>
              <a:pPr>
                <a:defRPr/>
              </a:pPr>
              <a:t>6</a:t>
            </a:fld>
            <a:endParaRPr lang="en-US" altLang="zh-CN" sz="1000" dirty="0"/>
          </a:p>
        </p:txBody>
      </p:sp>
      <p:sp>
        <p:nvSpPr>
          <p:cNvPr id="455682" name="Rectangle 2">
            <a:extLst>
              <a:ext uri="{FF2B5EF4-FFF2-40B4-BE49-F238E27FC236}">
                <a16:creationId xmlns:a16="http://schemas.microsoft.com/office/drawing/2014/main" id="{899AA775-C39F-B3F8-E819-B198AEE9DE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16013" y="260350"/>
            <a:ext cx="70866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第四章 同步時序電路</a:t>
            </a:r>
          </a:p>
        </p:txBody>
      </p:sp>
      <p:sp>
        <p:nvSpPr>
          <p:cNvPr id="455683" name="Rectangle 3">
            <a:extLst>
              <a:ext uri="{FF2B5EF4-FFF2-40B4-BE49-F238E27FC236}">
                <a16:creationId xmlns:a16="http://schemas.microsoft.com/office/drawing/2014/main" id="{0EC3EAE5-0DEA-553C-316D-1321B84123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16013" y="1773238"/>
            <a:ext cx="7321550" cy="79216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dirty="0">
                <a:latin typeface="Monotype Corsiva" panose="03010101010201010101" pitchFamily="66" charset="0"/>
              </a:rPr>
              <a:t>Synchronous  Sequential Logic Circuit</a:t>
            </a:r>
          </a:p>
        </p:txBody>
      </p:sp>
      <p:sp>
        <p:nvSpPr>
          <p:cNvPr id="455684" name="Text Box 4">
            <a:extLst>
              <a:ext uri="{FF2B5EF4-FFF2-40B4-BE49-F238E27FC236}">
                <a16:creationId xmlns:a16="http://schemas.microsoft.com/office/drawing/2014/main" id="{2E23CF3B-91C6-A34B-CF36-F65941C74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636838"/>
            <a:ext cx="7200900" cy="33559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§1. 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觸發器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§2.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同步時序電路的分析與設計方法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§3.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計數器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§4.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移位暫存器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（主要是這四部分內容，並以計數器和移位暫存器 等典型器件為例，介紹分析和設計方法。）</a:t>
            </a:r>
          </a:p>
        </p:txBody>
      </p:sp>
      <p:sp>
        <p:nvSpPr>
          <p:cNvPr id="455685" name="Rectangle 5">
            <a:extLst>
              <a:ext uri="{FF2B5EF4-FFF2-40B4-BE49-F238E27FC236}">
                <a16:creationId xmlns:a16="http://schemas.microsoft.com/office/drawing/2014/main" id="{FED48A0A-845B-C38E-0748-48526057E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9080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4FEF7-55EB-15FC-9D99-75EBCDC9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56810D5-F86E-415B-A63A-5EEADF9605EA}" type="slidenum">
              <a:rPr lang="en-US" altLang="zh-CN" sz="1000" smtClean="0"/>
              <a:pPr>
                <a:defRPr/>
              </a:pPr>
              <a:t>7</a:t>
            </a:fld>
            <a:endParaRPr lang="en-US" altLang="zh-CN" sz="1000" dirty="0"/>
          </a:p>
        </p:txBody>
      </p:sp>
      <p:sp>
        <p:nvSpPr>
          <p:cNvPr id="457730" name="Rectangle 2">
            <a:extLst>
              <a:ext uri="{FF2B5EF4-FFF2-40B4-BE49-F238E27FC236}">
                <a16:creationId xmlns:a16="http://schemas.microsoft.com/office/drawing/2014/main" id="{FC7CD67A-035B-475F-CACE-FECD26F5D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 </a:t>
            </a:r>
            <a:r>
              <a:rPr lang="zh-CN" altLang="en-US" dirty="0"/>
              <a:t>觸發器</a:t>
            </a:r>
          </a:p>
        </p:txBody>
      </p:sp>
      <p:sp>
        <p:nvSpPr>
          <p:cNvPr id="457731" name="Rectangle 3">
            <a:extLst>
              <a:ext uri="{FF2B5EF4-FFF2-40B4-BE49-F238E27FC236}">
                <a16:creationId xmlns:a16="http://schemas.microsoft.com/office/drawing/2014/main" id="{918BED7F-52EF-21F4-F443-99F1DE477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觸發器</a:t>
            </a:r>
          </a:p>
          <a:p>
            <a:pPr lvl="1" eaLnBrk="1" hangingPunct="1">
              <a:defRPr/>
            </a:pPr>
            <a:r>
              <a:rPr lang="zh-CN" altLang="en-US" b="1" dirty="0"/>
              <a:t>能存儲</a:t>
            </a:r>
            <a:r>
              <a:rPr lang="en-US" altLang="zh-CN" b="1" dirty="0"/>
              <a:t>1</a:t>
            </a:r>
            <a:r>
              <a:rPr lang="zh-CN" altLang="en-US" b="1" dirty="0"/>
              <a:t>位二進位數字的記憶元件。</a:t>
            </a:r>
          </a:p>
          <a:p>
            <a:pPr lvl="1" eaLnBrk="1" hangingPunct="1">
              <a:defRPr/>
            </a:pPr>
            <a:r>
              <a:rPr lang="zh-CN" altLang="en-US" b="1" dirty="0"/>
              <a:t>為什麼叫觸發器？在外部信號控制下“一觸即發”！</a:t>
            </a:r>
          </a:p>
          <a:p>
            <a:pPr lvl="1" eaLnBrk="1" hangingPunct="1">
              <a:defRPr/>
            </a:pPr>
            <a:r>
              <a:rPr lang="zh-CN" altLang="en-US" b="1" dirty="0"/>
              <a:t>觸發器的英文縮寫：</a:t>
            </a:r>
            <a:r>
              <a:rPr lang="en-US" altLang="zh-CN" b="1" dirty="0"/>
              <a:t>FF</a:t>
            </a:r>
            <a:r>
              <a:rPr lang="zh-CN" altLang="en-US" b="1" dirty="0"/>
              <a:t>，來自</a:t>
            </a:r>
            <a:r>
              <a:rPr lang="en-US" altLang="zh-CN" b="1" dirty="0"/>
              <a:t>Flip-Flop</a:t>
            </a:r>
          </a:p>
          <a:p>
            <a:pPr lvl="1" eaLnBrk="1" hangingPunct="1">
              <a:defRPr/>
            </a:pPr>
            <a:r>
              <a:rPr lang="zh-CN" altLang="en-US" b="1" dirty="0"/>
              <a:t>觸發器名字取得好！源于英文：</a:t>
            </a:r>
            <a:r>
              <a:rPr lang="en-US" altLang="zh-CN" b="1" dirty="0"/>
              <a:t>trigger</a:t>
            </a:r>
            <a:r>
              <a:rPr lang="zh-CN" altLang="en-US" b="1" dirty="0"/>
              <a:t>（扳機，起動器）和 </a:t>
            </a:r>
            <a:r>
              <a:rPr lang="en-US" altLang="zh-CN" b="1" dirty="0"/>
              <a:t>Flip-Flop</a:t>
            </a:r>
            <a:r>
              <a:rPr lang="zh-CN" altLang="en-US" b="1" dirty="0"/>
              <a:t>（啪嗒啪嗒的響聲或動作，翻筋斗）</a:t>
            </a:r>
          </a:p>
          <a:p>
            <a:pPr eaLnBrk="1" hangingPunct="1">
              <a:defRPr/>
            </a:pPr>
            <a:endParaRPr lang="en-US" altLang="zh-CN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C1C15A5-1533-FE45-9C99-D24484EE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4281089-DD2E-440E-96A0-BB521DDAED11}" type="slidenum">
              <a:rPr lang="en-US" altLang="zh-CN" sz="1000" smtClean="0"/>
              <a:pPr>
                <a:defRPr/>
              </a:pPr>
              <a:t>8</a:t>
            </a:fld>
            <a:endParaRPr lang="en-US" altLang="zh-CN" sz="1000" dirty="0"/>
          </a:p>
        </p:txBody>
      </p:sp>
      <p:sp>
        <p:nvSpPr>
          <p:cNvPr id="458754" name="Rectangle 2">
            <a:extLst>
              <a:ext uri="{FF2B5EF4-FFF2-40B4-BE49-F238E27FC236}">
                <a16:creationId xmlns:a16="http://schemas.microsoft.com/office/drawing/2014/main" id="{5EF0A8D5-4905-CEE9-B13E-5B600787C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 </a:t>
            </a:r>
            <a:r>
              <a:rPr lang="zh-CN" altLang="en-US" dirty="0"/>
              <a:t>觸發器</a:t>
            </a:r>
          </a:p>
        </p:txBody>
      </p:sp>
      <p:sp>
        <p:nvSpPr>
          <p:cNvPr id="458755" name="Rectangle 3">
            <a:extLst>
              <a:ext uri="{FF2B5EF4-FFF2-40B4-BE49-F238E27FC236}">
                <a16:creationId xmlns:a16="http://schemas.microsoft.com/office/drawing/2014/main" id="{6C3366DD-6603-A763-6EA0-540C27391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b="1" dirty="0"/>
              <a:t>觸發器有好多種，如何分類？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>
                <a:effectLst/>
              </a:rPr>
              <a:t>按時鐘</a:t>
            </a:r>
            <a:r>
              <a:rPr lang="en-US" altLang="zh-CN" b="1" dirty="0">
                <a:effectLst/>
              </a:rPr>
              <a:t>(Clock Pulse)</a:t>
            </a:r>
            <a:r>
              <a:rPr lang="zh-CN" altLang="en-US" b="1" dirty="0">
                <a:effectLst/>
              </a:rPr>
              <a:t>控制方式分類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b="1" dirty="0">
                <a:effectLst/>
              </a:rPr>
              <a:t>電位觸發方式</a:t>
            </a:r>
            <a:r>
              <a:rPr lang="en-US" altLang="zh-CN" b="1" dirty="0">
                <a:effectLst/>
              </a:rPr>
              <a:t>FF (Level Trigger)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b="1" dirty="0">
                <a:effectLst/>
              </a:rPr>
              <a:t>邊沿觸發方式</a:t>
            </a:r>
            <a:r>
              <a:rPr lang="en-US" altLang="zh-CN" b="1" dirty="0">
                <a:effectLst/>
              </a:rPr>
              <a:t>FF (Edge-Trigger)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b="1" dirty="0">
                <a:effectLst/>
              </a:rPr>
              <a:t>主</a:t>
            </a:r>
            <a:r>
              <a:rPr lang="en-US" altLang="zh-CN" b="1" dirty="0">
                <a:effectLst/>
              </a:rPr>
              <a:t>-</a:t>
            </a:r>
            <a:r>
              <a:rPr lang="zh-CN" altLang="en-US" b="1" dirty="0">
                <a:effectLst/>
              </a:rPr>
              <a:t>從觸發方式</a:t>
            </a:r>
            <a:r>
              <a:rPr lang="en-US" altLang="zh-CN" b="1" dirty="0">
                <a:effectLst/>
              </a:rPr>
              <a:t>FF (Master-Slave </a:t>
            </a:r>
            <a:r>
              <a:rPr lang="zh-CN" altLang="en-US" b="1" dirty="0">
                <a:effectLst/>
              </a:rPr>
              <a:t>或 </a:t>
            </a:r>
            <a:r>
              <a:rPr lang="en-US" altLang="zh-CN" b="1" dirty="0">
                <a:effectLst/>
              </a:rPr>
              <a:t>Pulse-Trigger</a:t>
            </a:r>
            <a:r>
              <a:rPr lang="en-US" altLang="zh-CN" dirty="0">
                <a:effectLst/>
              </a:rPr>
              <a:t> 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>
                <a:effectLst/>
              </a:rPr>
              <a:t>按功能來分類：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b="1" dirty="0">
                <a:effectLst/>
              </a:rPr>
              <a:t>D</a:t>
            </a:r>
            <a:r>
              <a:rPr lang="zh-CN" altLang="en-US" b="1" dirty="0">
                <a:effectLst/>
              </a:rPr>
              <a:t>觸發器</a:t>
            </a:r>
            <a:r>
              <a:rPr lang="en-US" altLang="zh-CN" b="1" dirty="0">
                <a:effectLst/>
              </a:rPr>
              <a:t>(Delay)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b="1" dirty="0">
                <a:effectLst/>
              </a:rPr>
              <a:t>R-S</a:t>
            </a:r>
            <a:r>
              <a:rPr lang="zh-CN" altLang="en-US" b="1" dirty="0">
                <a:effectLst/>
              </a:rPr>
              <a:t>觸發器</a:t>
            </a:r>
            <a:r>
              <a:rPr lang="en-US" altLang="zh-CN" b="1" dirty="0">
                <a:effectLst/>
              </a:rPr>
              <a:t>(Set-Reset)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b="1" dirty="0">
                <a:effectLst/>
              </a:rPr>
              <a:t>J-K</a:t>
            </a:r>
            <a:r>
              <a:rPr lang="zh-CN" altLang="en-US" b="1" dirty="0">
                <a:effectLst/>
              </a:rPr>
              <a:t>觸發器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b="1" dirty="0">
                <a:effectLst/>
              </a:rPr>
              <a:t>T</a:t>
            </a:r>
            <a:r>
              <a:rPr lang="zh-CN" altLang="en-US" b="1" dirty="0">
                <a:effectLst/>
              </a:rPr>
              <a:t>觸發器</a:t>
            </a:r>
            <a:r>
              <a:rPr lang="en-US" altLang="zh-CN" b="1" dirty="0">
                <a:effectLst/>
              </a:rPr>
              <a:t>(Toggle)</a:t>
            </a:r>
          </a:p>
        </p:txBody>
      </p:sp>
      <p:sp>
        <p:nvSpPr>
          <p:cNvPr id="458756" name="Rectangle 4">
            <a:extLst>
              <a:ext uri="{FF2B5EF4-FFF2-40B4-BE49-F238E27FC236}">
                <a16:creationId xmlns:a16="http://schemas.microsoft.com/office/drawing/2014/main" id="{B5B1AC8E-8376-00B3-8C1F-39CCE3E0C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110288"/>
            <a:ext cx="667385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重點掌握：邊沿觸發方式的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JK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觸發器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5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34DE89-5847-6B17-288F-EDBD1B03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660F681-178F-4776-9792-37AA96AE991C}" type="slidenum">
              <a:rPr lang="en-US" altLang="zh-CN" sz="1000" smtClean="0"/>
              <a:pPr>
                <a:defRPr/>
              </a:pPr>
              <a:t>9</a:t>
            </a:fld>
            <a:endParaRPr lang="en-US" altLang="zh-CN" sz="1000" dirty="0"/>
          </a:p>
        </p:txBody>
      </p:sp>
      <p:sp>
        <p:nvSpPr>
          <p:cNvPr id="572418" name="Rectangle 2">
            <a:extLst>
              <a:ext uri="{FF2B5EF4-FFF2-40B4-BE49-F238E27FC236}">
                <a16:creationId xmlns:a16="http://schemas.microsoft.com/office/drawing/2014/main" id="{A13199EF-867E-1A71-AA1B-0999FE463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72419" name="Rectangle 3">
            <a:extLst>
              <a:ext uri="{FF2B5EF4-FFF2-40B4-BE49-F238E27FC236}">
                <a16:creationId xmlns:a16="http://schemas.microsoft.com/office/drawing/2014/main" id="{A5D78EF2-9194-8C67-41EB-CBEF69C51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基本</a:t>
            </a:r>
            <a:r>
              <a:rPr lang="en-US" altLang="zh-CN" dirty="0"/>
              <a:t>R-S</a:t>
            </a: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電位觸發方式的觸發器</a:t>
            </a:r>
          </a:p>
          <a:p>
            <a:pPr lvl="1" eaLnBrk="1" hangingPunct="1">
              <a:defRPr/>
            </a:pPr>
            <a:r>
              <a:rPr lang="zh-CN" altLang="en-US" dirty="0"/>
              <a:t>邊沿觸發方式的觸發器</a:t>
            </a:r>
          </a:p>
          <a:p>
            <a:pPr lvl="1" eaLnBrk="1" hangingPunct="1">
              <a:defRPr/>
            </a:pPr>
            <a:r>
              <a:rPr lang="zh-CN" altLang="en-US" dirty="0"/>
              <a:t>主－從觸發器方式的觸發器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ACFE6FA-8B26-C436-A372-DCD0FAAB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EF904C5-8E27-475E-8D56-0B76811C17B0}" type="slidenum">
              <a:rPr lang="en-US" altLang="zh-CN" sz="1000" smtClean="0"/>
              <a:pPr>
                <a:defRPr/>
              </a:pPr>
              <a:t>10</a:t>
            </a:fld>
            <a:endParaRPr lang="en-US" altLang="zh-CN" sz="1000" dirty="0"/>
          </a:p>
        </p:txBody>
      </p:sp>
      <p:sp>
        <p:nvSpPr>
          <p:cNvPr id="576514" name="Rectangle 2">
            <a:extLst>
              <a:ext uri="{FF2B5EF4-FFF2-40B4-BE49-F238E27FC236}">
                <a16:creationId xmlns:a16="http://schemas.microsoft.com/office/drawing/2014/main" id="{574E8DD3-DD58-F91C-2F2A-D7F49C512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76515" name="Rectangle 3">
            <a:extLst>
              <a:ext uri="{FF2B5EF4-FFF2-40B4-BE49-F238E27FC236}">
                <a16:creationId xmlns:a16="http://schemas.microsoft.com/office/drawing/2014/main" id="{9C3BDAEB-8109-ED26-DD6B-26C7662D3F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</a:rPr>
              <a:t>基本</a:t>
            </a:r>
            <a:r>
              <a:rPr lang="en-US" altLang="zh-CN" dirty="0">
                <a:solidFill>
                  <a:srgbClr val="FFFF00"/>
                </a:solidFill>
              </a:rPr>
              <a:t>R-S</a:t>
            </a:r>
            <a:r>
              <a:rPr lang="zh-CN" altLang="en-US" dirty="0">
                <a:solidFill>
                  <a:srgbClr val="FFFF00"/>
                </a:solidFill>
              </a:rPr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電位觸發方式的觸發器</a:t>
            </a:r>
          </a:p>
          <a:p>
            <a:pPr lvl="1" eaLnBrk="1" hangingPunct="1">
              <a:defRPr/>
            </a:pPr>
            <a:r>
              <a:rPr lang="zh-CN" altLang="en-US" dirty="0"/>
              <a:t>邊沿觸發方式的觸發器</a:t>
            </a:r>
          </a:p>
          <a:p>
            <a:pPr lvl="1" eaLnBrk="1" hangingPunct="1">
              <a:defRPr/>
            </a:pPr>
            <a:r>
              <a:rPr lang="zh-CN" altLang="en-US" dirty="0"/>
              <a:t>主－從觸發器方式的觸發器</a:t>
            </a:r>
          </a:p>
        </p:txBody>
      </p:sp>
      <p:sp>
        <p:nvSpPr>
          <p:cNvPr id="576516" name="Rectangle 4">
            <a:extLst>
              <a:ext uri="{FF2B5EF4-FFF2-40B4-BE49-F238E27FC236}">
                <a16:creationId xmlns:a16="http://schemas.microsoft.com/office/drawing/2014/main" id="{189CDD62-DBA5-E83D-419B-B001CFA34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4945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灯片编号占位符 5">
            <a:extLst>
              <a:ext uri="{FF2B5EF4-FFF2-40B4-BE49-F238E27FC236}">
                <a16:creationId xmlns:a16="http://schemas.microsoft.com/office/drawing/2014/main" id="{E1349BB6-2C76-C87D-D433-D11AA681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77F07B6-915F-424B-802B-103B8D4DEB13}" type="slidenum">
              <a:rPr lang="en-US" altLang="zh-CN" sz="1000" smtClean="0"/>
              <a:pPr>
                <a:defRPr/>
              </a:pPr>
              <a:t>11</a:t>
            </a:fld>
            <a:endParaRPr lang="en-US" altLang="zh-CN" sz="1000" dirty="0"/>
          </a:p>
        </p:txBody>
      </p:sp>
      <p:sp>
        <p:nvSpPr>
          <p:cNvPr id="459778" name="Rectangle 2">
            <a:extLst>
              <a:ext uri="{FF2B5EF4-FFF2-40B4-BE49-F238E27FC236}">
                <a16:creationId xmlns:a16="http://schemas.microsoft.com/office/drawing/2014/main" id="{E7407B1B-B749-A1EA-6AAD-CA2D0A9C3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 </a:t>
            </a:r>
            <a:r>
              <a:rPr lang="zh-CN" altLang="en-US" dirty="0"/>
              <a:t>觸發器</a:t>
            </a:r>
          </a:p>
        </p:txBody>
      </p:sp>
      <p:sp>
        <p:nvSpPr>
          <p:cNvPr id="459779" name="Rectangle 3">
            <a:extLst>
              <a:ext uri="{FF2B5EF4-FFF2-40B4-BE49-F238E27FC236}">
                <a16:creationId xmlns:a16="http://schemas.microsoft.com/office/drawing/2014/main" id="{C1E76292-7D73-6F30-B1B6-5A200004D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1450"/>
            <a:ext cx="8305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反及閘構成的</a:t>
            </a:r>
            <a:r>
              <a:rPr lang="zh-CN" altLang="en-US" b="1" dirty="0">
                <a:latin typeface="Times New Roman" panose="02020603050405020304" pitchFamily="18" charset="0"/>
              </a:rPr>
              <a:t>“</a:t>
            </a:r>
            <a:r>
              <a:rPr lang="zh-CN" altLang="en-US" b="1" dirty="0"/>
              <a:t>直接置位</a:t>
            </a:r>
            <a:r>
              <a:rPr lang="en-US" altLang="zh-CN" b="1" dirty="0"/>
              <a:t>-</a:t>
            </a:r>
            <a:r>
              <a:rPr lang="zh-CN" altLang="en-US" b="1" dirty="0"/>
              <a:t>復位型</a:t>
            </a:r>
            <a:r>
              <a:rPr lang="en-US" altLang="zh-CN" b="1" dirty="0"/>
              <a:t>R-S</a:t>
            </a:r>
            <a:r>
              <a:rPr lang="zh-CN" altLang="en-US" b="1" dirty="0"/>
              <a:t>觸發器</a:t>
            </a:r>
            <a:r>
              <a:rPr lang="zh-CN" altLang="en-US" b="1" dirty="0">
                <a:latin typeface="Times New Roman" panose="02020603050405020304" pitchFamily="18" charset="0"/>
              </a:rPr>
              <a:t>”</a:t>
            </a:r>
            <a:r>
              <a:rPr lang="zh-CN" altLang="en-US" b="1" dirty="0"/>
              <a:t>或稱</a:t>
            </a:r>
            <a:r>
              <a:rPr lang="zh-CN" altLang="en-US" b="1" dirty="0">
                <a:latin typeface="Times New Roman" panose="02020603050405020304" pitchFamily="18" charset="0"/>
              </a:rPr>
              <a:t>“</a:t>
            </a:r>
            <a:r>
              <a:rPr lang="en-US" altLang="zh-CN" b="1" dirty="0"/>
              <a:t>R-S</a:t>
            </a:r>
            <a:r>
              <a:rPr lang="zh-CN" altLang="en-US" b="1" dirty="0"/>
              <a:t>基本觸發器</a:t>
            </a:r>
            <a:r>
              <a:rPr lang="zh-CN" altLang="en-US" b="1" dirty="0">
                <a:latin typeface="Times New Roman" panose="02020603050405020304" pitchFamily="18" charset="0"/>
              </a:rPr>
              <a:t>”</a:t>
            </a:r>
            <a:endParaRPr lang="zh-CN" altLang="en-US" b="1" dirty="0"/>
          </a:p>
          <a:p>
            <a:pPr eaLnBrk="1" hangingPunct="1">
              <a:defRPr/>
            </a:pPr>
            <a:endParaRPr lang="en-US" altLang="zh-CN" dirty="0"/>
          </a:p>
        </p:txBody>
      </p:sp>
      <p:grpSp>
        <p:nvGrpSpPr>
          <p:cNvPr id="16389" name="Group 4">
            <a:extLst>
              <a:ext uri="{FF2B5EF4-FFF2-40B4-BE49-F238E27FC236}">
                <a16:creationId xmlns:a16="http://schemas.microsoft.com/office/drawing/2014/main" id="{5C4E8B54-0A7C-5BA9-1042-3548865369D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236788"/>
            <a:ext cx="2613025" cy="2941637"/>
            <a:chOff x="884" y="1434"/>
            <a:chExt cx="2108" cy="2258"/>
          </a:xfrm>
        </p:grpSpPr>
        <p:sp>
          <p:nvSpPr>
            <p:cNvPr id="16419" name="Rectangle 5">
              <a:extLst>
                <a:ext uri="{FF2B5EF4-FFF2-40B4-BE49-F238E27FC236}">
                  <a16:creationId xmlns:a16="http://schemas.microsoft.com/office/drawing/2014/main" id="{1964772D-60C0-7698-DD3F-F27F3FE3E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6420" name="Oval 6">
              <a:extLst>
                <a:ext uri="{FF2B5EF4-FFF2-40B4-BE49-F238E27FC236}">
                  <a16:creationId xmlns:a16="http://schemas.microsoft.com/office/drawing/2014/main" id="{18CF6FC1-2E0C-B6FF-9017-818E7669B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6421" name="Line 7">
              <a:extLst>
                <a:ext uri="{FF2B5EF4-FFF2-40B4-BE49-F238E27FC236}">
                  <a16:creationId xmlns:a16="http://schemas.microsoft.com/office/drawing/2014/main" id="{3BB87FF1-3FEA-637C-61C0-F0472A53B2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1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2" name="Line 8">
              <a:extLst>
                <a:ext uri="{FF2B5EF4-FFF2-40B4-BE49-F238E27FC236}">
                  <a16:creationId xmlns:a16="http://schemas.microsoft.com/office/drawing/2014/main" id="{076745E3-A596-73D5-7774-576BD8259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" y="2931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3" name="Line 9">
              <a:extLst>
                <a:ext uri="{FF2B5EF4-FFF2-40B4-BE49-F238E27FC236}">
                  <a16:creationId xmlns:a16="http://schemas.microsoft.com/office/drawing/2014/main" id="{E9B1DBD9-E61C-04F7-D902-9CE9541D5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4" name="Rectangle 10">
              <a:extLst>
                <a:ext uri="{FF2B5EF4-FFF2-40B4-BE49-F238E27FC236}">
                  <a16:creationId xmlns:a16="http://schemas.microsoft.com/office/drawing/2014/main" id="{8BE44437-3133-3FD7-9E2B-EF30AEEA1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6425" name="Oval 11">
              <a:extLst>
                <a:ext uri="{FF2B5EF4-FFF2-40B4-BE49-F238E27FC236}">
                  <a16:creationId xmlns:a16="http://schemas.microsoft.com/office/drawing/2014/main" id="{13B0BA9D-852A-F5D3-08D7-009B8DF5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6426" name="Line 12">
              <a:extLst>
                <a:ext uri="{FF2B5EF4-FFF2-40B4-BE49-F238E27FC236}">
                  <a16:creationId xmlns:a16="http://schemas.microsoft.com/office/drawing/2014/main" id="{80AC0AF4-3200-4B74-1820-A0744C47F1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5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7" name="Line 13">
              <a:extLst>
                <a:ext uri="{FF2B5EF4-FFF2-40B4-BE49-F238E27FC236}">
                  <a16:creationId xmlns:a16="http://schemas.microsoft.com/office/drawing/2014/main" id="{4B71C473-37D1-A962-7BF3-D21D01877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3" y="2931"/>
              <a:ext cx="1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8" name="Line 14">
              <a:extLst>
                <a:ext uri="{FF2B5EF4-FFF2-40B4-BE49-F238E27FC236}">
                  <a16:creationId xmlns:a16="http://schemas.microsoft.com/office/drawing/2014/main" id="{96544EFD-7244-716F-36C0-4C0DF8259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9" name="Line 15">
              <a:extLst>
                <a:ext uri="{FF2B5EF4-FFF2-40B4-BE49-F238E27FC236}">
                  <a16:creationId xmlns:a16="http://schemas.microsoft.com/office/drawing/2014/main" id="{42D78F0E-4398-7397-FECA-49337E391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3158"/>
              <a:ext cx="1" cy="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0" name="Line 16">
              <a:extLst>
                <a:ext uri="{FF2B5EF4-FFF2-40B4-BE49-F238E27FC236}">
                  <a16:creationId xmlns:a16="http://schemas.microsoft.com/office/drawing/2014/main" id="{B7CBAB5D-E67E-6B3D-B2F4-9B6512128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1" name="Line 17">
              <a:extLst>
                <a:ext uri="{FF2B5EF4-FFF2-40B4-BE49-F238E27FC236}">
                  <a16:creationId xmlns:a16="http://schemas.microsoft.com/office/drawing/2014/main" id="{83978726-5027-052C-12C9-19DBA7A465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2" name="Line 18">
              <a:extLst>
                <a:ext uri="{FF2B5EF4-FFF2-40B4-BE49-F238E27FC236}">
                  <a16:creationId xmlns:a16="http://schemas.microsoft.com/office/drawing/2014/main" id="{0E94CB81-5782-4B33-93B3-FDA81BCE36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3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3" name="Line 19">
              <a:extLst>
                <a:ext uri="{FF2B5EF4-FFF2-40B4-BE49-F238E27FC236}">
                  <a16:creationId xmlns:a16="http://schemas.microsoft.com/office/drawing/2014/main" id="{8FEF33BD-2FB2-9A28-A3A7-2A3202FB90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4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4" name="Line 20">
              <a:extLst>
                <a:ext uri="{FF2B5EF4-FFF2-40B4-BE49-F238E27FC236}">
                  <a16:creationId xmlns:a16="http://schemas.microsoft.com/office/drawing/2014/main" id="{5A00CEB2-A77A-0B96-5DB4-2E08A5B141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" y="3294"/>
              <a:ext cx="18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5" name="Line 21">
              <a:extLst>
                <a:ext uri="{FF2B5EF4-FFF2-40B4-BE49-F238E27FC236}">
                  <a16:creationId xmlns:a16="http://schemas.microsoft.com/office/drawing/2014/main" id="{0CB61503-9EFE-9D18-516A-DE9D3B8365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3" y="3203"/>
              <a:ext cx="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6" name="Line 22">
              <a:extLst>
                <a:ext uri="{FF2B5EF4-FFF2-40B4-BE49-F238E27FC236}">
                  <a16:creationId xmlns:a16="http://schemas.microsoft.com/office/drawing/2014/main" id="{89FA21E2-C486-6152-7D9F-AFFBB6201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2" y="3294"/>
              <a:ext cx="18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7" name="Line 23">
              <a:extLst>
                <a:ext uri="{FF2B5EF4-FFF2-40B4-BE49-F238E27FC236}">
                  <a16:creationId xmlns:a16="http://schemas.microsoft.com/office/drawing/2014/main" id="{67372338-663C-F111-84C1-29AD778E44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2" y="3158"/>
              <a:ext cx="1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8" name="Line 24">
              <a:extLst>
                <a:ext uri="{FF2B5EF4-FFF2-40B4-BE49-F238E27FC236}">
                  <a16:creationId xmlns:a16="http://schemas.microsoft.com/office/drawing/2014/main" id="{5C759C98-8356-9E5A-DB10-5C320D51D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3203"/>
              <a:ext cx="1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9" name="Text Box 25">
              <a:extLst>
                <a:ext uri="{FF2B5EF4-FFF2-40B4-BE49-F238E27FC236}">
                  <a16:creationId xmlns:a16="http://schemas.microsoft.com/office/drawing/2014/main" id="{E193A75B-48C2-1AB6-7261-A24B2ED2D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339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6440" name="Text Box 26">
              <a:extLst>
                <a:ext uri="{FF2B5EF4-FFF2-40B4-BE49-F238E27FC236}">
                  <a16:creationId xmlns:a16="http://schemas.microsoft.com/office/drawing/2014/main" id="{97A45316-5440-26FD-8D15-832C791ED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3294"/>
              <a:ext cx="285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6441" name="Text Box 27">
              <a:extLst>
                <a:ext uri="{FF2B5EF4-FFF2-40B4-BE49-F238E27FC236}">
                  <a16:creationId xmlns:a16="http://schemas.microsoft.com/office/drawing/2014/main" id="{B0074CDC-0482-32EE-88EC-C31687797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" y="1753"/>
              <a:ext cx="356" cy="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6442" name="Text Box 28">
              <a:extLst>
                <a:ext uri="{FF2B5EF4-FFF2-40B4-BE49-F238E27FC236}">
                  <a16:creationId xmlns:a16="http://schemas.microsoft.com/office/drawing/2014/main" id="{36ACF77E-FC31-0B5E-7CEE-11400A7F6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434"/>
              <a:ext cx="356" cy="7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16390" name="Group 29">
            <a:extLst>
              <a:ext uri="{FF2B5EF4-FFF2-40B4-BE49-F238E27FC236}">
                <a16:creationId xmlns:a16="http://schemas.microsoft.com/office/drawing/2014/main" id="{28AFCB07-B4FE-D972-5180-79F41F267A43}"/>
              </a:ext>
            </a:extLst>
          </p:cNvPr>
          <p:cNvGrpSpPr>
            <a:grpSpLocks/>
          </p:cNvGrpSpPr>
          <p:nvPr/>
        </p:nvGrpSpPr>
        <p:grpSpPr bwMode="auto">
          <a:xfrm>
            <a:off x="3322638" y="2236788"/>
            <a:ext cx="2925762" cy="3097212"/>
            <a:chOff x="3630" y="1344"/>
            <a:chExt cx="1843" cy="1951"/>
          </a:xfrm>
        </p:grpSpPr>
        <p:grpSp>
          <p:nvGrpSpPr>
            <p:cNvPr id="16406" name="Group 30">
              <a:extLst>
                <a:ext uri="{FF2B5EF4-FFF2-40B4-BE49-F238E27FC236}">
                  <a16:creationId xmlns:a16="http://schemas.microsoft.com/office/drawing/2014/main" id="{1BD2F363-7CFF-7E57-32A8-C822050089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0" y="1344"/>
              <a:ext cx="1843" cy="1951"/>
              <a:chOff x="3531" y="1706"/>
              <a:chExt cx="1843" cy="1951"/>
            </a:xfrm>
          </p:grpSpPr>
          <p:sp>
            <p:nvSpPr>
              <p:cNvPr id="16408" name="Text Box 31">
                <a:extLst>
                  <a:ext uri="{FF2B5EF4-FFF2-40B4-BE49-F238E27FC236}">
                    <a16:creationId xmlns:a16="http://schemas.microsoft.com/office/drawing/2014/main" id="{66A19098-52C6-F26B-7716-D165C2A509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7" y="1706"/>
                <a:ext cx="785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        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   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Q      </a:t>
                </a:r>
                <a:r>
                  <a:rPr lang="en-US" altLang="zh-CN" sz="2400" b="1" dirty="0" err="1">
                    <a:latin typeface="Times New Roman" panose="02020603050405020304" pitchFamily="18" charset="0"/>
                  </a:rPr>
                  <a:t>Q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9" name="Line 32">
                <a:extLst>
                  <a:ext uri="{FF2B5EF4-FFF2-40B4-BE49-F238E27FC236}">
                    <a16:creationId xmlns:a16="http://schemas.microsoft.com/office/drawing/2014/main" id="{6CBA4ADF-197F-2756-1665-346F118683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3475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0" name="Line 33">
                <a:extLst>
                  <a:ext uri="{FF2B5EF4-FFF2-40B4-BE49-F238E27FC236}">
                    <a16:creationId xmlns:a16="http://schemas.microsoft.com/office/drawing/2014/main" id="{09E435AE-520E-C826-EF07-949EA7780B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2296"/>
                <a:ext cx="15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1" name="Line 34">
                <a:extLst>
                  <a:ext uri="{FF2B5EF4-FFF2-40B4-BE49-F238E27FC236}">
                    <a16:creationId xmlns:a16="http://schemas.microsoft.com/office/drawing/2014/main" id="{16557EC6-974D-BBBA-F4B9-98B288A98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2069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2" name="Line 35">
                <a:extLst>
                  <a:ext uri="{FF2B5EF4-FFF2-40B4-BE49-F238E27FC236}">
                    <a16:creationId xmlns:a16="http://schemas.microsoft.com/office/drawing/2014/main" id="{50FD6385-BE4B-EE8D-C515-35145EFC26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8" y="2296"/>
                <a:ext cx="2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3" name="Line 36">
                <a:extLst>
                  <a:ext uri="{FF2B5EF4-FFF2-40B4-BE49-F238E27FC236}">
                    <a16:creationId xmlns:a16="http://schemas.microsoft.com/office/drawing/2014/main" id="{CD2C9174-8E11-EEF4-F9FD-42E019E2E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7" y="1978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9813" name="Text Box 37">
                <a:extLst>
                  <a:ext uri="{FF2B5EF4-FFF2-40B4-BE49-F238E27FC236}">
                    <a16:creationId xmlns:a16="http://schemas.microsoft.com/office/drawing/2014/main" id="{48698643-B80F-3D17-106F-8B8E9003E3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5" y="1740"/>
                <a:ext cx="650" cy="5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algn="r" eaLnBrk="1" hangingPunct="1">
                  <a:defRPr/>
                </a:pP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algn="r" eaLnBrk="1" hangingPunct="1">
                  <a:defRPr/>
                </a:pPr>
                <a:r>
                  <a:rPr lang="en-US" altLang="zh-CN" sz="24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R    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6415" name="Text Box 38">
                <a:extLst>
                  <a:ext uri="{FF2B5EF4-FFF2-40B4-BE49-F238E27FC236}">
                    <a16:creationId xmlns:a16="http://schemas.microsoft.com/office/drawing/2014/main" id="{7BE6C061-8F3B-28EA-4A2D-FEAE3C28EF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1" y="2387"/>
                <a:ext cx="1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16" name="Text Box 39">
                <a:extLst>
                  <a:ext uri="{FF2B5EF4-FFF2-40B4-BE49-F238E27FC236}">
                    <a16:creationId xmlns:a16="http://schemas.microsoft.com/office/drawing/2014/main" id="{B773189E-54E9-5109-D88A-4D605CD8F2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7" y="2383"/>
                <a:ext cx="16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1         0              0           1</a:t>
                </a:r>
              </a:p>
            </p:txBody>
          </p:sp>
          <p:sp>
            <p:nvSpPr>
              <p:cNvPr id="16417" name="Text Box 40">
                <a:extLst>
                  <a:ext uri="{FF2B5EF4-FFF2-40B4-BE49-F238E27FC236}">
                    <a16:creationId xmlns:a16="http://schemas.microsoft.com/office/drawing/2014/main" id="{629C9F21-038C-7D40-3339-FB7834F79D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7" y="2655"/>
                <a:ext cx="166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0        1               1            0</a:t>
                </a:r>
              </a:p>
            </p:txBody>
          </p:sp>
          <p:sp>
            <p:nvSpPr>
              <p:cNvPr id="16418" name="Text Box 41">
                <a:extLst>
                  <a:ext uri="{FF2B5EF4-FFF2-40B4-BE49-F238E27FC236}">
                    <a16:creationId xmlns:a16="http://schemas.microsoft.com/office/drawing/2014/main" id="{8B9396FF-D62A-97AF-770D-16E27C64A2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0" y="2795"/>
                <a:ext cx="180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                                          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800" b="1" dirty="0">
                    <a:latin typeface="Times New Roman" panose="02020603050405020304" pitchFamily="18" charset="0"/>
                  </a:rPr>
                  <a:t>1         1             Q</a:t>
                </a:r>
                <a:r>
                  <a:rPr lang="en-US" altLang="zh-CN" sz="1800" b="1" baseline="-25000" dirty="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1800" b="1" dirty="0">
                    <a:latin typeface="Times New Roman" panose="02020603050405020304" pitchFamily="18" charset="0"/>
                  </a:rPr>
                  <a:t>          </a:t>
                </a:r>
                <a:r>
                  <a:rPr lang="en-US" altLang="zh-CN" sz="1800" b="1" dirty="0" err="1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1800" b="1" baseline="-25000" dirty="0" err="1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1800" dirty="0">
                    <a:latin typeface="Times New Roman" panose="02020603050405020304" pitchFamily="18" charset="0"/>
                  </a:rPr>
                  <a:t> </a:t>
                </a:r>
              </a:p>
            </p:txBody>
          </p:sp>
        </p:grpSp>
        <p:sp>
          <p:nvSpPr>
            <p:cNvPr id="16407" name="Rectangle 42">
              <a:extLst>
                <a:ext uri="{FF2B5EF4-FFF2-40B4-BE49-F238E27FC236}">
                  <a16:creationId xmlns:a16="http://schemas.microsoft.com/office/drawing/2014/main" id="{654579B9-C309-1EF5-442A-D2BBF6E17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931"/>
              <a:ext cx="17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0        0             1*           1 * </a:t>
              </a:r>
            </a:p>
          </p:txBody>
        </p:sp>
      </p:grpSp>
      <p:sp>
        <p:nvSpPr>
          <p:cNvPr id="459819" name="Text Box 43">
            <a:extLst>
              <a:ext uri="{FF2B5EF4-FFF2-40B4-BE49-F238E27FC236}">
                <a16:creationId xmlns:a16="http://schemas.microsoft.com/office/drawing/2014/main" id="{A6562883-8F9B-D85E-4EAA-1B8A432CB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807075"/>
            <a:ext cx="4211638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RS=10;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置”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0”;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復位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Reset)</a:t>
            </a:r>
          </a:p>
          <a:p>
            <a:pPr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RS=01;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置”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1”;</a:t>
            </a: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置位</a:t>
            </a:r>
            <a:r>
              <a:rPr lang="zh-CN" altLang="en-US" sz="24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(Set)</a:t>
            </a:r>
          </a:p>
        </p:txBody>
      </p:sp>
      <p:sp>
        <p:nvSpPr>
          <p:cNvPr id="459820" name="Text Box 44">
            <a:extLst>
              <a:ext uri="{FF2B5EF4-FFF2-40B4-BE49-F238E27FC236}">
                <a16:creationId xmlns:a16="http://schemas.microsoft.com/office/drawing/2014/main" id="{A3DEB876-B7FF-FF0F-953C-4C96A5EA3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775" y="5867400"/>
            <a:ext cx="50768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實質上</a:t>
            </a:r>
            <a:r>
              <a:rPr lang="en-US" altLang="zh-CN" sz="2400" b="1" dirty="0">
                <a:latin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Times New Roman" panose="02020603050405020304" pitchFamily="18" charset="0"/>
              </a:rPr>
              <a:t>反及閘構成的觸發器的狀態變化是由在輸入端引入“</a:t>
            </a:r>
            <a:r>
              <a:rPr lang="en-US" altLang="zh-CN" sz="2400" b="1" dirty="0">
                <a:latin typeface="Times New Roman" panose="02020603050405020304" pitchFamily="18" charset="0"/>
              </a:rPr>
              <a:t>0”</a:t>
            </a:r>
            <a:r>
              <a:rPr lang="zh-CN" altLang="en-US" sz="2400" b="1" dirty="0">
                <a:latin typeface="Times New Roman" panose="02020603050405020304" pitchFamily="18" charset="0"/>
              </a:rPr>
              <a:t>引起的！</a:t>
            </a:r>
          </a:p>
        </p:txBody>
      </p:sp>
      <p:grpSp>
        <p:nvGrpSpPr>
          <p:cNvPr id="459821" name="Group 45">
            <a:extLst>
              <a:ext uri="{FF2B5EF4-FFF2-40B4-BE49-F238E27FC236}">
                <a16:creationId xmlns:a16="http://schemas.microsoft.com/office/drawing/2014/main" id="{3E01C6E2-63ED-7B65-D9C2-D4C78D585F1F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048000"/>
            <a:ext cx="1447800" cy="1524000"/>
            <a:chOff x="4320" y="1920"/>
            <a:chExt cx="912" cy="960"/>
          </a:xfrm>
        </p:grpSpPr>
        <p:sp>
          <p:nvSpPr>
            <p:cNvPr id="16397" name="Rectangle 46">
              <a:extLst>
                <a:ext uri="{FF2B5EF4-FFF2-40B4-BE49-F238E27FC236}">
                  <a16:creationId xmlns:a16="http://schemas.microsoft.com/office/drawing/2014/main" id="{DE432B63-F31F-5D5C-BA06-B18D3D507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129"/>
              <a:ext cx="91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6398" name="Line 47">
              <a:extLst>
                <a:ext uri="{FF2B5EF4-FFF2-40B4-BE49-F238E27FC236}">
                  <a16:creationId xmlns:a16="http://schemas.microsoft.com/office/drawing/2014/main" id="{3923B240-197A-244A-5682-35933582C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657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Line 48">
              <a:extLst>
                <a:ext uri="{FF2B5EF4-FFF2-40B4-BE49-F238E27FC236}">
                  <a16:creationId xmlns:a16="http://schemas.microsoft.com/office/drawing/2014/main" id="{30DC0E1E-4C5B-30BD-BF71-98E11EA99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657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Line 49">
              <a:extLst>
                <a:ext uri="{FF2B5EF4-FFF2-40B4-BE49-F238E27FC236}">
                  <a16:creationId xmlns:a16="http://schemas.microsoft.com/office/drawing/2014/main" id="{80ED583E-02FB-658E-DC0C-5B0525977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920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1" name="Line 50">
              <a:extLst>
                <a:ext uri="{FF2B5EF4-FFF2-40B4-BE49-F238E27FC236}">
                  <a16:creationId xmlns:a16="http://schemas.microsoft.com/office/drawing/2014/main" id="{77E8A9F2-DE74-ECC7-3FB2-5F9B4255D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920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2" name="Rectangle 51">
              <a:extLst>
                <a:ext uri="{FF2B5EF4-FFF2-40B4-BE49-F238E27FC236}">
                  <a16:creationId xmlns:a16="http://schemas.microsoft.com/office/drawing/2014/main" id="{13DE6F56-C4C5-AFA5-F3FF-CA786C861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3" y="2438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6403" name="Rectangle 52">
              <a:extLst>
                <a:ext uri="{FF2B5EF4-FFF2-40B4-BE49-F238E27FC236}">
                  <a16:creationId xmlns:a16="http://schemas.microsoft.com/office/drawing/2014/main" id="{3A1AD7C6-F48E-EB59-0522-0487E034B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448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6404" name="Rectangle 53">
              <a:extLst>
                <a:ext uri="{FF2B5EF4-FFF2-40B4-BE49-F238E27FC236}">
                  <a16:creationId xmlns:a16="http://schemas.microsoft.com/office/drawing/2014/main" id="{D3E2EF90-3462-02C9-D3B5-238C60889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160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6405" name="Rectangle 54">
              <a:extLst>
                <a:ext uri="{FF2B5EF4-FFF2-40B4-BE49-F238E27FC236}">
                  <a16:creationId xmlns:a16="http://schemas.microsoft.com/office/drawing/2014/main" id="{03424182-82E8-AFFB-298E-9406E40E6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987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16394" name="Text Box 55">
            <a:extLst>
              <a:ext uri="{FF2B5EF4-FFF2-40B4-BE49-F238E27FC236}">
                <a16:creationId xmlns:a16="http://schemas.microsoft.com/office/drawing/2014/main" id="{EACB0599-2482-1F86-4A42-2FA20596C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4102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邏輯圖</a:t>
            </a:r>
          </a:p>
        </p:txBody>
      </p:sp>
      <p:sp>
        <p:nvSpPr>
          <p:cNvPr id="16395" name="Text Box 56">
            <a:extLst>
              <a:ext uri="{FF2B5EF4-FFF2-40B4-BE49-F238E27FC236}">
                <a16:creationId xmlns:a16="http://schemas.microsoft.com/office/drawing/2014/main" id="{C3334804-799A-8A31-B429-448AF5721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4102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功能表</a:t>
            </a:r>
          </a:p>
        </p:txBody>
      </p:sp>
      <p:sp>
        <p:nvSpPr>
          <p:cNvPr id="16396" name="Text Box 57">
            <a:extLst>
              <a:ext uri="{FF2B5EF4-FFF2-40B4-BE49-F238E27FC236}">
                <a16:creationId xmlns:a16="http://schemas.microsoft.com/office/drawing/2014/main" id="{AA3F2F79-1B9E-934B-C5C1-D1604F775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4102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邏輯符號圖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5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5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819" grpId="0" autoUpdateAnimBg="0"/>
      <p:bldP spid="45982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56ED8-62E5-252F-0B30-7D9650BCD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1F06B73-F0C4-4CE8-911E-AEC22A526A80}" type="slidenum">
              <a:rPr lang="en-US" altLang="zh-CN" sz="1000" smtClean="0"/>
              <a:pPr>
                <a:defRPr/>
              </a:pPr>
              <a:t>12</a:t>
            </a:fld>
            <a:endParaRPr lang="en-US" altLang="zh-CN" sz="1000" dirty="0"/>
          </a:p>
        </p:txBody>
      </p:sp>
      <p:sp>
        <p:nvSpPr>
          <p:cNvPr id="460802" name="Rectangle 2">
            <a:extLst>
              <a:ext uri="{FF2B5EF4-FFF2-40B4-BE49-F238E27FC236}">
                <a16:creationId xmlns:a16="http://schemas.microsoft.com/office/drawing/2014/main" id="{A25BD756-33CB-D882-475F-70CD00F5D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AD921502-6F57-FDE8-85D5-183A22F4F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觸發器的功能特點</a:t>
            </a:r>
          </a:p>
          <a:p>
            <a:pPr lvl="1" eaLnBrk="1" hangingPunct="1">
              <a:defRPr/>
            </a:pPr>
            <a:r>
              <a:rPr lang="zh-CN" altLang="en-US" b="1" dirty="0"/>
              <a:t>有兩個穩定的互補輸出</a:t>
            </a:r>
            <a:r>
              <a:rPr lang="en-US" altLang="zh-CN" b="1" dirty="0"/>
              <a:t>Q,Q</a:t>
            </a:r>
            <a:r>
              <a:rPr lang="zh-CN" altLang="en-US" b="1" dirty="0"/>
              <a:t>非。</a:t>
            </a:r>
          </a:p>
          <a:p>
            <a:pPr lvl="1" eaLnBrk="1" hangingPunct="1">
              <a:defRPr/>
            </a:pPr>
            <a:r>
              <a:rPr lang="zh-CN" altLang="en-US" b="1" dirty="0"/>
              <a:t>當</a:t>
            </a:r>
            <a:r>
              <a:rPr lang="en-US" altLang="zh-CN" b="1" dirty="0"/>
              <a:t>Input </a:t>
            </a:r>
            <a:r>
              <a:rPr lang="zh-CN" altLang="en-US" b="1" dirty="0"/>
              <a:t>來到時，觸發器接收資料；</a:t>
            </a:r>
          </a:p>
          <a:p>
            <a:pPr lvl="1" eaLnBrk="1" hangingPunct="1">
              <a:defRPr/>
            </a:pPr>
            <a:r>
              <a:rPr lang="zh-CN" altLang="en-US" b="1" dirty="0"/>
              <a:t>當</a:t>
            </a:r>
            <a:r>
              <a:rPr lang="en-US" altLang="zh-CN" b="1" dirty="0"/>
              <a:t>Input </a:t>
            </a:r>
            <a:r>
              <a:rPr lang="zh-CN" altLang="en-US" b="1" dirty="0"/>
              <a:t>撤除時，觸發器保持狀態（記憶功能）。</a:t>
            </a:r>
          </a:p>
          <a:p>
            <a:pPr lvl="1" eaLnBrk="1" hangingPunct="1">
              <a:defRPr/>
            </a:pPr>
            <a:r>
              <a:rPr lang="zh-CN" altLang="en-US" b="1" dirty="0"/>
              <a:t>交叉耦合使得觸發器可以保持狀態</a:t>
            </a:r>
          </a:p>
          <a:p>
            <a:pPr lvl="1" eaLnBrk="1" hangingPunct="1">
              <a:defRPr/>
            </a:pPr>
            <a:r>
              <a:rPr lang="zh-CN" altLang="en-US" b="1" dirty="0"/>
              <a:t>有穩定的狀態，能夠接收外來資料，改變狀態，能保持狀態。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A60986F7-3413-899C-5A62-10D28BAC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190BCD2-EB5C-48C9-AEDB-114C73C3D807}" type="slidenum">
              <a:rPr lang="en-US" altLang="zh-CN" sz="1000" smtClean="0"/>
              <a:pPr>
                <a:defRPr/>
              </a:pPr>
              <a:t>13</a:t>
            </a:fld>
            <a:endParaRPr lang="en-US" altLang="zh-CN" sz="1000" dirty="0"/>
          </a:p>
        </p:txBody>
      </p:sp>
      <p:sp>
        <p:nvSpPr>
          <p:cNvPr id="461826" name="Rectangle 2">
            <a:extLst>
              <a:ext uri="{FF2B5EF4-FFF2-40B4-BE49-F238E27FC236}">
                <a16:creationId xmlns:a16="http://schemas.microsoft.com/office/drawing/2014/main" id="{FEA231B5-37AD-E1FB-3D51-847D2A058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61827" name="Rectangle 3">
            <a:extLst>
              <a:ext uri="{FF2B5EF4-FFF2-40B4-BE49-F238E27FC236}">
                <a16:creationId xmlns:a16="http://schemas.microsoft.com/office/drawing/2014/main" id="{519728F3-4F91-4B97-6E97-5687A2694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RS</a:t>
            </a:r>
            <a:r>
              <a:rPr lang="zh-CN" altLang="en-US" dirty="0"/>
              <a:t>觸發器狀態的定義</a:t>
            </a:r>
          </a:p>
          <a:p>
            <a:pPr lvl="1" eaLnBrk="1" hangingPunct="1">
              <a:defRPr/>
            </a:pPr>
            <a:r>
              <a:rPr lang="zh-CN" altLang="en-US" dirty="0"/>
              <a:t>觸發器有兩個穩定的狀態，可以存儲</a:t>
            </a:r>
            <a:r>
              <a:rPr lang="en-US" altLang="zh-CN" dirty="0"/>
              <a:t>1</a:t>
            </a:r>
            <a:r>
              <a:rPr lang="zh-CN" altLang="en-US" dirty="0"/>
              <a:t>位二進位數字，因此叫“雙穩態” </a:t>
            </a:r>
            <a:r>
              <a:rPr lang="en-US" altLang="zh-CN" dirty="0"/>
              <a:t>(Bi-stable)</a:t>
            </a:r>
            <a:r>
              <a:rPr lang="zh-CN" altLang="en-US" dirty="0"/>
              <a:t>觸發器。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grpSp>
        <p:nvGrpSpPr>
          <p:cNvPr id="461828" name="Group 4">
            <a:extLst>
              <a:ext uri="{FF2B5EF4-FFF2-40B4-BE49-F238E27FC236}">
                <a16:creationId xmlns:a16="http://schemas.microsoft.com/office/drawing/2014/main" id="{78941CCD-4AFC-3BDD-476A-A5BA6EF3D568}"/>
              </a:ext>
            </a:extLst>
          </p:cNvPr>
          <p:cNvGrpSpPr>
            <a:grpSpLocks/>
          </p:cNvGrpSpPr>
          <p:nvPr/>
        </p:nvGrpSpPr>
        <p:grpSpPr bwMode="auto">
          <a:xfrm>
            <a:off x="2689225" y="2825750"/>
            <a:ext cx="6149975" cy="1800225"/>
            <a:chOff x="1156" y="1344"/>
            <a:chExt cx="3874" cy="1134"/>
          </a:xfrm>
        </p:grpSpPr>
        <p:sp>
          <p:nvSpPr>
            <p:cNvPr id="461829" name="Text Box 5">
              <a:extLst>
                <a:ext uri="{FF2B5EF4-FFF2-40B4-BE49-F238E27FC236}">
                  <a16:creationId xmlns:a16="http://schemas.microsoft.com/office/drawing/2014/main" id="{EFFFDD21-BEDB-1FCD-EDFE-EE4652234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7" y="1344"/>
              <a:ext cx="3683" cy="11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Q=0</a:t>
              </a:r>
            </a:p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_     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觸發器處於”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0”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態， 記憶”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0”</a:t>
              </a:r>
            </a:p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Q=1</a:t>
              </a:r>
            </a:p>
            <a:p>
              <a:pPr eaLnBrk="1" hangingPunct="1">
                <a:defRPr/>
              </a:pPr>
              <a:endPara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8444" name="AutoShape 6">
              <a:extLst>
                <a:ext uri="{FF2B5EF4-FFF2-40B4-BE49-F238E27FC236}">
                  <a16:creationId xmlns:a16="http://schemas.microsoft.com/office/drawing/2014/main" id="{788C8506-D288-B6D8-67E1-3614D6AA4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1480"/>
              <a:ext cx="191" cy="589"/>
            </a:xfrm>
            <a:prstGeom prst="leftBrace">
              <a:avLst>
                <a:gd name="adj1" fmla="val 25698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grpSp>
        <p:nvGrpSpPr>
          <p:cNvPr id="461831" name="Group 7">
            <a:extLst>
              <a:ext uri="{FF2B5EF4-FFF2-40B4-BE49-F238E27FC236}">
                <a16:creationId xmlns:a16="http://schemas.microsoft.com/office/drawing/2014/main" id="{8B1B542E-05FD-525D-3276-8D4CE7D65FEB}"/>
              </a:ext>
            </a:extLst>
          </p:cNvPr>
          <p:cNvGrpSpPr>
            <a:grpSpLocks/>
          </p:cNvGrpSpPr>
          <p:nvPr/>
        </p:nvGrpSpPr>
        <p:grpSpPr bwMode="auto">
          <a:xfrm>
            <a:off x="2616200" y="4265613"/>
            <a:ext cx="5994400" cy="1373187"/>
            <a:chOff x="1156" y="1344"/>
            <a:chExt cx="3538" cy="865"/>
          </a:xfrm>
        </p:grpSpPr>
        <p:sp>
          <p:nvSpPr>
            <p:cNvPr id="461832" name="Text Box 8">
              <a:extLst>
                <a:ext uri="{FF2B5EF4-FFF2-40B4-BE49-F238E27FC236}">
                  <a16:creationId xmlns:a16="http://schemas.microsoft.com/office/drawing/2014/main" id="{0A633D9F-04E9-3E39-036F-27A12FD7C7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7" y="1344"/>
              <a:ext cx="3347" cy="8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Q=1</a:t>
              </a:r>
            </a:p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_      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觸發器處於”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1”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態， 記憶”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1”</a:t>
              </a:r>
            </a:p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Q=0</a:t>
              </a:r>
            </a:p>
          </p:txBody>
        </p:sp>
        <p:sp>
          <p:nvSpPr>
            <p:cNvPr id="18442" name="AutoShape 9">
              <a:extLst>
                <a:ext uri="{FF2B5EF4-FFF2-40B4-BE49-F238E27FC236}">
                  <a16:creationId xmlns:a16="http://schemas.microsoft.com/office/drawing/2014/main" id="{69130233-AF61-E554-5C79-83CEED30E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1480"/>
              <a:ext cx="191" cy="589"/>
            </a:xfrm>
            <a:prstGeom prst="leftBrace">
              <a:avLst>
                <a:gd name="adj1" fmla="val 25698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61834" name="Text Box 10">
            <a:extLst>
              <a:ext uri="{FF2B5EF4-FFF2-40B4-BE49-F238E27FC236}">
                <a16:creationId xmlns:a16="http://schemas.microsoft.com/office/drawing/2014/main" id="{B2AE5DBD-673B-F2E5-F1C6-3D419E9D7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8" y="3257550"/>
            <a:ext cx="2376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  <a:r>
              <a:rPr lang="en-US" altLang="zh-CN" sz="2400" b="1" dirty="0">
                <a:latin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</a:p>
        </p:txBody>
      </p:sp>
      <p:sp>
        <p:nvSpPr>
          <p:cNvPr id="461835" name="Text Box 11">
            <a:extLst>
              <a:ext uri="{FF2B5EF4-FFF2-40B4-BE49-F238E27FC236}">
                <a16:creationId xmlns:a16="http://schemas.microsoft.com/office/drawing/2014/main" id="{5B7FFCAD-F47E-5138-1449-418170F75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13" y="4697413"/>
            <a:ext cx="2376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S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  <a:r>
              <a:rPr lang="en-US" altLang="zh-CN" sz="2400" b="1" dirty="0"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34" grpId="0" autoUpdateAnimBg="0"/>
      <p:bldP spid="46183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2EFB7-0912-4990-A244-168CCEB7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實現方法一：</a:t>
            </a:r>
            <a:r>
              <a:rPr lang="en-US" altLang="zh-CN" dirty="0"/>
              <a:t>74ls00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A63798-551C-5446-EFB2-0225AEE7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54595A-F773-4BF5-8683-2F619A302316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39C031-576E-2D9D-63C0-A3B79FD82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63" y="1013726"/>
            <a:ext cx="3859350" cy="22191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7BCFAC-F107-C484-4255-383197409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22" y="3351296"/>
            <a:ext cx="3859350" cy="2247292"/>
          </a:xfrm>
          <a:prstGeom prst="rect">
            <a:avLst/>
          </a:prstGeom>
        </p:spPr>
      </p:pic>
      <p:grpSp>
        <p:nvGrpSpPr>
          <p:cNvPr id="9" name="Group 4">
            <a:extLst>
              <a:ext uri="{FF2B5EF4-FFF2-40B4-BE49-F238E27FC236}">
                <a16:creationId xmlns:a16="http://schemas.microsoft.com/office/drawing/2014/main" id="{B069649E-5384-55FC-9440-44FEB8AF10BB}"/>
              </a:ext>
            </a:extLst>
          </p:cNvPr>
          <p:cNvGrpSpPr>
            <a:grpSpLocks/>
          </p:cNvGrpSpPr>
          <p:nvPr/>
        </p:nvGrpSpPr>
        <p:grpSpPr bwMode="auto">
          <a:xfrm>
            <a:off x="5098531" y="457415"/>
            <a:ext cx="2613025" cy="2941637"/>
            <a:chOff x="884" y="1434"/>
            <a:chExt cx="2108" cy="2258"/>
          </a:xfrm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715CFC83-E9CA-1504-2DE3-BEE40F08C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9FF8EAB3-C074-21EC-8D12-C3131373D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240BC7E1-54A4-B51D-F543-29CF65A65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1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41BEC96A-BCEC-FDEA-CAB8-694C0044E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" y="2931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C2530007-7DB5-DDA9-9DB0-49AA5D3B1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41073044-C383-D272-2FA6-6B3E17E99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6" name="Oval 11">
              <a:extLst>
                <a:ext uri="{FF2B5EF4-FFF2-40B4-BE49-F238E27FC236}">
                  <a16:creationId xmlns:a16="http://schemas.microsoft.com/office/drawing/2014/main" id="{8E2370F0-98A0-99E3-FA5C-F74715B7B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7BF3D2C8-6E71-2941-4E23-3D1E1A5ADA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5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27C04E07-AE38-F390-6BD5-F862C0B014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3" y="2931"/>
              <a:ext cx="1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6429C0AE-4924-69A0-C4D5-C0B3548EC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39B7C4BD-5A06-AEC3-EE67-3470E703DF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3158"/>
              <a:ext cx="1" cy="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8E717545-41FC-B80E-1769-57FF624A9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D4128A4E-E013-D8CC-030D-CA02BFA8E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AC706DB4-CFF2-D15A-6E3C-95F555B9CE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3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414167FD-03CA-478F-4D04-8AB100847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4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A8B974B7-40B0-A303-81BD-13B909853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" y="3294"/>
              <a:ext cx="18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95F94B45-7501-2EB4-961A-2267A94E4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3" y="3203"/>
              <a:ext cx="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A819FA39-F970-D4C9-338B-CCFF46E73B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2" y="3294"/>
              <a:ext cx="18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4F2E14CC-CDAA-59B7-5A1D-DFC47ECE89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2" y="3158"/>
              <a:ext cx="1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F7CEC498-E9B2-1125-6267-19BEFAFBD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3203"/>
              <a:ext cx="1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25">
              <a:extLst>
                <a:ext uri="{FF2B5EF4-FFF2-40B4-BE49-F238E27FC236}">
                  <a16:creationId xmlns:a16="http://schemas.microsoft.com/office/drawing/2014/main" id="{F6C4C95D-F51C-07E8-DB0D-B3FB736EA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339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1" name="Text Box 26">
              <a:extLst>
                <a:ext uri="{FF2B5EF4-FFF2-40B4-BE49-F238E27FC236}">
                  <a16:creationId xmlns:a16="http://schemas.microsoft.com/office/drawing/2014/main" id="{63718339-2A19-8FC0-A308-5349F6FE0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3294"/>
              <a:ext cx="285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32" name="Text Box 27">
              <a:extLst>
                <a:ext uri="{FF2B5EF4-FFF2-40B4-BE49-F238E27FC236}">
                  <a16:creationId xmlns:a16="http://schemas.microsoft.com/office/drawing/2014/main" id="{95D97ED9-3B2F-31C6-F331-38C037C26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" y="1753"/>
              <a:ext cx="356" cy="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33" name="Text Box 28">
              <a:extLst>
                <a:ext uri="{FF2B5EF4-FFF2-40B4-BE49-F238E27FC236}">
                  <a16:creationId xmlns:a16="http://schemas.microsoft.com/office/drawing/2014/main" id="{87F5C62F-CACD-2ED6-9A5C-FBD040F57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434"/>
              <a:ext cx="356" cy="7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FDC3F8BC-F8B4-8C16-E2A3-CFB4DA60C37F}"/>
              </a:ext>
            </a:extLst>
          </p:cNvPr>
          <p:cNvGrpSpPr/>
          <p:nvPr/>
        </p:nvGrpSpPr>
        <p:grpSpPr>
          <a:xfrm>
            <a:off x="5086135" y="1220754"/>
            <a:ext cx="2756343" cy="1737312"/>
            <a:chOff x="4775628" y="2840799"/>
            <a:chExt cx="2756343" cy="1737312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5E29782-C5C1-54C4-8618-9AE3C9593538}"/>
                </a:ext>
              </a:extLst>
            </p:cNvPr>
            <p:cNvSpPr txBox="1"/>
            <p:nvPr/>
          </p:nvSpPr>
          <p:spPr bwMode="auto">
            <a:xfrm>
              <a:off x="4775628" y="4054891"/>
              <a:ext cx="4499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C000"/>
                  </a:solidFill>
                  <a:latin typeface="Georgia" panose="02040502050405020303" pitchFamily="18" charset="0"/>
                </a:rPr>
                <a:t>1</a:t>
              </a:r>
              <a:endParaRPr lang="zh-CN" altLang="en-US" sz="2800" dirty="0" err="1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D350FDE-6F5F-BA6F-D284-C7C4DA6E037D}"/>
                </a:ext>
              </a:extLst>
            </p:cNvPr>
            <p:cNvSpPr txBox="1"/>
            <p:nvPr/>
          </p:nvSpPr>
          <p:spPr bwMode="auto">
            <a:xfrm>
              <a:off x="5304421" y="4048639"/>
              <a:ext cx="4499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C000"/>
                  </a:solidFill>
                  <a:latin typeface="Georgia" panose="02040502050405020303" pitchFamily="18" charset="0"/>
                </a:rPr>
                <a:t>2</a:t>
              </a:r>
              <a:endParaRPr lang="zh-CN" altLang="en-US" sz="2800" dirty="0" err="1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74C4306-7248-0448-0D12-D00011FEC6A4}"/>
                </a:ext>
              </a:extLst>
            </p:cNvPr>
            <p:cNvSpPr txBox="1"/>
            <p:nvPr/>
          </p:nvSpPr>
          <p:spPr bwMode="auto">
            <a:xfrm>
              <a:off x="4967143" y="2840799"/>
              <a:ext cx="4499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C000"/>
                  </a:solidFill>
                  <a:latin typeface="Georgia" panose="02040502050405020303" pitchFamily="18" charset="0"/>
                </a:rPr>
                <a:t>3</a:t>
              </a:r>
              <a:endParaRPr lang="zh-CN" altLang="en-US" sz="2800" dirty="0" err="1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E7F7691-D75D-9206-E62A-9146EC7AA6F3}"/>
                </a:ext>
              </a:extLst>
            </p:cNvPr>
            <p:cNvSpPr txBox="1"/>
            <p:nvPr/>
          </p:nvSpPr>
          <p:spPr bwMode="auto">
            <a:xfrm>
              <a:off x="6538924" y="3964929"/>
              <a:ext cx="4499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C000"/>
                  </a:solidFill>
                  <a:latin typeface="Georgia" panose="02040502050405020303" pitchFamily="18" charset="0"/>
                </a:rPr>
                <a:t>4</a:t>
              </a:r>
              <a:endParaRPr lang="zh-CN" altLang="en-US" sz="2800" dirty="0" err="1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0A1E812-DFF6-50F7-2293-A4D874BCBBB2}"/>
                </a:ext>
              </a:extLst>
            </p:cNvPr>
            <p:cNvSpPr txBox="1"/>
            <p:nvPr/>
          </p:nvSpPr>
          <p:spPr bwMode="auto">
            <a:xfrm>
              <a:off x="7082005" y="3989646"/>
              <a:ext cx="4499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C000"/>
                  </a:solidFill>
                  <a:latin typeface="Georgia" panose="02040502050405020303" pitchFamily="18" charset="0"/>
                </a:rPr>
                <a:t>5</a:t>
              </a:r>
              <a:endParaRPr lang="zh-CN" altLang="en-US" sz="2800" dirty="0" err="1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28AD412-6F20-C3F0-F472-8CB4748A4C50}"/>
                </a:ext>
              </a:extLst>
            </p:cNvPr>
            <p:cNvSpPr txBox="1"/>
            <p:nvPr/>
          </p:nvSpPr>
          <p:spPr bwMode="auto">
            <a:xfrm>
              <a:off x="6772585" y="2876842"/>
              <a:ext cx="4499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C000"/>
                  </a:solidFill>
                  <a:latin typeface="Georgia" panose="02040502050405020303" pitchFamily="18" charset="0"/>
                </a:rPr>
                <a:t>6</a:t>
              </a:r>
              <a:endParaRPr lang="zh-CN" altLang="en-US" sz="2800" dirty="0" err="1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</p:grpSp>
      <p:pic>
        <p:nvPicPr>
          <p:cNvPr id="41" name="图片 40">
            <a:extLst>
              <a:ext uri="{FF2B5EF4-FFF2-40B4-BE49-F238E27FC236}">
                <a16:creationId xmlns:a16="http://schemas.microsoft.com/office/drawing/2014/main" id="{DEB01505-191A-C12D-D055-F5A3DDD9A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978" y="3354854"/>
            <a:ext cx="3859350" cy="2219126"/>
          </a:xfrm>
          <a:prstGeom prst="rect">
            <a:avLst/>
          </a:prstGeom>
        </p:spPr>
      </p:pic>
      <p:grpSp>
        <p:nvGrpSpPr>
          <p:cNvPr id="55" name="组合 54">
            <a:extLst>
              <a:ext uri="{FF2B5EF4-FFF2-40B4-BE49-F238E27FC236}">
                <a16:creationId xmlns:a16="http://schemas.microsoft.com/office/drawing/2014/main" id="{A49F1259-F828-611F-CAD6-94EB94ABE415}"/>
              </a:ext>
            </a:extLst>
          </p:cNvPr>
          <p:cNvGrpSpPr/>
          <p:nvPr/>
        </p:nvGrpSpPr>
        <p:grpSpPr>
          <a:xfrm>
            <a:off x="5919000" y="5017253"/>
            <a:ext cx="530755" cy="229495"/>
            <a:chOff x="5911029" y="5369024"/>
            <a:chExt cx="530755" cy="324307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E6F19E40-A357-80D5-BBF1-DFE94036E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2439" y="5396915"/>
              <a:ext cx="0" cy="296416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D8B20CE6-B167-2375-E591-53808AF98BBA}"/>
                </a:ext>
              </a:extLst>
            </p:cNvPr>
            <p:cNvCxnSpPr>
              <a:cxnSpLocks/>
            </p:cNvCxnSpPr>
            <p:nvPr/>
          </p:nvCxnSpPr>
          <p:spPr>
            <a:xfrm>
              <a:off x="5911029" y="5665440"/>
              <a:ext cx="530755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71EF7755-1869-304C-5B10-D941E589B5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9667" y="5369024"/>
              <a:ext cx="0" cy="296416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70EA444C-E1F2-1924-8B52-43EA2663FC62}"/>
              </a:ext>
            </a:extLst>
          </p:cNvPr>
          <p:cNvGrpSpPr/>
          <p:nvPr/>
        </p:nvGrpSpPr>
        <p:grpSpPr>
          <a:xfrm>
            <a:off x="5468907" y="5027201"/>
            <a:ext cx="1839530" cy="472903"/>
            <a:chOff x="5911029" y="5369024"/>
            <a:chExt cx="530755" cy="324307"/>
          </a:xfrm>
        </p:grpSpPr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B699FB3E-0C89-79F4-2FC6-08D6101142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2439" y="5396915"/>
              <a:ext cx="0" cy="296416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B72B846-1FE8-4660-5237-0019D1EC289B}"/>
                </a:ext>
              </a:extLst>
            </p:cNvPr>
            <p:cNvCxnSpPr>
              <a:cxnSpLocks/>
            </p:cNvCxnSpPr>
            <p:nvPr/>
          </p:nvCxnSpPr>
          <p:spPr>
            <a:xfrm>
              <a:off x="5911029" y="5665440"/>
              <a:ext cx="530755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51F75E0F-0F86-8B17-0617-E8D70CC22F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9667" y="5369024"/>
              <a:ext cx="0" cy="296416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9" name="图片 68">
            <a:extLst>
              <a:ext uri="{FF2B5EF4-FFF2-40B4-BE49-F238E27FC236}">
                <a16:creationId xmlns:a16="http://schemas.microsoft.com/office/drawing/2014/main" id="{645050D1-CAB2-D5AC-EADB-234EFEF704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637915"/>
            <a:ext cx="8172400" cy="114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4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5B274-697C-78FC-C011-D8970537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實現方法二：</a:t>
            </a:r>
            <a:r>
              <a:rPr lang="en-US" altLang="zh-CN" dirty="0"/>
              <a:t>74ls279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050B6E-9F38-DDA3-EBEF-76C1E287D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54595A-F773-4BF5-8683-2F619A302316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A12254-F959-5BFE-A7A2-3339CE275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3" y="1238250"/>
            <a:ext cx="2857500" cy="21907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F0EBDBB-829A-4822-65F8-6F4A8884F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839" y="1256021"/>
            <a:ext cx="2694981" cy="22081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FCA3818-0937-713B-C105-56080AFC33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238250"/>
            <a:ext cx="2952328" cy="21907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33625B3-A645-ABA5-B0F1-FE248A7D8D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77" y="3634260"/>
            <a:ext cx="8338423" cy="203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1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灯片编号占位符 5">
            <a:extLst>
              <a:ext uri="{FF2B5EF4-FFF2-40B4-BE49-F238E27FC236}">
                <a16:creationId xmlns:a16="http://schemas.microsoft.com/office/drawing/2014/main" id="{A6DC65DD-C551-EB5C-CB4A-4ECDFB9B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944CE31-49EE-45B5-A48E-34B5F25766B8}" type="slidenum">
              <a:rPr lang="en-US" altLang="zh-CN" sz="1000" smtClean="0"/>
              <a:pPr>
                <a:defRPr/>
              </a:pPr>
              <a:t>16</a:t>
            </a:fld>
            <a:endParaRPr lang="en-US" altLang="zh-CN" sz="1000" dirty="0"/>
          </a:p>
        </p:txBody>
      </p:sp>
      <p:sp>
        <p:nvSpPr>
          <p:cNvPr id="462850" name="Rectangle 2">
            <a:extLst>
              <a:ext uri="{FF2B5EF4-FFF2-40B4-BE49-F238E27FC236}">
                <a16:creationId xmlns:a16="http://schemas.microsoft.com/office/drawing/2014/main" id="{238C8AD2-F614-92DC-4349-F030280E9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62851" name="Rectangle 3">
            <a:extLst>
              <a:ext uri="{FF2B5EF4-FFF2-40B4-BE49-F238E27FC236}">
                <a16:creationId xmlns:a16="http://schemas.microsoft.com/office/drawing/2014/main" id="{92263EBD-5E42-2067-DC40-880582796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R-S</a:t>
            </a:r>
            <a:r>
              <a:rPr lang="zh-CN" altLang="en-US" dirty="0"/>
              <a:t>基本觸發器時序圖</a:t>
            </a:r>
            <a:r>
              <a:rPr lang="en-US" altLang="zh-CN" dirty="0"/>
              <a:t>(Timing Diagram)     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沒考慮延遲）</a:t>
            </a:r>
          </a:p>
        </p:txBody>
      </p:sp>
      <p:grpSp>
        <p:nvGrpSpPr>
          <p:cNvPr id="462852" name="Group 4">
            <a:extLst>
              <a:ext uri="{FF2B5EF4-FFF2-40B4-BE49-F238E27FC236}">
                <a16:creationId xmlns:a16="http://schemas.microsoft.com/office/drawing/2014/main" id="{32020D2E-923E-8FE2-C04C-BFD7CAAB6810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514600"/>
            <a:ext cx="6324600" cy="1066800"/>
            <a:chOff x="816" y="1824"/>
            <a:chExt cx="3984" cy="672"/>
          </a:xfrm>
        </p:grpSpPr>
        <p:sp>
          <p:nvSpPr>
            <p:cNvPr id="19559" name="Line 5">
              <a:extLst>
                <a:ext uri="{FF2B5EF4-FFF2-40B4-BE49-F238E27FC236}">
                  <a16:creationId xmlns:a16="http://schemas.microsoft.com/office/drawing/2014/main" id="{ADF1A613-4AB8-787C-232F-5E1745851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82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0" name="Line 6">
              <a:extLst>
                <a:ext uri="{FF2B5EF4-FFF2-40B4-BE49-F238E27FC236}">
                  <a16:creationId xmlns:a16="http://schemas.microsoft.com/office/drawing/2014/main" id="{291E8BCD-0125-F73B-C077-F1ADE8740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8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1" name="Line 7">
              <a:extLst>
                <a:ext uri="{FF2B5EF4-FFF2-40B4-BE49-F238E27FC236}">
                  <a16:creationId xmlns:a16="http://schemas.microsoft.com/office/drawing/2014/main" id="{8B320D85-99A3-C950-CDB3-42453C25B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2" name="Line 8">
              <a:extLst>
                <a:ext uri="{FF2B5EF4-FFF2-40B4-BE49-F238E27FC236}">
                  <a16:creationId xmlns:a16="http://schemas.microsoft.com/office/drawing/2014/main" id="{D01FD390-3066-1D8F-05FD-CC2A99A0CE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18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3" name="Line 9">
              <a:extLst>
                <a:ext uri="{FF2B5EF4-FFF2-40B4-BE49-F238E27FC236}">
                  <a16:creationId xmlns:a16="http://schemas.microsoft.com/office/drawing/2014/main" id="{B343257D-2B9A-C8B3-537F-0CE7F8D73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8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4" name="Line 10">
              <a:extLst>
                <a:ext uri="{FF2B5EF4-FFF2-40B4-BE49-F238E27FC236}">
                  <a16:creationId xmlns:a16="http://schemas.microsoft.com/office/drawing/2014/main" id="{A5AD7E1B-A019-C770-E030-441AAC022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8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5" name="Line 11">
              <a:extLst>
                <a:ext uri="{FF2B5EF4-FFF2-40B4-BE49-F238E27FC236}">
                  <a16:creationId xmlns:a16="http://schemas.microsoft.com/office/drawing/2014/main" id="{F0D05031-D885-AF17-DAE4-6788CA018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6" name="Line 12">
              <a:extLst>
                <a:ext uri="{FF2B5EF4-FFF2-40B4-BE49-F238E27FC236}">
                  <a16:creationId xmlns:a16="http://schemas.microsoft.com/office/drawing/2014/main" id="{867E784C-5A43-994C-C638-36E938DE07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18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7" name="Line 13">
              <a:extLst>
                <a:ext uri="{FF2B5EF4-FFF2-40B4-BE49-F238E27FC236}">
                  <a16:creationId xmlns:a16="http://schemas.microsoft.com/office/drawing/2014/main" id="{FB4953E1-CA87-DA1F-FCF9-12FCC8DC3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8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8" name="Line 14">
              <a:extLst>
                <a:ext uri="{FF2B5EF4-FFF2-40B4-BE49-F238E27FC236}">
                  <a16:creationId xmlns:a16="http://schemas.microsoft.com/office/drawing/2014/main" id="{5F103FAF-E5CD-E029-771C-EE8B96B8A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8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9" name="Line 15">
              <a:extLst>
                <a:ext uri="{FF2B5EF4-FFF2-40B4-BE49-F238E27FC236}">
                  <a16:creationId xmlns:a16="http://schemas.microsoft.com/office/drawing/2014/main" id="{2412F1F0-5794-5FA5-0FC6-3027E580B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0" name="Line 16">
              <a:extLst>
                <a:ext uri="{FF2B5EF4-FFF2-40B4-BE49-F238E27FC236}">
                  <a16:creationId xmlns:a16="http://schemas.microsoft.com/office/drawing/2014/main" id="{37F29E5E-C1C7-140B-89FC-5ED7A3B089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18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1" name="Line 17">
              <a:extLst>
                <a:ext uri="{FF2B5EF4-FFF2-40B4-BE49-F238E27FC236}">
                  <a16:creationId xmlns:a16="http://schemas.microsoft.com/office/drawing/2014/main" id="{AE32B1DB-EA16-5568-E6FC-83D3D77FB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2" name="Line 18">
              <a:extLst>
                <a:ext uri="{FF2B5EF4-FFF2-40B4-BE49-F238E27FC236}">
                  <a16:creationId xmlns:a16="http://schemas.microsoft.com/office/drawing/2014/main" id="{E52C3C61-FFCE-529F-9A92-CAAB46CBF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3" name="Line 19">
              <a:extLst>
                <a:ext uri="{FF2B5EF4-FFF2-40B4-BE49-F238E27FC236}">
                  <a16:creationId xmlns:a16="http://schemas.microsoft.com/office/drawing/2014/main" id="{29896B4D-BC24-E47F-5E41-9A96E97E0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0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4" name="Line 20">
              <a:extLst>
                <a:ext uri="{FF2B5EF4-FFF2-40B4-BE49-F238E27FC236}">
                  <a16:creationId xmlns:a16="http://schemas.microsoft.com/office/drawing/2014/main" id="{0BD00286-9622-06D2-65CC-28A903C1F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496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5" name="Line 21">
              <a:extLst>
                <a:ext uri="{FF2B5EF4-FFF2-40B4-BE49-F238E27FC236}">
                  <a16:creationId xmlns:a16="http://schemas.microsoft.com/office/drawing/2014/main" id="{4F97FEDD-7358-88E1-9AB1-627C134E31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220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6" name="Line 22">
              <a:extLst>
                <a:ext uri="{FF2B5EF4-FFF2-40B4-BE49-F238E27FC236}">
                  <a16:creationId xmlns:a16="http://schemas.microsoft.com/office/drawing/2014/main" id="{85D0AB4F-FB67-0C38-25DA-36F39738F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7" name="Line 23">
              <a:extLst>
                <a:ext uri="{FF2B5EF4-FFF2-40B4-BE49-F238E27FC236}">
                  <a16:creationId xmlns:a16="http://schemas.microsoft.com/office/drawing/2014/main" id="{84DEA642-ACF7-37DF-590E-BBBBA3E10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20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8" name="Line 24">
              <a:extLst>
                <a:ext uri="{FF2B5EF4-FFF2-40B4-BE49-F238E27FC236}">
                  <a16:creationId xmlns:a16="http://schemas.microsoft.com/office/drawing/2014/main" id="{6EF160B9-878B-0C74-462D-B8823FE4B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49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9" name="Line 25">
              <a:extLst>
                <a:ext uri="{FF2B5EF4-FFF2-40B4-BE49-F238E27FC236}">
                  <a16:creationId xmlns:a16="http://schemas.microsoft.com/office/drawing/2014/main" id="{6B81AFC5-5BBD-3A88-7DA3-3A07014A93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20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80" name="Line 26">
              <a:extLst>
                <a:ext uri="{FF2B5EF4-FFF2-40B4-BE49-F238E27FC236}">
                  <a16:creationId xmlns:a16="http://schemas.microsoft.com/office/drawing/2014/main" id="{00579237-BF32-387C-E1A0-20376C49A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20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2875" name="Group 27">
            <a:extLst>
              <a:ext uri="{FF2B5EF4-FFF2-40B4-BE49-F238E27FC236}">
                <a16:creationId xmlns:a16="http://schemas.microsoft.com/office/drawing/2014/main" id="{D9F212AD-7AE6-D355-B2AC-9317F13C0E13}"/>
              </a:ext>
            </a:extLst>
          </p:cNvPr>
          <p:cNvGrpSpPr>
            <a:grpSpLocks/>
          </p:cNvGrpSpPr>
          <p:nvPr/>
        </p:nvGrpSpPr>
        <p:grpSpPr bwMode="auto">
          <a:xfrm>
            <a:off x="863600" y="1905000"/>
            <a:ext cx="503238" cy="3014663"/>
            <a:chOff x="544" y="1440"/>
            <a:chExt cx="317" cy="1899"/>
          </a:xfrm>
        </p:grpSpPr>
        <p:sp>
          <p:nvSpPr>
            <p:cNvPr id="19557" name="Text Box 28">
              <a:extLst>
                <a:ext uri="{FF2B5EF4-FFF2-40B4-BE49-F238E27FC236}">
                  <a16:creationId xmlns:a16="http://schemas.microsoft.com/office/drawing/2014/main" id="{6CA4248E-A5F7-DAD7-6F01-A868701E0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" y="1440"/>
              <a:ext cx="317" cy="18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 R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S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9558" name="Object 29">
              <a:extLst>
                <a:ext uri="{FF2B5EF4-FFF2-40B4-BE49-F238E27FC236}">
                  <a16:creationId xmlns:a16="http://schemas.microsoft.com/office/drawing/2014/main" id="{FFA5477A-F8CD-E45C-A8A4-72F4AA94E6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" y="2976"/>
            <a:ext cx="257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85699" imgH="171225" progId="Equation.3">
                    <p:embed/>
                  </p:oleObj>
                </mc:Choice>
                <mc:Fallback>
                  <p:oleObj name="公式" r:id="rId2" imgW="85699" imgH="171225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2976"/>
                          <a:ext cx="257" cy="36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952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2878" name="Line 30">
            <a:extLst>
              <a:ext uri="{FF2B5EF4-FFF2-40B4-BE49-F238E27FC236}">
                <a16:creationId xmlns:a16="http://schemas.microsoft.com/office/drawing/2014/main" id="{7BDA69AA-0750-796B-8393-9F4FE8879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362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62879" name="Group 31">
            <a:extLst>
              <a:ext uri="{FF2B5EF4-FFF2-40B4-BE49-F238E27FC236}">
                <a16:creationId xmlns:a16="http://schemas.microsoft.com/office/drawing/2014/main" id="{3EFC00E5-C21D-A4BF-0440-46F7F6EFA95A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733800"/>
            <a:ext cx="6400800" cy="1143000"/>
            <a:chOff x="864" y="2592"/>
            <a:chExt cx="4032" cy="720"/>
          </a:xfrm>
        </p:grpSpPr>
        <p:sp>
          <p:nvSpPr>
            <p:cNvPr id="19515" name="Line 32">
              <a:extLst>
                <a:ext uri="{FF2B5EF4-FFF2-40B4-BE49-F238E27FC236}">
                  <a16:creationId xmlns:a16="http://schemas.microsoft.com/office/drawing/2014/main" id="{FE5B533C-F68E-9E1E-AAF1-535932387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85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6" name="Line 33">
              <a:extLst>
                <a:ext uri="{FF2B5EF4-FFF2-40B4-BE49-F238E27FC236}">
                  <a16:creationId xmlns:a16="http://schemas.microsoft.com/office/drawing/2014/main" id="{44110D52-6471-686B-09C2-EF6BD37B45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3024"/>
              <a:ext cx="57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7" name="Line 34">
              <a:extLst>
                <a:ext uri="{FF2B5EF4-FFF2-40B4-BE49-F238E27FC236}">
                  <a16:creationId xmlns:a16="http://schemas.microsoft.com/office/drawing/2014/main" id="{D238F808-5517-738D-7A21-26413D33DC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592"/>
              <a:ext cx="96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8" name="Line 35">
              <a:extLst>
                <a:ext uri="{FF2B5EF4-FFF2-40B4-BE49-F238E27FC236}">
                  <a16:creationId xmlns:a16="http://schemas.microsoft.com/office/drawing/2014/main" id="{0C943BC8-9EB8-16FF-7C34-66E67A666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59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9" name="Line 36">
              <a:extLst>
                <a:ext uri="{FF2B5EF4-FFF2-40B4-BE49-F238E27FC236}">
                  <a16:creationId xmlns:a16="http://schemas.microsoft.com/office/drawing/2014/main" id="{00996FD7-ECED-521B-4A2D-6DDC11E26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0" name="Line 37">
              <a:extLst>
                <a:ext uri="{FF2B5EF4-FFF2-40B4-BE49-F238E27FC236}">
                  <a16:creationId xmlns:a16="http://schemas.microsoft.com/office/drawing/2014/main" id="{CBBBC8EC-25B2-4A16-56A9-8AE846482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1" name="Line 38">
              <a:extLst>
                <a:ext uri="{FF2B5EF4-FFF2-40B4-BE49-F238E27FC236}">
                  <a16:creationId xmlns:a16="http://schemas.microsoft.com/office/drawing/2014/main" id="{AAA11D7C-EF58-D354-106B-84E8EE62C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31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2" name="Line 39">
              <a:extLst>
                <a:ext uri="{FF2B5EF4-FFF2-40B4-BE49-F238E27FC236}">
                  <a16:creationId xmlns:a16="http://schemas.microsoft.com/office/drawing/2014/main" id="{F6300D5D-273E-A24D-68C0-07F6B03DE4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3" name="Line 40">
              <a:extLst>
                <a:ext uri="{FF2B5EF4-FFF2-40B4-BE49-F238E27FC236}">
                  <a16:creationId xmlns:a16="http://schemas.microsoft.com/office/drawing/2014/main" id="{7B3CC5B0-47E4-D409-3AFA-9D2420D72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8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4" name="Line 41">
              <a:extLst>
                <a:ext uri="{FF2B5EF4-FFF2-40B4-BE49-F238E27FC236}">
                  <a16:creationId xmlns:a16="http://schemas.microsoft.com/office/drawing/2014/main" id="{56997270-8BA1-E5A4-6629-ACFC0D2FC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5" name="Line 42">
              <a:extLst>
                <a:ext uri="{FF2B5EF4-FFF2-40B4-BE49-F238E27FC236}">
                  <a16:creationId xmlns:a16="http://schemas.microsoft.com/office/drawing/2014/main" id="{7E4636A0-547D-A02F-8229-1634BB73B7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59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6" name="Line 43">
              <a:extLst>
                <a:ext uri="{FF2B5EF4-FFF2-40B4-BE49-F238E27FC236}">
                  <a16:creationId xmlns:a16="http://schemas.microsoft.com/office/drawing/2014/main" id="{30324138-408F-0A74-01E0-E0A86D13C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7" name="Line 44">
              <a:extLst>
                <a:ext uri="{FF2B5EF4-FFF2-40B4-BE49-F238E27FC236}">
                  <a16:creationId xmlns:a16="http://schemas.microsoft.com/office/drawing/2014/main" id="{A19B6835-96F8-8179-1806-85855EC44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88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8" name="Line 45">
              <a:extLst>
                <a:ext uri="{FF2B5EF4-FFF2-40B4-BE49-F238E27FC236}">
                  <a16:creationId xmlns:a16="http://schemas.microsoft.com/office/drawing/2014/main" id="{5971D1E3-E95A-B5D1-A397-FB21D2C0C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9" name="Line 46">
              <a:extLst>
                <a:ext uri="{FF2B5EF4-FFF2-40B4-BE49-F238E27FC236}">
                  <a16:creationId xmlns:a16="http://schemas.microsoft.com/office/drawing/2014/main" id="{F7040627-0F46-DB5B-19E6-F5349970D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024"/>
              <a:ext cx="2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0" name="Line 47">
              <a:extLst>
                <a:ext uri="{FF2B5EF4-FFF2-40B4-BE49-F238E27FC236}">
                  <a16:creationId xmlns:a16="http://schemas.microsoft.com/office/drawing/2014/main" id="{5039D6C0-8C2C-2F58-DEB9-1285CFAF0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1" name="Line 48">
              <a:extLst>
                <a:ext uri="{FF2B5EF4-FFF2-40B4-BE49-F238E27FC236}">
                  <a16:creationId xmlns:a16="http://schemas.microsoft.com/office/drawing/2014/main" id="{8FDE2FE4-457E-18AF-7181-B81A04F3E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2" name="Line 49">
              <a:extLst>
                <a:ext uri="{FF2B5EF4-FFF2-40B4-BE49-F238E27FC236}">
                  <a16:creationId xmlns:a16="http://schemas.microsoft.com/office/drawing/2014/main" id="{82956145-3742-9EDE-8900-C0A35FFC3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88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3" name="Line 50">
              <a:extLst>
                <a:ext uri="{FF2B5EF4-FFF2-40B4-BE49-F238E27FC236}">
                  <a16:creationId xmlns:a16="http://schemas.microsoft.com/office/drawing/2014/main" id="{B3CACC70-9AB5-4484-30C0-BC4F8DAD61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31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4" name="Line 51">
              <a:extLst>
                <a:ext uri="{FF2B5EF4-FFF2-40B4-BE49-F238E27FC236}">
                  <a16:creationId xmlns:a16="http://schemas.microsoft.com/office/drawing/2014/main" id="{4BDD8342-8316-E301-E4DB-5BD430E5A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5" name="Line 52">
              <a:extLst>
                <a:ext uri="{FF2B5EF4-FFF2-40B4-BE49-F238E27FC236}">
                  <a16:creationId xmlns:a16="http://schemas.microsoft.com/office/drawing/2014/main" id="{C0E0AB5C-1576-9459-ADB7-3EE435AEC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6" name="Line 53">
              <a:extLst>
                <a:ext uri="{FF2B5EF4-FFF2-40B4-BE49-F238E27FC236}">
                  <a16:creationId xmlns:a16="http://schemas.microsoft.com/office/drawing/2014/main" id="{7B03FBAA-8EEE-D5BF-5BC0-3D4809E75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7" name="Line 54">
              <a:extLst>
                <a:ext uri="{FF2B5EF4-FFF2-40B4-BE49-F238E27FC236}">
                  <a16:creationId xmlns:a16="http://schemas.microsoft.com/office/drawing/2014/main" id="{9675627F-C0E4-E0B3-1020-253850021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8" name="Line 55">
              <a:extLst>
                <a:ext uri="{FF2B5EF4-FFF2-40B4-BE49-F238E27FC236}">
                  <a16:creationId xmlns:a16="http://schemas.microsoft.com/office/drawing/2014/main" id="{AFD80991-FF0C-E7CC-9B13-148B083337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9" name="Line 56">
              <a:extLst>
                <a:ext uri="{FF2B5EF4-FFF2-40B4-BE49-F238E27FC236}">
                  <a16:creationId xmlns:a16="http://schemas.microsoft.com/office/drawing/2014/main" id="{DE950868-F9F7-CB02-3407-30B421E964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0" name="Line 57">
              <a:extLst>
                <a:ext uri="{FF2B5EF4-FFF2-40B4-BE49-F238E27FC236}">
                  <a16:creationId xmlns:a16="http://schemas.microsoft.com/office/drawing/2014/main" id="{547CBF8A-B38C-F4D6-A274-017F279630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1" name="Line 58">
              <a:extLst>
                <a:ext uri="{FF2B5EF4-FFF2-40B4-BE49-F238E27FC236}">
                  <a16:creationId xmlns:a16="http://schemas.microsoft.com/office/drawing/2014/main" id="{176FD7EC-F366-934B-80B3-70FCEE43D1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2" name="Line 59">
              <a:extLst>
                <a:ext uri="{FF2B5EF4-FFF2-40B4-BE49-F238E27FC236}">
                  <a16:creationId xmlns:a16="http://schemas.microsoft.com/office/drawing/2014/main" id="{0EE3DEEA-E85B-5150-BC7E-10503AECA9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3" name="Line 60">
              <a:extLst>
                <a:ext uri="{FF2B5EF4-FFF2-40B4-BE49-F238E27FC236}">
                  <a16:creationId xmlns:a16="http://schemas.microsoft.com/office/drawing/2014/main" id="{8E13B47E-7668-5E5B-DAE6-6F0ABE9DBA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4" name="Line 61">
              <a:extLst>
                <a:ext uri="{FF2B5EF4-FFF2-40B4-BE49-F238E27FC236}">
                  <a16:creationId xmlns:a16="http://schemas.microsoft.com/office/drawing/2014/main" id="{043E51C2-B546-4870-2B64-4E400DC31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5" name="Line 62">
              <a:extLst>
                <a:ext uri="{FF2B5EF4-FFF2-40B4-BE49-F238E27FC236}">
                  <a16:creationId xmlns:a16="http://schemas.microsoft.com/office/drawing/2014/main" id="{636FE2D8-FE7D-03A9-173A-32EC889C0B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6" name="Line 63">
              <a:extLst>
                <a:ext uri="{FF2B5EF4-FFF2-40B4-BE49-F238E27FC236}">
                  <a16:creationId xmlns:a16="http://schemas.microsoft.com/office/drawing/2014/main" id="{26CEB1F0-1604-7376-D34F-049D0F8E44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7" name="Line 64">
              <a:extLst>
                <a:ext uri="{FF2B5EF4-FFF2-40B4-BE49-F238E27FC236}">
                  <a16:creationId xmlns:a16="http://schemas.microsoft.com/office/drawing/2014/main" id="{B9199D7D-6C27-BC7B-B9C1-00C1D47C6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8" name="Line 65">
              <a:extLst>
                <a:ext uri="{FF2B5EF4-FFF2-40B4-BE49-F238E27FC236}">
                  <a16:creationId xmlns:a16="http://schemas.microsoft.com/office/drawing/2014/main" id="{65E72FAF-1610-9963-6AC2-2B5D64435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9" name="Line 66">
              <a:extLst>
                <a:ext uri="{FF2B5EF4-FFF2-40B4-BE49-F238E27FC236}">
                  <a16:creationId xmlns:a16="http://schemas.microsoft.com/office/drawing/2014/main" id="{87536715-6027-69E9-31A8-9548A759F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0" name="Line 67">
              <a:extLst>
                <a:ext uri="{FF2B5EF4-FFF2-40B4-BE49-F238E27FC236}">
                  <a16:creationId xmlns:a16="http://schemas.microsoft.com/office/drawing/2014/main" id="{4AB5EF00-505C-2946-923E-086C03BFD7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1" name="Line 68">
              <a:extLst>
                <a:ext uri="{FF2B5EF4-FFF2-40B4-BE49-F238E27FC236}">
                  <a16:creationId xmlns:a16="http://schemas.microsoft.com/office/drawing/2014/main" id="{831F7E23-2894-CDF0-89F3-0DAD58995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2" name="Line 69">
              <a:extLst>
                <a:ext uri="{FF2B5EF4-FFF2-40B4-BE49-F238E27FC236}">
                  <a16:creationId xmlns:a16="http://schemas.microsoft.com/office/drawing/2014/main" id="{F3C32D05-9172-6280-E54C-2ED2DEEB1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3" name="Line 70">
              <a:extLst>
                <a:ext uri="{FF2B5EF4-FFF2-40B4-BE49-F238E27FC236}">
                  <a16:creationId xmlns:a16="http://schemas.microsoft.com/office/drawing/2014/main" id="{F1DCAE6E-E8CB-722C-8C4C-9A9B1A8E4F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4" name="Line 71">
              <a:extLst>
                <a:ext uri="{FF2B5EF4-FFF2-40B4-BE49-F238E27FC236}">
                  <a16:creationId xmlns:a16="http://schemas.microsoft.com/office/drawing/2014/main" id="{FC2B4E37-E120-3501-E7DD-FE3D4B279B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5" name="Line 72">
              <a:extLst>
                <a:ext uri="{FF2B5EF4-FFF2-40B4-BE49-F238E27FC236}">
                  <a16:creationId xmlns:a16="http://schemas.microsoft.com/office/drawing/2014/main" id="{79C7B990-F451-6767-0815-44943B1B23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6" name="Line 73">
              <a:extLst>
                <a:ext uri="{FF2B5EF4-FFF2-40B4-BE49-F238E27FC236}">
                  <a16:creationId xmlns:a16="http://schemas.microsoft.com/office/drawing/2014/main" id="{EF6412C5-D2B4-9307-EB69-74E459B0A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592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2922" name="Line 74">
            <a:extLst>
              <a:ext uri="{FF2B5EF4-FFF2-40B4-BE49-F238E27FC236}">
                <a16:creationId xmlns:a16="http://schemas.microsoft.com/office/drawing/2014/main" id="{6426EF93-4593-40D2-4054-76E82CAAA0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362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3" name="Line 75">
            <a:extLst>
              <a:ext uri="{FF2B5EF4-FFF2-40B4-BE49-F238E27FC236}">
                <a16:creationId xmlns:a16="http://schemas.microsoft.com/office/drawing/2014/main" id="{EA56DB74-6494-F304-9238-69D2B1126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362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4" name="Line 76">
            <a:extLst>
              <a:ext uri="{FF2B5EF4-FFF2-40B4-BE49-F238E27FC236}">
                <a16:creationId xmlns:a16="http://schemas.microsoft.com/office/drawing/2014/main" id="{BBD87515-1A11-FFD1-4423-7E3C7F5B2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39395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5" name="Line 77">
            <a:extLst>
              <a:ext uri="{FF2B5EF4-FFF2-40B4-BE49-F238E27FC236}">
                <a16:creationId xmlns:a16="http://schemas.microsoft.com/office/drawing/2014/main" id="{36548E53-CA38-EF9C-E11E-1AED09D9C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362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6" name="Line 78">
            <a:extLst>
              <a:ext uri="{FF2B5EF4-FFF2-40B4-BE49-F238E27FC236}">
                <a16:creationId xmlns:a16="http://schemas.microsoft.com/office/drawing/2014/main" id="{7B5C60E9-A51E-96FF-2AB6-3E50CD011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39395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7" name="Line 79">
            <a:extLst>
              <a:ext uri="{FF2B5EF4-FFF2-40B4-BE49-F238E27FC236}">
                <a16:creationId xmlns:a16="http://schemas.microsoft.com/office/drawing/2014/main" id="{9971F98A-D453-5081-3D2C-B638B0485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39395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8" name="Line 80">
            <a:extLst>
              <a:ext uri="{FF2B5EF4-FFF2-40B4-BE49-F238E27FC236}">
                <a16:creationId xmlns:a16="http://schemas.microsoft.com/office/drawing/2014/main" id="{1E0F4382-7168-6162-5AC0-1EFB6EBC3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39395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9" name="Line 81">
            <a:extLst>
              <a:ext uri="{FF2B5EF4-FFF2-40B4-BE49-F238E27FC236}">
                <a16:creationId xmlns:a16="http://schemas.microsoft.com/office/drawing/2014/main" id="{8F9F582A-1114-A78F-11B3-3244B3B7A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362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0" name="Line 82">
            <a:extLst>
              <a:ext uri="{FF2B5EF4-FFF2-40B4-BE49-F238E27FC236}">
                <a16:creationId xmlns:a16="http://schemas.microsoft.com/office/drawing/2014/main" id="{1CEA5A82-9C2B-B69A-25EA-63727A6A26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7620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1" name="Line 83">
            <a:extLst>
              <a:ext uri="{FF2B5EF4-FFF2-40B4-BE49-F238E27FC236}">
                <a16:creationId xmlns:a16="http://schemas.microsoft.com/office/drawing/2014/main" id="{722CFD42-B760-88C1-F2B0-ACBD77833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5181600"/>
            <a:ext cx="5334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2" name="Line 84">
            <a:extLst>
              <a:ext uri="{FF2B5EF4-FFF2-40B4-BE49-F238E27FC236}">
                <a16:creationId xmlns:a16="http://schemas.microsoft.com/office/drawing/2014/main" id="{929587E0-B922-B716-03CE-E71F4B6FA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5181600"/>
            <a:ext cx="5334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3" name="Line 85">
            <a:extLst>
              <a:ext uri="{FF2B5EF4-FFF2-40B4-BE49-F238E27FC236}">
                <a16:creationId xmlns:a16="http://schemas.microsoft.com/office/drawing/2014/main" id="{D951493A-430F-9733-ABB8-072AF69B9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181600"/>
            <a:ext cx="5334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4" name="Line 86">
            <a:extLst>
              <a:ext uri="{FF2B5EF4-FFF2-40B4-BE49-F238E27FC236}">
                <a16:creationId xmlns:a16="http://schemas.microsoft.com/office/drawing/2014/main" id="{F6ABDEAE-B0A2-6DC8-CD39-3618C9F3E0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5181600"/>
            <a:ext cx="7620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5" name="Line 87">
            <a:extLst>
              <a:ext uri="{FF2B5EF4-FFF2-40B4-BE49-F238E27FC236}">
                <a16:creationId xmlns:a16="http://schemas.microsoft.com/office/drawing/2014/main" id="{BF01D95A-3700-505C-BD99-F41119596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5181600"/>
            <a:ext cx="9906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6" name="Line 88">
            <a:extLst>
              <a:ext uri="{FF2B5EF4-FFF2-40B4-BE49-F238E27FC236}">
                <a16:creationId xmlns:a16="http://schemas.microsoft.com/office/drawing/2014/main" id="{59314DE5-39DA-DE10-CAF6-BD9E4BFCE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5181600"/>
            <a:ext cx="7620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7" name="Line 89">
            <a:extLst>
              <a:ext uri="{FF2B5EF4-FFF2-40B4-BE49-F238E27FC236}">
                <a16:creationId xmlns:a16="http://schemas.microsoft.com/office/drawing/2014/main" id="{12E85FBF-8988-EF79-6799-803CD4EDBB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5181600"/>
            <a:ext cx="4572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8" name="Text Box 90">
            <a:extLst>
              <a:ext uri="{FF2B5EF4-FFF2-40B4-BE49-F238E27FC236}">
                <a16:creationId xmlns:a16="http://schemas.microsoft.com/office/drawing/2014/main" id="{76A95D27-9864-0C3B-F148-E95D72CF0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5626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置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62939" name="Text Box 91">
            <a:extLst>
              <a:ext uri="{FF2B5EF4-FFF2-40B4-BE49-F238E27FC236}">
                <a16:creationId xmlns:a16="http://schemas.microsoft.com/office/drawing/2014/main" id="{6924C388-38AF-68CC-0253-7894BFD4F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5626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保持</a:t>
            </a:r>
          </a:p>
        </p:txBody>
      </p:sp>
      <p:sp>
        <p:nvSpPr>
          <p:cNvPr id="462940" name="Text Box 92">
            <a:extLst>
              <a:ext uri="{FF2B5EF4-FFF2-40B4-BE49-F238E27FC236}">
                <a16:creationId xmlns:a16="http://schemas.microsoft.com/office/drawing/2014/main" id="{5AF6B0E0-E30F-0B80-B730-51E241879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626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置</a:t>
            </a: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62941" name="Text Box 93">
            <a:extLst>
              <a:ext uri="{FF2B5EF4-FFF2-40B4-BE49-F238E27FC236}">
                <a16:creationId xmlns:a16="http://schemas.microsoft.com/office/drawing/2014/main" id="{21978AAF-E908-9A1A-DCBC-CCB2DF6F2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5626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異常</a:t>
            </a:r>
          </a:p>
        </p:txBody>
      </p:sp>
      <p:sp>
        <p:nvSpPr>
          <p:cNvPr id="462942" name="Text Box 94">
            <a:extLst>
              <a:ext uri="{FF2B5EF4-FFF2-40B4-BE49-F238E27FC236}">
                <a16:creationId xmlns:a16="http://schemas.microsoft.com/office/drawing/2014/main" id="{2CC6ADD1-CE5C-FABE-282A-3B118BD8A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5626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置</a:t>
            </a: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62943" name="Text Box 95">
            <a:extLst>
              <a:ext uri="{FF2B5EF4-FFF2-40B4-BE49-F238E27FC236}">
                <a16:creationId xmlns:a16="http://schemas.microsoft.com/office/drawing/2014/main" id="{9B82706C-C8C5-0871-A212-AC496AD34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5626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保持</a:t>
            </a:r>
          </a:p>
        </p:txBody>
      </p:sp>
      <p:sp>
        <p:nvSpPr>
          <p:cNvPr id="462944" name="Text Box 96">
            <a:extLst>
              <a:ext uri="{FF2B5EF4-FFF2-40B4-BE49-F238E27FC236}">
                <a16:creationId xmlns:a16="http://schemas.microsoft.com/office/drawing/2014/main" id="{BEBAC1AC-9B60-3513-901E-D887EC351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5626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異常</a:t>
            </a:r>
          </a:p>
        </p:txBody>
      </p:sp>
      <p:sp>
        <p:nvSpPr>
          <p:cNvPr id="462945" name="Text Box 97">
            <a:extLst>
              <a:ext uri="{FF2B5EF4-FFF2-40B4-BE49-F238E27FC236}">
                <a16:creationId xmlns:a16="http://schemas.microsoft.com/office/drawing/2014/main" id="{C12935A9-5DE7-0771-454C-36B055B3A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5626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保持？</a:t>
            </a:r>
          </a:p>
        </p:txBody>
      </p:sp>
      <p:sp>
        <p:nvSpPr>
          <p:cNvPr id="462946" name="Rectangle 98">
            <a:extLst>
              <a:ext uri="{FF2B5EF4-FFF2-40B4-BE49-F238E27FC236}">
                <a16:creationId xmlns:a16="http://schemas.microsoft.com/office/drawing/2014/main" id="{A5C97278-0C63-358F-17EC-5650E7DA6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6172200"/>
            <a:ext cx="4094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RS</a:t>
            </a:r>
            <a:r>
              <a:rPr lang="zh-CN" altLang="en-US" sz="2400" b="1" dirty="0">
                <a:latin typeface="Times New Roman" panose="02020603050405020304" pitchFamily="18" charset="0"/>
              </a:rPr>
              <a:t>由</a:t>
            </a:r>
            <a:r>
              <a:rPr lang="en-US" altLang="zh-CN" sz="2400" b="1" dirty="0">
                <a:latin typeface="Times New Roman" panose="02020603050405020304" pitchFamily="18" charset="0"/>
              </a:rPr>
              <a:t>00</a:t>
            </a:r>
            <a:r>
              <a:rPr lang="zh-CN" altLang="en-US" sz="2400" b="1" dirty="0">
                <a:latin typeface="Times New Roman" panose="02020603050405020304" pitchFamily="18" charset="0"/>
              </a:rPr>
              <a:t>變為</a:t>
            </a:r>
            <a:r>
              <a:rPr lang="en-US" altLang="zh-CN" sz="2400" b="1" dirty="0">
                <a:latin typeface="Times New Roman" panose="02020603050405020304" pitchFamily="18" charset="0"/>
              </a:rPr>
              <a:t>11,</a:t>
            </a:r>
            <a:r>
              <a:rPr lang="zh-CN" altLang="en-US" sz="2400" b="1" dirty="0">
                <a:latin typeface="Times New Roman" panose="02020603050405020304" pitchFamily="18" charset="0"/>
              </a:rPr>
              <a:t>下一狀態不定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19490" name="Group 4">
            <a:extLst>
              <a:ext uri="{FF2B5EF4-FFF2-40B4-BE49-F238E27FC236}">
                <a16:creationId xmlns:a16="http://schemas.microsoft.com/office/drawing/2014/main" id="{0DCE835A-763A-1112-90A9-A80175530969}"/>
              </a:ext>
            </a:extLst>
          </p:cNvPr>
          <p:cNvGrpSpPr>
            <a:grpSpLocks/>
          </p:cNvGrpSpPr>
          <p:nvPr/>
        </p:nvGrpSpPr>
        <p:grpSpPr bwMode="auto">
          <a:xfrm>
            <a:off x="107101" y="4653029"/>
            <a:ext cx="2043963" cy="2001073"/>
            <a:chOff x="780" y="1443"/>
            <a:chExt cx="2212" cy="2250"/>
          </a:xfrm>
        </p:grpSpPr>
        <p:sp>
          <p:nvSpPr>
            <p:cNvPr id="19491" name="Rectangle 5">
              <a:extLst>
                <a:ext uri="{FF2B5EF4-FFF2-40B4-BE49-F238E27FC236}">
                  <a16:creationId xmlns:a16="http://schemas.microsoft.com/office/drawing/2014/main" id="{77519F47-A8D6-6C7C-93D5-DDDD7EAB9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92" name="Oval 6">
              <a:extLst>
                <a:ext uri="{FF2B5EF4-FFF2-40B4-BE49-F238E27FC236}">
                  <a16:creationId xmlns:a16="http://schemas.microsoft.com/office/drawing/2014/main" id="{5D0F4807-EA7C-9FD4-8A72-6AF48245D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93" name="Line 7">
              <a:extLst>
                <a:ext uri="{FF2B5EF4-FFF2-40B4-BE49-F238E27FC236}">
                  <a16:creationId xmlns:a16="http://schemas.microsoft.com/office/drawing/2014/main" id="{C5664C61-D112-C615-936C-FEFB91415A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1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4" name="Line 8">
              <a:extLst>
                <a:ext uri="{FF2B5EF4-FFF2-40B4-BE49-F238E27FC236}">
                  <a16:creationId xmlns:a16="http://schemas.microsoft.com/office/drawing/2014/main" id="{9542F6F1-94F4-FBBA-8DC9-87B47BC58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" y="2931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5" name="Line 9">
              <a:extLst>
                <a:ext uri="{FF2B5EF4-FFF2-40B4-BE49-F238E27FC236}">
                  <a16:creationId xmlns:a16="http://schemas.microsoft.com/office/drawing/2014/main" id="{10E13F7A-DD53-443A-1CFA-5A3C5162C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6" name="Rectangle 10">
              <a:extLst>
                <a:ext uri="{FF2B5EF4-FFF2-40B4-BE49-F238E27FC236}">
                  <a16:creationId xmlns:a16="http://schemas.microsoft.com/office/drawing/2014/main" id="{2BA610AA-8709-A8C8-3940-1C8FC2546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97" name="Oval 11">
              <a:extLst>
                <a:ext uri="{FF2B5EF4-FFF2-40B4-BE49-F238E27FC236}">
                  <a16:creationId xmlns:a16="http://schemas.microsoft.com/office/drawing/2014/main" id="{74DEA832-2CC6-17C8-A198-A5A9D5600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98" name="Line 12">
              <a:extLst>
                <a:ext uri="{FF2B5EF4-FFF2-40B4-BE49-F238E27FC236}">
                  <a16:creationId xmlns:a16="http://schemas.microsoft.com/office/drawing/2014/main" id="{9A4AF43A-D356-2471-5E86-02DDF90E34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5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9" name="Line 13">
              <a:extLst>
                <a:ext uri="{FF2B5EF4-FFF2-40B4-BE49-F238E27FC236}">
                  <a16:creationId xmlns:a16="http://schemas.microsoft.com/office/drawing/2014/main" id="{C44185DD-A2B7-F892-F753-28334FD3DB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3" y="2931"/>
              <a:ext cx="1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Line 14">
              <a:extLst>
                <a:ext uri="{FF2B5EF4-FFF2-40B4-BE49-F238E27FC236}">
                  <a16:creationId xmlns:a16="http://schemas.microsoft.com/office/drawing/2014/main" id="{65F94A1D-1B87-7183-01B9-E26C18799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Line 15">
              <a:extLst>
                <a:ext uri="{FF2B5EF4-FFF2-40B4-BE49-F238E27FC236}">
                  <a16:creationId xmlns:a16="http://schemas.microsoft.com/office/drawing/2014/main" id="{FA5E509F-8936-2D29-6CEC-C14D9B54F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3158"/>
              <a:ext cx="1" cy="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2" name="Line 16">
              <a:extLst>
                <a:ext uri="{FF2B5EF4-FFF2-40B4-BE49-F238E27FC236}">
                  <a16:creationId xmlns:a16="http://schemas.microsoft.com/office/drawing/2014/main" id="{29C21899-F68A-3EDD-0C8F-1805E2455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3" name="Line 17">
              <a:extLst>
                <a:ext uri="{FF2B5EF4-FFF2-40B4-BE49-F238E27FC236}">
                  <a16:creationId xmlns:a16="http://schemas.microsoft.com/office/drawing/2014/main" id="{B77BF18A-1E5A-0685-1E58-83C220A8C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4" name="Line 18">
              <a:extLst>
                <a:ext uri="{FF2B5EF4-FFF2-40B4-BE49-F238E27FC236}">
                  <a16:creationId xmlns:a16="http://schemas.microsoft.com/office/drawing/2014/main" id="{22C4F26B-7E53-ACD1-78DD-7861D9027B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3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5" name="Line 19">
              <a:extLst>
                <a:ext uri="{FF2B5EF4-FFF2-40B4-BE49-F238E27FC236}">
                  <a16:creationId xmlns:a16="http://schemas.microsoft.com/office/drawing/2014/main" id="{871C70D3-18AA-8C5A-8C94-2CDB85E5CA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4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6" name="Line 20">
              <a:extLst>
                <a:ext uri="{FF2B5EF4-FFF2-40B4-BE49-F238E27FC236}">
                  <a16:creationId xmlns:a16="http://schemas.microsoft.com/office/drawing/2014/main" id="{A5D07CBE-3D3A-4E30-676B-A043DA593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" y="3294"/>
              <a:ext cx="18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7" name="Line 21">
              <a:extLst>
                <a:ext uri="{FF2B5EF4-FFF2-40B4-BE49-F238E27FC236}">
                  <a16:creationId xmlns:a16="http://schemas.microsoft.com/office/drawing/2014/main" id="{A1114679-94CD-FAA2-5416-BDE49B2EFB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3" y="3203"/>
              <a:ext cx="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8" name="Line 22">
              <a:extLst>
                <a:ext uri="{FF2B5EF4-FFF2-40B4-BE49-F238E27FC236}">
                  <a16:creationId xmlns:a16="http://schemas.microsoft.com/office/drawing/2014/main" id="{28206E39-CC1B-6054-0748-6DF8ADE53C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2" y="3294"/>
              <a:ext cx="18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9" name="Line 23">
              <a:extLst>
                <a:ext uri="{FF2B5EF4-FFF2-40B4-BE49-F238E27FC236}">
                  <a16:creationId xmlns:a16="http://schemas.microsoft.com/office/drawing/2014/main" id="{846A4ECD-CB37-56CC-B807-0E9AC21EE7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2" y="3158"/>
              <a:ext cx="1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0" name="Line 24">
              <a:extLst>
                <a:ext uri="{FF2B5EF4-FFF2-40B4-BE49-F238E27FC236}">
                  <a16:creationId xmlns:a16="http://schemas.microsoft.com/office/drawing/2014/main" id="{85E6272C-CB0D-27CE-11F5-65AD0D122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3203"/>
              <a:ext cx="1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1" name="Text Box 25">
              <a:extLst>
                <a:ext uri="{FF2B5EF4-FFF2-40B4-BE49-F238E27FC236}">
                  <a16:creationId xmlns:a16="http://schemas.microsoft.com/office/drawing/2014/main" id="{45A1620E-22D1-5D16-D01A-342F10B8A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339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9512" name="Text Box 26">
              <a:extLst>
                <a:ext uri="{FF2B5EF4-FFF2-40B4-BE49-F238E27FC236}">
                  <a16:creationId xmlns:a16="http://schemas.microsoft.com/office/drawing/2014/main" id="{3614CF8C-CBD2-880F-A3EB-818C3154B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" y="3295"/>
              <a:ext cx="285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9513" name="Text Box 27">
              <a:extLst>
                <a:ext uri="{FF2B5EF4-FFF2-40B4-BE49-F238E27FC236}">
                  <a16:creationId xmlns:a16="http://schemas.microsoft.com/office/drawing/2014/main" id="{53E57A92-A23C-7779-B884-6760DE499B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" y="1753"/>
              <a:ext cx="356" cy="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9514" name="Text Box 28">
              <a:extLst>
                <a:ext uri="{FF2B5EF4-FFF2-40B4-BE49-F238E27FC236}">
                  <a16:creationId xmlns:a16="http://schemas.microsoft.com/office/drawing/2014/main" id="{E2C5FE3B-AD99-5645-D4D3-97711E233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" y="1443"/>
              <a:ext cx="356" cy="7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2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2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4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6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46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46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46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46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46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46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46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46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46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62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500"/>
                                        <p:tgtEl>
                                          <p:spTgt spid="46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0" dur="500"/>
                                        <p:tgtEl>
                                          <p:spTgt spid="46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462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0" dur="500"/>
                                        <p:tgtEl>
                                          <p:spTgt spid="46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5" dur="500"/>
                                        <p:tgtEl>
                                          <p:spTgt spid="46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46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5" dur="500"/>
                                        <p:tgtEl>
                                          <p:spTgt spid="46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46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462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0" dur="500"/>
                                        <p:tgtEl>
                                          <p:spTgt spid="46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5" dur="500"/>
                                        <p:tgtEl>
                                          <p:spTgt spid="46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46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6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6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938" grpId="0" autoUpdateAnimBg="0"/>
      <p:bldP spid="462939" grpId="0" autoUpdateAnimBg="0"/>
      <p:bldP spid="462940" grpId="0" autoUpdateAnimBg="0"/>
      <p:bldP spid="462941" grpId="0" autoUpdateAnimBg="0"/>
      <p:bldP spid="462942" grpId="0" autoUpdateAnimBg="0"/>
      <p:bldP spid="462943" grpId="0" autoUpdateAnimBg="0"/>
      <p:bldP spid="462944" grpId="0" autoUpdateAnimBg="0"/>
      <p:bldP spid="462945" grpId="0" autoUpdateAnimBg="0"/>
      <p:bldP spid="46294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D8450B-82CC-EC31-BDAE-37218255E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2C4A0E8-B05B-4F95-84BA-F5DFD3B7508C}" type="slidenum">
              <a:rPr lang="en-US" altLang="zh-CN" sz="1000" smtClean="0"/>
              <a:pPr>
                <a:defRPr/>
              </a:pPr>
              <a:t>17</a:t>
            </a:fld>
            <a:endParaRPr lang="en-US" altLang="zh-CN" sz="1000" dirty="0"/>
          </a:p>
        </p:txBody>
      </p:sp>
      <p:sp>
        <p:nvSpPr>
          <p:cNvPr id="463874" name="Rectangle 2">
            <a:extLst>
              <a:ext uri="{FF2B5EF4-FFF2-40B4-BE49-F238E27FC236}">
                <a16:creationId xmlns:a16="http://schemas.microsoft.com/office/drawing/2014/main" id="{3DF1E407-BE27-EAF0-0DAC-320A94997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63875" name="Rectangle 3">
            <a:extLst>
              <a:ext uri="{FF2B5EF4-FFF2-40B4-BE49-F238E27FC236}">
                <a16:creationId xmlns:a16="http://schemas.microsoft.com/office/drawing/2014/main" id="{3410A986-9DBA-D687-DDDA-A08C72D37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R-S</a:t>
            </a:r>
            <a:r>
              <a:rPr lang="zh-CN" altLang="en-US" dirty="0"/>
              <a:t>基本觸發器的不足</a:t>
            </a:r>
          </a:p>
          <a:p>
            <a:pPr lvl="1" eaLnBrk="1" hangingPunct="1">
              <a:defRPr/>
            </a:pPr>
            <a:r>
              <a:rPr lang="zh-CN" altLang="en-US" b="1" dirty="0"/>
              <a:t>當</a:t>
            </a:r>
            <a:r>
              <a:rPr lang="en-US" altLang="zh-CN" b="1" dirty="0"/>
              <a:t>R-S</a:t>
            </a:r>
            <a:r>
              <a:rPr lang="zh-CN" altLang="en-US" b="1" dirty="0"/>
              <a:t>端從“</a:t>
            </a:r>
            <a:r>
              <a:rPr lang="en-US" altLang="zh-CN" b="1" dirty="0"/>
              <a:t>00”</a:t>
            </a:r>
            <a:r>
              <a:rPr lang="zh-CN" altLang="en-US" b="1" dirty="0"/>
              <a:t>變化到“</a:t>
            </a:r>
            <a:r>
              <a:rPr lang="en-US" altLang="zh-CN" b="1" dirty="0"/>
              <a:t>11”</a:t>
            </a:r>
            <a:r>
              <a:rPr lang="zh-CN" altLang="en-US" b="1" dirty="0"/>
              <a:t>時，觸發器的下一個狀態不能確定，因此不能直接使用。如要使用，要避免</a:t>
            </a:r>
            <a:r>
              <a:rPr lang="en-US" altLang="zh-CN" b="1" dirty="0"/>
              <a:t>R-S</a:t>
            </a:r>
            <a:r>
              <a:rPr lang="zh-CN" altLang="en-US" b="1" dirty="0"/>
              <a:t>端出現“</a:t>
            </a:r>
            <a:r>
              <a:rPr lang="en-US" altLang="zh-CN" b="1" dirty="0"/>
              <a:t>00”</a:t>
            </a:r>
            <a:r>
              <a:rPr lang="zh-CN" altLang="en-US" b="1" dirty="0"/>
              <a:t>的情況。</a:t>
            </a:r>
          </a:p>
          <a:p>
            <a:pPr lvl="1" eaLnBrk="1" hangingPunct="1">
              <a:defRPr/>
            </a:pPr>
            <a:r>
              <a:rPr lang="zh-CN" altLang="en-US" b="1" dirty="0"/>
              <a:t>由反或閘和與反或閘組成的</a:t>
            </a:r>
            <a:r>
              <a:rPr lang="en-US" altLang="zh-CN" b="1" dirty="0"/>
              <a:t>R-S</a:t>
            </a:r>
            <a:r>
              <a:rPr lang="zh-CN" altLang="en-US" b="1" dirty="0"/>
              <a:t>基本觸發器同樣存在這一問題。</a:t>
            </a:r>
          </a:p>
          <a:p>
            <a:pPr eaLnBrk="1" hangingPunct="1">
              <a:defRPr/>
            </a:pPr>
            <a:r>
              <a:rPr lang="zh-CN" altLang="en-US" dirty="0"/>
              <a:t>解決狀態不定的辦法</a:t>
            </a:r>
          </a:p>
          <a:p>
            <a:pPr lvl="1" eaLnBrk="1" hangingPunct="1">
              <a:defRPr/>
            </a:pPr>
            <a:r>
              <a:rPr lang="zh-CN" altLang="en-US" b="1" dirty="0"/>
              <a:t>對觸發器的輸入加以控制。</a:t>
            </a:r>
          </a:p>
          <a:p>
            <a:pPr lvl="1" eaLnBrk="1" hangingPunct="1">
              <a:defRPr/>
            </a:pPr>
            <a:r>
              <a:rPr lang="zh-CN" altLang="en-US" b="1" dirty="0">
                <a:solidFill>
                  <a:schemeClr val="tx2"/>
                </a:solidFill>
              </a:rPr>
              <a:t>保持觸發器穩定狀態不被破壞</a:t>
            </a:r>
            <a:endParaRPr lang="zh-CN" altLang="en-US" b="1" dirty="0"/>
          </a:p>
          <a:p>
            <a:pPr lvl="1" eaLnBrk="1" hangingPunct="1">
              <a:defRPr/>
            </a:pPr>
            <a:endParaRPr lang="en-US" altLang="zh-CN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5A4F3C1-D37E-0C62-83B1-9C2C2831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2C13B83-D1B8-4A24-8113-0DF9F196CB3D}" type="slidenum">
              <a:rPr lang="en-US" altLang="zh-CN" sz="1000" smtClean="0"/>
              <a:pPr>
                <a:defRPr/>
              </a:pPr>
              <a:t>18</a:t>
            </a:fld>
            <a:endParaRPr lang="en-US" altLang="zh-CN" sz="1000" dirty="0"/>
          </a:p>
        </p:txBody>
      </p:sp>
      <p:sp>
        <p:nvSpPr>
          <p:cNvPr id="574466" name="Rectangle 1026">
            <a:extLst>
              <a:ext uri="{FF2B5EF4-FFF2-40B4-BE49-F238E27FC236}">
                <a16:creationId xmlns:a16="http://schemas.microsoft.com/office/drawing/2014/main" id="{412B2425-C253-2CE5-21CC-0343BEF55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74467" name="Rectangle 1027">
            <a:extLst>
              <a:ext uri="{FF2B5EF4-FFF2-40B4-BE49-F238E27FC236}">
                <a16:creationId xmlns:a16="http://schemas.microsoft.com/office/drawing/2014/main" id="{6A88C221-0C7C-D4AC-21E5-D1E9BDDB9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基本</a:t>
            </a:r>
            <a:r>
              <a:rPr lang="en-US" altLang="zh-CN" dirty="0"/>
              <a:t>R-S</a:t>
            </a: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</a:rPr>
              <a:t>電位觸發方式的觸發器</a:t>
            </a:r>
          </a:p>
          <a:p>
            <a:pPr lvl="1" eaLnBrk="1" hangingPunct="1">
              <a:defRPr/>
            </a:pPr>
            <a:r>
              <a:rPr lang="zh-CN" altLang="en-US" dirty="0"/>
              <a:t>邊沿觸發方式的觸發器</a:t>
            </a:r>
          </a:p>
          <a:p>
            <a:pPr lvl="1" eaLnBrk="1" hangingPunct="1">
              <a:defRPr/>
            </a:pPr>
            <a:r>
              <a:rPr lang="zh-CN" altLang="en-US" dirty="0"/>
              <a:t>主－從觸發器方式的觸發器</a:t>
            </a:r>
          </a:p>
        </p:txBody>
      </p:sp>
      <p:sp>
        <p:nvSpPr>
          <p:cNvPr id="574469" name="Rectangle 1029">
            <a:extLst>
              <a:ext uri="{FF2B5EF4-FFF2-40B4-BE49-F238E27FC236}">
                <a16:creationId xmlns:a16="http://schemas.microsoft.com/office/drawing/2014/main" id="{23CC2BC6-CC50-A3C3-D4B6-E6E122062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240665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D3D2A0-1449-662C-7844-4BA5153F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623EF08-7D89-4860-8AB8-45C82559D1C8}" type="slidenum">
              <a:rPr lang="en-US" altLang="zh-CN" sz="1000" smtClean="0"/>
              <a:pPr>
                <a:defRPr/>
              </a:pPr>
              <a:t>19</a:t>
            </a:fld>
            <a:endParaRPr lang="en-US" altLang="zh-CN" sz="1000" dirty="0"/>
          </a:p>
        </p:txBody>
      </p:sp>
      <p:sp>
        <p:nvSpPr>
          <p:cNvPr id="513026" name="Rectangle 2">
            <a:extLst>
              <a:ext uri="{FF2B5EF4-FFF2-40B4-BE49-F238E27FC236}">
                <a16:creationId xmlns:a16="http://schemas.microsoft.com/office/drawing/2014/main" id="{CFB0E574-F5CD-F12A-B50C-696A2EBE3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13027" name="Rectangle 3">
            <a:extLst>
              <a:ext uri="{FF2B5EF4-FFF2-40B4-BE49-F238E27FC236}">
                <a16:creationId xmlns:a16="http://schemas.microsoft.com/office/drawing/2014/main" id="{549AF12C-C9EC-7603-0B82-A403BE90A0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按時鐘脈衝</a:t>
            </a:r>
            <a:r>
              <a:rPr lang="en-US" altLang="zh-CN" b="1" dirty="0"/>
              <a:t>(Clock Pulse)</a:t>
            </a:r>
            <a:r>
              <a:rPr lang="zh-CN" altLang="en-US" b="1" dirty="0"/>
              <a:t>控制方式分類</a:t>
            </a:r>
          </a:p>
          <a:p>
            <a:pPr lvl="1" eaLnBrk="1" hangingPunct="1">
              <a:defRPr/>
            </a:pPr>
            <a:r>
              <a:rPr lang="zh-CN" altLang="en-US" b="1" dirty="0"/>
              <a:t>電位觸發方式</a:t>
            </a:r>
            <a:r>
              <a:rPr lang="en-US" altLang="zh-CN" b="1" dirty="0"/>
              <a:t>FF (Level Trigger)</a:t>
            </a:r>
          </a:p>
        </p:txBody>
      </p:sp>
      <p:grpSp>
        <p:nvGrpSpPr>
          <p:cNvPr id="22533" name="Group 41">
            <a:extLst>
              <a:ext uri="{FF2B5EF4-FFF2-40B4-BE49-F238E27FC236}">
                <a16:creationId xmlns:a16="http://schemas.microsoft.com/office/drawing/2014/main" id="{F42D7E0E-1DC4-81E1-2312-ECC630CB6835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2057400"/>
            <a:ext cx="2344737" cy="4038600"/>
            <a:chOff x="3323" y="1536"/>
            <a:chExt cx="1477" cy="2544"/>
          </a:xfrm>
        </p:grpSpPr>
        <p:sp>
          <p:nvSpPr>
            <p:cNvPr id="22535" name="Rectangle 42">
              <a:extLst>
                <a:ext uri="{FF2B5EF4-FFF2-40B4-BE49-F238E27FC236}">
                  <a16:creationId xmlns:a16="http://schemas.microsoft.com/office/drawing/2014/main" id="{6BC6DE52-18E9-7536-F824-0CC40E13C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" y="2341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36" name="Oval 43">
              <a:extLst>
                <a:ext uri="{FF2B5EF4-FFF2-40B4-BE49-F238E27FC236}">
                  <a16:creationId xmlns:a16="http://schemas.microsoft.com/office/drawing/2014/main" id="{B7872910-5D20-4A38-D569-6B5B9689E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" y="2261"/>
              <a:ext cx="92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37" name="Line 44">
              <a:extLst>
                <a:ext uri="{FF2B5EF4-FFF2-40B4-BE49-F238E27FC236}">
                  <a16:creationId xmlns:a16="http://schemas.microsoft.com/office/drawing/2014/main" id="{F4C4480F-17ED-F80E-E7ED-0D44049D7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9" y="1890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8" name="Line 45">
              <a:extLst>
                <a:ext uri="{FF2B5EF4-FFF2-40B4-BE49-F238E27FC236}">
                  <a16:creationId xmlns:a16="http://schemas.microsoft.com/office/drawing/2014/main" id="{1A38ECFD-746E-6612-5FD1-60046538FD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" y="2553"/>
              <a:ext cx="1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9" name="Line 46">
              <a:extLst>
                <a:ext uri="{FF2B5EF4-FFF2-40B4-BE49-F238E27FC236}">
                  <a16:creationId xmlns:a16="http://schemas.microsoft.com/office/drawing/2014/main" id="{03B959A2-A2D7-42A6-854F-8143AF962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3" y="2553"/>
              <a:ext cx="1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0" name="Rectangle 47">
              <a:extLst>
                <a:ext uri="{FF2B5EF4-FFF2-40B4-BE49-F238E27FC236}">
                  <a16:creationId xmlns:a16="http://schemas.microsoft.com/office/drawing/2014/main" id="{3E6D9A4C-20FA-2AA4-0BDA-8F770C0D4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2341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41" name="Oval 48">
              <a:extLst>
                <a:ext uri="{FF2B5EF4-FFF2-40B4-BE49-F238E27FC236}">
                  <a16:creationId xmlns:a16="http://schemas.microsoft.com/office/drawing/2014/main" id="{4654D33B-1AC9-8452-58E0-2A79E6EBA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2261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42" name="Line 49">
              <a:extLst>
                <a:ext uri="{FF2B5EF4-FFF2-40B4-BE49-F238E27FC236}">
                  <a16:creationId xmlns:a16="http://schemas.microsoft.com/office/drawing/2014/main" id="{D883B7A0-C2C7-D73E-E541-B035983D3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5" y="1890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3" name="Line 50">
              <a:extLst>
                <a:ext uri="{FF2B5EF4-FFF2-40B4-BE49-F238E27FC236}">
                  <a16:creationId xmlns:a16="http://schemas.microsoft.com/office/drawing/2014/main" id="{824A8DBF-058E-A936-1B59-EA24E98834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2570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4" name="Line 51">
              <a:extLst>
                <a:ext uri="{FF2B5EF4-FFF2-40B4-BE49-F238E27FC236}">
                  <a16:creationId xmlns:a16="http://schemas.microsoft.com/office/drawing/2014/main" id="{6BC32BB0-5DA2-FF29-A97B-D650BB53C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9" y="2553"/>
              <a:ext cx="3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5" name="Line 52">
              <a:extLst>
                <a:ext uri="{FF2B5EF4-FFF2-40B4-BE49-F238E27FC236}">
                  <a16:creationId xmlns:a16="http://schemas.microsoft.com/office/drawing/2014/main" id="{950677DF-62C3-81AD-F071-5DA2F211A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9" y="2102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Line 53">
              <a:extLst>
                <a:ext uri="{FF2B5EF4-FFF2-40B4-BE49-F238E27FC236}">
                  <a16:creationId xmlns:a16="http://schemas.microsoft.com/office/drawing/2014/main" id="{ADC8A1D6-7F08-3D60-5EAA-50B935876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5" y="2102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Line 54">
              <a:extLst>
                <a:ext uri="{FF2B5EF4-FFF2-40B4-BE49-F238E27FC236}">
                  <a16:creationId xmlns:a16="http://schemas.microsoft.com/office/drawing/2014/main" id="{2D7DB4C0-4740-DAF3-BD67-5F380779A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9" y="2102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55">
              <a:extLst>
                <a:ext uri="{FF2B5EF4-FFF2-40B4-BE49-F238E27FC236}">
                  <a16:creationId xmlns:a16="http://schemas.microsoft.com/office/drawing/2014/main" id="{ECC8290F-1057-C24D-576A-5CE05F3DA9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8" y="2102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56">
              <a:extLst>
                <a:ext uri="{FF2B5EF4-FFF2-40B4-BE49-F238E27FC236}">
                  <a16:creationId xmlns:a16="http://schemas.microsoft.com/office/drawing/2014/main" id="{0D8727C4-3706-1C25-8690-C22E602EE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6" y="2751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57">
              <a:extLst>
                <a:ext uri="{FF2B5EF4-FFF2-40B4-BE49-F238E27FC236}">
                  <a16:creationId xmlns:a16="http://schemas.microsoft.com/office/drawing/2014/main" id="{DFAFCFCE-79EC-E3F9-E5D0-AB14B84B11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3" y="2766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58">
              <a:extLst>
                <a:ext uri="{FF2B5EF4-FFF2-40B4-BE49-F238E27FC236}">
                  <a16:creationId xmlns:a16="http://schemas.microsoft.com/office/drawing/2014/main" id="{B5BBFBE5-138B-9790-422B-A6BD590F28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3" y="2686"/>
              <a:ext cx="1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Text Box 59">
              <a:extLst>
                <a:ext uri="{FF2B5EF4-FFF2-40B4-BE49-F238E27FC236}">
                  <a16:creationId xmlns:a16="http://schemas.microsoft.com/office/drawing/2014/main" id="{A8AA6A91-E41C-C9F5-20DB-52A7330E1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3" y="3753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2553" name="Text Box 60">
              <a:extLst>
                <a:ext uri="{FF2B5EF4-FFF2-40B4-BE49-F238E27FC236}">
                  <a16:creationId xmlns:a16="http://schemas.microsoft.com/office/drawing/2014/main" id="{DFBB93F4-6592-9A49-FFD2-1144601CC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3" y="3753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2554" name="Text Box 61">
              <a:extLst>
                <a:ext uri="{FF2B5EF4-FFF2-40B4-BE49-F238E27FC236}">
                  <a16:creationId xmlns:a16="http://schemas.microsoft.com/office/drawing/2014/main" id="{BC9C3643-77C0-EAE4-90C0-68BFE2533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776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2555" name="Text Box 62">
              <a:extLst>
                <a:ext uri="{FF2B5EF4-FFF2-40B4-BE49-F238E27FC236}">
                  <a16:creationId xmlns:a16="http://schemas.microsoft.com/office/drawing/2014/main" id="{9F6DE9CC-FBAA-BEC5-0B38-CEC3EDDA94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8" y="1536"/>
              <a:ext cx="27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2556" name="Rectangle 63">
              <a:extLst>
                <a:ext uri="{FF2B5EF4-FFF2-40B4-BE49-F238E27FC236}">
                  <a16:creationId xmlns:a16="http://schemas.microsoft.com/office/drawing/2014/main" id="{C9E5D72D-8E40-0115-686A-FCCA02216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297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57" name="Line 64">
              <a:extLst>
                <a:ext uri="{FF2B5EF4-FFF2-40B4-BE49-F238E27FC236}">
                  <a16:creationId xmlns:a16="http://schemas.microsoft.com/office/drawing/2014/main" id="{6F5ABD89-2D21-195F-1BAB-93BD979D2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8" y="3187"/>
              <a:ext cx="1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8" name="Line 65">
              <a:extLst>
                <a:ext uri="{FF2B5EF4-FFF2-40B4-BE49-F238E27FC236}">
                  <a16:creationId xmlns:a16="http://schemas.microsoft.com/office/drawing/2014/main" id="{667EAB8D-4C8B-3E7D-7649-926E35882F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7" y="3177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9" name="Rectangle 66">
              <a:extLst>
                <a:ext uri="{FF2B5EF4-FFF2-40B4-BE49-F238E27FC236}">
                  <a16:creationId xmlns:a16="http://schemas.microsoft.com/office/drawing/2014/main" id="{1AB2070B-A428-4F75-E977-5CFBDAB93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297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60" name="Line 67">
              <a:extLst>
                <a:ext uri="{FF2B5EF4-FFF2-40B4-BE49-F238E27FC236}">
                  <a16:creationId xmlns:a16="http://schemas.microsoft.com/office/drawing/2014/main" id="{40A7126C-DD37-1AA3-A790-089585F18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1" y="3187"/>
              <a:ext cx="6" cy="4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1" name="Line 68">
              <a:extLst>
                <a:ext uri="{FF2B5EF4-FFF2-40B4-BE49-F238E27FC236}">
                  <a16:creationId xmlns:a16="http://schemas.microsoft.com/office/drawing/2014/main" id="{C7722190-0A99-1A50-5D8D-D59C02B14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9" y="3187"/>
              <a:ext cx="0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2" name="Line 69">
              <a:extLst>
                <a:ext uri="{FF2B5EF4-FFF2-40B4-BE49-F238E27FC236}">
                  <a16:creationId xmlns:a16="http://schemas.microsoft.com/office/drawing/2014/main" id="{63270413-BDD1-0183-774F-7D22C41AA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7" y="3321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3" name="Text Box 70">
              <a:extLst>
                <a:ext uri="{FF2B5EF4-FFF2-40B4-BE49-F238E27FC236}">
                  <a16:creationId xmlns:a16="http://schemas.microsoft.com/office/drawing/2014/main" id="{D62E048B-CAF7-1FD3-2995-58BAA683D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9" y="3753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2564" name="Line 71">
              <a:extLst>
                <a:ext uri="{FF2B5EF4-FFF2-40B4-BE49-F238E27FC236}">
                  <a16:creationId xmlns:a16="http://schemas.microsoft.com/office/drawing/2014/main" id="{CBCA3FCA-209D-3861-216F-A4292465B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3" y="3321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5" name="Text Box 72">
              <a:extLst>
                <a:ext uri="{FF2B5EF4-FFF2-40B4-BE49-F238E27FC236}">
                  <a16:creationId xmlns:a16="http://schemas.microsoft.com/office/drawing/2014/main" id="{43A5EE3B-96EC-CFBA-EF7A-EA4FBA4DA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" y="2879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22566" name="Text Box 73">
              <a:extLst>
                <a:ext uri="{FF2B5EF4-FFF2-40B4-BE49-F238E27FC236}">
                  <a16:creationId xmlns:a16="http://schemas.microsoft.com/office/drawing/2014/main" id="{407C5ED8-F837-2BD7-27D9-60BF56C59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" y="2879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＋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9967AD8-50E6-0FBB-DDEB-1E18ED757893}"/>
              </a:ext>
            </a:extLst>
          </p:cNvPr>
          <p:cNvSpPr/>
          <p:nvPr/>
        </p:nvSpPr>
        <p:spPr>
          <a:xfrm>
            <a:off x="685800" y="2619375"/>
            <a:ext cx="5264150" cy="30464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57300" lvl="2" indent="-342900" eaLnBrk="1" hangingPunct="1"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latin typeface="+mn-ea"/>
                <a:ea typeface="+mn-ea"/>
              </a:rPr>
              <a:t>當觸發器的同步控制信號</a:t>
            </a:r>
            <a:r>
              <a:rPr lang="en-US" altLang="zh-CN" sz="2400" dirty="0">
                <a:latin typeface="+mn-ea"/>
                <a:ea typeface="+mn-ea"/>
              </a:rPr>
              <a:t>E</a:t>
            </a:r>
            <a:r>
              <a:rPr lang="zh-CN" altLang="en-US" sz="2400" dirty="0">
                <a:latin typeface="+mn-ea"/>
                <a:ea typeface="+mn-ea"/>
              </a:rPr>
              <a:t>為約定的狀態時（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或</a:t>
            </a:r>
            <a:r>
              <a:rPr lang="en-US" altLang="zh-CN" sz="2400" dirty="0">
                <a:latin typeface="+mn-ea"/>
                <a:ea typeface="+mn-ea"/>
              </a:rPr>
              <a:t>1)</a:t>
            </a:r>
            <a:r>
              <a:rPr lang="zh-CN" altLang="en-US" sz="2400" dirty="0">
                <a:latin typeface="+mn-ea"/>
                <a:ea typeface="+mn-ea"/>
              </a:rPr>
              <a:t>，觸發器接收資料，輸入資料的任何變化都會在輸出端得到反映。</a:t>
            </a:r>
            <a:endParaRPr lang="en-US" altLang="zh-CN" sz="2400" dirty="0">
              <a:latin typeface="+mn-ea"/>
              <a:ea typeface="+mn-ea"/>
            </a:endParaRPr>
          </a:p>
          <a:p>
            <a:pPr marL="1257300" lvl="2" indent="-342900" eaLnBrk="1" hangingPunct="1">
              <a:buFont typeface="Wingdings" panose="05000000000000000000" pitchFamily="2" charset="2"/>
              <a:buChar char="ü"/>
              <a:defRPr/>
            </a:pPr>
            <a:endParaRPr lang="zh-CN" altLang="en-US" sz="2400" dirty="0">
              <a:latin typeface="+mn-ea"/>
              <a:ea typeface="+mn-ea"/>
            </a:endParaRPr>
          </a:p>
          <a:p>
            <a:pPr marL="1257300" lvl="2" indent="-342900" eaLnBrk="1" hangingPunct="1"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latin typeface="+mn-ea"/>
                <a:ea typeface="+mn-ea"/>
              </a:rPr>
              <a:t>當</a:t>
            </a:r>
            <a:r>
              <a:rPr lang="en-US" altLang="zh-CN" sz="2400" dirty="0">
                <a:latin typeface="+mn-ea"/>
                <a:ea typeface="+mn-ea"/>
              </a:rPr>
              <a:t>E</a:t>
            </a:r>
            <a:r>
              <a:rPr lang="zh-CN" altLang="en-US" sz="2400" dirty="0">
                <a:latin typeface="+mn-ea"/>
                <a:ea typeface="+mn-ea"/>
              </a:rPr>
              <a:t>為非約定狀態時，觸發器的狀態保持不變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灯片编号占位符 5">
            <a:extLst>
              <a:ext uri="{FF2B5EF4-FFF2-40B4-BE49-F238E27FC236}">
                <a16:creationId xmlns:a16="http://schemas.microsoft.com/office/drawing/2014/main" id="{1DC7FD80-6D31-7FA4-D015-6BEECB29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2DB45A4-313F-4510-AC17-6589CE882732}" type="slidenum">
              <a:rPr lang="en-US" altLang="zh-CN" sz="1000" smtClean="0"/>
              <a:pPr>
                <a:defRPr/>
              </a:pPr>
              <a:t>20</a:t>
            </a:fld>
            <a:endParaRPr lang="en-US" altLang="zh-CN" sz="1000" dirty="0"/>
          </a:p>
        </p:txBody>
      </p:sp>
      <p:sp>
        <p:nvSpPr>
          <p:cNvPr id="464898" name="Rectangle 2">
            <a:extLst>
              <a:ext uri="{FF2B5EF4-FFF2-40B4-BE49-F238E27FC236}">
                <a16:creationId xmlns:a16="http://schemas.microsoft.com/office/drawing/2014/main" id="{4C6E201B-3406-2E69-53A8-8AFF8A28C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64899" name="Rectangle 3">
            <a:extLst>
              <a:ext uri="{FF2B5EF4-FFF2-40B4-BE49-F238E27FC236}">
                <a16:creationId xmlns:a16="http://schemas.microsoft.com/office/drawing/2014/main" id="{89A45FF8-9BA8-23A6-6637-CF2C6DFD7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電位觸發器</a:t>
            </a:r>
            <a:r>
              <a:rPr lang="en-US" altLang="zh-CN" dirty="0"/>
              <a:t>(Latch) </a:t>
            </a:r>
          </a:p>
          <a:p>
            <a:pPr lvl="1" eaLnBrk="1" hangingPunct="1">
              <a:defRPr/>
            </a:pPr>
            <a:r>
              <a:rPr lang="zh-CN" altLang="en-US" b="1" dirty="0"/>
              <a:t>在</a:t>
            </a:r>
            <a:r>
              <a:rPr lang="en-US" altLang="zh-CN" b="1" dirty="0"/>
              <a:t>R-S</a:t>
            </a:r>
            <a:r>
              <a:rPr lang="zh-CN" altLang="en-US" b="1" dirty="0"/>
              <a:t>基本觸發器的基礎上，對輸入加以控制。在控制端有效的情況下，無論輸入如何變化，觸發器都能夠處於保持狀態。</a:t>
            </a:r>
            <a:br>
              <a:rPr lang="zh-CN" altLang="en-US" dirty="0"/>
            </a:br>
            <a:endParaRPr lang="zh-CN" altLang="en-US" dirty="0"/>
          </a:p>
        </p:txBody>
      </p:sp>
      <p:grpSp>
        <p:nvGrpSpPr>
          <p:cNvPr id="24581" name="Group 41">
            <a:extLst>
              <a:ext uri="{FF2B5EF4-FFF2-40B4-BE49-F238E27FC236}">
                <a16:creationId xmlns:a16="http://schemas.microsoft.com/office/drawing/2014/main" id="{DB1DDD32-2A11-7D58-03F9-14631190F222}"/>
              </a:ext>
            </a:extLst>
          </p:cNvPr>
          <p:cNvGrpSpPr>
            <a:grpSpLocks/>
          </p:cNvGrpSpPr>
          <p:nvPr/>
        </p:nvGrpSpPr>
        <p:grpSpPr bwMode="auto">
          <a:xfrm>
            <a:off x="5275263" y="2438400"/>
            <a:ext cx="2344737" cy="4038600"/>
            <a:chOff x="3323" y="1536"/>
            <a:chExt cx="1477" cy="2544"/>
          </a:xfrm>
        </p:grpSpPr>
        <p:sp>
          <p:nvSpPr>
            <p:cNvPr id="24619" name="Rectangle 42">
              <a:extLst>
                <a:ext uri="{FF2B5EF4-FFF2-40B4-BE49-F238E27FC236}">
                  <a16:creationId xmlns:a16="http://schemas.microsoft.com/office/drawing/2014/main" id="{30054EA1-2501-A8B6-CA52-80F4740C6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" y="2341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620" name="Oval 43">
              <a:extLst>
                <a:ext uri="{FF2B5EF4-FFF2-40B4-BE49-F238E27FC236}">
                  <a16:creationId xmlns:a16="http://schemas.microsoft.com/office/drawing/2014/main" id="{64156E28-4C65-5B3B-22CE-642CCFD47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" y="2261"/>
              <a:ext cx="92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621" name="Line 44">
              <a:extLst>
                <a:ext uri="{FF2B5EF4-FFF2-40B4-BE49-F238E27FC236}">
                  <a16:creationId xmlns:a16="http://schemas.microsoft.com/office/drawing/2014/main" id="{634FD625-39CF-5626-2C52-73D610DD19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9" y="1890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2" name="Line 45">
              <a:extLst>
                <a:ext uri="{FF2B5EF4-FFF2-40B4-BE49-F238E27FC236}">
                  <a16:creationId xmlns:a16="http://schemas.microsoft.com/office/drawing/2014/main" id="{3476B8D6-87C9-97E4-B5F6-7836CE8138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" y="2553"/>
              <a:ext cx="1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3" name="Line 46">
              <a:extLst>
                <a:ext uri="{FF2B5EF4-FFF2-40B4-BE49-F238E27FC236}">
                  <a16:creationId xmlns:a16="http://schemas.microsoft.com/office/drawing/2014/main" id="{06EE6773-37E6-70D8-C340-E2426EDE6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3" y="2553"/>
              <a:ext cx="1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4" name="Rectangle 47">
              <a:extLst>
                <a:ext uri="{FF2B5EF4-FFF2-40B4-BE49-F238E27FC236}">
                  <a16:creationId xmlns:a16="http://schemas.microsoft.com/office/drawing/2014/main" id="{169852EA-D4E2-F253-C0FD-A810FED93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2341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625" name="Oval 48">
              <a:extLst>
                <a:ext uri="{FF2B5EF4-FFF2-40B4-BE49-F238E27FC236}">
                  <a16:creationId xmlns:a16="http://schemas.microsoft.com/office/drawing/2014/main" id="{EAFC6A32-EA6E-AD52-0BED-81FBB8081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2261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626" name="Line 49">
              <a:extLst>
                <a:ext uri="{FF2B5EF4-FFF2-40B4-BE49-F238E27FC236}">
                  <a16:creationId xmlns:a16="http://schemas.microsoft.com/office/drawing/2014/main" id="{9099DEF4-6586-3196-22EC-CDDF79F5F1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5" y="1890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7" name="Line 50">
              <a:extLst>
                <a:ext uri="{FF2B5EF4-FFF2-40B4-BE49-F238E27FC236}">
                  <a16:creationId xmlns:a16="http://schemas.microsoft.com/office/drawing/2014/main" id="{761F57E6-2412-0944-925F-24AFEE74CF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2570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8" name="Line 51">
              <a:extLst>
                <a:ext uri="{FF2B5EF4-FFF2-40B4-BE49-F238E27FC236}">
                  <a16:creationId xmlns:a16="http://schemas.microsoft.com/office/drawing/2014/main" id="{FE2309B4-16D1-B03F-8E38-86E99A6D94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9" y="2553"/>
              <a:ext cx="3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9" name="Line 52">
              <a:extLst>
                <a:ext uri="{FF2B5EF4-FFF2-40B4-BE49-F238E27FC236}">
                  <a16:creationId xmlns:a16="http://schemas.microsoft.com/office/drawing/2014/main" id="{B60F8D3F-2DA4-1C4C-7966-92B7B1417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9" y="2102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0" name="Line 53">
              <a:extLst>
                <a:ext uri="{FF2B5EF4-FFF2-40B4-BE49-F238E27FC236}">
                  <a16:creationId xmlns:a16="http://schemas.microsoft.com/office/drawing/2014/main" id="{42C8DB2C-CE19-D2F1-17DB-B1F801B3C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5" y="2102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1" name="Line 54">
              <a:extLst>
                <a:ext uri="{FF2B5EF4-FFF2-40B4-BE49-F238E27FC236}">
                  <a16:creationId xmlns:a16="http://schemas.microsoft.com/office/drawing/2014/main" id="{00FCCF38-B631-2EEC-278F-C2BDB9D8E7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9" y="2102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2" name="Line 55">
              <a:extLst>
                <a:ext uri="{FF2B5EF4-FFF2-40B4-BE49-F238E27FC236}">
                  <a16:creationId xmlns:a16="http://schemas.microsoft.com/office/drawing/2014/main" id="{6B84EB69-086F-A3D9-27D6-73ED87D44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8" y="2102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3" name="Line 56">
              <a:extLst>
                <a:ext uri="{FF2B5EF4-FFF2-40B4-BE49-F238E27FC236}">
                  <a16:creationId xmlns:a16="http://schemas.microsoft.com/office/drawing/2014/main" id="{AF8FA104-CEE4-C241-E3A0-F2DE3CED9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6" y="2751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4" name="Line 57">
              <a:extLst>
                <a:ext uri="{FF2B5EF4-FFF2-40B4-BE49-F238E27FC236}">
                  <a16:creationId xmlns:a16="http://schemas.microsoft.com/office/drawing/2014/main" id="{2B9CB277-3837-834C-61C8-6CE90E5F7D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3" y="2766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5" name="Line 58">
              <a:extLst>
                <a:ext uri="{FF2B5EF4-FFF2-40B4-BE49-F238E27FC236}">
                  <a16:creationId xmlns:a16="http://schemas.microsoft.com/office/drawing/2014/main" id="{95000791-1B0A-AF15-2972-9E0BA9A647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3" y="2686"/>
              <a:ext cx="1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6" name="Text Box 59">
              <a:extLst>
                <a:ext uri="{FF2B5EF4-FFF2-40B4-BE49-F238E27FC236}">
                  <a16:creationId xmlns:a16="http://schemas.microsoft.com/office/drawing/2014/main" id="{9D65FB0B-B768-A8BE-F8B9-2DFA77495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3" y="3753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4637" name="Text Box 60">
              <a:extLst>
                <a:ext uri="{FF2B5EF4-FFF2-40B4-BE49-F238E27FC236}">
                  <a16:creationId xmlns:a16="http://schemas.microsoft.com/office/drawing/2014/main" id="{5232F187-A5DE-7A46-F3AF-F83547DB2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3" y="3753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4638" name="Text Box 61">
              <a:extLst>
                <a:ext uri="{FF2B5EF4-FFF2-40B4-BE49-F238E27FC236}">
                  <a16:creationId xmlns:a16="http://schemas.microsoft.com/office/drawing/2014/main" id="{90D14DB5-5264-8303-5434-BEA7B67B6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776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4639" name="Text Box 62">
              <a:extLst>
                <a:ext uri="{FF2B5EF4-FFF2-40B4-BE49-F238E27FC236}">
                  <a16:creationId xmlns:a16="http://schemas.microsoft.com/office/drawing/2014/main" id="{8BA0C6F3-86FC-F18F-6EDC-1AA9996FE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8" y="1536"/>
              <a:ext cx="27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4640" name="Rectangle 63">
              <a:extLst>
                <a:ext uri="{FF2B5EF4-FFF2-40B4-BE49-F238E27FC236}">
                  <a16:creationId xmlns:a16="http://schemas.microsoft.com/office/drawing/2014/main" id="{C76779D6-AB96-831D-CDBA-D5B453D4F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297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641" name="Line 64">
              <a:extLst>
                <a:ext uri="{FF2B5EF4-FFF2-40B4-BE49-F238E27FC236}">
                  <a16:creationId xmlns:a16="http://schemas.microsoft.com/office/drawing/2014/main" id="{C98EE053-A723-CC66-A8AB-57AD3FFD8D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8" y="3187"/>
              <a:ext cx="1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2" name="Line 65">
              <a:extLst>
                <a:ext uri="{FF2B5EF4-FFF2-40B4-BE49-F238E27FC236}">
                  <a16:creationId xmlns:a16="http://schemas.microsoft.com/office/drawing/2014/main" id="{E7E67F83-0592-85FE-B762-C33438EE9B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7" y="3177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3" name="Rectangle 66">
              <a:extLst>
                <a:ext uri="{FF2B5EF4-FFF2-40B4-BE49-F238E27FC236}">
                  <a16:creationId xmlns:a16="http://schemas.microsoft.com/office/drawing/2014/main" id="{86F8CFB0-EFD6-AB47-C63A-DFEF12C8B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297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644" name="Line 67">
              <a:extLst>
                <a:ext uri="{FF2B5EF4-FFF2-40B4-BE49-F238E27FC236}">
                  <a16:creationId xmlns:a16="http://schemas.microsoft.com/office/drawing/2014/main" id="{0566BB8B-08C8-D8BA-F36E-EEB3A33B3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1" y="3187"/>
              <a:ext cx="6" cy="4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5" name="Line 68">
              <a:extLst>
                <a:ext uri="{FF2B5EF4-FFF2-40B4-BE49-F238E27FC236}">
                  <a16:creationId xmlns:a16="http://schemas.microsoft.com/office/drawing/2014/main" id="{3B74B7EC-E5FB-9B16-902E-501D87235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9" y="3187"/>
              <a:ext cx="0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6" name="Line 69">
              <a:extLst>
                <a:ext uri="{FF2B5EF4-FFF2-40B4-BE49-F238E27FC236}">
                  <a16:creationId xmlns:a16="http://schemas.microsoft.com/office/drawing/2014/main" id="{15FAC723-F512-9AEB-CEFC-6FE2A13AC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7" y="3321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7" name="Text Box 70">
              <a:extLst>
                <a:ext uri="{FF2B5EF4-FFF2-40B4-BE49-F238E27FC236}">
                  <a16:creationId xmlns:a16="http://schemas.microsoft.com/office/drawing/2014/main" id="{E77B22FA-A181-CC55-C361-4A0E6F3F3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9" y="3753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4648" name="Line 71">
              <a:extLst>
                <a:ext uri="{FF2B5EF4-FFF2-40B4-BE49-F238E27FC236}">
                  <a16:creationId xmlns:a16="http://schemas.microsoft.com/office/drawing/2014/main" id="{BD30EEA1-8A4C-65C5-FE35-A5F7820CED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3" y="3321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9" name="Text Box 72">
              <a:extLst>
                <a:ext uri="{FF2B5EF4-FFF2-40B4-BE49-F238E27FC236}">
                  <a16:creationId xmlns:a16="http://schemas.microsoft.com/office/drawing/2014/main" id="{7422D920-11CA-9EF5-7F99-BBBB245DA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" y="2879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24650" name="Text Box 73">
              <a:extLst>
                <a:ext uri="{FF2B5EF4-FFF2-40B4-BE49-F238E27FC236}">
                  <a16:creationId xmlns:a16="http://schemas.microsoft.com/office/drawing/2014/main" id="{ECC2E3AC-B0D6-4C92-D318-9F9D47268A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" y="2879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＋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A642070-CE07-E0EF-421A-AE7EC00F9DBC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3367088"/>
            <a:ext cx="3259137" cy="2592387"/>
            <a:chOff x="1258888" y="3366347"/>
            <a:chExt cx="3259198" cy="2593889"/>
          </a:xfrm>
        </p:grpSpPr>
        <p:grpSp>
          <p:nvGrpSpPr>
            <p:cNvPr id="24583" name="Group 78">
              <a:extLst>
                <a:ext uri="{FF2B5EF4-FFF2-40B4-BE49-F238E27FC236}">
                  <a16:creationId xmlns:a16="http://schemas.microsoft.com/office/drawing/2014/main" id="{198FF690-F9F4-4479-7409-AA18552735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888" y="3578226"/>
              <a:ext cx="2986087" cy="2379663"/>
              <a:chOff x="2487" y="1872"/>
              <a:chExt cx="1881" cy="1499"/>
            </a:xfrm>
          </p:grpSpPr>
          <p:sp>
            <p:nvSpPr>
              <p:cNvPr id="10" name="Rectangle 40">
                <a:extLst>
                  <a:ext uri="{FF2B5EF4-FFF2-40B4-BE49-F238E27FC236}">
                    <a16:creationId xmlns:a16="http://schemas.microsoft.com/office/drawing/2014/main" id="{188EC68D-F5F5-9B23-CE8D-4D7E46DE79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3122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endParaRPr lang="zh-CN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1" name="Rectangle 41">
                <a:extLst>
                  <a:ext uri="{FF2B5EF4-FFF2-40B4-BE49-F238E27FC236}">
                    <a16:creationId xmlns:a16="http://schemas.microsoft.com/office/drawing/2014/main" id="{F733ABCC-049D-EE85-38FD-D85CB18ED5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3122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0      0</a:t>
                </a:r>
              </a:p>
            </p:txBody>
          </p:sp>
          <p:sp>
            <p:nvSpPr>
              <p:cNvPr id="12" name="Rectangle 42">
                <a:extLst>
                  <a:ext uri="{FF2B5EF4-FFF2-40B4-BE49-F238E27FC236}">
                    <a16:creationId xmlns:a16="http://schemas.microsoft.com/office/drawing/2014/main" id="{99971F68-5E88-FAA0-4ACC-9AE52FA6FD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3122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13" name="Rectangle 43">
                <a:extLst>
                  <a:ext uri="{FF2B5EF4-FFF2-40B4-BE49-F238E27FC236}">
                    <a16:creationId xmlns:a16="http://schemas.microsoft.com/office/drawing/2014/main" id="{CBD891D4-420A-7A30-2C1C-F06FF3DCA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873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0    1</a:t>
                </a:r>
              </a:p>
            </p:txBody>
          </p:sp>
          <p:sp>
            <p:nvSpPr>
              <p:cNvPr id="14" name="Rectangle 44">
                <a:extLst>
                  <a:ext uri="{FF2B5EF4-FFF2-40B4-BE49-F238E27FC236}">
                    <a16:creationId xmlns:a16="http://schemas.microsoft.com/office/drawing/2014/main" id="{371C5842-F5E7-5911-3D65-37F34C139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873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1      0</a:t>
                </a:r>
              </a:p>
            </p:txBody>
          </p:sp>
          <p:sp>
            <p:nvSpPr>
              <p:cNvPr id="15" name="Rectangle 45">
                <a:extLst>
                  <a:ext uri="{FF2B5EF4-FFF2-40B4-BE49-F238E27FC236}">
                    <a16:creationId xmlns:a16="http://schemas.microsoft.com/office/drawing/2014/main" id="{69D6D640-E74E-FB4A-3A40-368AEF780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873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16" name="Rectangle 46">
                <a:extLst>
                  <a:ext uri="{FF2B5EF4-FFF2-40B4-BE49-F238E27FC236}">
                    <a16:creationId xmlns:a16="http://schemas.microsoft.com/office/drawing/2014/main" id="{1AA676AD-E933-8031-9C45-3A2A9B602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624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1    0</a:t>
                </a:r>
              </a:p>
            </p:txBody>
          </p:sp>
          <p:sp>
            <p:nvSpPr>
              <p:cNvPr id="17" name="Rectangle 47">
                <a:extLst>
                  <a:ext uri="{FF2B5EF4-FFF2-40B4-BE49-F238E27FC236}">
                    <a16:creationId xmlns:a16="http://schemas.microsoft.com/office/drawing/2014/main" id="{46C5BF47-762B-2A19-7E7B-26FCDDD7A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624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0      1</a:t>
                </a:r>
              </a:p>
            </p:txBody>
          </p:sp>
          <p:sp>
            <p:nvSpPr>
              <p:cNvPr id="18" name="Rectangle 48">
                <a:extLst>
                  <a:ext uri="{FF2B5EF4-FFF2-40B4-BE49-F238E27FC236}">
                    <a16:creationId xmlns:a16="http://schemas.microsoft.com/office/drawing/2014/main" id="{82FE520F-C2EF-1A7B-0052-6481EB443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624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19" name="Rectangle 49">
                <a:extLst>
                  <a:ext uri="{FF2B5EF4-FFF2-40B4-BE49-F238E27FC236}">
                    <a16:creationId xmlns:a16="http://schemas.microsoft.com/office/drawing/2014/main" id="{8F5FC887-0C5B-2091-5558-1182C498B5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375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endParaRPr lang="zh-CN" altLang="zh-CN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20" name="Rectangle 50">
                <a:extLst>
                  <a:ext uri="{FF2B5EF4-FFF2-40B4-BE49-F238E27FC236}">
                    <a16:creationId xmlns:a16="http://schemas.microsoft.com/office/drawing/2014/main" id="{B1912F69-45D2-45B8-423D-A98BE0E10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375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1      1</a:t>
                </a:r>
              </a:p>
            </p:txBody>
          </p:sp>
          <p:sp>
            <p:nvSpPr>
              <p:cNvPr id="21" name="Rectangle 51">
                <a:extLst>
                  <a:ext uri="{FF2B5EF4-FFF2-40B4-BE49-F238E27FC236}">
                    <a16:creationId xmlns:a16="http://schemas.microsoft.com/office/drawing/2014/main" id="{ED53BEF0-F429-8A5D-9D81-5A1E7E481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375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22" name="Rectangle 52">
                <a:extLst>
                  <a:ext uri="{FF2B5EF4-FFF2-40B4-BE49-F238E27FC236}">
                    <a16:creationId xmlns:a16="http://schemas.microsoft.com/office/drawing/2014/main" id="{0C3735EB-867F-C59B-14B1-3D2D5D506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126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endParaRPr lang="zh-CN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23" name="Rectangle 53">
                <a:extLst>
                  <a:ext uri="{FF2B5EF4-FFF2-40B4-BE49-F238E27FC236}">
                    <a16:creationId xmlns:a16="http://schemas.microsoft.com/office/drawing/2014/main" id="{4FB71C36-8603-93D4-6090-9BB64629C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126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X     </a:t>
                </a:r>
                <a:r>
                  <a:rPr lang="en-US" altLang="zh-CN" dirty="0" err="1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X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24" name="Rectangle 54">
                <a:extLst>
                  <a:ext uri="{FF2B5EF4-FFF2-40B4-BE49-F238E27FC236}">
                    <a16:creationId xmlns:a16="http://schemas.microsoft.com/office/drawing/2014/main" id="{77E7F037-1F14-3BA9-CB9A-0A527012A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126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25" name="Rectangle 55">
                <a:extLst>
                  <a:ext uri="{FF2B5EF4-FFF2-40B4-BE49-F238E27FC236}">
                    <a16:creationId xmlns:a16="http://schemas.microsoft.com/office/drawing/2014/main" id="{75423BC1-19A5-2F6E-0994-875DBF749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1877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  Q     </a:t>
                </a:r>
              </a:p>
            </p:txBody>
          </p:sp>
          <p:sp>
            <p:nvSpPr>
              <p:cNvPr id="26" name="Rectangle 56">
                <a:extLst>
                  <a:ext uri="{FF2B5EF4-FFF2-40B4-BE49-F238E27FC236}">
                    <a16:creationId xmlns:a16="http://schemas.microsoft.com/office/drawing/2014/main" id="{82DDA743-1C62-92BD-3B1B-FE2A4C8C0E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1877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R      S</a:t>
                </a:r>
              </a:p>
            </p:txBody>
          </p:sp>
          <p:sp>
            <p:nvSpPr>
              <p:cNvPr id="27" name="Rectangle 57">
                <a:extLst>
                  <a:ext uri="{FF2B5EF4-FFF2-40B4-BE49-F238E27FC236}">
                    <a16:creationId xmlns:a16="http://schemas.microsoft.com/office/drawing/2014/main" id="{8C0B26F4-FC25-49E0-A5C1-D8594F64D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1877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E</a:t>
                </a:r>
              </a:p>
            </p:txBody>
          </p:sp>
          <p:sp>
            <p:nvSpPr>
              <p:cNvPr id="24608" name="Line 58">
                <a:extLst>
                  <a:ext uri="{FF2B5EF4-FFF2-40B4-BE49-F238E27FC236}">
                    <a16:creationId xmlns:a16="http://schemas.microsoft.com/office/drawing/2014/main" id="{78475AB7-F185-0E91-F943-9FD247727D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1877"/>
                <a:ext cx="18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9" name="Line 59">
                <a:extLst>
                  <a:ext uri="{FF2B5EF4-FFF2-40B4-BE49-F238E27FC236}">
                    <a16:creationId xmlns:a16="http://schemas.microsoft.com/office/drawing/2014/main" id="{3FB62808-99FE-99B7-443B-6528A950D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126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0" name="Line 60">
                <a:extLst>
                  <a:ext uri="{FF2B5EF4-FFF2-40B4-BE49-F238E27FC236}">
                    <a16:creationId xmlns:a16="http://schemas.microsoft.com/office/drawing/2014/main" id="{A246B78C-C714-2318-B446-5A9B1CF34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375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1" name="Line 61">
                <a:extLst>
                  <a:ext uri="{FF2B5EF4-FFF2-40B4-BE49-F238E27FC236}">
                    <a16:creationId xmlns:a16="http://schemas.microsoft.com/office/drawing/2014/main" id="{FCBB6273-2A75-CA10-3952-3B02ECAB9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624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2" name="Line 62">
                <a:extLst>
                  <a:ext uri="{FF2B5EF4-FFF2-40B4-BE49-F238E27FC236}">
                    <a16:creationId xmlns:a16="http://schemas.microsoft.com/office/drawing/2014/main" id="{BA019F5B-1B6D-5997-2BB5-8ADF0CC327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873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3" name="Line 63">
                <a:extLst>
                  <a:ext uri="{FF2B5EF4-FFF2-40B4-BE49-F238E27FC236}">
                    <a16:creationId xmlns:a16="http://schemas.microsoft.com/office/drawing/2014/main" id="{89142B64-6B43-D95B-8649-1C6F46FDB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3122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4" name="Line 64">
                <a:extLst>
                  <a:ext uri="{FF2B5EF4-FFF2-40B4-BE49-F238E27FC236}">
                    <a16:creationId xmlns:a16="http://schemas.microsoft.com/office/drawing/2014/main" id="{C1EE5ADF-89BA-88D8-8358-24670CDDD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3371"/>
                <a:ext cx="18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5" name="Line 65">
                <a:extLst>
                  <a:ext uri="{FF2B5EF4-FFF2-40B4-BE49-F238E27FC236}">
                    <a16:creationId xmlns:a16="http://schemas.microsoft.com/office/drawing/2014/main" id="{F720C819-6F8D-2CBF-CDD3-4BEFCE991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7" y="1872"/>
                <a:ext cx="0" cy="14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6" name="Line 66">
                <a:extLst>
                  <a:ext uri="{FF2B5EF4-FFF2-40B4-BE49-F238E27FC236}">
                    <a16:creationId xmlns:a16="http://schemas.microsoft.com/office/drawing/2014/main" id="{66BFBAAD-4342-CACF-5592-7CC53E7FFF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1" y="1877"/>
                <a:ext cx="0" cy="14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7" name="Line 67">
                <a:extLst>
                  <a:ext uri="{FF2B5EF4-FFF2-40B4-BE49-F238E27FC236}">
                    <a16:creationId xmlns:a16="http://schemas.microsoft.com/office/drawing/2014/main" id="{2D5F2FD3-1BC8-9F01-8F38-5F6DCD4550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1877"/>
                <a:ext cx="0" cy="14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8" name="Line 68">
                <a:extLst>
                  <a:ext uri="{FF2B5EF4-FFF2-40B4-BE49-F238E27FC236}">
                    <a16:creationId xmlns:a16="http://schemas.microsoft.com/office/drawing/2014/main" id="{7A0C8257-EAEA-B3B8-0FBF-8DAA00E66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877"/>
                <a:ext cx="0" cy="149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84" name="文本框 3">
              <a:extLst>
                <a:ext uri="{FF2B5EF4-FFF2-40B4-BE49-F238E27FC236}">
                  <a16:creationId xmlns:a16="http://schemas.microsoft.com/office/drawing/2014/main" id="{EF94A7C5-F653-3AF2-B6BD-2C8157FBD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8445" y="3366347"/>
              <a:ext cx="899295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__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endParaRPr lang="zh-CN" altLang="en-US" sz="2000" dirty="0"/>
            </a:p>
          </p:txBody>
        </p:sp>
        <p:sp>
          <p:nvSpPr>
            <p:cNvPr id="24585" name="文本框 4">
              <a:extLst>
                <a:ext uri="{FF2B5EF4-FFF2-40B4-BE49-F238E27FC236}">
                  <a16:creationId xmlns:a16="http://schemas.microsoft.com/office/drawing/2014/main" id="{D717E786-51D9-8984-8702-25AD88FAB1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657" y="3998853"/>
              <a:ext cx="899295" cy="39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0</a:t>
              </a:r>
              <a:endParaRPr lang="zh-CN" altLang="en-US" sz="2000" baseline="-25000" dirty="0"/>
            </a:p>
          </p:txBody>
        </p:sp>
        <p:sp>
          <p:nvSpPr>
            <p:cNvPr id="24586" name="文本框 5">
              <a:extLst>
                <a:ext uri="{FF2B5EF4-FFF2-40B4-BE49-F238E27FC236}">
                  <a16:creationId xmlns:a16="http://schemas.microsoft.com/office/drawing/2014/main" id="{2AB5C3EF-AF71-07D5-83C2-017838730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9171" y="4395894"/>
              <a:ext cx="899295" cy="39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FF00"/>
                  </a:solidFill>
                </a:rPr>
                <a:t>Q</a:t>
              </a:r>
              <a:r>
                <a:rPr lang="en-US" altLang="zh-CN" sz="2000" baseline="-25000" dirty="0">
                  <a:solidFill>
                    <a:srgbClr val="FFFF00"/>
                  </a:solidFill>
                </a:rPr>
                <a:t>0</a:t>
              </a:r>
              <a:endParaRPr lang="zh-CN" altLang="en-US" sz="2000" baseline="-25000" dirty="0">
                <a:solidFill>
                  <a:srgbClr val="FFFF00"/>
                </a:solidFill>
              </a:endParaRPr>
            </a:p>
          </p:txBody>
        </p:sp>
        <p:sp>
          <p:nvSpPr>
            <p:cNvPr id="24587" name="文本框 6">
              <a:extLst>
                <a:ext uri="{FF2B5EF4-FFF2-40B4-BE49-F238E27FC236}">
                  <a16:creationId xmlns:a16="http://schemas.microsoft.com/office/drawing/2014/main" id="{99438660-5A38-8280-04FC-3CBFB8291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9172" y="5567372"/>
              <a:ext cx="1000308" cy="39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FF00"/>
                  </a:solidFill>
                </a:rPr>
                <a:t>1*   1*</a:t>
              </a:r>
              <a:endParaRPr lang="zh-CN" altLang="en-US" sz="2000" dirty="0">
                <a:solidFill>
                  <a:srgbClr val="FFFF00"/>
                </a:solidFill>
              </a:endParaRPr>
            </a:p>
          </p:txBody>
        </p:sp>
        <p:sp>
          <p:nvSpPr>
            <p:cNvPr id="24588" name="文本框 7">
              <a:extLst>
                <a:ext uri="{FF2B5EF4-FFF2-40B4-BE49-F238E27FC236}">
                  <a16:creationId xmlns:a16="http://schemas.microsoft.com/office/drawing/2014/main" id="{C0792BA3-5FB3-738A-0B12-A9775A94B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8444" y="4176940"/>
              <a:ext cx="899295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FF00"/>
                  </a:solidFill>
                </a:rPr>
                <a:t>__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FF00"/>
                  </a:solidFill>
                </a:rPr>
                <a:t>Q</a:t>
              </a:r>
              <a:r>
                <a:rPr lang="en-US" altLang="zh-CN" sz="2000" baseline="-25000" dirty="0">
                  <a:solidFill>
                    <a:srgbClr val="FFFF00"/>
                  </a:solidFill>
                </a:rPr>
                <a:t>0</a:t>
              </a:r>
              <a:endParaRPr lang="zh-CN" altLang="en-US" sz="2000" dirty="0">
                <a:solidFill>
                  <a:srgbClr val="FFFF00"/>
                </a:solidFill>
              </a:endParaRPr>
            </a:p>
          </p:txBody>
        </p:sp>
        <p:sp>
          <p:nvSpPr>
            <p:cNvPr id="24589" name="文本框 8">
              <a:extLst>
                <a:ext uri="{FF2B5EF4-FFF2-40B4-BE49-F238E27FC236}">
                  <a16:creationId xmlns:a16="http://schemas.microsoft.com/office/drawing/2014/main" id="{46EEB026-FCCF-3C5D-467A-7D3AFE42A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8791" y="3788248"/>
              <a:ext cx="899295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__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0</a:t>
              </a:r>
              <a:endParaRPr lang="zh-CN" altLang="en-US" sz="20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灯片编号占位符 5">
            <a:extLst>
              <a:ext uri="{FF2B5EF4-FFF2-40B4-BE49-F238E27FC236}">
                <a16:creationId xmlns:a16="http://schemas.microsoft.com/office/drawing/2014/main" id="{60A37DFB-D049-5529-D8BA-E1B5B94B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6B23D4F-BFC2-46C2-9F61-515BE768034F}" type="slidenum">
              <a:rPr lang="en-US" altLang="zh-CN" sz="1000" smtClean="0"/>
              <a:pPr>
                <a:defRPr/>
              </a:pPr>
              <a:t>21</a:t>
            </a:fld>
            <a:endParaRPr lang="en-US" altLang="zh-CN" sz="1000" dirty="0"/>
          </a:p>
        </p:txBody>
      </p:sp>
      <p:sp>
        <p:nvSpPr>
          <p:cNvPr id="465922" name="Rectangle 2">
            <a:extLst>
              <a:ext uri="{FF2B5EF4-FFF2-40B4-BE49-F238E27FC236}">
                <a16:creationId xmlns:a16="http://schemas.microsoft.com/office/drawing/2014/main" id="{EADFC2F3-5EC4-6844-7351-BC7E4A650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9A8605C2-A903-2C59-F5A5-9E6E353B7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106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電位觸發器</a:t>
            </a:r>
            <a:r>
              <a:rPr lang="en-US" altLang="zh-CN" dirty="0"/>
              <a:t>(Latch) </a:t>
            </a:r>
          </a:p>
          <a:p>
            <a:pPr lvl="1" eaLnBrk="1" hangingPunct="1">
              <a:defRPr/>
            </a:pPr>
            <a:r>
              <a:rPr lang="en-US" altLang="zh-CN" b="1" dirty="0"/>
              <a:t>R-S</a:t>
            </a:r>
            <a:r>
              <a:rPr lang="zh-CN" altLang="en-US" b="1" dirty="0"/>
              <a:t>基本觸發器由反及閘構成，為了保持結構的一致性，增加控制端後構成的</a:t>
            </a:r>
            <a:r>
              <a:rPr lang="en-US" altLang="zh-CN" b="1" dirty="0"/>
              <a:t>R-S</a:t>
            </a:r>
            <a:r>
              <a:rPr lang="zh-CN" altLang="en-US" b="1" dirty="0"/>
              <a:t>觸發器也最好全用反及閘。</a:t>
            </a:r>
          </a:p>
          <a:p>
            <a:pPr lvl="1" eaLnBrk="1" hangingPunct="1">
              <a:defRPr/>
            </a:pPr>
            <a:r>
              <a:rPr lang="en-US" altLang="zh-CN" b="1" dirty="0"/>
              <a:t>R-S</a:t>
            </a:r>
            <a:r>
              <a:rPr lang="zh-CN" altLang="en-US" b="1" dirty="0"/>
              <a:t>型電位觸發器：反及閘構成具有控制端的</a:t>
            </a:r>
            <a:r>
              <a:rPr lang="en-US" altLang="zh-CN" b="1" dirty="0"/>
              <a:t>R-S</a:t>
            </a:r>
            <a:r>
              <a:rPr lang="zh-CN" altLang="en-US" b="1" dirty="0"/>
              <a:t>觸發器。</a:t>
            </a:r>
          </a:p>
          <a:p>
            <a:pPr lvl="1" eaLnBrk="1" hangingPunct="1">
              <a:defRPr/>
            </a:pPr>
            <a:endParaRPr lang="en-US" altLang="zh-CN" b="1" dirty="0"/>
          </a:p>
        </p:txBody>
      </p:sp>
      <p:grpSp>
        <p:nvGrpSpPr>
          <p:cNvPr id="465924" name="Group 4">
            <a:extLst>
              <a:ext uri="{FF2B5EF4-FFF2-40B4-BE49-F238E27FC236}">
                <a16:creationId xmlns:a16="http://schemas.microsoft.com/office/drawing/2014/main" id="{7F3C5F92-7855-9A93-C247-FC47409081D0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711450"/>
            <a:ext cx="2438400" cy="4146550"/>
            <a:chOff x="1104" y="1228"/>
            <a:chExt cx="1536" cy="2612"/>
          </a:xfrm>
        </p:grpSpPr>
        <p:sp>
          <p:nvSpPr>
            <p:cNvPr id="25655" name="Rectangle 5">
              <a:extLst>
                <a:ext uri="{FF2B5EF4-FFF2-40B4-BE49-F238E27FC236}">
                  <a16:creationId xmlns:a16="http://schemas.microsoft.com/office/drawing/2014/main" id="{5521C692-03A4-02FD-0718-00B77C921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2" y="201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56" name="Oval 6">
              <a:extLst>
                <a:ext uri="{FF2B5EF4-FFF2-40B4-BE49-F238E27FC236}">
                  <a16:creationId xmlns:a16="http://schemas.microsoft.com/office/drawing/2014/main" id="{FB2D0481-547C-3716-C055-E2D21C8AD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1935"/>
              <a:ext cx="92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57" name="Line 7">
              <a:extLst>
                <a:ext uri="{FF2B5EF4-FFF2-40B4-BE49-F238E27FC236}">
                  <a16:creationId xmlns:a16="http://schemas.microsoft.com/office/drawing/2014/main" id="{D45D3634-8833-9231-BD64-3E61798A2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0" y="1564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8" name="Line 8">
              <a:extLst>
                <a:ext uri="{FF2B5EF4-FFF2-40B4-BE49-F238E27FC236}">
                  <a16:creationId xmlns:a16="http://schemas.microsoft.com/office/drawing/2014/main" id="{85DE432A-491F-2D13-B0C4-DFC797FF7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2227"/>
              <a:ext cx="1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9" name="Line 9">
              <a:extLst>
                <a:ext uri="{FF2B5EF4-FFF2-40B4-BE49-F238E27FC236}">
                  <a16:creationId xmlns:a16="http://schemas.microsoft.com/office/drawing/2014/main" id="{D944F911-083F-FF67-6175-0CC5A1C61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4" y="2227"/>
              <a:ext cx="1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0" name="Rectangle 10">
              <a:extLst>
                <a:ext uri="{FF2B5EF4-FFF2-40B4-BE49-F238E27FC236}">
                  <a16:creationId xmlns:a16="http://schemas.microsoft.com/office/drawing/2014/main" id="{4ED5FB50-8C72-2CF4-AD03-963357E85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201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61" name="Oval 11">
              <a:extLst>
                <a:ext uri="{FF2B5EF4-FFF2-40B4-BE49-F238E27FC236}">
                  <a16:creationId xmlns:a16="http://schemas.microsoft.com/office/drawing/2014/main" id="{7CAA21D8-B2F5-B33E-5C1E-5539081B8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3" y="1935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62" name="Line 12">
              <a:extLst>
                <a:ext uri="{FF2B5EF4-FFF2-40B4-BE49-F238E27FC236}">
                  <a16:creationId xmlns:a16="http://schemas.microsoft.com/office/drawing/2014/main" id="{1268FBB5-B7E2-1FC3-5E11-416A180430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6" y="1564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3" name="Line 13">
              <a:extLst>
                <a:ext uri="{FF2B5EF4-FFF2-40B4-BE49-F238E27FC236}">
                  <a16:creationId xmlns:a16="http://schemas.microsoft.com/office/drawing/2014/main" id="{C1DF3A66-123E-64BA-F9B5-1209AF9EC0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1" y="2244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4" name="Line 14">
              <a:extLst>
                <a:ext uri="{FF2B5EF4-FFF2-40B4-BE49-F238E27FC236}">
                  <a16:creationId xmlns:a16="http://schemas.microsoft.com/office/drawing/2014/main" id="{F8849053-4641-213D-CFC4-511AE3A72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0" y="2227"/>
              <a:ext cx="3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5" name="Line 15">
              <a:extLst>
                <a:ext uri="{FF2B5EF4-FFF2-40B4-BE49-F238E27FC236}">
                  <a16:creationId xmlns:a16="http://schemas.microsoft.com/office/drawing/2014/main" id="{B71FD03B-DE19-101A-0607-B99A891699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0" y="1776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6" name="Line 16">
              <a:extLst>
                <a:ext uri="{FF2B5EF4-FFF2-40B4-BE49-F238E27FC236}">
                  <a16:creationId xmlns:a16="http://schemas.microsoft.com/office/drawing/2014/main" id="{3110A0F7-DE3B-BCFE-4F8E-F1005FDEB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" y="1776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7" name="Line 17">
              <a:extLst>
                <a:ext uri="{FF2B5EF4-FFF2-40B4-BE49-F238E27FC236}">
                  <a16:creationId xmlns:a16="http://schemas.microsoft.com/office/drawing/2014/main" id="{C883483B-27E4-EEC6-B914-57F22E6E2A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0" y="1776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8" name="Line 18">
              <a:extLst>
                <a:ext uri="{FF2B5EF4-FFF2-40B4-BE49-F238E27FC236}">
                  <a16:creationId xmlns:a16="http://schemas.microsoft.com/office/drawing/2014/main" id="{D3EED85A-BB5C-DB26-7918-7BC8D7B049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9" y="1776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9" name="Line 19">
              <a:extLst>
                <a:ext uri="{FF2B5EF4-FFF2-40B4-BE49-F238E27FC236}">
                  <a16:creationId xmlns:a16="http://schemas.microsoft.com/office/drawing/2014/main" id="{04E792E0-098C-6994-DC38-753D8BBAC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7" y="2425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0" name="Line 20">
              <a:extLst>
                <a:ext uri="{FF2B5EF4-FFF2-40B4-BE49-F238E27FC236}">
                  <a16:creationId xmlns:a16="http://schemas.microsoft.com/office/drawing/2014/main" id="{E5515010-BF29-8B53-4CD0-35744B2BB5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94" y="2440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1" name="Line 21">
              <a:extLst>
                <a:ext uri="{FF2B5EF4-FFF2-40B4-BE49-F238E27FC236}">
                  <a16:creationId xmlns:a16="http://schemas.microsoft.com/office/drawing/2014/main" id="{BD47F3C1-591B-E861-6A7F-6E934E3330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4" y="2360"/>
              <a:ext cx="1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2" name="Text Box 22">
              <a:extLst>
                <a:ext uri="{FF2B5EF4-FFF2-40B4-BE49-F238E27FC236}">
                  <a16:creationId xmlns:a16="http://schemas.microsoft.com/office/drawing/2014/main" id="{05303855-8FD7-4B15-3F9D-AA2F532BD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513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5673" name="Text Box 23">
              <a:extLst>
                <a:ext uri="{FF2B5EF4-FFF2-40B4-BE49-F238E27FC236}">
                  <a16:creationId xmlns:a16="http://schemas.microsoft.com/office/drawing/2014/main" id="{20456714-9F22-7790-2F89-6B5E5DF23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513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5674" name="Text Box 24">
              <a:extLst>
                <a:ext uri="{FF2B5EF4-FFF2-40B4-BE49-F238E27FC236}">
                  <a16:creationId xmlns:a16="http://schemas.microsoft.com/office/drawing/2014/main" id="{B4FF9159-06FD-0B78-A1C9-12152C2BA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3" y="147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5675" name="Rectangle 25">
              <a:extLst>
                <a:ext uri="{FF2B5EF4-FFF2-40B4-BE49-F238E27FC236}">
                  <a16:creationId xmlns:a16="http://schemas.microsoft.com/office/drawing/2014/main" id="{116E59B4-43AC-2294-0095-FB7E84A5F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6" y="273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76" name="Oval 26">
              <a:extLst>
                <a:ext uri="{FF2B5EF4-FFF2-40B4-BE49-F238E27FC236}">
                  <a16:creationId xmlns:a16="http://schemas.microsoft.com/office/drawing/2014/main" id="{E5C454B3-B655-CC37-BBA9-6ED62CF6D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1" y="2655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77" name="Line 27">
              <a:extLst>
                <a:ext uri="{FF2B5EF4-FFF2-40B4-BE49-F238E27FC236}">
                  <a16:creationId xmlns:a16="http://schemas.microsoft.com/office/drawing/2014/main" id="{E1FAC918-B97D-2FF8-5537-9855168579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9" y="2947"/>
              <a:ext cx="1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8" name="Line 28">
              <a:extLst>
                <a:ext uri="{FF2B5EF4-FFF2-40B4-BE49-F238E27FC236}">
                  <a16:creationId xmlns:a16="http://schemas.microsoft.com/office/drawing/2014/main" id="{7D9C82A4-2D40-696F-2F58-3DE74E0937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2937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9" name="Rectangle 29">
              <a:extLst>
                <a:ext uri="{FF2B5EF4-FFF2-40B4-BE49-F238E27FC236}">
                  <a16:creationId xmlns:a16="http://schemas.microsoft.com/office/drawing/2014/main" id="{D84BBCC5-52BF-4C99-4E12-BB7519A65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" y="273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80" name="Oval 30">
              <a:extLst>
                <a:ext uri="{FF2B5EF4-FFF2-40B4-BE49-F238E27FC236}">
                  <a16:creationId xmlns:a16="http://schemas.microsoft.com/office/drawing/2014/main" id="{C0E5901C-4F78-ED79-E125-674D8E05F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3" y="2655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81" name="Line 31">
              <a:extLst>
                <a:ext uri="{FF2B5EF4-FFF2-40B4-BE49-F238E27FC236}">
                  <a16:creationId xmlns:a16="http://schemas.microsoft.com/office/drawing/2014/main" id="{7B05BC9F-E4C2-5735-BB6C-CEDC6E6BF9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2" y="2947"/>
              <a:ext cx="6" cy="4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2" name="Line 32">
              <a:extLst>
                <a:ext uri="{FF2B5EF4-FFF2-40B4-BE49-F238E27FC236}">
                  <a16:creationId xmlns:a16="http://schemas.microsoft.com/office/drawing/2014/main" id="{1FA59F64-D32A-4EB8-4FD7-32809FC18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0" y="2947"/>
              <a:ext cx="0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3" name="Line 33">
              <a:extLst>
                <a:ext uri="{FF2B5EF4-FFF2-40B4-BE49-F238E27FC236}">
                  <a16:creationId xmlns:a16="http://schemas.microsoft.com/office/drawing/2014/main" id="{ACF6C7BB-7BDE-3DF6-D61A-56C44EB85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3081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4" name="Text Box 34">
              <a:extLst>
                <a:ext uri="{FF2B5EF4-FFF2-40B4-BE49-F238E27FC236}">
                  <a16:creationId xmlns:a16="http://schemas.microsoft.com/office/drawing/2014/main" id="{10E38EF6-9163-4ABA-6A92-5D858726D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513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5685" name="Line 35">
              <a:extLst>
                <a:ext uri="{FF2B5EF4-FFF2-40B4-BE49-F238E27FC236}">
                  <a16:creationId xmlns:a16="http://schemas.microsoft.com/office/drawing/2014/main" id="{055380A3-1CC7-65A4-1443-429159C7A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081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6" name="Rectangle 36">
              <a:extLst>
                <a:ext uri="{FF2B5EF4-FFF2-40B4-BE49-F238E27FC236}">
                  <a16:creationId xmlns:a16="http://schemas.microsoft.com/office/drawing/2014/main" id="{8F98E322-A230-7704-E92D-B0F45C560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228"/>
              <a:ext cx="38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466006" name="Group 86">
            <a:extLst>
              <a:ext uri="{FF2B5EF4-FFF2-40B4-BE49-F238E27FC236}">
                <a16:creationId xmlns:a16="http://schemas.microsoft.com/office/drawing/2014/main" id="{96CE59A8-086F-F290-4F9E-8B7CC1A72916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3962400"/>
            <a:ext cx="1447800" cy="1524000"/>
            <a:chOff x="4416" y="2496"/>
            <a:chExt cx="912" cy="960"/>
          </a:xfrm>
        </p:grpSpPr>
        <p:sp>
          <p:nvSpPr>
            <p:cNvPr id="25644" name="Rectangle 75">
              <a:extLst>
                <a:ext uri="{FF2B5EF4-FFF2-40B4-BE49-F238E27FC236}">
                  <a16:creationId xmlns:a16="http://schemas.microsoft.com/office/drawing/2014/main" id="{95AF9EB2-96EA-32FF-2F36-F8D9CE8B9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705"/>
              <a:ext cx="91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45" name="Line 76">
              <a:extLst>
                <a:ext uri="{FF2B5EF4-FFF2-40B4-BE49-F238E27FC236}">
                  <a16:creationId xmlns:a16="http://schemas.microsoft.com/office/drawing/2014/main" id="{EA30495C-A30A-DBED-9454-85D76B4D6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233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6" name="Line 77">
              <a:extLst>
                <a:ext uri="{FF2B5EF4-FFF2-40B4-BE49-F238E27FC236}">
                  <a16:creationId xmlns:a16="http://schemas.microsoft.com/office/drawing/2014/main" id="{01ECBA0F-B4E1-DA75-B95B-97D7547020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233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7" name="Line 78">
              <a:extLst>
                <a:ext uri="{FF2B5EF4-FFF2-40B4-BE49-F238E27FC236}">
                  <a16:creationId xmlns:a16="http://schemas.microsoft.com/office/drawing/2014/main" id="{57044BA3-6F0F-24FE-0673-5D3176C2A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496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8" name="Line 79">
              <a:extLst>
                <a:ext uri="{FF2B5EF4-FFF2-40B4-BE49-F238E27FC236}">
                  <a16:creationId xmlns:a16="http://schemas.microsoft.com/office/drawing/2014/main" id="{248C1D78-D10F-EBA2-E13A-DF3F06555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496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9" name="Rectangle 80">
              <a:extLst>
                <a:ext uri="{FF2B5EF4-FFF2-40B4-BE49-F238E27FC236}">
                  <a16:creationId xmlns:a16="http://schemas.microsoft.com/office/drawing/2014/main" id="{99F649B3-B297-08B6-4DA0-CB4774438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014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5650" name="Rectangle 81">
              <a:extLst>
                <a:ext uri="{FF2B5EF4-FFF2-40B4-BE49-F238E27FC236}">
                  <a16:creationId xmlns:a16="http://schemas.microsoft.com/office/drawing/2014/main" id="{83582FA9-61BC-8331-B2CF-2F2B69265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024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5651" name="Rectangle 82">
              <a:extLst>
                <a:ext uri="{FF2B5EF4-FFF2-40B4-BE49-F238E27FC236}">
                  <a16:creationId xmlns:a16="http://schemas.microsoft.com/office/drawing/2014/main" id="{BBE1DE9D-B5A4-EF05-3DA1-ECA613B5E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736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5652" name="Rectangle 83">
              <a:extLst>
                <a:ext uri="{FF2B5EF4-FFF2-40B4-BE49-F238E27FC236}">
                  <a16:creationId xmlns:a16="http://schemas.microsoft.com/office/drawing/2014/main" id="{6316746D-F816-5D63-88FB-BB1FC6FF0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563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5653" name="Rectangle 84">
              <a:extLst>
                <a:ext uri="{FF2B5EF4-FFF2-40B4-BE49-F238E27FC236}">
                  <a16:creationId xmlns:a16="http://schemas.microsoft.com/office/drawing/2014/main" id="{1774C482-A25E-2C6F-6D1E-49E9644E4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9" y="3024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5654" name="Line 85">
              <a:extLst>
                <a:ext uri="{FF2B5EF4-FFF2-40B4-BE49-F238E27FC236}">
                  <a16:creationId xmlns:a16="http://schemas.microsoft.com/office/drawing/2014/main" id="{83A3E506-9947-B8F0-B26D-0264D64D3E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3216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E0877DD-1A20-9C2C-C157-9C7B6D46E4F5}"/>
              </a:ext>
            </a:extLst>
          </p:cNvPr>
          <p:cNvGrpSpPr>
            <a:grpSpLocks/>
          </p:cNvGrpSpPr>
          <p:nvPr/>
        </p:nvGrpSpPr>
        <p:grpSpPr bwMode="auto">
          <a:xfrm>
            <a:off x="3433763" y="3448050"/>
            <a:ext cx="3284537" cy="2560638"/>
            <a:chOff x="1258888" y="3399773"/>
            <a:chExt cx="3284247" cy="2560463"/>
          </a:xfrm>
        </p:grpSpPr>
        <p:grpSp>
          <p:nvGrpSpPr>
            <p:cNvPr id="25608" name="Group 78">
              <a:extLst>
                <a:ext uri="{FF2B5EF4-FFF2-40B4-BE49-F238E27FC236}">
                  <a16:creationId xmlns:a16="http://schemas.microsoft.com/office/drawing/2014/main" id="{C41AE8EF-AC2E-DE78-3F00-3F35242B5A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888" y="3578226"/>
              <a:ext cx="2986087" cy="2379663"/>
              <a:chOff x="2487" y="1872"/>
              <a:chExt cx="1881" cy="1499"/>
            </a:xfrm>
          </p:grpSpPr>
          <p:sp>
            <p:nvSpPr>
              <p:cNvPr id="10" name="Rectangle 40">
                <a:extLst>
                  <a:ext uri="{FF2B5EF4-FFF2-40B4-BE49-F238E27FC236}">
                    <a16:creationId xmlns:a16="http://schemas.microsoft.com/office/drawing/2014/main" id="{E419EDBB-DE89-C9B8-C5E6-EF2F37F0B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3122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endParaRPr lang="zh-CN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1" name="Rectangle 41">
                <a:extLst>
                  <a:ext uri="{FF2B5EF4-FFF2-40B4-BE49-F238E27FC236}">
                    <a16:creationId xmlns:a16="http://schemas.microsoft.com/office/drawing/2014/main" id="{B8AF1497-7E8F-69D6-7FBB-A2030C818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3122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1      1</a:t>
                </a:r>
              </a:p>
            </p:txBody>
          </p:sp>
          <p:sp>
            <p:nvSpPr>
              <p:cNvPr id="12" name="Rectangle 42">
                <a:extLst>
                  <a:ext uri="{FF2B5EF4-FFF2-40B4-BE49-F238E27FC236}">
                    <a16:creationId xmlns:a16="http://schemas.microsoft.com/office/drawing/2014/main" id="{7BDE780F-AC8D-F1B7-FCCA-5DA8C3E1C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3122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13" name="Rectangle 43">
                <a:extLst>
                  <a:ext uri="{FF2B5EF4-FFF2-40B4-BE49-F238E27FC236}">
                    <a16:creationId xmlns:a16="http://schemas.microsoft.com/office/drawing/2014/main" id="{C9A1054C-E117-1358-13C3-F8ACD7451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878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0    1</a:t>
                </a:r>
              </a:p>
            </p:txBody>
          </p:sp>
          <p:sp>
            <p:nvSpPr>
              <p:cNvPr id="14" name="Rectangle 44">
                <a:extLst>
                  <a:ext uri="{FF2B5EF4-FFF2-40B4-BE49-F238E27FC236}">
                    <a16:creationId xmlns:a16="http://schemas.microsoft.com/office/drawing/2014/main" id="{696CECCB-DE16-B281-7104-341BC49CC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878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1      0</a:t>
                </a:r>
              </a:p>
            </p:txBody>
          </p:sp>
          <p:sp>
            <p:nvSpPr>
              <p:cNvPr id="15" name="Rectangle 45">
                <a:extLst>
                  <a:ext uri="{FF2B5EF4-FFF2-40B4-BE49-F238E27FC236}">
                    <a16:creationId xmlns:a16="http://schemas.microsoft.com/office/drawing/2014/main" id="{978CA821-0EC0-2F1A-F614-EB5144667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878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16" name="Rectangle 46">
                <a:extLst>
                  <a:ext uri="{FF2B5EF4-FFF2-40B4-BE49-F238E27FC236}">
                    <a16:creationId xmlns:a16="http://schemas.microsoft.com/office/drawing/2014/main" id="{7F43DB4C-469E-D7F1-7F30-3EA6E3ED8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629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1    0</a:t>
                </a:r>
              </a:p>
            </p:txBody>
          </p:sp>
          <p:sp>
            <p:nvSpPr>
              <p:cNvPr id="17" name="Rectangle 47">
                <a:extLst>
                  <a:ext uri="{FF2B5EF4-FFF2-40B4-BE49-F238E27FC236}">
                    <a16:creationId xmlns:a16="http://schemas.microsoft.com/office/drawing/2014/main" id="{AD77041A-E461-4772-CF80-4D0B2E0B9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629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0      1</a:t>
                </a:r>
              </a:p>
            </p:txBody>
          </p:sp>
          <p:sp>
            <p:nvSpPr>
              <p:cNvPr id="18" name="Rectangle 48">
                <a:extLst>
                  <a:ext uri="{FF2B5EF4-FFF2-40B4-BE49-F238E27FC236}">
                    <a16:creationId xmlns:a16="http://schemas.microsoft.com/office/drawing/2014/main" id="{B4CE2C5C-8DD9-BAC2-DE88-5E65106E62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629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19" name="Rectangle 49">
                <a:extLst>
                  <a:ext uri="{FF2B5EF4-FFF2-40B4-BE49-F238E27FC236}">
                    <a16:creationId xmlns:a16="http://schemas.microsoft.com/office/drawing/2014/main" id="{D102041D-C521-A494-9045-210D17F9B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375"/>
                <a:ext cx="741" cy="254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endParaRPr lang="zh-CN" altLang="zh-CN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20" name="Rectangle 50">
                <a:extLst>
                  <a:ext uri="{FF2B5EF4-FFF2-40B4-BE49-F238E27FC236}">
                    <a16:creationId xmlns:a16="http://schemas.microsoft.com/office/drawing/2014/main" id="{4CC35C02-BF4D-BEBF-4D00-76FDE7BE1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375"/>
                <a:ext cx="726" cy="254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0     0</a:t>
                </a:r>
              </a:p>
            </p:txBody>
          </p:sp>
          <p:sp>
            <p:nvSpPr>
              <p:cNvPr id="21" name="Rectangle 51">
                <a:extLst>
                  <a:ext uri="{FF2B5EF4-FFF2-40B4-BE49-F238E27FC236}">
                    <a16:creationId xmlns:a16="http://schemas.microsoft.com/office/drawing/2014/main" id="{05BA3751-23F2-973E-690C-C9F02F01F7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375"/>
                <a:ext cx="408" cy="254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22" name="Rectangle 52">
                <a:extLst>
                  <a:ext uri="{FF2B5EF4-FFF2-40B4-BE49-F238E27FC236}">
                    <a16:creationId xmlns:a16="http://schemas.microsoft.com/office/drawing/2014/main" id="{CAEE08F7-6A84-73D4-3848-C8D65B8E5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126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endParaRPr lang="zh-CN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23" name="Rectangle 53">
                <a:extLst>
                  <a:ext uri="{FF2B5EF4-FFF2-40B4-BE49-F238E27FC236}">
                    <a16:creationId xmlns:a16="http://schemas.microsoft.com/office/drawing/2014/main" id="{FC2D61BB-0BE6-0A39-5834-71BA08193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126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X     </a:t>
                </a:r>
                <a:r>
                  <a:rPr lang="en-US" altLang="zh-CN" dirty="0" err="1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X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24" name="Rectangle 54">
                <a:extLst>
                  <a:ext uri="{FF2B5EF4-FFF2-40B4-BE49-F238E27FC236}">
                    <a16:creationId xmlns:a16="http://schemas.microsoft.com/office/drawing/2014/main" id="{19FC1E9D-6324-4DB8-B77C-59AFF84EA7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126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25" name="Rectangle 55">
                <a:extLst>
                  <a:ext uri="{FF2B5EF4-FFF2-40B4-BE49-F238E27FC236}">
                    <a16:creationId xmlns:a16="http://schemas.microsoft.com/office/drawing/2014/main" id="{BF907812-7F7F-B8FA-75CB-0AB875809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1877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  Q     </a:t>
                </a:r>
              </a:p>
            </p:txBody>
          </p:sp>
          <p:sp>
            <p:nvSpPr>
              <p:cNvPr id="26" name="Rectangle 56">
                <a:extLst>
                  <a:ext uri="{FF2B5EF4-FFF2-40B4-BE49-F238E27FC236}">
                    <a16:creationId xmlns:a16="http://schemas.microsoft.com/office/drawing/2014/main" id="{B330B410-FB47-16E5-D428-F381F5B69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1877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R      S</a:t>
                </a:r>
              </a:p>
            </p:txBody>
          </p:sp>
          <p:sp>
            <p:nvSpPr>
              <p:cNvPr id="27" name="Rectangle 57">
                <a:extLst>
                  <a:ext uri="{FF2B5EF4-FFF2-40B4-BE49-F238E27FC236}">
                    <a16:creationId xmlns:a16="http://schemas.microsoft.com/office/drawing/2014/main" id="{E8376F77-C38D-88FD-3131-2A72013C6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1877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E</a:t>
                </a:r>
              </a:p>
            </p:txBody>
          </p:sp>
          <p:sp>
            <p:nvSpPr>
              <p:cNvPr id="25633" name="Line 58">
                <a:extLst>
                  <a:ext uri="{FF2B5EF4-FFF2-40B4-BE49-F238E27FC236}">
                    <a16:creationId xmlns:a16="http://schemas.microsoft.com/office/drawing/2014/main" id="{87EBB633-80C2-B068-567B-41D8C3672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1877"/>
                <a:ext cx="18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4" name="Line 59">
                <a:extLst>
                  <a:ext uri="{FF2B5EF4-FFF2-40B4-BE49-F238E27FC236}">
                    <a16:creationId xmlns:a16="http://schemas.microsoft.com/office/drawing/2014/main" id="{B49437A3-2AA1-1ECC-1820-E51D0746F4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126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5" name="Line 60">
                <a:extLst>
                  <a:ext uri="{FF2B5EF4-FFF2-40B4-BE49-F238E27FC236}">
                    <a16:creationId xmlns:a16="http://schemas.microsoft.com/office/drawing/2014/main" id="{B59CD15F-BE68-3AA3-F63D-48ABEA2020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375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6" name="Line 61">
                <a:extLst>
                  <a:ext uri="{FF2B5EF4-FFF2-40B4-BE49-F238E27FC236}">
                    <a16:creationId xmlns:a16="http://schemas.microsoft.com/office/drawing/2014/main" id="{4F2D1011-4B8A-5B7E-9E7F-7A4ADE419A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624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7" name="Line 62">
                <a:extLst>
                  <a:ext uri="{FF2B5EF4-FFF2-40B4-BE49-F238E27FC236}">
                    <a16:creationId xmlns:a16="http://schemas.microsoft.com/office/drawing/2014/main" id="{6B6FB980-FB86-3062-D581-B90564A65A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7" y="2873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8" name="Line 63">
                <a:extLst>
                  <a:ext uri="{FF2B5EF4-FFF2-40B4-BE49-F238E27FC236}">
                    <a16:creationId xmlns:a16="http://schemas.microsoft.com/office/drawing/2014/main" id="{2CCD0786-D275-8041-D711-D3FAAB5DB4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3122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9" name="Line 64">
                <a:extLst>
                  <a:ext uri="{FF2B5EF4-FFF2-40B4-BE49-F238E27FC236}">
                    <a16:creationId xmlns:a16="http://schemas.microsoft.com/office/drawing/2014/main" id="{A1411316-BA87-859B-C8E6-AC31EEB97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3371"/>
                <a:ext cx="18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0" name="Line 65">
                <a:extLst>
                  <a:ext uri="{FF2B5EF4-FFF2-40B4-BE49-F238E27FC236}">
                    <a16:creationId xmlns:a16="http://schemas.microsoft.com/office/drawing/2014/main" id="{72608917-1D81-2838-7291-689869DCF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7" y="1872"/>
                <a:ext cx="0" cy="14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1" name="Line 66">
                <a:extLst>
                  <a:ext uri="{FF2B5EF4-FFF2-40B4-BE49-F238E27FC236}">
                    <a16:creationId xmlns:a16="http://schemas.microsoft.com/office/drawing/2014/main" id="{7D57AE55-78B2-9149-AF3D-205B181A1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1" y="1877"/>
                <a:ext cx="0" cy="14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2" name="Line 67">
                <a:extLst>
                  <a:ext uri="{FF2B5EF4-FFF2-40B4-BE49-F238E27FC236}">
                    <a16:creationId xmlns:a16="http://schemas.microsoft.com/office/drawing/2014/main" id="{9D778617-5F76-9556-9378-AA8CD3CA17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1877"/>
                <a:ext cx="0" cy="14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3" name="Line 68">
                <a:extLst>
                  <a:ext uri="{FF2B5EF4-FFF2-40B4-BE49-F238E27FC236}">
                    <a16:creationId xmlns:a16="http://schemas.microsoft.com/office/drawing/2014/main" id="{F21C186A-E5A3-B1FB-4DDE-0AC59F4D2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877"/>
                <a:ext cx="0" cy="149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09" name="文本框 3">
              <a:extLst>
                <a:ext uri="{FF2B5EF4-FFF2-40B4-BE49-F238E27FC236}">
                  <a16:creationId xmlns:a16="http://schemas.microsoft.com/office/drawing/2014/main" id="{B0952BE6-D26B-A075-6786-0E76A0C6D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056" y="3399773"/>
              <a:ext cx="899295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__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endParaRPr lang="zh-CN" altLang="en-US" sz="2000" dirty="0"/>
            </a:p>
          </p:txBody>
        </p:sp>
        <p:sp>
          <p:nvSpPr>
            <p:cNvPr id="25610" name="文本框 4">
              <a:extLst>
                <a:ext uri="{FF2B5EF4-FFF2-40B4-BE49-F238E27FC236}">
                  <a16:creationId xmlns:a16="http://schemas.microsoft.com/office/drawing/2014/main" id="{BE600C99-790A-FCFF-3B68-AC9D20CB2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657" y="3998853"/>
              <a:ext cx="899295" cy="39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0</a:t>
              </a:r>
              <a:endParaRPr lang="zh-CN" altLang="en-US" sz="2000" baseline="-25000" dirty="0"/>
            </a:p>
          </p:txBody>
        </p:sp>
        <p:sp>
          <p:nvSpPr>
            <p:cNvPr id="25611" name="文本框 5">
              <a:extLst>
                <a:ext uri="{FF2B5EF4-FFF2-40B4-BE49-F238E27FC236}">
                  <a16:creationId xmlns:a16="http://schemas.microsoft.com/office/drawing/2014/main" id="{D36AACE2-C810-3F5C-6D8E-88CC48242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9171" y="4395894"/>
              <a:ext cx="899295" cy="39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FF00"/>
                  </a:solidFill>
                </a:rPr>
                <a:t>Q</a:t>
              </a:r>
              <a:r>
                <a:rPr lang="en-US" altLang="zh-CN" sz="2000" baseline="-25000" dirty="0">
                  <a:solidFill>
                    <a:srgbClr val="FFFF00"/>
                  </a:solidFill>
                </a:rPr>
                <a:t>0</a:t>
              </a:r>
              <a:endParaRPr lang="zh-CN" altLang="en-US" sz="2000" dirty="0">
                <a:solidFill>
                  <a:srgbClr val="FFFF00"/>
                </a:solidFill>
              </a:endParaRPr>
            </a:p>
          </p:txBody>
        </p:sp>
        <p:sp>
          <p:nvSpPr>
            <p:cNvPr id="25612" name="文本框 6">
              <a:extLst>
                <a:ext uri="{FF2B5EF4-FFF2-40B4-BE49-F238E27FC236}">
                  <a16:creationId xmlns:a16="http://schemas.microsoft.com/office/drawing/2014/main" id="{AFE8832C-06B1-AF46-D1DC-96327C1E8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0184" y="5567372"/>
              <a:ext cx="899295" cy="39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FF00"/>
                  </a:solidFill>
                </a:rPr>
                <a:t>1*  1*</a:t>
              </a:r>
              <a:endParaRPr lang="zh-CN" altLang="en-US" sz="2000" dirty="0">
                <a:solidFill>
                  <a:srgbClr val="FFFF00"/>
                </a:solidFill>
              </a:endParaRPr>
            </a:p>
          </p:txBody>
        </p:sp>
        <p:sp>
          <p:nvSpPr>
            <p:cNvPr id="25613" name="文本框 7">
              <a:extLst>
                <a:ext uri="{FF2B5EF4-FFF2-40B4-BE49-F238E27FC236}">
                  <a16:creationId xmlns:a16="http://schemas.microsoft.com/office/drawing/2014/main" id="{C9FD79D8-8186-EB6C-79CD-74BD9EB2E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2999" y="4181709"/>
              <a:ext cx="899295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FF00"/>
                  </a:solidFill>
                </a:rPr>
                <a:t>__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FF00"/>
                  </a:solidFill>
                </a:rPr>
                <a:t>Q</a:t>
              </a:r>
              <a:r>
                <a:rPr lang="en-US" altLang="zh-CN" sz="2000" baseline="-25000" dirty="0">
                  <a:solidFill>
                    <a:srgbClr val="FFFF00"/>
                  </a:solidFill>
                </a:rPr>
                <a:t>0</a:t>
              </a:r>
              <a:endParaRPr lang="zh-CN" altLang="en-US" sz="2000" dirty="0">
                <a:solidFill>
                  <a:srgbClr val="FFFF00"/>
                </a:solidFill>
              </a:endParaRPr>
            </a:p>
          </p:txBody>
        </p:sp>
        <p:sp>
          <p:nvSpPr>
            <p:cNvPr id="25614" name="文本框 8">
              <a:extLst>
                <a:ext uri="{FF2B5EF4-FFF2-40B4-BE49-F238E27FC236}">
                  <a16:creationId xmlns:a16="http://schemas.microsoft.com/office/drawing/2014/main" id="{722B2124-FAB0-1A1F-96E1-CC185EF44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3840" y="3774703"/>
              <a:ext cx="899295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__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0</a:t>
              </a:r>
              <a:endParaRPr lang="zh-CN" altLang="en-US" sz="20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6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8DF59B-7008-644D-6BDE-75BD867F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1C30486-CAF9-4D69-B29B-433B2B0614D5}" type="slidenum">
              <a:rPr lang="en-US" altLang="zh-CN" sz="1000" smtClean="0"/>
              <a:pPr>
                <a:defRPr/>
              </a:pPr>
              <a:t>22</a:t>
            </a:fld>
            <a:endParaRPr lang="en-US" altLang="zh-CN" sz="1000" dirty="0"/>
          </a:p>
        </p:txBody>
      </p:sp>
      <p:sp>
        <p:nvSpPr>
          <p:cNvPr id="466946" name="Rectangle 2">
            <a:extLst>
              <a:ext uri="{FF2B5EF4-FFF2-40B4-BE49-F238E27FC236}">
                <a16:creationId xmlns:a16="http://schemas.microsoft.com/office/drawing/2014/main" id="{9E6C49DE-37EC-34AC-69B1-B582AB4F1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66947" name="Rectangle 3">
            <a:extLst>
              <a:ext uri="{FF2B5EF4-FFF2-40B4-BE49-F238E27FC236}">
                <a16:creationId xmlns:a16="http://schemas.microsoft.com/office/drawing/2014/main" id="{01F3E578-095E-5CED-2F6F-1BE8812C3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/>
              <a:t>R-S</a:t>
            </a:r>
            <a:r>
              <a:rPr lang="zh-CN" altLang="en-US" b="1" dirty="0"/>
              <a:t>型電位觸發器</a:t>
            </a:r>
          </a:p>
          <a:p>
            <a:pPr lvl="1" eaLnBrk="1" hangingPunct="1">
              <a:defRPr/>
            </a:pPr>
            <a:r>
              <a:rPr lang="en-US" altLang="zh-CN" b="1" dirty="0">
                <a:solidFill>
                  <a:schemeClr val="tx2"/>
                </a:solidFill>
              </a:rPr>
              <a:t>R-S</a:t>
            </a:r>
            <a:r>
              <a:rPr lang="zh-CN" altLang="en-US" b="1" dirty="0">
                <a:solidFill>
                  <a:schemeClr val="tx2"/>
                </a:solidFill>
              </a:rPr>
              <a:t>電位型觸發器增加了控制端</a:t>
            </a:r>
            <a:r>
              <a:rPr lang="en-US" altLang="zh-CN" b="1" dirty="0">
                <a:solidFill>
                  <a:schemeClr val="tx2"/>
                </a:solidFill>
              </a:rPr>
              <a:t>E</a:t>
            </a:r>
          </a:p>
          <a:p>
            <a:pPr lvl="1" eaLnBrk="1" hangingPunct="1">
              <a:defRPr/>
            </a:pPr>
            <a:r>
              <a:rPr lang="en-US" altLang="zh-CN" b="1" dirty="0">
                <a:solidFill>
                  <a:schemeClr val="tx2"/>
                </a:solidFill>
              </a:rPr>
              <a:t>E=0</a:t>
            </a:r>
            <a:r>
              <a:rPr lang="zh-CN" altLang="en-US" b="1" dirty="0">
                <a:solidFill>
                  <a:schemeClr val="tx2"/>
                </a:solidFill>
              </a:rPr>
              <a:t>時，保持觸發器穩定狀態不被破壞。</a:t>
            </a:r>
          </a:p>
          <a:p>
            <a:pPr lvl="1" eaLnBrk="1" hangingPunct="1">
              <a:defRPr/>
            </a:pPr>
            <a:r>
              <a:rPr lang="zh-CN" altLang="en-US" b="1" dirty="0">
                <a:solidFill>
                  <a:schemeClr val="tx2"/>
                </a:solidFill>
              </a:rPr>
              <a:t>問題：在</a:t>
            </a:r>
            <a:r>
              <a:rPr lang="en-US" altLang="zh-CN" b="1" dirty="0">
                <a:solidFill>
                  <a:schemeClr val="tx2"/>
                </a:solidFill>
              </a:rPr>
              <a:t>E=1</a:t>
            </a:r>
            <a:r>
              <a:rPr lang="zh-CN" altLang="en-US" b="1" dirty="0">
                <a:solidFill>
                  <a:schemeClr val="tx2"/>
                </a:solidFill>
              </a:rPr>
              <a:t>且</a:t>
            </a:r>
            <a:r>
              <a:rPr lang="en-US" altLang="zh-CN" b="1" dirty="0">
                <a:solidFill>
                  <a:schemeClr val="tx2"/>
                </a:solidFill>
              </a:rPr>
              <a:t>R-S=“11”</a:t>
            </a:r>
            <a:r>
              <a:rPr lang="zh-CN" altLang="en-US" b="1" dirty="0">
                <a:solidFill>
                  <a:schemeClr val="tx2"/>
                </a:solidFill>
              </a:rPr>
              <a:t>時</a:t>
            </a:r>
            <a:r>
              <a:rPr lang="en-US" altLang="zh-CN" b="1" dirty="0">
                <a:solidFill>
                  <a:schemeClr val="tx2"/>
                </a:solidFill>
              </a:rPr>
              <a:t>, </a:t>
            </a:r>
            <a:r>
              <a:rPr lang="zh-CN" altLang="en-US" b="1" dirty="0">
                <a:solidFill>
                  <a:schemeClr val="tx2"/>
                </a:solidFill>
              </a:rPr>
              <a:t>同樣存在不定狀態。</a:t>
            </a:r>
          </a:p>
          <a:p>
            <a:pPr eaLnBrk="1" hangingPunct="1">
              <a:defRPr/>
            </a:pPr>
            <a:endParaRPr lang="en-US" altLang="zh-CN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E8EFA0A8-2612-E9A5-3343-F43A192C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C2E450E-9511-46EE-BFEA-1F09A59C7937}" type="slidenum">
              <a:rPr lang="en-US" altLang="zh-CN" sz="1000" smtClean="0"/>
              <a:pPr>
                <a:defRPr/>
              </a:pPr>
              <a:t>23</a:t>
            </a:fld>
            <a:endParaRPr lang="en-US" altLang="zh-CN" sz="1000" dirty="0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DFAD8DA9-D0C3-4174-86A2-8B5725ED2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67971" name="Rectangle 3">
            <a:extLst>
              <a:ext uri="{FF2B5EF4-FFF2-40B4-BE49-F238E27FC236}">
                <a16:creationId xmlns:a16="http://schemas.microsoft.com/office/drawing/2014/main" id="{72926EB3-2E21-EA4A-685A-7F235D267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1450"/>
            <a:ext cx="8153400" cy="51879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R-S</a:t>
            </a:r>
            <a:r>
              <a:rPr lang="zh-CN" altLang="en-US" dirty="0"/>
              <a:t>基本觸發器和</a:t>
            </a:r>
            <a:r>
              <a:rPr lang="en-US" altLang="zh-CN" dirty="0"/>
              <a:t>R-S</a:t>
            </a:r>
            <a:r>
              <a:rPr lang="zh-CN" altLang="en-US" dirty="0"/>
              <a:t>電位觸發器共同存在的問題</a:t>
            </a:r>
          </a:p>
          <a:p>
            <a:pPr lvl="1" eaLnBrk="1" hangingPunct="1">
              <a:defRPr/>
            </a:pPr>
            <a:r>
              <a:rPr lang="zh-CN" altLang="en-US" b="1" dirty="0"/>
              <a:t>工作狀態下，</a:t>
            </a:r>
            <a:r>
              <a:rPr lang="en-US" altLang="zh-CN" b="1" dirty="0">
                <a:solidFill>
                  <a:schemeClr val="tx2"/>
                </a:solidFill>
              </a:rPr>
              <a:t>R-S=“11”</a:t>
            </a:r>
            <a:r>
              <a:rPr lang="zh-CN" altLang="en-US" b="1" dirty="0">
                <a:solidFill>
                  <a:schemeClr val="tx2"/>
                </a:solidFill>
              </a:rPr>
              <a:t>時</a:t>
            </a:r>
            <a:r>
              <a:rPr lang="en-US" altLang="zh-CN" b="1" dirty="0">
                <a:solidFill>
                  <a:schemeClr val="tx2"/>
                </a:solidFill>
              </a:rPr>
              <a:t>, </a:t>
            </a:r>
            <a:r>
              <a:rPr lang="zh-CN" altLang="en-US" b="1" dirty="0">
                <a:solidFill>
                  <a:schemeClr val="tx2"/>
                </a:solidFill>
              </a:rPr>
              <a:t>存在不定狀態。</a:t>
            </a:r>
          </a:p>
        </p:txBody>
      </p:sp>
      <p:sp>
        <p:nvSpPr>
          <p:cNvPr id="467972" name="Rectangle 4">
            <a:extLst>
              <a:ext uri="{FF2B5EF4-FFF2-40B4-BE49-F238E27FC236}">
                <a16:creationId xmlns:a16="http://schemas.microsoft.com/office/drawing/2014/main" id="{303F13B7-6147-D796-4F0E-1CFAA4BBA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956300"/>
            <a:ext cx="7924800" cy="75713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設計： 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R-S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電位型觸發器的輸入由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雙端輸入改為單端輸入，就不會出現不定狀態了！</a:t>
            </a:r>
          </a:p>
        </p:txBody>
      </p:sp>
      <p:sp>
        <p:nvSpPr>
          <p:cNvPr id="467973" name="Rectangle 5">
            <a:extLst>
              <a:ext uri="{FF2B5EF4-FFF2-40B4-BE49-F238E27FC236}">
                <a16:creationId xmlns:a16="http://schemas.microsoft.com/office/drawing/2014/main" id="{F123774E-055C-3705-4AC7-D6F688C50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955925"/>
            <a:ext cx="8077200" cy="21605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如何解決該問題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分析：控制端可以保證狀態保持；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R-S=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“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00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時，狀態保持，其功能和控制端重複；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R-S=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“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11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時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存在不定狀態；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R-S=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“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01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或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“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10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，正常的工作狀態。</a:t>
            </a:r>
          </a:p>
        </p:txBody>
      </p:sp>
      <p:sp>
        <p:nvSpPr>
          <p:cNvPr id="467974" name="Rectangle 6">
            <a:extLst>
              <a:ext uri="{FF2B5EF4-FFF2-40B4-BE49-F238E27FC236}">
                <a16:creationId xmlns:a16="http://schemas.microsoft.com/office/drawing/2014/main" id="{19C56669-8132-D00C-AC86-2744DEE07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084763"/>
            <a:ext cx="7772400" cy="86793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3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解決問題：控制端控制狀態保持；</a:t>
            </a: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                       輸入端保證為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“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01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或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“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10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67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2" grpId="0" autoUpdateAnimBg="0"/>
      <p:bldP spid="467973" grpId="0" autoUpdateAnimBg="0"/>
      <p:bldP spid="46797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灯片编号占位符 5">
            <a:extLst>
              <a:ext uri="{FF2B5EF4-FFF2-40B4-BE49-F238E27FC236}">
                <a16:creationId xmlns:a16="http://schemas.microsoft.com/office/drawing/2014/main" id="{CDE4946A-5A4E-674B-28A9-F38A4C138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7F889F4-688A-4129-9FE0-093BA955BD55}" type="slidenum">
              <a:rPr lang="en-US" altLang="zh-CN" sz="1000" smtClean="0"/>
              <a:pPr>
                <a:defRPr/>
              </a:pPr>
              <a:t>24</a:t>
            </a:fld>
            <a:endParaRPr lang="en-US" altLang="zh-CN" sz="1000" dirty="0"/>
          </a:p>
        </p:txBody>
      </p:sp>
      <p:sp>
        <p:nvSpPr>
          <p:cNvPr id="468994" name="Rectangle 2">
            <a:extLst>
              <a:ext uri="{FF2B5EF4-FFF2-40B4-BE49-F238E27FC236}">
                <a16:creationId xmlns:a16="http://schemas.microsoft.com/office/drawing/2014/main" id="{0FE083EE-5E0F-85A0-8CCE-85A6E8FBB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4363" y="309563"/>
            <a:ext cx="7754937" cy="6445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 </a:t>
            </a:r>
            <a:r>
              <a:rPr lang="zh-CN" altLang="en-US" dirty="0"/>
              <a:t>觸發器</a:t>
            </a:r>
          </a:p>
        </p:txBody>
      </p:sp>
      <p:sp>
        <p:nvSpPr>
          <p:cNvPr id="468995" name="AutoShape 3">
            <a:extLst>
              <a:ext uri="{FF2B5EF4-FFF2-40B4-BE49-F238E27FC236}">
                <a16:creationId xmlns:a16="http://schemas.microsoft.com/office/drawing/2014/main" id="{ADCDE10C-F7C0-061C-C9D6-CD180248D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962400"/>
            <a:ext cx="1524000" cy="503238"/>
          </a:xfrm>
          <a:prstGeom prst="rightArrow">
            <a:avLst>
              <a:gd name="adj1" fmla="val 50000"/>
              <a:gd name="adj2" fmla="val 7571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468996" name="Group 4">
            <a:extLst>
              <a:ext uri="{FF2B5EF4-FFF2-40B4-BE49-F238E27FC236}">
                <a16:creationId xmlns:a16="http://schemas.microsoft.com/office/drawing/2014/main" id="{6DE63D19-C6B8-F894-0280-151B72A1CCA3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133600"/>
            <a:ext cx="2438400" cy="4146550"/>
            <a:chOff x="1104" y="1228"/>
            <a:chExt cx="1536" cy="2612"/>
          </a:xfrm>
        </p:grpSpPr>
        <p:sp>
          <p:nvSpPr>
            <p:cNvPr id="28716" name="Rectangle 5">
              <a:extLst>
                <a:ext uri="{FF2B5EF4-FFF2-40B4-BE49-F238E27FC236}">
                  <a16:creationId xmlns:a16="http://schemas.microsoft.com/office/drawing/2014/main" id="{9721EA15-CAC8-FAFD-68D0-39F472F94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2" y="201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17" name="Oval 6">
              <a:extLst>
                <a:ext uri="{FF2B5EF4-FFF2-40B4-BE49-F238E27FC236}">
                  <a16:creationId xmlns:a16="http://schemas.microsoft.com/office/drawing/2014/main" id="{1A4C0DE3-8859-D8A4-10ED-7DEE5CBC2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1935"/>
              <a:ext cx="92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18" name="Line 7">
              <a:extLst>
                <a:ext uri="{FF2B5EF4-FFF2-40B4-BE49-F238E27FC236}">
                  <a16:creationId xmlns:a16="http://schemas.microsoft.com/office/drawing/2014/main" id="{1D9A703D-8C13-5765-5B44-4175ABC1DF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0" y="1564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9" name="Line 8">
              <a:extLst>
                <a:ext uri="{FF2B5EF4-FFF2-40B4-BE49-F238E27FC236}">
                  <a16:creationId xmlns:a16="http://schemas.microsoft.com/office/drawing/2014/main" id="{F1562AB9-87BE-89E2-8298-28130C5F3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2227"/>
              <a:ext cx="1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0" name="Line 9">
              <a:extLst>
                <a:ext uri="{FF2B5EF4-FFF2-40B4-BE49-F238E27FC236}">
                  <a16:creationId xmlns:a16="http://schemas.microsoft.com/office/drawing/2014/main" id="{3E3118F0-189E-9BD2-4936-D34FEA666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4" y="2227"/>
              <a:ext cx="1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1" name="Rectangle 10">
              <a:extLst>
                <a:ext uri="{FF2B5EF4-FFF2-40B4-BE49-F238E27FC236}">
                  <a16:creationId xmlns:a16="http://schemas.microsoft.com/office/drawing/2014/main" id="{37159FB7-4AE9-6B47-3636-B39297EA7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201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22" name="Oval 11">
              <a:extLst>
                <a:ext uri="{FF2B5EF4-FFF2-40B4-BE49-F238E27FC236}">
                  <a16:creationId xmlns:a16="http://schemas.microsoft.com/office/drawing/2014/main" id="{ECD15694-ABB7-FC41-3D07-0FE9EFA18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3" y="1935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23" name="Line 12">
              <a:extLst>
                <a:ext uri="{FF2B5EF4-FFF2-40B4-BE49-F238E27FC236}">
                  <a16:creationId xmlns:a16="http://schemas.microsoft.com/office/drawing/2014/main" id="{6E07BEFE-89BA-731A-8673-73015D18B1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6" y="1564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4" name="Line 13">
              <a:extLst>
                <a:ext uri="{FF2B5EF4-FFF2-40B4-BE49-F238E27FC236}">
                  <a16:creationId xmlns:a16="http://schemas.microsoft.com/office/drawing/2014/main" id="{ED4EF610-36CD-4038-4873-B676667CD0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1" y="2244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5" name="Line 14">
              <a:extLst>
                <a:ext uri="{FF2B5EF4-FFF2-40B4-BE49-F238E27FC236}">
                  <a16:creationId xmlns:a16="http://schemas.microsoft.com/office/drawing/2014/main" id="{A6319B24-5093-81A2-5E6A-80250DE51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0" y="2227"/>
              <a:ext cx="3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6" name="Line 15">
              <a:extLst>
                <a:ext uri="{FF2B5EF4-FFF2-40B4-BE49-F238E27FC236}">
                  <a16:creationId xmlns:a16="http://schemas.microsoft.com/office/drawing/2014/main" id="{336E0163-7C46-4D7C-A8F7-2FE452A2B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0" y="1776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7" name="Line 16">
              <a:extLst>
                <a:ext uri="{FF2B5EF4-FFF2-40B4-BE49-F238E27FC236}">
                  <a16:creationId xmlns:a16="http://schemas.microsoft.com/office/drawing/2014/main" id="{FD28174A-F4BE-9D97-9462-645EC14CC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" y="1776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8" name="Line 17">
              <a:extLst>
                <a:ext uri="{FF2B5EF4-FFF2-40B4-BE49-F238E27FC236}">
                  <a16:creationId xmlns:a16="http://schemas.microsoft.com/office/drawing/2014/main" id="{C6A826FC-C5E3-6152-8FEB-65EB148F7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0" y="1776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9" name="Line 18">
              <a:extLst>
                <a:ext uri="{FF2B5EF4-FFF2-40B4-BE49-F238E27FC236}">
                  <a16:creationId xmlns:a16="http://schemas.microsoft.com/office/drawing/2014/main" id="{EA31AAE1-97D4-B341-54DE-AEFA057A5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9" y="1776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0" name="Line 19">
              <a:extLst>
                <a:ext uri="{FF2B5EF4-FFF2-40B4-BE49-F238E27FC236}">
                  <a16:creationId xmlns:a16="http://schemas.microsoft.com/office/drawing/2014/main" id="{35F0A958-9368-5964-E034-BEF2F04A2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7" y="2425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1" name="Line 20">
              <a:extLst>
                <a:ext uri="{FF2B5EF4-FFF2-40B4-BE49-F238E27FC236}">
                  <a16:creationId xmlns:a16="http://schemas.microsoft.com/office/drawing/2014/main" id="{07590536-AE89-ABD3-78C6-73770BAD5E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94" y="2440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2" name="Line 21">
              <a:extLst>
                <a:ext uri="{FF2B5EF4-FFF2-40B4-BE49-F238E27FC236}">
                  <a16:creationId xmlns:a16="http://schemas.microsoft.com/office/drawing/2014/main" id="{185D94E0-E3DC-4672-BADE-17641C8D0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4" y="2360"/>
              <a:ext cx="1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3" name="Text Box 22">
              <a:extLst>
                <a:ext uri="{FF2B5EF4-FFF2-40B4-BE49-F238E27FC236}">
                  <a16:creationId xmlns:a16="http://schemas.microsoft.com/office/drawing/2014/main" id="{ED038CFD-8A03-1F76-5E5F-08B7D1183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513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8734" name="Text Box 23">
              <a:extLst>
                <a:ext uri="{FF2B5EF4-FFF2-40B4-BE49-F238E27FC236}">
                  <a16:creationId xmlns:a16="http://schemas.microsoft.com/office/drawing/2014/main" id="{30606F9F-F295-EC2D-E7A5-0413C1AC9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513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8735" name="Text Box 24">
              <a:extLst>
                <a:ext uri="{FF2B5EF4-FFF2-40B4-BE49-F238E27FC236}">
                  <a16:creationId xmlns:a16="http://schemas.microsoft.com/office/drawing/2014/main" id="{410C1D03-B74E-4B99-AE87-1954246D7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3" y="147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8736" name="Rectangle 25">
              <a:extLst>
                <a:ext uri="{FF2B5EF4-FFF2-40B4-BE49-F238E27FC236}">
                  <a16:creationId xmlns:a16="http://schemas.microsoft.com/office/drawing/2014/main" id="{87ECC279-5CE4-0F43-5CDB-F741C7D24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6" y="273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37" name="Oval 26">
              <a:extLst>
                <a:ext uri="{FF2B5EF4-FFF2-40B4-BE49-F238E27FC236}">
                  <a16:creationId xmlns:a16="http://schemas.microsoft.com/office/drawing/2014/main" id="{B1FD7C59-B1AC-CBEB-8F06-7795CAE70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1" y="2655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38" name="Line 27">
              <a:extLst>
                <a:ext uri="{FF2B5EF4-FFF2-40B4-BE49-F238E27FC236}">
                  <a16:creationId xmlns:a16="http://schemas.microsoft.com/office/drawing/2014/main" id="{3A528422-750C-18E6-3AB8-77433BCACD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9" y="2947"/>
              <a:ext cx="1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9" name="Line 28">
              <a:extLst>
                <a:ext uri="{FF2B5EF4-FFF2-40B4-BE49-F238E27FC236}">
                  <a16:creationId xmlns:a16="http://schemas.microsoft.com/office/drawing/2014/main" id="{F13CC0C2-A2D9-16AC-1D47-2690615FD1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2937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0" name="Rectangle 29">
              <a:extLst>
                <a:ext uri="{FF2B5EF4-FFF2-40B4-BE49-F238E27FC236}">
                  <a16:creationId xmlns:a16="http://schemas.microsoft.com/office/drawing/2014/main" id="{7BA13480-9E9A-23EA-7A76-15B7019CB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" y="273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41" name="Oval 30">
              <a:extLst>
                <a:ext uri="{FF2B5EF4-FFF2-40B4-BE49-F238E27FC236}">
                  <a16:creationId xmlns:a16="http://schemas.microsoft.com/office/drawing/2014/main" id="{42F7637E-0DEF-674C-4EA8-523844476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3" y="2655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42" name="Line 31">
              <a:extLst>
                <a:ext uri="{FF2B5EF4-FFF2-40B4-BE49-F238E27FC236}">
                  <a16:creationId xmlns:a16="http://schemas.microsoft.com/office/drawing/2014/main" id="{3A261CF4-F1BB-2DCC-4D44-116434A24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2" y="2947"/>
              <a:ext cx="6" cy="4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3" name="Line 32">
              <a:extLst>
                <a:ext uri="{FF2B5EF4-FFF2-40B4-BE49-F238E27FC236}">
                  <a16:creationId xmlns:a16="http://schemas.microsoft.com/office/drawing/2014/main" id="{C2D8DF68-C86F-7A2D-6684-E3215C00B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0" y="2947"/>
              <a:ext cx="0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4" name="Line 33">
              <a:extLst>
                <a:ext uri="{FF2B5EF4-FFF2-40B4-BE49-F238E27FC236}">
                  <a16:creationId xmlns:a16="http://schemas.microsoft.com/office/drawing/2014/main" id="{531B5875-1742-B436-19AC-59D34D5B80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3081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5" name="Text Box 34">
              <a:extLst>
                <a:ext uri="{FF2B5EF4-FFF2-40B4-BE49-F238E27FC236}">
                  <a16:creationId xmlns:a16="http://schemas.microsoft.com/office/drawing/2014/main" id="{209EDE55-0521-606F-16A7-26F6C4CE8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513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8746" name="Line 35">
              <a:extLst>
                <a:ext uri="{FF2B5EF4-FFF2-40B4-BE49-F238E27FC236}">
                  <a16:creationId xmlns:a16="http://schemas.microsoft.com/office/drawing/2014/main" id="{9D039845-895F-2681-7CA0-349C2D68FA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081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7" name="Rectangle 36">
              <a:extLst>
                <a:ext uri="{FF2B5EF4-FFF2-40B4-BE49-F238E27FC236}">
                  <a16:creationId xmlns:a16="http://schemas.microsoft.com/office/drawing/2014/main" id="{8FCC033F-641F-7240-BBD8-86F17D913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228"/>
              <a:ext cx="38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469029" name="Rectangle 37">
            <a:extLst>
              <a:ext uri="{FF2B5EF4-FFF2-40B4-BE49-F238E27FC236}">
                <a16:creationId xmlns:a16="http://schemas.microsoft.com/office/drawing/2014/main" id="{FECF2BC4-54F3-0AA0-08F8-83262A211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1450"/>
            <a:ext cx="8153400" cy="51879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</a:rPr>
              <a:t>解決</a:t>
            </a:r>
            <a:r>
              <a:rPr lang="en-US" altLang="zh-CN" dirty="0">
                <a:solidFill>
                  <a:schemeClr val="tx2"/>
                </a:solidFill>
              </a:rPr>
              <a:t>R-S</a:t>
            </a:r>
            <a:r>
              <a:rPr lang="zh-CN" altLang="en-US" dirty="0">
                <a:solidFill>
                  <a:schemeClr val="tx2"/>
                </a:solidFill>
              </a:rPr>
              <a:t>觸發器狀態不定的方法：輸入由</a:t>
            </a:r>
            <a:r>
              <a:rPr lang="en-US" altLang="zh-CN" dirty="0">
                <a:solidFill>
                  <a:schemeClr val="tx2"/>
                </a:solidFill>
              </a:rPr>
              <a:t>R</a:t>
            </a:r>
            <a:r>
              <a:rPr lang="zh-CN" altLang="en-US" dirty="0">
                <a:solidFill>
                  <a:schemeClr val="tx2"/>
                </a:solidFill>
              </a:rPr>
              <a:t>，</a:t>
            </a:r>
            <a:r>
              <a:rPr lang="en-US" altLang="zh-CN" dirty="0">
                <a:solidFill>
                  <a:schemeClr val="tx2"/>
                </a:solidFill>
              </a:rPr>
              <a:t>S</a:t>
            </a:r>
            <a:r>
              <a:rPr lang="zh-CN" altLang="en-US" dirty="0">
                <a:solidFill>
                  <a:schemeClr val="tx2"/>
                </a:solidFill>
              </a:rPr>
              <a:t>雙端輸入改為單端輸入。</a:t>
            </a:r>
          </a:p>
        </p:txBody>
      </p:sp>
      <p:grpSp>
        <p:nvGrpSpPr>
          <p:cNvPr id="469030" name="Group 38">
            <a:extLst>
              <a:ext uri="{FF2B5EF4-FFF2-40B4-BE49-F238E27FC236}">
                <a16:creationId xmlns:a16="http://schemas.microsoft.com/office/drawing/2014/main" id="{250F2004-BB4A-8BFC-FEF8-474EEF4DF60E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2133600"/>
            <a:ext cx="2438400" cy="4208463"/>
            <a:chOff x="3360" y="1516"/>
            <a:chExt cx="1536" cy="2651"/>
          </a:xfrm>
        </p:grpSpPr>
        <p:sp>
          <p:nvSpPr>
            <p:cNvPr id="28681" name="Rectangle 39">
              <a:extLst>
                <a:ext uri="{FF2B5EF4-FFF2-40B4-BE49-F238E27FC236}">
                  <a16:creationId xmlns:a16="http://schemas.microsoft.com/office/drawing/2014/main" id="{58DB2611-D860-7AA2-2030-4331034CC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8" y="230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682" name="Oval 40">
              <a:extLst>
                <a:ext uri="{FF2B5EF4-FFF2-40B4-BE49-F238E27FC236}">
                  <a16:creationId xmlns:a16="http://schemas.microsoft.com/office/drawing/2014/main" id="{7A7BAFBE-4C30-EF57-7518-2550DAB75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4" y="2223"/>
              <a:ext cx="92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683" name="Line 41">
              <a:extLst>
                <a:ext uri="{FF2B5EF4-FFF2-40B4-BE49-F238E27FC236}">
                  <a16:creationId xmlns:a16="http://schemas.microsoft.com/office/drawing/2014/main" id="{D250BFCA-8BDE-5ADD-E83E-2D78611165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6" y="1852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4" name="Line 42">
              <a:extLst>
                <a:ext uri="{FF2B5EF4-FFF2-40B4-BE49-F238E27FC236}">
                  <a16:creationId xmlns:a16="http://schemas.microsoft.com/office/drawing/2014/main" id="{74CE9D32-3771-B512-5960-52FD8A80B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" y="2515"/>
              <a:ext cx="1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5" name="Line 43">
              <a:extLst>
                <a:ext uri="{FF2B5EF4-FFF2-40B4-BE49-F238E27FC236}">
                  <a16:creationId xmlns:a16="http://schemas.microsoft.com/office/drawing/2014/main" id="{1FF8A03A-698B-4FD3-AB29-7EBE79A31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0" y="2515"/>
              <a:ext cx="1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6" name="Rectangle 44">
              <a:extLst>
                <a:ext uri="{FF2B5EF4-FFF2-40B4-BE49-F238E27FC236}">
                  <a16:creationId xmlns:a16="http://schemas.microsoft.com/office/drawing/2014/main" id="{120A8DD0-6416-40F4-F3FC-F6FEF4A1B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" y="230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687" name="Oval 45">
              <a:extLst>
                <a:ext uri="{FF2B5EF4-FFF2-40B4-BE49-F238E27FC236}">
                  <a16:creationId xmlns:a16="http://schemas.microsoft.com/office/drawing/2014/main" id="{F67E558B-CB06-A33B-ADCB-C732EF7D7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9" y="2223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688" name="Line 46">
              <a:extLst>
                <a:ext uri="{FF2B5EF4-FFF2-40B4-BE49-F238E27FC236}">
                  <a16:creationId xmlns:a16="http://schemas.microsoft.com/office/drawing/2014/main" id="{13453919-8C88-4C81-F8ED-DB43BFBEF2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2" y="1852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9" name="Line 47">
              <a:extLst>
                <a:ext uri="{FF2B5EF4-FFF2-40B4-BE49-F238E27FC236}">
                  <a16:creationId xmlns:a16="http://schemas.microsoft.com/office/drawing/2014/main" id="{43520D9B-6F6A-E221-E4AF-E36A812A8F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7" y="2532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0" name="Line 48">
              <a:extLst>
                <a:ext uri="{FF2B5EF4-FFF2-40B4-BE49-F238E27FC236}">
                  <a16:creationId xmlns:a16="http://schemas.microsoft.com/office/drawing/2014/main" id="{533D4FD5-D6FB-D185-2E51-0467682C45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6" y="2515"/>
              <a:ext cx="3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1" name="Line 49">
              <a:extLst>
                <a:ext uri="{FF2B5EF4-FFF2-40B4-BE49-F238E27FC236}">
                  <a16:creationId xmlns:a16="http://schemas.microsoft.com/office/drawing/2014/main" id="{87F1E188-5E14-D472-858C-8CD9A1F10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" y="2064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2" name="Line 50">
              <a:extLst>
                <a:ext uri="{FF2B5EF4-FFF2-40B4-BE49-F238E27FC236}">
                  <a16:creationId xmlns:a16="http://schemas.microsoft.com/office/drawing/2014/main" id="{A97831E0-1C02-7576-EA21-64992CB17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064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3" name="Line 51">
              <a:extLst>
                <a:ext uri="{FF2B5EF4-FFF2-40B4-BE49-F238E27FC236}">
                  <a16:creationId xmlns:a16="http://schemas.microsoft.com/office/drawing/2014/main" id="{95EF0069-EAA3-FA74-B9A9-867651B9E3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6" y="2064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4" name="Line 52">
              <a:extLst>
                <a:ext uri="{FF2B5EF4-FFF2-40B4-BE49-F238E27FC236}">
                  <a16:creationId xmlns:a16="http://schemas.microsoft.com/office/drawing/2014/main" id="{7DE9B9A6-3125-FF9F-FB9B-CDC8550E78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75" y="2064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5" name="Line 53">
              <a:extLst>
                <a:ext uri="{FF2B5EF4-FFF2-40B4-BE49-F238E27FC236}">
                  <a16:creationId xmlns:a16="http://schemas.microsoft.com/office/drawing/2014/main" id="{1C8FCCB8-70C6-95D9-0357-F1FD03697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3" y="2713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6" name="Line 54">
              <a:extLst>
                <a:ext uri="{FF2B5EF4-FFF2-40B4-BE49-F238E27FC236}">
                  <a16:creationId xmlns:a16="http://schemas.microsoft.com/office/drawing/2014/main" id="{1228F508-9C89-0E01-71CE-D1439D7D83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0" y="2728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7" name="Line 55">
              <a:extLst>
                <a:ext uri="{FF2B5EF4-FFF2-40B4-BE49-F238E27FC236}">
                  <a16:creationId xmlns:a16="http://schemas.microsoft.com/office/drawing/2014/main" id="{DBE0FA2D-09C8-6008-8481-731C666371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0" y="2648"/>
              <a:ext cx="1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8" name="Text Box 56">
              <a:extLst>
                <a:ext uri="{FF2B5EF4-FFF2-40B4-BE49-F238E27FC236}">
                  <a16:creationId xmlns:a16="http://schemas.microsoft.com/office/drawing/2014/main" id="{184D78B6-F1EF-67CD-7682-837446E5B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840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8699" name="Text Box 57">
              <a:extLst>
                <a:ext uri="{FF2B5EF4-FFF2-40B4-BE49-F238E27FC236}">
                  <a16:creationId xmlns:a16="http://schemas.microsoft.com/office/drawing/2014/main" id="{F4EEFFB4-FF68-1531-5F38-0CE55A16C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" y="176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8700" name="Rectangle 58">
              <a:extLst>
                <a:ext uri="{FF2B5EF4-FFF2-40B4-BE49-F238E27FC236}">
                  <a16:creationId xmlns:a16="http://schemas.microsoft.com/office/drawing/2014/main" id="{DF2908DA-AEBB-A9FB-E124-713683C0F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302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01" name="Oval 59">
              <a:extLst>
                <a:ext uri="{FF2B5EF4-FFF2-40B4-BE49-F238E27FC236}">
                  <a16:creationId xmlns:a16="http://schemas.microsoft.com/office/drawing/2014/main" id="{EA996821-56A6-9F09-DFBC-1D6C520E9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2943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02" name="Line 60">
              <a:extLst>
                <a:ext uri="{FF2B5EF4-FFF2-40B4-BE49-F238E27FC236}">
                  <a16:creationId xmlns:a16="http://schemas.microsoft.com/office/drawing/2014/main" id="{DE4FB84B-8B17-78E1-E3AB-3F07B0591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5" y="3235"/>
              <a:ext cx="1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3" name="Line 61">
              <a:extLst>
                <a:ext uri="{FF2B5EF4-FFF2-40B4-BE49-F238E27FC236}">
                  <a16:creationId xmlns:a16="http://schemas.microsoft.com/office/drawing/2014/main" id="{10DFCCBE-F7AB-28BC-C2F4-135BC7FDDE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3225"/>
              <a:ext cx="0" cy="4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4" name="Rectangle 62">
              <a:extLst>
                <a:ext uri="{FF2B5EF4-FFF2-40B4-BE49-F238E27FC236}">
                  <a16:creationId xmlns:a16="http://schemas.microsoft.com/office/drawing/2014/main" id="{3633F402-453E-72E6-26F0-5309070FF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4" y="302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05" name="Oval 63">
              <a:extLst>
                <a:ext uri="{FF2B5EF4-FFF2-40B4-BE49-F238E27FC236}">
                  <a16:creationId xmlns:a16="http://schemas.microsoft.com/office/drawing/2014/main" id="{861CD9B1-BA15-C815-F20D-FBE2CFA8F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" y="2943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06" name="Line 64">
              <a:extLst>
                <a:ext uri="{FF2B5EF4-FFF2-40B4-BE49-F238E27FC236}">
                  <a16:creationId xmlns:a16="http://schemas.microsoft.com/office/drawing/2014/main" id="{1B86A337-A71F-6CC0-5FAD-7A9CD8676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8" y="3235"/>
              <a:ext cx="6" cy="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7" name="Line 65">
              <a:extLst>
                <a:ext uri="{FF2B5EF4-FFF2-40B4-BE49-F238E27FC236}">
                  <a16:creationId xmlns:a16="http://schemas.microsoft.com/office/drawing/2014/main" id="{02563D6C-46DD-F55F-691A-609013C63A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3235"/>
              <a:ext cx="2" cy="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8" name="Line 66">
              <a:extLst>
                <a:ext uri="{FF2B5EF4-FFF2-40B4-BE49-F238E27FC236}">
                  <a16:creationId xmlns:a16="http://schemas.microsoft.com/office/drawing/2014/main" id="{9654749A-0239-91F0-358A-9D00EEE656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3369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9" name="Text Box 67">
              <a:extLst>
                <a:ext uri="{FF2B5EF4-FFF2-40B4-BE49-F238E27FC236}">
                  <a16:creationId xmlns:a16="http://schemas.microsoft.com/office/drawing/2014/main" id="{0E6E454C-EFE3-451C-1E93-EE3D474F2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840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8710" name="Line 68">
              <a:extLst>
                <a:ext uri="{FF2B5EF4-FFF2-40B4-BE49-F238E27FC236}">
                  <a16:creationId xmlns:a16="http://schemas.microsoft.com/office/drawing/2014/main" id="{4A10938A-AC38-E2AB-DAEC-DAF585D5A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360"/>
              <a:ext cx="0" cy="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1" name="Rectangle 69">
              <a:extLst>
                <a:ext uri="{FF2B5EF4-FFF2-40B4-BE49-F238E27FC236}">
                  <a16:creationId xmlns:a16="http://schemas.microsoft.com/office/drawing/2014/main" id="{35FC2270-C01E-4957-5143-A55811F7C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516"/>
              <a:ext cx="38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8712" name="Rectangle 70">
              <a:extLst>
                <a:ext uri="{FF2B5EF4-FFF2-40B4-BE49-F238E27FC236}">
                  <a16:creationId xmlns:a16="http://schemas.microsoft.com/office/drawing/2014/main" id="{72A6EAE6-7596-9573-0451-439E2503B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504"/>
              <a:ext cx="240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13" name="Oval 71">
              <a:extLst>
                <a:ext uri="{FF2B5EF4-FFF2-40B4-BE49-F238E27FC236}">
                  <a16:creationId xmlns:a16="http://schemas.microsoft.com/office/drawing/2014/main" id="{9A486C8E-E0D2-289B-8BA8-FCA89C6AE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600"/>
              <a:ext cx="96" cy="9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14" name="Line 72">
              <a:extLst>
                <a:ext uri="{FF2B5EF4-FFF2-40B4-BE49-F238E27FC236}">
                  <a16:creationId xmlns:a16="http://schemas.microsoft.com/office/drawing/2014/main" id="{8392F382-6830-0B29-3AA0-4046CED63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5" name="Line 73">
              <a:extLst>
                <a:ext uri="{FF2B5EF4-FFF2-40B4-BE49-F238E27FC236}">
                  <a16:creationId xmlns:a16="http://schemas.microsoft.com/office/drawing/2014/main" id="{0E5C6DE0-6511-629A-428C-10D8E7AA2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648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9066" name="Rectangle 74">
            <a:extLst>
              <a:ext uri="{FF2B5EF4-FFF2-40B4-BE49-F238E27FC236}">
                <a16:creationId xmlns:a16="http://schemas.microsoft.com/office/drawing/2014/main" id="{1F6A74E7-BB48-ACD5-807B-68F370704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971800"/>
            <a:ext cx="2209800" cy="2678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存在的問題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從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輸入到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Q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Q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非穩定需要四級門延遲。盡可能減小延遲可以提高觸發器的工作速度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68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9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9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5" grpId="0" animBg="1"/>
      <p:bldP spid="46906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灯片编号占位符 5">
            <a:extLst>
              <a:ext uri="{FF2B5EF4-FFF2-40B4-BE49-F238E27FC236}">
                <a16:creationId xmlns:a16="http://schemas.microsoft.com/office/drawing/2014/main" id="{BC6FDBE6-96B6-7CCB-7598-C0779A75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AD06AF6-3630-439A-892C-725CD901832A}" type="slidenum">
              <a:rPr lang="en-US" altLang="zh-CN" sz="1000" smtClean="0"/>
              <a:pPr>
                <a:defRPr/>
              </a:pPr>
              <a:t>25</a:t>
            </a:fld>
            <a:endParaRPr lang="en-US" altLang="zh-CN" sz="1000" dirty="0"/>
          </a:p>
        </p:txBody>
      </p:sp>
      <p:sp>
        <p:nvSpPr>
          <p:cNvPr id="470018" name="Rectangle 2">
            <a:extLst>
              <a:ext uri="{FF2B5EF4-FFF2-40B4-BE49-F238E27FC236}">
                <a16:creationId xmlns:a16="http://schemas.microsoft.com/office/drawing/2014/main" id="{82ED4BAA-3E5B-9CBD-3331-29093C4665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70019" name="Rectangle 3">
            <a:extLst>
              <a:ext uri="{FF2B5EF4-FFF2-40B4-BE49-F238E27FC236}">
                <a16:creationId xmlns:a16="http://schemas.microsoft.com/office/drawing/2014/main" id="{FEA6DFD4-018E-9076-FB59-670EC84B2E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電位型</a:t>
            </a:r>
            <a:r>
              <a:rPr lang="en-US" altLang="zh-CN" dirty="0"/>
              <a:t>D</a:t>
            </a: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將從</a:t>
            </a:r>
            <a:r>
              <a:rPr lang="en-US" altLang="zh-CN" dirty="0"/>
              <a:t>RS</a:t>
            </a:r>
            <a:r>
              <a:rPr lang="zh-CN" altLang="en-US" dirty="0"/>
              <a:t>觸發器進一步合理設計，形成電位型</a:t>
            </a:r>
            <a:r>
              <a:rPr lang="en-US" altLang="zh-CN" dirty="0"/>
              <a:t>D</a:t>
            </a:r>
            <a:r>
              <a:rPr lang="zh-CN" altLang="en-US" dirty="0"/>
              <a:t>觸發器的邏輯圖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grpSp>
        <p:nvGrpSpPr>
          <p:cNvPr id="470020" name="Group 4">
            <a:extLst>
              <a:ext uri="{FF2B5EF4-FFF2-40B4-BE49-F238E27FC236}">
                <a16:creationId xmlns:a16="http://schemas.microsoft.com/office/drawing/2014/main" id="{C6577CCF-C869-AFDE-651C-2A4165B8F2B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438400"/>
            <a:ext cx="2438400" cy="4208463"/>
            <a:chOff x="3360" y="1516"/>
            <a:chExt cx="1536" cy="2651"/>
          </a:xfrm>
        </p:grpSpPr>
        <p:sp>
          <p:nvSpPr>
            <p:cNvPr id="29740" name="Rectangle 5">
              <a:extLst>
                <a:ext uri="{FF2B5EF4-FFF2-40B4-BE49-F238E27FC236}">
                  <a16:creationId xmlns:a16="http://schemas.microsoft.com/office/drawing/2014/main" id="{63F5BEAF-AD2B-0A2A-132C-97F579B4B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8" y="230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41" name="Oval 6">
              <a:extLst>
                <a:ext uri="{FF2B5EF4-FFF2-40B4-BE49-F238E27FC236}">
                  <a16:creationId xmlns:a16="http://schemas.microsoft.com/office/drawing/2014/main" id="{8692225D-7AF9-7FA3-8A3D-B0910B13D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4" y="2223"/>
              <a:ext cx="92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42" name="Line 7">
              <a:extLst>
                <a:ext uri="{FF2B5EF4-FFF2-40B4-BE49-F238E27FC236}">
                  <a16:creationId xmlns:a16="http://schemas.microsoft.com/office/drawing/2014/main" id="{29A89684-972E-5191-27D8-40A73D9C99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6" y="1852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3" name="Line 8">
              <a:extLst>
                <a:ext uri="{FF2B5EF4-FFF2-40B4-BE49-F238E27FC236}">
                  <a16:creationId xmlns:a16="http://schemas.microsoft.com/office/drawing/2014/main" id="{39843F7F-F540-961E-6C30-403E5A3E9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" y="2515"/>
              <a:ext cx="1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4" name="Line 9">
              <a:extLst>
                <a:ext uri="{FF2B5EF4-FFF2-40B4-BE49-F238E27FC236}">
                  <a16:creationId xmlns:a16="http://schemas.microsoft.com/office/drawing/2014/main" id="{6CC8902E-3678-58D6-B0ED-982CAF8AC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0" y="2515"/>
              <a:ext cx="1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5" name="Rectangle 10">
              <a:extLst>
                <a:ext uri="{FF2B5EF4-FFF2-40B4-BE49-F238E27FC236}">
                  <a16:creationId xmlns:a16="http://schemas.microsoft.com/office/drawing/2014/main" id="{92152083-159B-021D-A7AE-55317F789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" y="230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46" name="Oval 11">
              <a:extLst>
                <a:ext uri="{FF2B5EF4-FFF2-40B4-BE49-F238E27FC236}">
                  <a16:creationId xmlns:a16="http://schemas.microsoft.com/office/drawing/2014/main" id="{69B8871D-2B0E-29E3-2480-0052F9964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9" y="2223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47" name="Line 12">
              <a:extLst>
                <a:ext uri="{FF2B5EF4-FFF2-40B4-BE49-F238E27FC236}">
                  <a16:creationId xmlns:a16="http://schemas.microsoft.com/office/drawing/2014/main" id="{3BEC7A5F-6247-B7E0-024A-C5A03BC3FD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2" y="1852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Line 13">
              <a:extLst>
                <a:ext uri="{FF2B5EF4-FFF2-40B4-BE49-F238E27FC236}">
                  <a16:creationId xmlns:a16="http://schemas.microsoft.com/office/drawing/2014/main" id="{77891CA0-42E0-FCB9-4713-53A1EC0A6C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7" y="2532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9" name="Line 14">
              <a:extLst>
                <a:ext uri="{FF2B5EF4-FFF2-40B4-BE49-F238E27FC236}">
                  <a16:creationId xmlns:a16="http://schemas.microsoft.com/office/drawing/2014/main" id="{479A4D8B-F31D-0457-9900-E0B80EF3E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6" y="2515"/>
              <a:ext cx="3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0" name="Line 15">
              <a:extLst>
                <a:ext uri="{FF2B5EF4-FFF2-40B4-BE49-F238E27FC236}">
                  <a16:creationId xmlns:a16="http://schemas.microsoft.com/office/drawing/2014/main" id="{937B1033-A183-253E-7052-2D9AEAA38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" y="2064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1" name="Line 16">
              <a:extLst>
                <a:ext uri="{FF2B5EF4-FFF2-40B4-BE49-F238E27FC236}">
                  <a16:creationId xmlns:a16="http://schemas.microsoft.com/office/drawing/2014/main" id="{00B4CED2-8E84-DD1E-724E-A68820D6F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064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2" name="Line 17">
              <a:extLst>
                <a:ext uri="{FF2B5EF4-FFF2-40B4-BE49-F238E27FC236}">
                  <a16:creationId xmlns:a16="http://schemas.microsoft.com/office/drawing/2014/main" id="{6E94CCCE-7523-73D7-518B-E70FF1DDE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6" y="2064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3" name="Line 18">
              <a:extLst>
                <a:ext uri="{FF2B5EF4-FFF2-40B4-BE49-F238E27FC236}">
                  <a16:creationId xmlns:a16="http://schemas.microsoft.com/office/drawing/2014/main" id="{F05F47E0-5A47-66D4-6C0F-D27E92C4E6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75" y="2064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4" name="Line 19">
              <a:extLst>
                <a:ext uri="{FF2B5EF4-FFF2-40B4-BE49-F238E27FC236}">
                  <a16:creationId xmlns:a16="http://schemas.microsoft.com/office/drawing/2014/main" id="{539DD68A-1DAA-65AA-BC91-FC1578E56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3" y="2713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5" name="Line 20">
              <a:extLst>
                <a:ext uri="{FF2B5EF4-FFF2-40B4-BE49-F238E27FC236}">
                  <a16:creationId xmlns:a16="http://schemas.microsoft.com/office/drawing/2014/main" id="{B9302D6F-D632-D02B-5C5C-3401EC5614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0" y="2728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6" name="Line 21">
              <a:extLst>
                <a:ext uri="{FF2B5EF4-FFF2-40B4-BE49-F238E27FC236}">
                  <a16:creationId xmlns:a16="http://schemas.microsoft.com/office/drawing/2014/main" id="{B4E8D249-DD37-A3CC-F5E4-A91E1F171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0" y="2648"/>
              <a:ext cx="1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7" name="Text Box 22">
              <a:extLst>
                <a:ext uri="{FF2B5EF4-FFF2-40B4-BE49-F238E27FC236}">
                  <a16:creationId xmlns:a16="http://schemas.microsoft.com/office/drawing/2014/main" id="{F2135BAB-4825-26C5-D5B6-E8B5EF1E1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840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9758" name="Text Box 23">
              <a:extLst>
                <a:ext uri="{FF2B5EF4-FFF2-40B4-BE49-F238E27FC236}">
                  <a16:creationId xmlns:a16="http://schemas.microsoft.com/office/drawing/2014/main" id="{7873C896-2A4E-C6B7-A19B-952F9167D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" y="176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9759" name="Rectangle 24">
              <a:extLst>
                <a:ext uri="{FF2B5EF4-FFF2-40B4-BE49-F238E27FC236}">
                  <a16:creationId xmlns:a16="http://schemas.microsoft.com/office/drawing/2014/main" id="{5E2EF940-B79B-4562-1116-9BD682CA6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302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60" name="Oval 25">
              <a:extLst>
                <a:ext uri="{FF2B5EF4-FFF2-40B4-BE49-F238E27FC236}">
                  <a16:creationId xmlns:a16="http://schemas.microsoft.com/office/drawing/2014/main" id="{7FC6E5C9-2A50-8FB9-B2A5-4282F5EED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2943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61" name="Line 26">
              <a:extLst>
                <a:ext uri="{FF2B5EF4-FFF2-40B4-BE49-F238E27FC236}">
                  <a16:creationId xmlns:a16="http://schemas.microsoft.com/office/drawing/2014/main" id="{FB1EDB53-60FB-05F3-9400-674E53AA81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5" y="3235"/>
              <a:ext cx="1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2" name="Line 27">
              <a:extLst>
                <a:ext uri="{FF2B5EF4-FFF2-40B4-BE49-F238E27FC236}">
                  <a16:creationId xmlns:a16="http://schemas.microsoft.com/office/drawing/2014/main" id="{28768C70-2167-CD98-81A3-454D8A1DD9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3225"/>
              <a:ext cx="0" cy="4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3" name="Rectangle 28">
              <a:extLst>
                <a:ext uri="{FF2B5EF4-FFF2-40B4-BE49-F238E27FC236}">
                  <a16:creationId xmlns:a16="http://schemas.microsoft.com/office/drawing/2014/main" id="{D7762991-EA76-C95B-31B4-7CA3B4598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4" y="302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64" name="Oval 29">
              <a:extLst>
                <a:ext uri="{FF2B5EF4-FFF2-40B4-BE49-F238E27FC236}">
                  <a16:creationId xmlns:a16="http://schemas.microsoft.com/office/drawing/2014/main" id="{A0F85597-97C0-541D-E3E6-5FAE53CD4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" y="2943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65" name="Line 30">
              <a:extLst>
                <a:ext uri="{FF2B5EF4-FFF2-40B4-BE49-F238E27FC236}">
                  <a16:creationId xmlns:a16="http://schemas.microsoft.com/office/drawing/2014/main" id="{44B88B6F-EEB3-6E8A-9CC4-1D7E56997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8" y="3235"/>
              <a:ext cx="6" cy="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6" name="Line 31">
              <a:extLst>
                <a:ext uri="{FF2B5EF4-FFF2-40B4-BE49-F238E27FC236}">
                  <a16:creationId xmlns:a16="http://schemas.microsoft.com/office/drawing/2014/main" id="{DA3B9912-3508-BE9E-5246-B97BBF2098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3235"/>
              <a:ext cx="2" cy="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7" name="Line 32">
              <a:extLst>
                <a:ext uri="{FF2B5EF4-FFF2-40B4-BE49-F238E27FC236}">
                  <a16:creationId xmlns:a16="http://schemas.microsoft.com/office/drawing/2014/main" id="{0B537613-918E-B167-6A09-AEB2DD1E3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3369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8" name="Text Box 33">
              <a:extLst>
                <a:ext uri="{FF2B5EF4-FFF2-40B4-BE49-F238E27FC236}">
                  <a16:creationId xmlns:a16="http://schemas.microsoft.com/office/drawing/2014/main" id="{557559D1-7A38-8385-354F-4D9525309B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840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9769" name="Line 34">
              <a:extLst>
                <a:ext uri="{FF2B5EF4-FFF2-40B4-BE49-F238E27FC236}">
                  <a16:creationId xmlns:a16="http://schemas.microsoft.com/office/drawing/2014/main" id="{5F47EB65-C5E0-FB98-1365-F4F8B4A3B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360"/>
              <a:ext cx="0" cy="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0" name="Rectangle 35">
              <a:extLst>
                <a:ext uri="{FF2B5EF4-FFF2-40B4-BE49-F238E27FC236}">
                  <a16:creationId xmlns:a16="http://schemas.microsoft.com/office/drawing/2014/main" id="{7B2C1813-5E5C-C9F1-2853-A192C54BB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516"/>
              <a:ext cx="38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9771" name="Rectangle 36">
              <a:extLst>
                <a:ext uri="{FF2B5EF4-FFF2-40B4-BE49-F238E27FC236}">
                  <a16:creationId xmlns:a16="http://schemas.microsoft.com/office/drawing/2014/main" id="{5B32C493-A21D-EF85-5B39-F4C9D99E3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504"/>
              <a:ext cx="240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72" name="Oval 37">
              <a:extLst>
                <a:ext uri="{FF2B5EF4-FFF2-40B4-BE49-F238E27FC236}">
                  <a16:creationId xmlns:a16="http://schemas.microsoft.com/office/drawing/2014/main" id="{6A2CE03D-0076-B56D-B23A-F03F25D9B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600"/>
              <a:ext cx="96" cy="9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73" name="Line 38">
              <a:extLst>
                <a:ext uri="{FF2B5EF4-FFF2-40B4-BE49-F238E27FC236}">
                  <a16:creationId xmlns:a16="http://schemas.microsoft.com/office/drawing/2014/main" id="{5764CB73-4D4B-C2CD-0885-22A0686448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4" name="Line 39">
              <a:extLst>
                <a:ext uri="{FF2B5EF4-FFF2-40B4-BE49-F238E27FC236}">
                  <a16:creationId xmlns:a16="http://schemas.microsoft.com/office/drawing/2014/main" id="{973A3455-2D95-FBED-FAA4-26BE304AA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648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0056" name="Group 40">
            <a:extLst>
              <a:ext uri="{FF2B5EF4-FFF2-40B4-BE49-F238E27FC236}">
                <a16:creationId xmlns:a16="http://schemas.microsoft.com/office/drawing/2014/main" id="{B2E63D93-BB7B-325D-D839-565754B98A56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425700"/>
            <a:ext cx="3048000" cy="4279900"/>
            <a:chOff x="3360" y="1528"/>
            <a:chExt cx="1920" cy="2696"/>
          </a:xfrm>
        </p:grpSpPr>
        <p:graphicFrame>
          <p:nvGraphicFramePr>
            <p:cNvPr id="29704" name="Object 41">
              <a:extLst>
                <a:ext uri="{FF2B5EF4-FFF2-40B4-BE49-F238E27FC236}">
                  <a16:creationId xmlns:a16="http://schemas.microsoft.com/office/drawing/2014/main" id="{2C02D075-A264-3D15-403A-5B848D431D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79" y="1615"/>
            <a:ext cx="176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85699" imgH="171225" progId="Equation.3">
                    <p:embed/>
                  </p:oleObj>
                </mc:Choice>
                <mc:Fallback>
                  <p:oleObj name="公式" r:id="rId2" imgW="85699" imgH="17122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9" y="1615"/>
                          <a:ext cx="176" cy="31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25400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5" name="Rectangle 42">
              <a:extLst>
                <a:ext uri="{FF2B5EF4-FFF2-40B4-BE49-F238E27FC236}">
                  <a16:creationId xmlns:a16="http://schemas.microsoft.com/office/drawing/2014/main" id="{DF0E7612-0B10-5588-8AD2-AFF42A93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296"/>
              <a:ext cx="720" cy="46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06" name="Line 43">
              <a:extLst>
                <a:ext uri="{FF2B5EF4-FFF2-40B4-BE49-F238E27FC236}">
                  <a16:creationId xmlns:a16="http://schemas.microsoft.com/office/drawing/2014/main" id="{F8C5975D-FE4B-BC54-3DC7-F6BF1B6B08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2525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7" name="Line 44">
              <a:extLst>
                <a:ext uri="{FF2B5EF4-FFF2-40B4-BE49-F238E27FC236}">
                  <a16:creationId xmlns:a16="http://schemas.microsoft.com/office/drawing/2014/main" id="{BA49C912-BF4E-4C2F-F87F-14A8FEEC4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52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Text Box 45">
              <a:extLst>
                <a:ext uri="{FF2B5EF4-FFF2-40B4-BE49-F238E27FC236}">
                  <a16:creationId xmlns:a16="http://schemas.microsoft.com/office/drawing/2014/main" id="{F0A60FD3-DA40-7258-D2F0-71E7A8B64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8" y="2250"/>
              <a:ext cx="2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9709" name="Oval 46">
              <a:extLst>
                <a:ext uri="{FF2B5EF4-FFF2-40B4-BE49-F238E27FC236}">
                  <a16:creationId xmlns:a16="http://schemas.microsoft.com/office/drawing/2014/main" id="{BB16F6B0-5CBB-DB73-1C4C-C617A6351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3" y="2205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grpSp>
          <p:nvGrpSpPr>
            <p:cNvPr id="29710" name="Group 47">
              <a:extLst>
                <a:ext uri="{FF2B5EF4-FFF2-40B4-BE49-F238E27FC236}">
                  <a16:creationId xmlns:a16="http://schemas.microsoft.com/office/drawing/2014/main" id="{B69FF20D-A822-B817-D400-9121B6B63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7" y="3197"/>
              <a:ext cx="453" cy="364"/>
              <a:chOff x="2472" y="2840"/>
              <a:chExt cx="453" cy="364"/>
            </a:xfrm>
          </p:grpSpPr>
          <p:sp>
            <p:nvSpPr>
              <p:cNvPr id="29738" name="Rectangle 48">
                <a:extLst>
                  <a:ext uri="{FF2B5EF4-FFF2-40B4-BE49-F238E27FC236}">
                    <a16:creationId xmlns:a16="http://schemas.microsoft.com/office/drawing/2014/main" id="{C521BE15-41A1-22C7-46C1-0AD50381D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2" y="2931"/>
                <a:ext cx="453" cy="27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739" name="Oval 49">
                <a:extLst>
                  <a:ext uri="{FF2B5EF4-FFF2-40B4-BE49-F238E27FC236}">
                    <a16:creationId xmlns:a16="http://schemas.microsoft.com/office/drawing/2014/main" id="{EFFF96B3-8D25-EC97-64A1-89E071150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3" y="2840"/>
                <a:ext cx="91" cy="91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29711" name="Line 50">
              <a:extLst>
                <a:ext uri="{FF2B5EF4-FFF2-40B4-BE49-F238E27FC236}">
                  <a16:creationId xmlns:a16="http://schemas.microsoft.com/office/drawing/2014/main" id="{D11D4FF9-3C2F-ADE0-0499-E97081457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1661"/>
              <a:ext cx="0" cy="5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Line 51">
              <a:extLst>
                <a:ext uri="{FF2B5EF4-FFF2-40B4-BE49-F238E27FC236}">
                  <a16:creationId xmlns:a16="http://schemas.microsoft.com/office/drawing/2014/main" id="{8FBC82D9-2E0D-8F0F-BB37-1877FCB12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1661"/>
              <a:ext cx="0" cy="5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Line 52">
              <a:extLst>
                <a:ext uri="{FF2B5EF4-FFF2-40B4-BE49-F238E27FC236}">
                  <a16:creationId xmlns:a16="http://schemas.microsoft.com/office/drawing/2014/main" id="{D28DDA7F-EFFD-B861-35EA-75F9352B59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045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Line 53">
              <a:extLst>
                <a:ext uri="{FF2B5EF4-FFF2-40B4-BE49-F238E27FC236}">
                  <a16:creationId xmlns:a16="http://schemas.microsoft.com/office/drawing/2014/main" id="{D7EE5717-BC8D-B7D8-D9B9-19E4DA6A1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045"/>
              <a:ext cx="336" cy="8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5" name="Line 54">
              <a:extLst>
                <a:ext uri="{FF2B5EF4-FFF2-40B4-BE49-F238E27FC236}">
                  <a16:creationId xmlns:a16="http://schemas.microsoft.com/office/drawing/2014/main" id="{685839A3-E0E9-0193-35E9-0CDB278CD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90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Line 55">
              <a:extLst>
                <a:ext uri="{FF2B5EF4-FFF2-40B4-BE49-F238E27FC236}">
                  <a16:creationId xmlns:a16="http://schemas.microsoft.com/office/drawing/2014/main" id="{6AD30069-3D07-DF17-4624-1B9E0A316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2765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7" name="Line 56">
              <a:extLst>
                <a:ext uri="{FF2B5EF4-FFF2-40B4-BE49-F238E27FC236}">
                  <a16:creationId xmlns:a16="http://schemas.microsoft.com/office/drawing/2014/main" id="{9272407E-0F34-7DB9-185B-261AED2A53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2045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Line 57">
              <a:extLst>
                <a:ext uri="{FF2B5EF4-FFF2-40B4-BE49-F238E27FC236}">
                  <a16:creationId xmlns:a16="http://schemas.microsoft.com/office/drawing/2014/main" id="{13F56703-D2B9-4058-B250-AC19F20B36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2045"/>
              <a:ext cx="288" cy="8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58">
              <a:extLst>
                <a:ext uri="{FF2B5EF4-FFF2-40B4-BE49-F238E27FC236}">
                  <a16:creationId xmlns:a16="http://schemas.microsoft.com/office/drawing/2014/main" id="{2BABAE3C-EF3C-A0E4-0E86-2D8104AA47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290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Line 59">
              <a:extLst>
                <a:ext uri="{FF2B5EF4-FFF2-40B4-BE49-F238E27FC236}">
                  <a16:creationId xmlns:a16="http://schemas.microsoft.com/office/drawing/2014/main" id="{02FD918C-6204-C5B4-E05E-8F49CE6D79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773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Line 60">
              <a:extLst>
                <a:ext uri="{FF2B5EF4-FFF2-40B4-BE49-F238E27FC236}">
                  <a16:creationId xmlns:a16="http://schemas.microsoft.com/office/drawing/2014/main" id="{110D6CA8-A01A-63EC-3BBC-114E3C84C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76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2" name="Line 61">
              <a:extLst>
                <a:ext uri="{FF2B5EF4-FFF2-40B4-BE49-F238E27FC236}">
                  <a16:creationId xmlns:a16="http://schemas.microsoft.com/office/drawing/2014/main" id="{461F0AC9-32EF-534E-4555-9FEF43739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76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3" name="Line 62">
              <a:extLst>
                <a:ext uri="{FF2B5EF4-FFF2-40B4-BE49-F238E27FC236}">
                  <a16:creationId xmlns:a16="http://schemas.microsoft.com/office/drawing/2014/main" id="{9006A9AF-6C74-451B-C65B-872B15D77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005"/>
              <a:ext cx="1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4" name="Line 63">
              <a:extLst>
                <a:ext uri="{FF2B5EF4-FFF2-40B4-BE49-F238E27FC236}">
                  <a16:creationId xmlns:a16="http://schemas.microsoft.com/office/drawing/2014/main" id="{A9E55437-0262-E14C-F0BA-AF6EED7981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40" y="2765"/>
              <a:ext cx="0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5" name="Line 64">
              <a:extLst>
                <a:ext uri="{FF2B5EF4-FFF2-40B4-BE49-F238E27FC236}">
                  <a16:creationId xmlns:a16="http://schemas.microsoft.com/office/drawing/2014/main" id="{D66C472C-85FD-0FB8-7EC5-ACAB98F0B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05"/>
              <a:ext cx="0" cy="9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6" name="Line 65">
              <a:extLst>
                <a:ext uri="{FF2B5EF4-FFF2-40B4-BE49-F238E27FC236}">
                  <a16:creationId xmlns:a16="http://schemas.microsoft.com/office/drawing/2014/main" id="{D168DB61-CF24-53B4-CEBF-3D78F590E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765"/>
              <a:ext cx="0" cy="1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7" name="Line 66">
              <a:extLst>
                <a:ext uri="{FF2B5EF4-FFF2-40B4-BE49-F238E27FC236}">
                  <a16:creationId xmlns:a16="http://schemas.microsoft.com/office/drawing/2014/main" id="{FDBA5E75-7B52-642C-F0A0-611039EF1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581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Line 67">
              <a:extLst>
                <a:ext uri="{FF2B5EF4-FFF2-40B4-BE49-F238E27FC236}">
                  <a16:creationId xmlns:a16="http://schemas.microsoft.com/office/drawing/2014/main" id="{B386B2E3-5BE1-1E83-A972-B335EF828A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3725"/>
              <a:ext cx="16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9" name="Text Box 68">
              <a:extLst>
                <a:ext uri="{FF2B5EF4-FFF2-40B4-BE49-F238E27FC236}">
                  <a16:creationId xmlns:a16="http://schemas.microsoft.com/office/drawing/2014/main" id="{F497DB0D-1E49-9181-C384-7F7E4415D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1" y="1528"/>
              <a:ext cx="1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9730" name="Text Box 69">
              <a:extLst>
                <a:ext uri="{FF2B5EF4-FFF2-40B4-BE49-F238E27FC236}">
                  <a16:creationId xmlns:a16="http://schemas.microsoft.com/office/drawing/2014/main" id="{038C3E89-5C66-5EC6-5FA3-1E486DC1B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6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9731" name="Text Box 70">
              <a:extLst>
                <a:ext uri="{FF2B5EF4-FFF2-40B4-BE49-F238E27FC236}">
                  <a16:creationId xmlns:a16="http://schemas.microsoft.com/office/drawing/2014/main" id="{B59A9C37-6190-6D84-CE0D-B40D75786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3" y="3936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9732" name="Text Box 71">
              <a:extLst>
                <a:ext uri="{FF2B5EF4-FFF2-40B4-BE49-F238E27FC236}">
                  <a16:creationId xmlns:a16="http://schemas.microsoft.com/office/drawing/2014/main" id="{282B9216-7C95-E8B1-B0A0-DA50B4A3E2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93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9733" name="Rectangle 72">
              <a:extLst>
                <a:ext uri="{FF2B5EF4-FFF2-40B4-BE49-F238E27FC236}">
                  <a16:creationId xmlns:a16="http://schemas.microsoft.com/office/drawing/2014/main" id="{60E6ED8A-7C7F-1226-6132-C7F566A7F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2283"/>
              <a:ext cx="720" cy="46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34" name="Line 73">
              <a:extLst>
                <a:ext uri="{FF2B5EF4-FFF2-40B4-BE49-F238E27FC236}">
                  <a16:creationId xmlns:a16="http://schemas.microsoft.com/office/drawing/2014/main" id="{EFD59FC6-6AE9-4388-9E4F-E111D713F4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6" y="2512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Line 74">
              <a:extLst>
                <a:ext uri="{FF2B5EF4-FFF2-40B4-BE49-F238E27FC236}">
                  <a16:creationId xmlns:a16="http://schemas.microsoft.com/office/drawing/2014/main" id="{187B9CBE-0FE6-FD6B-4CC2-25EE8B000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" y="251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Text Box 75">
              <a:extLst>
                <a:ext uri="{FF2B5EF4-FFF2-40B4-BE49-F238E27FC236}">
                  <a16:creationId xmlns:a16="http://schemas.microsoft.com/office/drawing/2014/main" id="{C0E9CF6D-DA60-C540-203F-059BC48FA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237"/>
              <a:ext cx="2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9737" name="Oval 76">
              <a:extLst>
                <a:ext uri="{FF2B5EF4-FFF2-40B4-BE49-F238E27FC236}">
                  <a16:creationId xmlns:a16="http://schemas.microsoft.com/office/drawing/2014/main" id="{30B36407-C61C-042A-0C19-66EE95498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9" y="2192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70093" name="AutoShape 77">
            <a:extLst>
              <a:ext uri="{FF2B5EF4-FFF2-40B4-BE49-F238E27FC236}">
                <a16:creationId xmlns:a16="http://schemas.microsoft.com/office/drawing/2014/main" id="{7BC206D3-2D9C-AF71-018D-7B898642C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886200"/>
            <a:ext cx="1524000" cy="503238"/>
          </a:xfrm>
          <a:prstGeom prst="rightArrow">
            <a:avLst>
              <a:gd name="adj1" fmla="val 50000"/>
              <a:gd name="adj2" fmla="val 7571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0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0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9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5">
            <a:extLst>
              <a:ext uri="{FF2B5EF4-FFF2-40B4-BE49-F238E27FC236}">
                <a16:creationId xmlns:a16="http://schemas.microsoft.com/office/drawing/2014/main" id="{BBA22211-59AD-4C96-ABE5-7186A068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24DF325-D4E7-48DE-A8A2-C54BD57CD5A3}" type="slidenum">
              <a:rPr lang="en-US" altLang="zh-CN" sz="1000" smtClean="0"/>
              <a:pPr>
                <a:defRPr/>
              </a:pPr>
              <a:t>26</a:t>
            </a:fld>
            <a:endParaRPr lang="en-US" altLang="zh-CN" sz="1000" dirty="0"/>
          </a:p>
        </p:txBody>
      </p:sp>
      <p:sp>
        <p:nvSpPr>
          <p:cNvPr id="471042" name="Rectangle 2">
            <a:extLst>
              <a:ext uri="{FF2B5EF4-FFF2-40B4-BE49-F238E27FC236}">
                <a16:creationId xmlns:a16="http://schemas.microsoft.com/office/drawing/2014/main" id="{5340810D-02D9-BF8A-77BB-F86CED9E8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71043" name="Rectangle 3">
            <a:extLst>
              <a:ext uri="{FF2B5EF4-FFF2-40B4-BE49-F238E27FC236}">
                <a16:creationId xmlns:a16="http://schemas.microsoft.com/office/drawing/2014/main" id="{0D46A7D4-BC8A-3B2C-0D75-71E62D1E5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電位型</a:t>
            </a:r>
            <a:r>
              <a:rPr lang="en-US" altLang="zh-CN" dirty="0"/>
              <a:t>D</a:t>
            </a:r>
            <a:r>
              <a:rPr lang="zh-CN" altLang="en-US" dirty="0"/>
              <a:t>觸發器</a:t>
            </a:r>
          </a:p>
        </p:txBody>
      </p:sp>
      <p:grpSp>
        <p:nvGrpSpPr>
          <p:cNvPr id="30725" name="Group 41">
            <a:extLst>
              <a:ext uri="{FF2B5EF4-FFF2-40B4-BE49-F238E27FC236}">
                <a16:creationId xmlns:a16="http://schemas.microsoft.com/office/drawing/2014/main" id="{CC0FAB44-10ED-CAC8-AEEC-574EE5C00DBE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819400"/>
            <a:ext cx="2735263" cy="1984375"/>
            <a:chOff x="3651" y="1570"/>
            <a:chExt cx="1723" cy="1250"/>
          </a:xfrm>
        </p:grpSpPr>
        <p:sp>
          <p:nvSpPr>
            <p:cNvPr id="30766" name="Text Box 42">
              <a:extLst>
                <a:ext uri="{FF2B5EF4-FFF2-40B4-BE49-F238E27FC236}">
                  <a16:creationId xmlns:a16="http://schemas.microsoft.com/office/drawing/2014/main" id="{6D72DBEF-1A2F-15C2-98A9-C2903A47A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2050"/>
              <a:ext cx="15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1       D      </a:t>
              </a:r>
              <a:r>
                <a:rPr lang="en-US" altLang="zh-CN" sz="2400" dirty="0" err="1">
                  <a:latin typeface="Times New Roman" panose="02020603050405020304" pitchFamily="18" charset="0"/>
                </a:rPr>
                <a:t>D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2400" dirty="0" err="1">
                  <a:latin typeface="Times New Roman" panose="02020603050405020304" pitchFamily="18" charset="0"/>
                </a:rPr>
                <a:t>D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30767" name="Object 44">
              <a:extLst>
                <a:ext uri="{FF2B5EF4-FFF2-40B4-BE49-F238E27FC236}">
                  <a16:creationId xmlns:a16="http://schemas.microsoft.com/office/drawing/2014/main" id="{5E15303D-2DEF-A707-EEF1-3FF4EAB2E5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44" y="1570"/>
            <a:ext cx="193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7610" imgH="152647" progId="Equation.3">
                    <p:embed/>
                  </p:oleObj>
                </mc:Choice>
                <mc:Fallback>
                  <p:oleObj name="公式" r:id="rId2" imgW="47610" imgH="152647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4" y="1570"/>
                          <a:ext cx="193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768" name="Group 45">
              <a:extLst>
                <a:ext uri="{FF2B5EF4-FFF2-40B4-BE49-F238E27FC236}">
                  <a16:creationId xmlns:a16="http://schemas.microsoft.com/office/drawing/2014/main" id="{5A4475E1-2D18-61C3-EEE1-8165BC8DB9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1641"/>
              <a:ext cx="1723" cy="1179"/>
              <a:chOff x="3742" y="1797"/>
              <a:chExt cx="1723" cy="1179"/>
            </a:xfrm>
          </p:grpSpPr>
          <p:sp>
            <p:nvSpPr>
              <p:cNvPr id="30773" name="Line 46">
                <a:extLst>
                  <a:ext uri="{FF2B5EF4-FFF2-40B4-BE49-F238E27FC236}">
                    <a16:creationId xmlns:a16="http://schemas.microsoft.com/office/drawing/2014/main" id="{0FFE22BD-068D-5DF4-46CB-254F22B7F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2160"/>
                <a:ext cx="17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4" name="Line 47">
                <a:extLst>
                  <a:ext uri="{FF2B5EF4-FFF2-40B4-BE49-F238E27FC236}">
                    <a16:creationId xmlns:a16="http://schemas.microsoft.com/office/drawing/2014/main" id="{42C2E420-21B3-B4FE-1361-341D9BFBA6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8" y="1797"/>
                <a:ext cx="0" cy="11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5" name="Text Box 48">
                <a:extLst>
                  <a:ext uri="{FF2B5EF4-FFF2-40B4-BE49-F238E27FC236}">
                    <a16:creationId xmlns:a16="http://schemas.microsoft.com/office/drawing/2014/main" id="{CC4EAFCF-5BE9-FEE7-8CE6-2223E6D377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2" y="1797"/>
                <a:ext cx="158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E       D      Q      </a:t>
                </a:r>
                <a:r>
                  <a:rPr lang="en-US" altLang="zh-CN" sz="2400" dirty="0" err="1">
                    <a:latin typeface="Times New Roman" panose="02020603050405020304" pitchFamily="18" charset="0"/>
                  </a:rPr>
                  <a:t>Q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69" name="Text Box 49">
              <a:extLst>
                <a:ext uri="{FF2B5EF4-FFF2-40B4-BE49-F238E27FC236}">
                  <a16:creationId xmlns:a16="http://schemas.microsoft.com/office/drawing/2014/main" id="{292C4675-0205-CCAF-3B4B-2E31598FB0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2413"/>
              <a:ext cx="16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0       X      Q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400" dirty="0" err="1">
                  <a:latin typeface="Times New Roman" panose="02020603050405020304" pitchFamily="18" charset="0"/>
                </a:rPr>
                <a:t>Q</a:t>
              </a:r>
              <a:r>
                <a:rPr lang="en-US" altLang="zh-CN" sz="2400" baseline="-25000" dirty="0" err="1"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0770" name="Line 50">
              <a:extLst>
                <a:ext uri="{FF2B5EF4-FFF2-40B4-BE49-F238E27FC236}">
                  <a16:creationId xmlns:a16="http://schemas.microsoft.com/office/drawing/2014/main" id="{290250AD-AF51-8118-07EB-F600491429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687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1" name="Line 51">
              <a:extLst>
                <a:ext uri="{FF2B5EF4-FFF2-40B4-BE49-F238E27FC236}">
                  <a16:creationId xmlns:a16="http://schemas.microsoft.com/office/drawing/2014/main" id="{B9C4937E-67C6-4DC2-CA9B-3C797A3BB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209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2" name="Line 52">
              <a:extLst>
                <a:ext uri="{FF2B5EF4-FFF2-40B4-BE49-F238E27FC236}">
                  <a16:creationId xmlns:a16="http://schemas.microsoft.com/office/drawing/2014/main" id="{97D1B34D-F8CB-B22C-58C0-50D06117D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2" y="2458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1093" name="Text Box 53">
            <a:extLst>
              <a:ext uri="{FF2B5EF4-FFF2-40B4-BE49-F238E27FC236}">
                <a16:creationId xmlns:a16="http://schemas.microsoft.com/office/drawing/2014/main" id="{A7853F50-9CFE-199A-39FB-D4EEFF8C2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867400"/>
            <a:ext cx="432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E=0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</a:rPr>
              <a:t>被封鎖，Ｈ</a:t>
            </a:r>
            <a:r>
              <a:rPr lang="en-US" altLang="zh-CN" sz="2400" b="1" dirty="0">
                <a:latin typeface="Times New Roman" panose="02020603050405020304" pitchFamily="18" charset="0"/>
              </a:rPr>
              <a:t>old</a:t>
            </a:r>
            <a:r>
              <a:rPr lang="zh-CN" altLang="en-US" sz="2400" b="1" dirty="0">
                <a:latin typeface="Times New Roman" panose="02020603050405020304" pitchFamily="18" charset="0"/>
              </a:rPr>
              <a:t>（保持）</a:t>
            </a:r>
          </a:p>
        </p:txBody>
      </p:sp>
      <p:sp>
        <p:nvSpPr>
          <p:cNvPr id="471094" name="Text Box 54">
            <a:extLst>
              <a:ext uri="{FF2B5EF4-FFF2-40B4-BE49-F238E27FC236}">
                <a16:creationId xmlns:a16="http://schemas.microsoft.com/office/drawing/2014/main" id="{537BBED5-2638-1E80-27EE-BA60E81FA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953000"/>
            <a:ext cx="464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E=</a:t>
            </a:r>
            <a:r>
              <a:rPr lang="zh-CN" altLang="en-US" sz="2400" b="1" dirty="0">
                <a:latin typeface="Times New Roman" panose="02020603050405020304" pitchFamily="18" charset="0"/>
              </a:rPr>
              <a:t>１，Ｄ以互補形式進入，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Store</a:t>
            </a:r>
            <a:r>
              <a:rPr lang="zh-CN" altLang="en-US" sz="2400" b="1" dirty="0">
                <a:latin typeface="Times New Roman" panose="02020603050405020304" pitchFamily="18" charset="0"/>
              </a:rPr>
              <a:t>（置數）</a:t>
            </a:r>
          </a:p>
        </p:txBody>
      </p:sp>
      <p:grpSp>
        <p:nvGrpSpPr>
          <p:cNvPr id="30728" name="组合 1">
            <a:extLst>
              <a:ext uri="{FF2B5EF4-FFF2-40B4-BE49-F238E27FC236}">
                <a16:creationId xmlns:a16="http://schemas.microsoft.com/office/drawing/2014/main" id="{51342053-EB65-4461-48BA-1A30D211828E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133600"/>
            <a:ext cx="3048000" cy="4427538"/>
            <a:chOff x="5389563" y="2270916"/>
            <a:chExt cx="3048000" cy="4428334"/>
          </a:xfrm>
        </p:grpSpPr>
        <p:grpSp>
          <p:nvGrpSpPr>
            <p:cNvPr id="30729" name="Group 85">
              <a:extLst>
                <a:ext uri="{FF2B5EF4-FFF2-40B4-BE49-F238E27FC236}">
                  <a16:creationId xmlns:a16="http://schemas.microsoft.com/office/drawing/2014/main" id="{731FE8B4-810D-C34D-588A-AC15AD36D7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89563" y="2419350"/>
              <a:ext cx="3048000" cy="4279900"/>
              <a:chOff x="3360" y="1528"/>
              <a:chExt cx="1920" cy="2696"/>
            </a:xfrm>
          </p:grpSpPr>
          <p:sp>
            <p:nvSpPr>
              <p:cNvPr id="30731" name="Rectangle 47">
                <a:extLst>
                  <a:ext uri="{FF2B5EF4-FFF2-40B4-BE49-F238E27FC236}">
                    <a16:creationId xmlns:a16="http://schemas.microsoft.com/office/drawing/2014/main" id="{0C5B6DF9-4035-C398-2B12-450868235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296"/>
                <a:ext cx="720" cy="46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2" name="Line 48">
                <a:extLst>
                  <a:ext uri="{FF2B5EF4-FFF2-40B4-BE49-F238E27FC236}">
                    <a16:creationId xmlns:a16="http://schemas.microsoft.com/office/drawing/2014/main" id="{A0810942-E324-4116-87DA-A56F77C830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0" y="2525"/>
                <a:ext cx="72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3" name="Line 49">
                <a:extLst>
                  <a:ext uri="{FF2B5EF4-FFF2-40B4-BE49-F238E27FC236}">
                    <a16:creationId xmlns:a16="http://schemas.microsoft.com/office/drawing/2014/main" id="{5A1B6E3F-BC75-DD2C-80BA-9645A1D66B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525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4" name="Text Box 50">
                <a:extLst>
                  <a:ext uri="{FF2B5EF4-FFF2-40B4-BE49-F238E27FC236}">
                    <a16:creationId xmlns:a16="http://schemas.microsoft.com/office/drawing/2014/main" id="{062C9041-400E-D287-2516-775F065A11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8" y="2250"/>
                <a:ext cx="24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30735" name="Oval 51">
                <a:extLst>
                  <a:ext uri="{FF2B5EF4-FFF2-40B4-BE49-F238E27FC236}">
                    <a16:creationId xmlns:a16="http://schemas.microsoft.com/office/drawing/2014/main" id="{2EEC1CE3-B274-F982-442F-9B4340E26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3" y="2205"/>
                <a:ext cx="91" cy="91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736" name="Group 52">
                <a:extLst>
                  <a:ext uri="{FF2B5EF4-FFF2-40B4-BE49-F238E27FC236}">
                    <a16:creationId xmlns:a16="http://schemas.microsoft.com/office/drawing/2014/main" id="{67D6EDC3-5B51-2575-A8C4-9E5EFBCFC4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27" y="3197"/>
                <a:ext cx="453" cy="364"/>
                <a:chOff x="2472" y="2840"/>
                <a:chExt cx="453" cy="364"/>
              </a:xfrm>
            </p:grpSpPr>
            <p:sp>
              <p:nvSpPr>
                <p:cNvPr id="30764" name="Rectangle 53">
                  <a:extLst>
                    <a:ext uri="{FF2B5EF4-FFF2-40B4-BE49-F238E27FC236}">
                      <a16:creationId xmlns:a16="http://schemas.microsoft.com/office/drawing/2014/main" id="{77B5DAD3-BE28-AB09-F73A-C2400C5AE6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72" y="2931"/>
                  <a:ext cx="453" cy="27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765" name="Oval 54">
                  <a:extLst>
                    <a:ext uri="{FF2B5EF4-FFF2-40B4-BE49-F238E27FC236}">
                      <a16:creationId xmlns:a16="http://schemas.microsoft.com/office/drawing/2014/main" id="{1653B867-BA16-DFA1-0704-FF27D4D7B3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3" y="2840"/>
                  <a:ext cx="91" cy="91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737" name="Line 55">
                <a:extLst>
                  <a:ext uri="{FF2B5EF4-FFF2-40B4-BE49-F238E27FC236}">
                    <a16:creationId xmlns:a16="http://schemas.microsoft.com/office/drawing/2014/main" id="{BDD204E3-CCD3-A151-5532-CEF3BE777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1661"/>
                <a:ext cx="0" cy="5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8" name="Line 56">
                <a:extLst>
                  <a:ext uri="{FF2B5EF4-FFF2-40B4-BE49-F238E27FC236}">
                    <a16:creationId xmlns:a16="http://schemas.microsoft.com/office/drawing/2014/main" id="{29505562-C028-F973-162F-B14AE9515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1661"/>
                <a:ext cx="0" cy="5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9" name="Line 57">
                <a:extLst>
                  <a:ext uri="{FF2B5EF4-FFF2-40B4-BE49-F238E27FC236}">
                    <a16:creationId xmlns:a16="http://schemas.microsoft.com/office/drawing/2014/main" id="{A0304B17-C07F-7F08-63FA-7B1D9370CB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045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0" name="Line 58">
                <a:extLst>
                  <a:ext uri="{FF2B5EF4-FFF2-40B4-BE49-F238E27FC236}">
                    <a16:creationId xmlns:a16="http://schemas.microsoft.com/office/drawing/2014/main" id="{EF89BC8C-219E-F735-4FAD-16A70EE569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045"/>
                <a:ext cx="336" cy="86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1" name="Line 59">
                <a:extLst>
                  <a:ext uri="{FF2B5EF4-FFF2-40B4-BE49-F238E27FC236}">
                    <a16:creationId xmlns:a16="http://schemas.microsoft.com/office/drawing/2014/main" id="{10247C64-DADE-548A-7EE3-2BB8BCD3E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909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2" name="Line 60">
                <a:extLst>
                  <a:ext uri="{FF2B5EF4-FFF2-40B4-BE49-F238E27FC236}">
                    <a16:creationId xmlns:a16="http://schemas.microsoft.com/office/drawing/2014/main" id="{B4D21C30-2E8D-D0C0-C5E5-FA09B393A9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2765"/>
                <a:ext cx="0" cy="1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3" name="Line 61">
                <a:extLst>
                  <a:ext uri="{FF2B5EF4-FFF2-40B4-BE49-F238E27FC236}">
                    <a16:creationId xmlns:a16="http://schemas.microsoft.com/office/drawing/2014/main" id="{DA5C9333-66A6-4ED9-B341-860FAE547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4" y="2045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4" name="Line 62">
                <a:extLst>
                  <a:ext uri="{FF2B5EF4-FFF2-40B4-BE49-F238E27FC236}">
                    <a16:creationId xmlns:a16="http://schemas.microsoft.com/office/drawing/2014/main" id="{2AE2FE36-7577-C9A5-44E9-EC2024E01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76" y="2045"/>
                <a:ext cx="288" cy="8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5" name="Line 63">
                <a:extLst>
                  <a:ext uri="{FF2B5EF4-FFF2-40B4-BE49-F238E27FC236}">
                    <a16:creationId xmlns:a16="http://schemas.microsoft.com/office/drawing/2014/main" id="{F6C648BF-A856-2840-A101-1AE05362E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4" y="2909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6" name="Line 64">
                <a:extLst>
                  <a:ext uri="{FF2B5EF4-FFF2-40B4-BE49-F238E27FC236}">
                    <a16:creationId xmlns:a16="http://schemas.microsoft.com/office/drawing/2014/main" id="{039BE1BA-B7E9-5C54-8B45-1051CB8407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2773"/>
                <a:ext cx="0" cy="1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7" name="Line 65">
                <a:extLst>
                  <a:ext uri="{FF2B5EF4-FFF2-40B4-BE49-F238E27FC236}">
                    <a16:creationId xmlns:a16="http://schemas.microsoft.com/office/drawing/2014/main" id="{480D37AC-70C2-C46E-F431-87B0645E5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765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8" name="Line 66">
                <a:extLst>
                  <a:ext uri="{FF2B5EF4-FFF2-40B4-BE49-F238E27FC236}">
                    <a16:creationId xmlns:a16="http://schemas.microsoft.com/office/drawing/2014/main" id="{9A80E442-06CC-3A2E-0FBA-714C6D8546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765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9" name="Line 67">
                <a:extLst>
                  <a:ext uri="{FF2B5EF4-FFF2-40B4-BE49-F238E27FC236}">
                    <a16:creationId xmlns:a16="http://schemas.microsoft.com/office/drawing/2014/main" id="{74930EAF-BFB0-A89E-4688-607808D792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3005"/>
                <a:ext cx="12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0" name="Line 68">
                <a:extLst>
                  <a:ext uri="{FF2B5EF4-FFF2-40B4-BE49-F238E27FC236}">
                    <a16:creationId xmlns:a16="http://schemas.microsoft.com/office/drawing/2014/main" id="{5146040C-F451-36E0-6A7F-835BC37509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0" y="2765"/>
                <a:ext cx="0" cy="45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1" name="Line 69">
                <a:extLst>
                  <a:ext uri="{FF2B5EF4-FFF2-40B4-BE49-F238E27FC236}">
                    <a16:creationId xmlns:a16="http://schemas.microsoft.com/office/drawing/2014/main" id="{22DE326E-4D5D-E1FB-454B-608D8348EF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3005"/>
                <a:ext cx="0" cy="95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2" name="Line 70">
                <a:extLst>
                  <a:ext uri="{FF2B5EF4-FFF2-40B4-BE49-F238E27FC236}">
                    <a16:creationId xmlns:a16="http://schemas.microsoft.com/office/drawing/2014/main" id="{3C660C8F-FAE5-E01F-1774-3730344A0E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2765"/>
                <a:ext cx="0" cy="12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3" name="Line 71">
                <a:extLst>
                  <a:ext uri="{FF2B5EF4-FFF2-40B4-BE49-F238E27FC236}">
                    <a16:creationId xmlns:a16="http://schemas.microsoft.com/office/drawing/2014/main" id="{8F788364-094E-9ED7-271A-CD42019A7D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358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4" name="Line 72">
                <a:extLst>
                  <a:ext uri="{FF2B5EF4-FFF2-40B4-BE49-F238E27FC236}">
                    <a16:creationId xmlns:a16="http://schemas.microsoft.com/office/drawing/2014/main" id="{73B9BD0D-4CC1-ED5C-F7EC-C5FF2ED82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6" y="3725"/>
                <a:ext cx="16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5" name="Text Box 74">
                <a:extLst>
                  <a:ext uri="{FF2B5EF4-FFF2-40B4-BE49-F238E27FC236}">
                    <a16:creationId xmlns:a16="http://schemas.microsoft.com/office/drawing/2014/main" id="{E6433CF8-88C2-0EB0-5E98-FE8655C4D9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61" y="1528"/>
                <a:ext cx="11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56" name="Text Box 75">
                <a:extLst>
                  <a:ext uri="{FF2B5EF4-FFF2-40B4-BE49-F238E27FC236}">
                    <a16:creationId xmlns:a16="http://schemas.microsoft.com/office/drawing/2014/main" id="{7A325200-220F-79BE-AEC1-71FC79579C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166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30757" name="Text Box 76">
                <a:extLst>
                  <a:ext uri="{FF2B5EF4-FFF2-40B4-BE49-F238E27FC236}">
                    <a16:creationId xmlns:a16="http://schemas.microsoft.com/office/drawing/2014/main" id="{22BF82E4-366E-975B-8F49-ED2EEB808D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3" y="3936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0758" name="Text Box 77">
                <a:extLst>
                  <a:ext uri="{FF2B5EF4-FFF2-40B4-BE49-F238E27FC236}">
                    <a16:creationId xmlns:a16="http://schemas.microsoft.com/office/drawing/2014/main" id="{B65991D8-9F31-C5AE-4CE1-40D02A12CB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3936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0759" name="Rectangle 78">
                <a:extLst>
                  <a:ext uri="{FF2B5EF4-FFF2-40B4-BE49-F238E27FC236}">
                    <a16:creationId xmlns:a16="http://schemas.microsoft.com/office/drawing/2014/main" id="{274935BD-1E64-3DA4-8BE1-C4FD38B74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6" y="2283"/>
                <a:ext cx="720" cy="46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0" name="Line 79">
                <a:extLst>
                  <a:ext uri="{FF2B5EF4-FFF2-40B4-BE49-F238E27FC236}">
                    <a16:creationId xmlns:a16="http://schemas.microsoft.com/office/drawing/2014/main" id="{9AB2BEEA-D084-2991-C3B1-0A30C437D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66" y="2512"/>
                <a:ext cx="72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1" name="Line 80">
                <a:extLst>
                  <a:ext uri="{FF2B5EF4-FFF2-40B4-BE49-F238E27FC236}">
                    <a16:creationId xmlns:a16="http://schemas.microsoft.com/office/drawing/2014/main" id="{07EB124D-3923-08EB-D708-089C3D49EB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2" y="2512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2" name="Text Box 81">
                <a:extLst>
                  <a:ext uri="{FF2B5EF4-FFF2-40B4-BE49-F238E27FC236}">
                    <a16:creationId xmlns:a16="http://schemas.microsoft.com/office/drawing/2014/main" id="{1DB97CD0-D669-7237-5633-3DDF23D53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2237"/>
                <a:ext cx="24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30763" name="Oval 82">
                <a:extLst>
                  <a:ext uri="{FF2B5EF4-FFF2-40B4-BE49-F238E27FC236}">
                    <a16:creationId xmlns:a16="http://schemas.microsoft.com/office/drawing/2014/main" id="{A9E8AFA7-5FF6-0446-71BA-F712B2FD3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9" y="2192"/>
                <a:ext cx="91" cy="91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30" name="Rectangle 35">
              <a:extLst>
                <a:ext uri="{FF2B5EF4-FFF2-40B4-BE49-F238E27FC236}">
                  <a16:creationId xmlns:a16="http://schemas.microsoft.com/office/drawing/2014/main" id="{28519AAF-CBE8-962F-AAE7-D80D2699D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646" y="2270916"/>
              <a:ext cx="609600" cy="946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3" grpId="0" autoUpdateAnimBg="0"/>
      <p:bldP spid="47109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9AE5664B-AF3E-7D73-CC3E-90575898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41C358A-2CCB-4959-8264-6C602FF2E6DC}" type="slidenum">
              <a:rPr lang="en-US" altLang="zh-CN" sz="1000" smtClean="0"/>
              <a:pPr>
                <a:defRPr/>
              </a:pPr>
              <a:t>27</a:t>
            </a:fld>
            <a:endParaRPr lang="en-US" altLang="zh-CN" sz="1000" dirty="0"/>
          </a:p>
        </p:txBody>
      </p:sp>
      <p:sp>
        <p:nvSpPr>
          <p:cNvPr id="472066" name="Rectangle 2">
            <a:extLst>
              <a:ext uri="{FF2B5EF4-FFF2-40B4-BE49-F238E27FC236}">
                <a16:creationId xmlns:a16="http://schemas.microsoft.com/office/drawing/2014/main" id="{0F36DDB0-556E-089A-441E-4B8A9F377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 </a:t>
            </a:r>
            <a:r>
              <a:rPr lang="zh-CN" altLang="en-US" dirty="0"/>
              <a:t>觸發器</a:t>
            </a:r>
          </a:p>
        </p:txBody>
      </p:sp>
      <p:sp>
        <p:nvSpPr>
          <p:cNvPr id="472067" name="Rectangle 3">
            <a:extLst>
              <a:ext uri="{FF2B5EF4-FFF2-40B4-BE49-F238E27FC236}">
                <a16:creationId xmlns:a16="http://schemas.microsoft.com/office/drawing/2014/main" id="{AE600A78-3C70-5DDA-2B20-3DD01B546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電位型</a:t>
            </a:r>
            <a:r>
              <a:rPr lang="en-US" altLang="zh-CN" dirty="0"/>
              <a:t>D</a:t>
            </a:r>
            <a:r>
              <a:rPr lang="zh-CN" altLang="en-US" dirty="0"/>
              <a:t>觸發器的特點</a:t>
            </a:r>
          </a:p>
          <a:p>
            <a:pPr lvl="1" eaLnBrk="1" hangingPunct="1">
              <a:defRPr/>
            </a:pPr>
            <a:r>
              <a:rPr lang="zh-CN" altLang="en-US" dirty="0"/>
              <a:t>電位觸發：在控制電位</a:t>
            </a:r>
            <a:r>
              <a:rPr lang="en-US" altLang="zh-CN" dirty="0"/>
              <a:t>E</a:t>
            </a:r>
            <a:r>
              <a:rPr lang="zh-CN" altLang="en-US" dirty="0"/>
              <a:t>的控制下接收資料。</a:t>
            </a:r>
          </a:p>
          <a:p>
            <a:pPr lvl="1" eaLnBrk="1" hangingPunct="1">
              <a:defRPr/>
            </a:pP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，不接收外部輸入。保持原有狀態．</a:t>
            </a:r>
          </a:p>
        </p:txBody>
      </p:sp>
      <p:grpSp>
        <p:nvGrpSpPr>
          <p:cNvPr id="31749" name="Group 4">
            <a:extLst>
              <a:ext uri="{FF2B5EF4-FFF2-40B4-BE49-F238E27FC236}">
                <a16:creationId xmlns:a16="http://schemas.microsoft.com/office/drawing/2014/main" id="{908BD234-58D0-5C25-E18F-D58B937B0E58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895600"/>
            <a:ext cx="6588126" cy="904875"/>
            <a:chOff x="384" y="1824"/>
            <a:chExt cx="4150" cy="570"/>
          </a:xfrm>
        </p:grpSpPr>
        <p:sp>
          <p:nvSpPr>
            <p:cNvPr id="472069" name="Rectangle 5">
              <a:extLst>
                <a:ext uri="{FF2B5EF4-FFF2-40B4-BE49-F238E27FC236}">
                  <a16:creationId xmlns:a16="http://schemas.microsoft.com/office/drawing/2014/main" id="{CBAE394D-141F-80F4-DCB6-F7E53F10E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824"/>
              <a:ext cx="4150" cy="5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lvl="1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＝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， </a:t>
              </a: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Q=D, Q= D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，排除了</a:t>
              </a: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RS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＝</a:t>
              </a: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00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或</a:t>
              </a: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11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，</a:t>
              </a:r>
            </a:p>
            <a:p>
              <a:pPr lvl="1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消除了不定狀態</a:t>
              </a:r>
            </a:p>
          </p:txBody>
        </p:sp>
        <p:sp>
          <p:nvSpPr>
            <p:cNvPr id="31751" name="Line 6">
              <a:extLst>
                <a:ext uri="{FF2B5EF4-FFF2-40B4-BE49-F238E27FC236}">
                  <a16:creationId xmlns:a16="http://schemas.microsoft.com/office/drawing/2014/main" id="{1E5AF278-68FE-20A8-23B2-A1A9F4DDA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87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2" name="Line 7">
              <a:extLst>
                <a:ext uri="{FF2B5EF4-FFF2-40B4-BE49-F238E27FC236}">
                  <a16:creationId xmlns:a16="http://schemas.microsoft.com/office/drawing/2014/main" id="{8D41A7E6-E21B-E712-78D9-33347450C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87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C755E-DAD8-22AC-10E1-488266881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電位型</a:t>
            </a:r>
            <a:r>
              <a:rPr lang="en-US" altLang="zh-CN" dirty="0"/>
              <a:t>D</a:t>
            </a:r>
            <a:r>
              <a:rPr lang="zh-CN" altLang="en-US" dirty="0"/>
              <a:t>觸發器：</a:t>
            </a:r>
            <a:r>
              <a:rPr lang="en-US" altLang="zh-CN" dirty="0"/>
              <a:t>74ls373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DFCA74-5778-5604-4654-2A33DA8C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54595A-F773-4BF5-8683-2F619A302316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161BD0-2F8A-8E4D-C652-61A611754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772816"/>
            <a:ext cx="4302565" cy="25758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16FEBE4-E5EB-7649-8091-28C55AAD2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256" y="1775729"/>
            <a:ext cx="4067944" cy="25758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B07401D-9F03-62F0-D13E-DE364AE6B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841" y="4571419"/>
            <a:ext cx="4248472" cy="198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0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5">
            <a:extLst>
              <a:ext uri="{FF2B5EF4-FFF2-40B4-BE49-F238E27FC236}">
                <a16:creationId xmlns:a16="http://schemas.microsoft.com/office/drawing/2014/main" id="{E69018FD-D88B-CE97-759B-DC6AA34C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D05B346-2FF0-4D1A-A0BD-623A9181A7A3}" type="slidenum">
              <a:rPr lang="en-US" altLang="zh-CN" sz="1000" smtClean="0"/>
              <a:pPr>
                <a:defRPr/>
              </a:pPr>
              <a:t>29</a:t>
            </a:fld>
            <a:endParaRPr lang="en-US" altLang="zh-CN" sz="1000" dirty="0"/>
          </a:p>
        </p:txBody>
      </p:sp>
      <p:sp>
        <p:nvSpPr>
          <p:cNvPr id="473090" name="Rectangle 2">
            <a:extLst>
              <a:ext uri="{FF2B5EF4-FFF2-40B4-BE49-F238E27FC236}">
                <a16:creationId xmlns:a16="http://schemas.microsoft.com/office/drawing/2014/main" id="{09D93303-EBBA-8B11-F7CB-301FF13DEF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 </a:t>
            </a:r>
            <a:r>
              <a:rPr lang="zh-CN" altLang="en-US" dirty="0"/>
              <a:t>觸發器</a:t>
            </a:r>
          </a:p>
        </p:txBody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37A5F6CC-BBA9-00B2-D712-9E1FA3723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電位型</a:t>
            </a:r>
            <a:r>
              <a:rPr lang="en-US" altLang="zh-CN" dirty="0"/>
              <a:t>D</a:t>
            </a:r>
            <a:r>
              <a:rPr lang="zh-CN" altLang="en-US" dirty="0"/>
              <a:t>觸發器時序圖</a:t>
            </a:r>
            <a:r>
              <a:rPr lang="en-US" altLang="zh-CN" dirty="0"/>
              <a:t>(Timing Diagram)</a:t>
            </a:r>
          </a:p>
        </p:txBody>
      </p:sp>
      <p:grpSp>
        <p:nvGrpSpPr>
          <p:cNvPr id="473092" name="Group 4">
            <a:extLst>
              <a:ext uri="{FF2B5EF4-FFF2-40B4-BE49-F238E27FC236}">
                <a16:creationId xmlns:a16="http://schemas.microsoft.com/office/drawing/2014/main" id="{005A2181-E3C8-8A7F-B9B5-7F79DC0D8810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133600"/>
            <a:ext cx="6934200" cy="381000"/>
            <a:chOff x="768" y="1584"/>
            <a:chExt cx="4368" cy="240"/>
          </a:xfrm>
        </p:grpSpPr>
        <p:sp>
          <p:nvSpPr>
            <p:cNvPr id="32828" name="Line 5">
              <a:extLst>
                <a:ext uri="{FF2B5EF4-FFF2-40B4-BE49-F238E27FC236}">
                  <a16:creationId xmlns:a16="http://schemas.microsoft.com/office/drawing/2014/main" id="{0ACD8D70-0698-3426-C675-ED7CA72E3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9" name="Line 6">
              <a:extLst>
                <a:ext uri="{FF2B5EF4-FFF2-40B4-BE49-F238E27FC236}">
                  <a16:creationId xmlns:a16="http://schemas.microsoft.com/office/drawing/2014/main" id="{8E9470D0-39DA-0D91-D8A0-B38E8DCF0B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584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0" name="Line 7">
              <a:extLst>
                <a:ext uri="{FF2B5EF4-FFF2-40B4-BE49-F238E27FC236}">
                  <a16:creationId xmlns:a16="http://schemas.microsoft.com/office/drawing/2014/main" id="{7B14E927-D820-7A23-E182-AFAA9D27E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58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1" name="Line 8">
              <a:extLst>
                <a:ext uri="{FF2B5EF4-FFF2-40B4-BE49-F238E27FC236}">
                  <a16:creationId xmlns:a16="http://schemas.microsoft.com/office/drawing/2014/main" id="{A6B32416-F417-0949-E62F-F38055B5BF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584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2" name="Line 9">
              <a:extLst>
                <a:ext uri="{FF2B5EF4-FFF2-40B4-BE49-F238E27FC236}">
                  <a16:creationId xmlns:a16="http://schemas.microsoft.com/office/drawing/2014/main" id="{58F845D5-1297-774F-DBFC-375352A9F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82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3" name="Line 10">
              <a:extLst>
                <a:ext uri="{FF2B5EF4-FFF2-40B4-BE49-F238E27FC236}">
                  <a16:creationId xmlns:a16="http://schemas.microsoft.com/office/drawing/2014/main" id="{ECFBA004-A289-DCCF-C9CE-505A42170E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1584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4" name="Line 11">
              <a:extLst>
                <a:ext uri="{FF2B5EF4-FFF2-40B4-BE49-F238E27FC236}">
                  <a16:creationId xmlns:a16="http://schemas.microsoft.com/office/drawing/2014/main" id="{C81A5C7A-2F86-429E-E3B3-76DA40C16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584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5" name="Line 12">
              <a:extLst>
                <a:ext uri="{FF2B5EF4-FFF2-40B4-BE49-F238E27FC236}">
                  <a16:creationId xmlns:a16="http://schemas.microsoft.com/office/drawing/2014/main" id="{FFDAC0B1-D2B7-AD7F-72BA-4F8346077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584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6" name="Line 13">
              <a:extLst>
                <a:ext uri="{FF2B5EF4-FFF2-40B4-BE49-F238E27FC236}">
                  <a16:creationId xmlns:a16="http://schemas.microsoft.com/office/drawing/2014/main" id="{82287E16-16BB-DE58-76CC-82DF3B82DF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8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3102" name="Group 14">
            <a:extLst>
              <a:ext uri="{FF2B5EF4-FFF2-40B4-BE49-F238E27FC236}">
                <a16:creationId xmlns:a16="http://schemas.microsoft.com/office/drawing/2014/main" id="{210573F8-74D0-608F-83A9-A322E6484E86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819400"/>
            <a:ext cx="6934200" cy="381000"/>
            <a:chOff x="816" y="2016"/>
            <a:chExt cx="4368" cy="240"/>
          </a:xfrm>
        </p:grpSpPr>
        <p:sp>
          <p:nvSpPr>
            <p:cNvPr id="32811" name="Line 15">
              <a:extLst>
                <a:ext uri="{FF2B5EF4-FFF2-40B4-BE49-F238E27FC236}">
                  <a16:creationId xmlns:a16="http://schemas.microsoft.com/office/drawing/2014/main" id="{D23F9E7C-4FC7-F5EF-E094-59BF26642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25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2" name="Line 16">
              <a:extLst>
                <a:ext uri="{FF2B5EF4-FFF2-40B4-BE49-F238E27FC236}">
                  <a16:creationId xmlns:a16="http://schemas.microsoft.com/office/drawing/2014/main" id="{B64C8F25-6553-1003-E281-EAFAB66ED6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3" name="Line 17">
              <a:extLst>
                <a:ext uri="{FF2B5EF4-FFF2-40B4-BE49-F238E27FC236}">
                  <a16:creationId xmlns:a16="http://schemas.microsoft.com/office/drawing/2014/main" id="{B7550433-7E65-3AF1-8E1B-4D8147520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0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4" name="Line 18">
              <a:extLst>
                <a:ext uri="{FF2B5EF4-FFF2-40B4-BE49-F238E27FC236}">
                  <a16:creationId xmlns:a16="http://schemas.microsoft.com/office/drawing/2014/main" id="{DDF4787C-FCA9-8F46-1480-FC0733C522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5" name="Line 19">
              <a:extLst>
                <a:ext uri="{FF2B5EF4-FFF2-40B4-BE49-F238E27FC236}">
                  <a16:creationId xmlns:a16="http://schemas.microsoft.com/office/drawing/2014/main" id="{79E82639-A16B-ABB8-63BD-92E7D9752A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6" name="Line 20">
              <a:extLst>
                <a:ext uri="{FF2B5EF4-FFF2-40B4-BE49-F238E27FC236}">
                  <a16:creationId xmlns:a16="http://schemas.microsoft.com/office/drawing/2014/main" id="{B6FDAC73-204E-11C1-3F3A-B155A809E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7" name="Line 21">
              <a:extLst>
                <a:ext uri="{FF2B5EF4-FFF2-40B4-BE49-F238E27FC236}">
                  <a16:creationId xmlns:a16="http://schemas.microsoft.com/office/drawing/2014/main" id="{E3195FA8-F890-EA45-911B-511BCD979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8" name="Line 22">
              <a:extLst>
                <a:ext uri="{FF2B5EF4-FFF2-40B4-BE49-F238E27FC236}">
                  <a16:creationId xmlns:a16="http://schemas.microsoft.com/office/drawing/2014/main" id="{228C2961-501E-599A-5CBC-64DC719548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9" name="Line 23">
              <a:extLst>
                <a:ext uri="{FF2B5EF4-FFF2-40B4-BE49-F238E27FC236}">
                  <a16:creationId xmlns:a16="http://schemas.microsoft.com/office/drawing/2014/main" id="{C5A5D3A2-AA04-01FC-9ED8-4B3FC6E41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0" name="Line 24">
              <a:extLst>
                <a:ext uri="{FF2B5EF4-FFF2-40B4-BE49-F238E27FC236}">
                  <a16:creationId xmlns:a16="http://schemas.microsoft.com/office/drawing/2014/main" id="{722C8993-E51F-7C90-59AC-0C15F746D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1" name="Line 25">
              <a:extLst>
                <a:ext uri="{FF2B5EF4-FFF2-40B4-BE49-F238E27FC236}">
                  <a16:creationId xmlns:a16="http://schemas.microsoft.com/office/drawing/2014/main" id="{3B12FE65-6409-8953-A5F0-CA364DC098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2" name="Line 26">
              <a:extLst>
                <a:ext uri="{FF2B5EF4-FFF2-40B4-BE49-F238E27FC236}">
                  <a16:creationId xmlns:a16="http://schemas.microsoft.com/office/drawing/2014/main" id="{90BCD06F-8086-42B1-8767-DFF41D137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3" name="Line 27">
              <a:extLst>
                <a:ext uri="{FF2B5EF4-FFF2-40B4-BE49-F238E27FC236}">
                  <a16:creationId xmlns:a16="http://schemas.microsoft.com/office/drawing/2014/main" id="{7E346A95-E775-D3FD-11A7-63B32AC5D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2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4" name="Line 28">
              <a:extLst>
                <a:ext uri="{FF2B5EF4-FFF2-40B4-BE49-F238E27FC236}">
                  <a16:creationId xmlns:a16="http://schemas.microsoft.com/office/drawing/2014/main" id="{0F5DA7AF-B190-60DA-4D5C-C4178D5D0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01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5" name="Line 29">
              <a:extLst>
                <a:ext uri="{FF2B5EF4-FFF2-40B4-BE49-F238E27FC236}">
                  <a16:creationId xmlns:a16="http://schemas.microsoft.com/office/drawing/2014/main" id="{661847AD-2818-737B-2EF6-FD0C07752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2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6" name="Line 30">
              <a:extLst>
                <a:ext uri="{FF2B5EF4-FFF2-40B4-BE49-F238E27FC236}">
                  <a16:creationId xmlns:a16="http://schemas.microsoft.com/office/drawing/2014/main" id="{7792BC62-8E5C-CDE4-08E3-F05380A41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01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7" name="Line 31">
              <a:extLst>
                <a:ext uri="{FF2B5EF4-FFF2-40B4-BE49-F238E27FC236}">
                  <a16:creationId xmlns:a16="http://schemas.microsoft.com/office/drawing/2014/main" id="{12D5F85F-006B-DAAF-E467-11FF7AB5F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256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3120" name="Group 32">
            <a:extLst>
              <a:ext uri="{FF2B5EF4-FFF2-40B4-BE49-F238E27FC236}">
                <a16:creationId xmlns:a16="http://schemas.microsoft.com/office/drawing/2014/main" id="{D6238A97-EA4F-D9D2-8703-502C29B47E23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3505200"/>
            <a:ext cx="6934200" cy="381000"/>
            <a:chOff x="816" y="2448"/>
            <a:chExt cx="4368" cy="240"/>
          </a:xfrm>
        </p:grpSpPr>
        <p:sp>
          <p:nvSpPr>
            <p:cNvPr id="32802" name="Line 33">
              <a:extLst>
                <a:ext uri="{FF2B5EF4-FFF2-40B4-BE49-F238E27FC236}">
                  <a16:creationId xmlns:a16="http://schemas.microsoft.com/office/drawing/2014/main" id="{373433C5-A3D8-C4B7-F779-C3A86FF23B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68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3" name="Line 34">
              <a:extLst>
                <a:ext uri="{FF2B5EF4-FFF2-40B4-BE49-F238E27FC236}">
                  <a16:creationId xmlns:a16="http://schemas.microsoft.com/office/drawing/2014/main" id="{802F829B-3EE6-14EE-3203-2F3E519E63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44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4" name="Line 35">
              <a:extLst>
                <a:ext uri="{FF2B5EF4-FFF2-40B4-BE49-F238E27FC236}">
                  <a16:creationId xmlns:a16="http://schemas.microsoft.com/office/drawing/2014/main" id="{FFCD9423-EDC2-5307-FD58-FCB6BD4F6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44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5" name="Line 36">
              <a:extLst>
                <a:ext uri="{FF2B5EF4-FFF2-40B4-BE49-F238E27FC236}">
                  <a16:creationId xmlns:a16="http://schemas.microsoft.com/office/drawing/2014/main" id="{7D8E2656-0DA8-8399-9D17-09DC84282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44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6" name="Line 37">
              <a:extLst>
                <a:ext uri="{FF2B5EF4-FFF2-40B4-BE49-F238E27FC236}">
                  <a16:creationId xmlns:a16="http://schemas.microsoft.com/office/drawing/2014/main" id="{EFE301D5-DA25-9E67-5302-4DE90DF3A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44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7" name="Line 38">
              <a:extLst>
                <a:ext uri="{FF2B5EF4-FFF2-40B4-BE49-F238E27FC236}">
                  <a16:creationId xmlns:a16="http://schemas.microsoft.com/office/drawing/2014/main" id="{6F913564-E7BE-5FC7-CD98-20DE9A5EE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6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8" name="Line 39">
              <a:extLst>
                <a:ext uri="{FF2B5EF4-FFF2-40B4-BE49-F238E27FC236}">
                  <a16:creationId xmlns:a16="http://schemas.microsoft.com/office/drawing/2014/main" id="{B7389F1F-6185-942F-FA66-F81BA982E5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448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9" name="Line 40">
              <a:extLst>
                <a:ext uri="{FF2B5EF4-FFF2-40B4-BE49-F238E27FC236}">
                  <a16:creationId xmlns:a16="http://schemas.microsoft.com/office/drawing/2014/main" id="{28944BBB-B303-4860-5F22-FBAD8642D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44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0" name="Line 41">
              <a:extLst>
                <a:ext uri="{FF2B5EF4-FFF2-40B4-BE49-F238E27FC236}">
                  <a16:creationId xmlns:a16="http://schemas.microsoft.com/office/drawing/2014/main" id="{B56E10B8-B3B6-2673-E889-87210E3F9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68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3130" name="Group 42">
            <a:extLst>
              <a:ext uri="{FF2B5EF4-FFF2-40B4-BE49-F238E27FC236}">
                <a16:creationId xmlns:a16="http://schemas.microsoft.com/office/drawing/2014/main" id="{33ED8DA7-3FCC-E142-B07A-A57FBD05C41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184400"/>
            <a:ext cx="533400" cy="2540000"/>
            <a:chOff x="528" y="1616"/>
            <a:chExt cx="336" cy="1600"/>
          </a:xfrm>
        </p:grpSpPr>
        <p:sp>
          <p:nvSpPr>
            <p:cNvPr id="32798" name="Text Box 43">
              <a:extLst>
                <a:ext uri="{FF2B5EF4-FFF2-40B4-BE49-F238E27FC236}">
                  <a16:creationId xmlns:a16="http://schemas.microsoft.com/office/drawing/2014/main" id="{A4B76C1F-7BC6-78B6-DDC4-D12933357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" y="1616"/>
              <a:ext cx="317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Q</a:t>
              </a:r>
            </a:p>
          </p:txBody>
        </p:sp>
        <p:grpSp>
          <p:nvGrpSpPr>
            <p:cNvPr id="32799" name="Group 44">
              <a:extLst>
                <a:ext uri="{FF2B5EF4-FFF2-40B4-BE49-F238E27FC236}">
                  <a16:creationId xmlns:a16="http://schemas.microsoft.com/office/drawing/2014/main" id="{7D85DDCA-E51A-1FBE-F60D-C445CB0543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928"/>
              <a:ext cx="288" cy="288"/>
              <a:chOff x="528" y="2976"/>
              <a:chExt cx="288" cy="288"/>
            </a:xfrm>
          </p:grpSpPr>
          <p:sp>
            <p:nvSpPr>
              <p:cNvPr id="32800" name="Text Box 45">
                <a:extLst>
                  <a:ext uri="{FF2B5EF4-FFF2-40B4-BE49-F238E27FC236}">
                    <a16:creationId xmlns:a16="http://schemas.microsoft.com/office/drawing/2014/main" id="{A548FE1D-304E-F544-3AB3-59E6D2FA92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297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CC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32801" name="Line 46">
                <a:extLst>
                  <a:ext uri="{FF2B5EF4-FFF2-40B4-BE49-F238E27FC236}">
                    <a16:creationId xmlns:a16="http://schemas.microsoft.com/office/drawing/2014/main" id="{3FA6E348-AA9B-DDF0-07E6-B8CE8D144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02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73135" name="Group 47">
            <a:extLst>
              <a:ext uri="{FF2B5EF4-FFF2-40B4-BE49-F238E27FC236}">
                <a16:creationId xmlns:a16="http://schemas.microsoft.com/office/drawing/2014/main" id="{4DB73283-A37F-8AA1-54EF-EFFE84F513F1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267200"/>
            <a:ext cx="6934200" cy="381000"/>
            <a:chOff x="816" y="2928"/>
            <a:chExt cx="4368" cy="240"/>
          </a:xfrm>
        </p:grpSpPr>
        <p:sp>
          <p:nvSpPr>
            <p:cNvPr id="32789" name="Line 48">
              <a:extLst>
                <a:ext uri="{FF2B5EF4-FFF2-40B4-BE49-F238E27FC236}">
                  <a16:creationId xmlns:a16="http://schemas.microsoft.com/office/drawing/2014/main" id="{ACDA59DF-E885-F744-A677-BA00D3B9C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92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0" name="Line 49">
              <a:extLst>
                <a:ext uri="{FF2B5EF4-FFF2-40B4-BE49-F238E27FC236}">
                  <a16:creationId xmlns:a16="http://schemas.microsoft.com/office/drawing/2014/main" id="{E7FAAD22-055E-D182-A11D-BD121C48E5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Line 50">
              <a:extLst>
                <a:ext uri="{FF2B5EF4-FFF2-40B4-BE49-F238E27FC236}">
                  <a16:creationId xmlns:a16="http://schemas.microsoft.com/office/drawing/2014/main" id="{60D3C422-C8B3-0A65-167A-2DA2366BD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1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2" name="Line 51">
              <a:extLst>
                <a:ext uri="{FF2B5EF4-FFF2-40B4-BE49-F238E27FC236}">
                  <a16:creationId xmlns:a16="http://schemas.microsoft.com/office/drawing/2014/main" id="{36B0250C-4512-AEAD-BF5D-8D73DD487E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3" name="Line 52">
              <a:extLst>
                <a:ext uri="{FF2B5EF4-FFF2-40B4-BE49-F238E27FC236}">
                  <a16:creationId xmlns:a16="http://schemas.microsoft.com/office/drawing/2014/main" id="{EC2C9C94-5237-685B-25B1-C7E177B98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4" name="Line 53">
              <a:extLst>
                <a:ext uri="{FF2B5EF4-FFF2-40B4-BE49-F238E27FC236}">
                  <a16:creationId xmlns:a16="http://schemas.microsoft.com/office/drawing/2014/main" id="{B2C3294A-7E9C-4B70-F9B2-42E0E0F2A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9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Line 54">
              <a:extLst>
                <a:ext uri="{FF2B5EF4-FFF2-40B4-BE49-F238E27FC236}">
                  <a16:creationId xmlns:a16="http://schemas.microsoft.com/office/drawing/2014/main" id="{C418A501-51A5-C515-0DE3-2EDB68E3E9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168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Line 55">
              <a:extLst>
                <a:ext uri="{FF2B5EF4-FFF2-40B4-BE49-F238E27FC236}">
                  <a16:creationId xmlns:a16="http://schemas.microsoft.com/office/drawing/2014/main" id="{6AD36A8A-511D-D950-92CC-4596000C1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7" name="Line 56">
              <a:extLst>
                <a:ext uri="{FF2B5EF4-FFF2-40B4-BE49-F238E27FC236}">
                  <a16:creationId xmlns:a16="http://schemas.microsoft.com/office/drawing/2014/main" id="{5D0EDF1E-6FAB-ADF2-97BF-537073295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92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3145" name="Line 57">
            <a:extLst>
              <a:ext uri="{FF2B5EF4-FFF2-40B4-BE49-F238E27FC236}">
                <a16:creationId xmlns:a16="http://schemas.microsoft.com/office/drawing/2014/main" id="{39A77C97-F8B2-C3A1-9A12-1EFC99B52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981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46" name="Line 58">
            <a:extLst>
              <a:ext uri="{FF2B5EF4-FFF2-40B4-BE49-F238E27FC236}">
                <a16:creationId xmlns:a16="http://schemas.microsoft.com/office/drawing/2014/main" id="{EEC3A8CF-7015-6B29-7BA5-8F50535DF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981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47" name="Line 59">
            <a:extLst>
              <a:ext uri="{FF2B5EF4-FFF2-40B4-BE49-F238E27FC236}">
                <a16:creationId xmlns:a16="http://schemas.microsoft.com/office/drawing/2014/main" id="{D88C3313-F10A-0EFC-E6AE-7836347BD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4953000"/>
            <a:ext cx="17526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48" name="Line 60">
            <a:extLst>
              <a:ext uri="{FF2B5EF4-FFF2-40B4-BE49-F238E27FC236}">
                <a16:creationId xmlns:a16="http://schemas.microsoft.com/office/drawing/2014/main" id="{8549233A-254A-9C04-E231-F7586579C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1981200"/>
            <a:ext cx="0" cy="3200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49" name="Line 61">
            <a:extLst>
              <a:ext uri="{FF2B5EF4-FFF2-40B4-BE49-F238E27FC236}">
                <a16:creationId xmlns:a16="http://schemas.microsoft.com/office/drawing/2014/main" id="{2200DF2F-E472-AF92-7145-11C99B4D3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953000"/>
            <a:ext cx="17526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50" name="Line 62">
            <a:extLst>
              <a:ext uri="{FF2B5EF4-FFF2-40B4-BE49-F238E27FC236}">
                <a16:creationId xmlns:a16="http://schemas.microsoft.com/office/drawing/2014/main" id="{89A423D8-8B3E-C379-3FD4-8F71AEAD09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981200"/>
            <a:ext cx="0" cy="3200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51" name="Line 63">
            <a:extLst>
              <a:ext uri="{FF2B5EF4-FFF2-40B4-BE49-F238E27FC236}">
                <a16:creationId xmlns:a16="http://schemas.microsoft.com/office/drawing/2014/main" id="{65AB8429-0866-BF1E-8F5A-9A645E852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953000"/>
            <a:ext cx="17526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52" name="Text Box 64">
            <a:extLst>
              <a:ext uri="{FF2B5EF4-FFF2-40B4-BE49-F238E27FC236}">
                <a16:creationId xmlns:a16="http://schemas.microsoft.com/office/drawing/2014/main" id="{6AFB67D7-AF96-4303-191E-FAD155A7E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0292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置數</a:t>
            </a:r>
          </a:p>
        </p:txBody>
      </p:sp>
      <p:sp>
        <p:nvSpPr>
          <p:cNvPr id="473153" name="Text Box 65">
            <a:extLst>
              <a:ext uri="{FF2B5EF4-FFF2-40B4-BE49-F238E27FC236}">
                <a16:creationId xmlns:a16="http://schemas.microsoft.com/office/drawing/2014/main" id="{8457BBBC-DA7C-5671-BC9F-F472A7471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0292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保持</a:t>
            </a:r>
          </a:p>
        </p:txBody>
      </p:sp>
      <p:sp>
        <p:nvSpPr>
          <p:cNvPr id="473154" name="Text Box 66">
            <a:extLst>
              <a:ext uri="{FF2B5EF4-FFF2-40B4-BE49-F238E27FC236}">
                <a16:creationId xmlns:a16="http://schemas.microsoft.com/office/drawing/2014/main" id="{2D682499-F04C-0AB7-4C81-0ABC55EBE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0292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置數</a:t>
            </a:r>
          </a:p>
        </p:txBody>
      </p:sp>
      <p:sp>
        <p:nvSpPr>
          <p:cNvPr id="473155" name="Text Box 67">
            <a:extLst>
              <a:ext uri="{FF2B5EF4-FFF2-40B4-BE49-F238E27FC236}">
                <a16:creationId xmlns:a16="http://schemas.microsoft.com/office/drawing/2014/main" id="{1DD611C1-7D25-E4B6-F3B3-40B850FEE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87988"/>
            <a:ext cx="8243888" cy="13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當</a:t>
            </a:r>
            <a:r>
              <a:rPr lang="en-US" altLang="zh-CN" sz="2400" b="1" dirty="0">
                <a:latin typeface="Times New Roman" panose="02020603050405020304" pitchFamily="18" charset="0"/>
              </a:rPr>
              <a:t>E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時，</a:t>
            </a:r>
            <a:r>
              <a:rPr lang="en-US" altLang="zh-CN" sz="2400" b="1" dirty="0">
                <a:latin typeface="Times New Roman" panose="02020603050405020304" pitchFamily="18" charset="0"/>
              </a:rPr>
              <a:t>Q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D; </a:t>
            </a:r>
            <a:r>
              <a:rPr lang="zh-CN" altLang="en-US" sz="2400" b="1" dirty="0">
                <a:latin typeface="Times New Roman" panose="02020603050405020304" pitchFamily="18" charset="0"/>
              </a:rPr>
              <a:t>也就是</a:t>
            </a:r>
            <a:r>
              <a:rPr lang="en-US" altLang="zh-CN" sz="2400" b="1" dirty="0">
                <a:latin typeface="Times New Roman" panose="02020603050405020304" pitchFamily="18" charset="0"/>
              </a:rPr>
              <a:t>Q</a:t>
            </a:r>
            <a:r>
              <a:rPr lang="zh-CN" altLang="en-US" sz="2400" b="1" dirty="0">
                <a:latin typeface="Times New Roman" panose="02020603050405020304" pitchFamily="18" charset="0"/>
              </a:rPr>
              <a:t>接收</a:t>
            </a:r>
            <a:r>
              <a:rPr lang="en-US" altLang="zh-CN" sz="2400" b="1" dirty="0"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</a:rPr>
              <a:t>的輸入。</a:t>
            </a:r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因此</a:t>
            </a:r>
            <a:r>
              <a:rPr lang="en-US" altLang="zh-CN" sz="2400" b="1" dirty="0">
                <a:latin typeface="Times New Roman" panose="02020603050405020304" pitchFamily="18" charset="0"/>
              </a:rPr>
              <a:t>, E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1“</a:t>
            </a:r>
            <a:r>
              <a:rPr lang="zh-CN" altLang="en-US" sz="2400" b="1" dirty="0">
                <a:latin typeface="Times New Roman" panose="02020603050405020304" pitchFamily="18" charset="0"/>
              </a:rPr>
              <a:t>電位”一到，觸發器就接收資料，叫“電位觸發器”，也叫“鎖存器”</a:t>
            </a:r>
            <a:r>
              <a:rPr lang="en-US" altLang="zh-CN" sz="2400" b="1" dirty="0">
                <a:latin typeface="Times New Roman" panose="02020603050405020304" pitchFamily="18" charset="0"/>
              </a:rPr>
              <a:t>(Latch).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3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3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4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7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47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47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47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47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47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7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47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47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7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47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47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7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7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152" grpId="0" autoUpdateAnimBg="0"/>
      <p:bldP spid="473153" grpId="0" autoUpdateAnimBg="0"/>
      <p:bldP spid="473154" grpId="0" autoUpdateAnimBg="0"/>
      <p:bldP spid="47315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灯片编号占位符 5">
            <a:extLst>
              <a:ext uri="{FF2B5EF4-FFF2-40B4-BE49-F238E27FC236}">
                <a16:creationId xmlns:a16="http://schemas.microsoft.com/office/drawing/2014/main" id="{54033AF3-863E-5B26-2B40-07687587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562147A-2BF3-46B7-8153-42C7558EA214}" type="slidenum">
              <a:rPr lang="en-US" altLang="zh-CN" sz="1000" smtClean="0"/>
              <a:pPr>
                <a:defRPr/>
              </a:pPr>
              <a:t>30</a:t>
            </a:fld>
            <a:endParaRPr lang="en-US" altLang="zh-CN" sz="1000" dirty="0"/>
          </a:p>
        </p:txBody>
      </p:sp>
      <p:sp>
        <p:nvSpPr>
          <p:cNvPr id="491522" name="Line 2">
            <a:extLst>
              <a:ext uri="{FF2B5EF4-FFF2-40B4-BE49-F238E27FC236}">
                <a16:creationId xmlns:a16="http://schemas.microsoft.com/office/drawing/2014/main" id="{B1B2EFA7-082B-C619-4DB1-2BE6907D4C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4572000"/>
            <a:ext cx="0" cy="2286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23" name="Line 3">
            <a:extLst>
              <a:ext uri="{FF2B5EF4-FFF2-40B4-BE49-F238E27FC236}">
                <a16:creationId xmlns:a16="http://schemas.microsoft.com/office/drawing/2014/main" id="{B4AD33CE-D54D-D334-07B2-7EA8BADB2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572000"/>
            <a:ext cx="0" cy="2286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24" name="Line 4">
            <a:extLst>
              <a:ext uri="{FF2B5EF4-FFF2-40B4-BE49-F238E27FC236}">
                <a16:creationId xmlns:a16="http://schemas.microsoft.com/office/drawing/2014/main" id="{018541CF-50CE-B0F8-C4C5-2BB83F3E1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495800"/>
            <a:ext cx="0" cy="2286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25" name="Line 5">
            <a:extLst>
              <a:ext uri="{FF2B5EF4-FFF2-40B4-BE49-F238E27FC236}">
                <a16:creationId xmlns:a16="http://schemas.microsoft.com/office/drawing/2014/main" id="{255F15EA-D7B6-F573-1F61-A44CFC487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572000"/>
            <a:ext cx="0" cy="2286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26" name="Text Box 6">
            <a:extLst>
              <a:ext uri="{FF2B5EF4-FFF2-40B4-BE49-F238E27FC236}">
                <a16:creationId xmlns:a16="http://schemas.microsoft.com/office/drawing/2014/main" id="{7CDEECB4-5F46-CEA3-5F7A-DC43269A0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61864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0000</a:t>
            </a:r>
          </a:p>
        </p:txBody>
      </p:sp>
      <p:sp>
        <p:nvSpPr>
          <p:cNvPr id="491527" name="Text Box 7">
            <a:extLst>
              <a:ext uri="{FF2B5EF4-FFF2-40B4-BE49-F238E27FC236}">
                <a16:creationId xmlns:a16="http://schemas.microsoft.com/office/drawing/2014/main" id="{B4B9932E-1A8A-BF7B-3422-5DD561819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61864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0100</a:t>
            </a:r>
          </a:p>
        </p:txBody>
      </p:sp>
      <p:sp>
        <p:nvSpPr>
          <p:cNvPr id="491528" name="Rectangle 8">
            <a:extLst>
              <a:ext uri="{FF2B5EF4-FFF2-40B4-BE49-F238E27FC236}">
                <a16:creationId xmlns:a16="http://schemas.microsoft.com/office/drawing/2014/main" id="{0592C8DA-B0A5-5652-F576-79229FD45F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91529" name="Rectangle 9">
            <a:extLst>
              <a:ext uri="{FF2B5EF4-FFF2-40B4-BE49-F238E27FC236}">
                <a16:creationId xmlns:a16="http://schemas.microsoft.com/office/drawing/2014/main" id="{B72C84F7-4813-882A-B530-88548DE1ED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電位型</a:t>
            </a:r>
            <a:r>
              <a:rPr lang="en-US" altLang="zh-CN" dirty="0"/>
              <a:t>D</a:t>
            </a:r>
            <a:r>
              <a:rPr lang="zh-CN" altLang="en-US" dirty="0"/>
              <a:t>觸發器</a:t>
            </a:r>
            <a:r>
              <a:rPr lang="en-US" altLang="zh-CN" dirty="0"/>
              <a:t>(</a:t>
            </a:r>
            <a:r>
              <a:rPr lang="zh-CN" altLang="en-US" dirty="0"/>
              <a:t>鎖存器</a:t>
            </a:r>
            <a:r>
              <a:rPr lang="en-US" altLang="zh-CN" dirty="0"/>
              <a:t>)</a:t>
            </a:r>
            <a:r>
              <a:rPr lang="zh-CN" altLang="en-US" dirty="0"/>
              <a:t>的應用</a:t>
            </a:r>
          </a:p>
        </p:txBody>
      </p:sp>
      <p:grpSp>
        <p:nvGrpSpPr>
          <p:cNvPr id="491530" name="Group 10">
            <a:extLst>
              <a:ext uri="{FF2B5EF4-FFF2-40B4-BE49-F238E27FC236}">
                <a16:creationId xmlns:a16="http://schemas.microsoft.com/office/drawing/2014/main" id="{F4B8A26D-B2F4-EE6C-7C02-13E4EB6FEBEE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905000"/>
            <a:ext cx="8740775" cy="2438400"/>
            <a:chOff x="158" y="1200"/>
            <a:chExt cx="5506" cy="1536"/>
          </a:xfrm>
        </p:grpSpPr>
        <p:sp>
          <p:nvSpPr>
            <p:cNvPr id="33849" name="Rectangle 11">
              <a:extLst>
                <a:ext uri="{FF2B5EF4-FFF2-40B4-BE49-F238E27FC236}">
                  <a16:creationId xmlns:a16="http://schemas.microsoft.com/office/drawing/2014/main" id="{786F5046-AC92-5549-61EA-8E280865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" y="1655"/>
              <a:ext cx="589" cy="7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3850" name="Text Box 12">
              <a:extLst>
                <a:ext uri="{FF2B5EF4-FFF2-40B4-BE49-F238E27FC236}">
                  <a16:creationId xmlns:a16="http://schemas.microsoft.com/office/drawing/2014/main" id="{F204090C-FDB1-80A5-533C-50DC91A55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" y="1655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851" name="Text Box 13">
              <a:extLst>
                <a:ext uri="{FF2B5EF4-FFF2-40B4-BE49-F238E27FC236}">
                  <a16:creationId xmlns:a16="http://schemas.microsoft.com/office/drawing/2014/main" id="{2527E124-B65B-56BF-C042-4442A5504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" y="2139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33852" name="Text Box 14">
              <a:extLst>
                <a:ext uri="{FF2B5EF4-FFF2-40B4-BE49-F238E27FC236}">
                  <a16:creationId xmlns:a16="http://schemas.microsoft.com/office/drawing/2014/main" id="{897F641C-95D6-0EAC-41C3-69D1F3229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6" y="1696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33853" name="Line 15">
              <a:extLst>
                <a:ext uri="{FF2B5EF4-FFF2-40B4-BE49-F238E27FC236}">
                  <a16:creationId xmlns:a16="http://schemas.microsoft.com/office/drawing/2014/main" id="{4C7A3891-D3BA-6BC0-6EAA-3E3B0AB2EC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4" y="178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4" name="Line 16">
              <a:extLst>
                <a:ext uri="{FF2B5EF4-FFF2-40B4-BE49-F238E27FC236}">
                  <a16:creationId xmlns:a16="http://schemas.microsoft.com/office/drawing/2014/main" id="{DCCF5BB0-FEFE-8104-C122-6B34905BB7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4" y="1405"/>
              <a:ext cx="0" cy="3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5" name="Line 17">
              <a:extLst>
                <a:ext uri="{FF2B5EF4-FFF2-40B4-BE49-F238E27FC236}">
                  <a16:creationId xmlns:a16="http://schemas.microsoft.com/office/drawing/2014/main" id="{7AE938AD-05C5-324E-702D-A89CECA40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4" y="232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6" name="Line 18">
              <a:extLst>
                <a:ext uri="{FF2B5EF4-FFF2-40B4-BE49-F238E27FC236}">
                  <a16:creationId xmlns:a16="http://schemas.microsoft.com/office/drawing/2014/main" id="{C5EE042B-B343-C96E-34DE-41B61D283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2320"/>
              <a:ext cx="0" cy="4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7" name="Line 19">
              <a:extLst>
                <a:ext uri="{FF2B5EF4-FFF2-40B4-BE49-F238E27FC236}">
                  <a16:creationId xmlns:a16="http://schemas.microsoft.com/office/drawing/2014/main" id="{F9739DAA-1FA0-A419-8D6E-B04CE4A43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7" y="1862"/>
              <a:ext cx="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8" name="Text Box 20">
              <a:extLst>
                <a:ext uri="{FF2B5EF4-FFF2-40B4-BE49-F238E27FC236}">
                  <a16:creationId xmlns:a16="http://schemas.microsoft.com/office/drawing/2014/main" id="{621E7493-CB32-82C6-5D7D-D2307BFF2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" y="1584"/>
              <a:ext cx="3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Q0</a:t>
              </a:r>
            </a:p>
          </p:txBody>
        </p:sp>
        <p:sp>
          <p:nvSpPr>
            <p:cNvPr id="33859" name="Text Box 21">
              <a:extLst>
                <a:ext uri="{FF2B5EF4-FFF2-40B4-BE49-F238E27FC236}">
                  <a16:creationId xmlns:a16="http://schemas.microsoft.com/office/drawing/2014/main" id="{62737BDA-F452-716F-F63A-7CAE88518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" y="1200"/>
              <a:ext cx="3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D0</a:t>
              </a:r>
            </a:p>
          </p:txBody>
        </p:sp>
        <p:sp>
          <p:nvSpPr>
            <p:cNvPr id="33860" name="Rectangle 22">
              <a:extLst>
                <a:ext uri="{FF2B5EF4-FFF2-40B4-BE49-F238E27FC236}">
                  <a16:creationId xmlns:a16="http://schemas.microsoft.com/office/drawing/2014/main" id="{0D3CF987-4432-FCDE-D69C-EFCD84AD3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3" y="1655"/>
              <a:ext cx="589" cy="7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3861" name="Text Box 23">
              <a:extLst>
                <a:ext uri="{FF2B5EF4-FFF2-40B4-BE49-F238E27FC236}">
                  <a16:creationId xmlns:a16="http://schemas.microsoft.com/office/drawing/2014/main" id="{AA52E6DE-28B5-F135-99B8-2514258FD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" y="1655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862" name="Text Box 24">
              <a:extLst>
                <a:ext uri="{FF2B5EF4-FFF2-40B4-BE49-F238E27FC236}">
                  <a16:creationId xmlns:a16="http://schemas.microsoft.com/office/drawing/2014/main" id="{C72FE9CC-135A-9ABA-DD07-5FEDCD5DF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" y="2139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33863" name="Text Box 25">
              <a:extLst>
                <a:ext uri="{FF2B5EF4-FFF2-40B4-BE49-F238E27FC236}">
                  <a16:creationId xmlns:a16="http://schemas.microsoft.com/office/drawing/2014/main" id="{32179CC2-2D8D-FDC7-D716-0BF72766D5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1" y="1696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33864" name="Line 26">
              <a:extLst>
                <a:ext uri="{FF2B5EF4-FFF2-40B4-BE49-F238E27FC236}">
                  <a16:creationId xmlns:a16="http://schemas.microsoft.com/office/drawing/2014/main" id="{AC5CC901-2209-5EE1-0432-10ED1AA94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9" y="178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65" name="Line 27">
              <a:extLst>
                <a:ext uri="{FF2B5EF4-FFF2-40B4-BE49-F238E27FC236}">
                  <a16:creationId xmlns:a16="http://schemas.microsoft.com/office/drawing/2014/main" id="{F0158760-382A-3BC5-2C82-44A950879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9" y="1405"/>
              <a:ext cx="0" cy="3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66" name="Line 28">
              <a:extLst>
                <a:ext uri="{FF2B5EF4-FFF2-40B4-BE49-F238E27FC236}">
                  <a16:creationId xmlns:a16="http://schemas.microsoft.com/office/drawing/2014/main" id="{492FAF57-49C4-4338-B59C-7A3C94F0BB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9" y="232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67" name="Line 29">
              <a:extLst>
                <a:ext uri="{FF2B5EF4-FFF2-40B4-BE49-F238E27FC236}">
                  <a16:creationId xmlns:a16="http://schemas.microsoft.com/office/drawing/2014/main" id="{87C751F3-8760-4FA0-2B41-039AD3C4B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9" y="2320"/>
              <a:ext cx="0" cy="4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68" name="Line 30">
              <a:extLst>
                <a:ext uri="{FF2B5EF4-FFF2-40B4-BE49-F238E27FC236}">
                  <a16:creationId xmlns:a16="http://schemas.microsoft.com/office/drawing/2014/main" id="{8F6138C8-088C-A495-8F9E-E5D76EA61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2" y="1862"/>
              <a:ext cx="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69" name="Text Box 31">
              <a:extLst>
                <a:ext uri="{FF2B5EF4-FFF2-40B4-BE49-F238E27FC236}">
                  <a16:creationId xmlns:a16="http://schemas.microsoft.com/office/drawing/2014/main" id="{5C04B338-4763-8FE7-8A22-53CD464AA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584"/>
              <a:ext cx="3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Q1</a:t>
              </a:r>
            </a:p>
          </p:txBody>
        </p:sp>
        <p:sp>
          <p:nvSpPr>
            <p:cNvPr id="33870" name="Text Box 32">
              <a:extLst>
                <a:ext uri="{FF2B5EF4-FFF2-40B4-BE49-F238E27FC236}">
                  <a16:creationId xmlns:a16="http://schemas.microsoft.com/office/drawing/2014/main" id="{C9FBD44A-078D-DDA2-5274-99160FC0E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" y="1200"/>
              <a:ext cx="3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D1</a:t>
              </a:r>
            </a:p>
          </p:txBody>
        </p:sp>
        <p:sp>
          <p:nvSpPr>
            <p:cNvPr id="33871" name="Rectangle 33">
              <a:extLst>
                <a:ext uri="{FF2B5EF4-FFF2-40B4-BE49-F238E27FC236}">
                  <a16:creationId xmlns:a16="http://schemas.microsoft.com/office/drawing/2014/main" id="{69EC3B2C-4440-C58C-7EB5-E9B11D67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3" y="1655"/>
              <a:ext cx="589" cy="7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3872" name="Text Box 34">
              <a:extLst>
                <a:ext uri="{FF2B5EF4-FFF2-40B4-BE49-F238E27FC236}">
                  <a16:creationId xmlns:a16="http://schemas.microsoft.com/office/drawing/2014/main" id="{F50A1433-11F7-248D-F184-BBE9BD87E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3" y="1655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873" name="Text Box 35">
              <a:extLst>
                <a:ext uri="{FF2B5EF4-FFF2-40B4-BE49-F238E27FC236}">
                  <a16:creationId xmlns:a16="http://schemas.microsoft.com/office/drawing/2014/main" id="{CE57F5FF-8F89-5D95-0EBE-D8D46D06A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3" y="2139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33874" name="Text Box 36">
              <a:extLst>
                <a:ext uri="{FF2B5EF4-FFF2-40B4-BE49-F238E27FC236}">
                  <a16:creationId xmlns:a16="http://schemas.microsoft.com/office/drawing/2014/main" id="{EB311688-39A7-9B89-EDB8-C97B8325F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1" y="1696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33875" name="Line 37">
              <a:extLst>
                <a:ext uri="{FF2B5EF4-FFF2-40B4-BE49-F238E27FC236}">
                  <a16:creationId xmlns:a16="http://schemas.microsoft.com/office/drawing/2014/main" id="{33A8DF1F-54BA-5E22-E4DB-BC4AB75F3E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9" y="178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76" name="Line 38">
              <a:extLst>
                <a:ext uri="{FF2B5EF4-FFF2-40B4-BE49-F238E27FC236}">
                  <a16:creationId xmlns:a16="http://schemas.microsoft.com/office/drawing/2014/main" id="{75659D60-1746-885A-F329-E2BC194087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9" y="1405"/>
              <a:ext cx="0" cy="3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77" name="Line 39">
              <a:extLst>
                <a:ext uri="{FF2B5EF4-FFF2-40B4-BE49-F238E27FC236}">
                  <a16:creationId xmlns:a16="http://schemas.microsoft.com/office/drawing/2014/main" id="{C63CF78A-69A1-DA76-5F79-D16592C580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9" y="232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78" name="Line 40">
              <a:extLst>
                <a:ext uri="{FF2B5EF4-FFF2-40B4-BE49-F238E27FC236}">
                  <a16:creationId xmlns:a16="http://schemas.microsoft.com/office/drawing/2014/main" id="{53F9F041-3F1B-40CF-5794-57ABAE19E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9" y="2320"/>
              <a:ext cx="0" cy="4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79" name="Line 41">
              <a:extLst>
                <a:ext uri="{FF2B5EF4-FFF2-40B4-BE49-F238E27FC236}">
                  <a16:creationId xmlns:a16="http://schemas.microsoft.com/office/drawing/2014/main" id="{F77FAF9F-AB47-5E92-3026-F02EE33713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2" y="1862"/>
              <a:ext cx="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80" name="Text Box 42">
              <a:extLst>
                <a:ext uri="{FF2B5EF4-FFF2-40B4-BE49-F238E27FC236}">
                  <a16:creationId xmlns:a16="http://schemas.microsoft.com/office/drawing/2014/main" id="{E30FC010-C9AB-AF27-475E-8D38658E3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584"/>
              <a:ext cx="3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Q2</a:t>
              </a:r>
            </a:p>
          </p:txBody>
        </p:sp>
        <p:sp>
          <p:nvSpPr>
            <p:cNvPr id="33881" name="Text Box 43">
              <a:extLst>
                <a:ext uri="{FF2B5EF4-FFF2-40B4-BE49-F238E27FC236}">
                  <a16:creationId xmlns:a16="http://schemas.microsoft.com/office/drawing/2014/main" id="{83F1FD53-7DCA-1CAB-726C-FF44DC8C1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00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D2</a:t>
              </a:r>
            </a:p>
          </p:txBody>
        </p:sp>
        <p:sp>
          <p:nvSpPr>
            <p:cNvPr id="33882" name="Rectangle 44">
              <a:extLst>
                <a:ext uri="{FF2B5EF4-FFF2-40B4-BE49-F238E27FC236}">
                  <a16:creationId xmlns:a16="http://schemas.microsoft.com/office/drawing/2014/main" id="{94F6329C-5993-05F0-0B52-5410EE011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1655"/>
              <a:ext cx="589" cy="7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3883" name="Text Box 45">
              <a:extLst>
                <a:ext uri="{FF2B5EF4-FFF2-40B4-BE49-F238E27FC236}">
                  <a16:creationId xmlns:a16="http://schemas.microsoft.com/office/drawing/2014/main" id="{AC52E7DC-B0E2-9138-A965-D47D5B760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1655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884" name="Text Box 46">
              <a:extLst>
                <a:ext uri="{FF2B5EF4-FFF2-40B4-BE49-F238E27FC236}">
                  <a16:creationId xmlns:a16="http://schemas.microsoft.com/office/drawing/2014/main" id="{EF287E85-95BF-047C-D121-E5BAA3574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2139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33885" name="Text Box 47">
              <a:extLst>
                <a:ext uri="{FF2B5EF4-FFF2-40B4-BE49-F238E27FC236}">
                  <a16:creationId xmlns:a16="http://schemas.microsoft.com/office/drawing/2014/main" id="{CB0EA437-4779-DC25-D9BE-7F5A6EF0D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" y="1696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33886" name="Line 48">
              <a:extLst>
                <a:ext uri="{FF2B5EF4-FFF2-40B4-BE49-F238E27FC236}">
                  <a16:creationId xmlns:a16="http://schemas.microsoft.com/office/drawing/2014/main" id="{1E9436D9-B8D1-EC45-9E19-10243ACFC1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79" y="178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87" name="Line 49">
              <a:extLst>
                <a:ext uri="{FF2B5EF4-FFF2-40B4-BE49-F238E27FC236}">
                  <a16:creationId xmlns:a16="http://schemas.microsoft.com/office/drawing/2014/main" id="{45AC801C-5D74-0915-C5D9-CBDC04D3C4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9" y="1405"/>
              <a:ext cx="0" cy="3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88" name="Line 50">
              <a:extLst>
                <a:ext uri="{FF2B5EF4-FFF2-40B4-BE49-F238E27FC236}">
                  <a16:creationId xmlns:a16="http://schemas.microsoft.com/office/drawing/2014/main" id="{47D3E8A3-F55D-84C9-6C6B-84002C228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79" y="232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89" name="Line 51">
              <a:extLst>
                <a:ext uri="{FF2B5EF4-FFF2-40B4-BE49-F238E27FC236}">
                  <a16:creationId xmlns:a16="http://schemas.microsoft.com/office/drawing/2014/main" id="{1DDA4E2D-0BA8-9868-0C9A-D290FAB73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9" y="2320"/>
              <a:ext cx="0" cy="4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90" name="Line 52">
              <a:extLst>
                <a:ext uri="{FF2B5EF4-FFF2-40B4-BE49-F238E27FC236}">
                  <a16:creationId xmlns:a16="http://schemas.microsoft.com/office/drawing/2014/main" id="{88502395-9F66-EBAF-2988-63DB9C46C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2" y="1862"/>
              <a:ext cx="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91" name="Text Box 53">
              <a:extLst>
                <a:ext uri="{FF2B5EF4-FFF2-40B4-BE49-F238E27FC236}">
                  <a16:creationId xmlns:a16="http://schemas.microsoft.com/office/drawing/2014/main" id="{D69EE97D-4399-8D7F-1878-FFF0E2E7D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1" y="1584"/>
              <a:ext cx="3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Q3</a:t>
              </a:r>
            </a:p>
          </p:txBody>
        </p:sp>
        <p:sp>
          <p:nvSpPr>
            <p:cNvPr id="33892" name="Text Box 54">
              <a:extLst>
                <a:ext uri="{FF2B5EF4-FFF2-40B4-BE49-F238E27FC236}">
                  <a16:creationId xmlns:a16="http://schemas.microsoft.com/office/drawing/2014/main" id="{ED5EB26F-81B7-42DF-5935-D0452D268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1200"/>
              <a:ext cx="5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D3</a:t>
              </a:r>
            </a:p>
          </p:txBody>
        </p:sp>
        <p:sp>
          <p:nvSpPr>
            <p:cNvPr id="33893" name="Line 55">
              <a:extLst>
                <a:ext uri="{FF2B5EF4-FFF2-40B4-BE49-F238E27FC236}">
                  <a16:creationId xmlns:a16="http://schemas.microsoft.com/office/drawing/2014/main" id="{1BDE0F63-E704-35BF-8079-B950B15B7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" y="2736"/>
              <a:ext cx="53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576" name="Group 56">
            <a:extLst>
              <a:ext uri="{FF2B5EF4-FFF2-40B4-BE49-F238E27FC236}">
                <a16:creationId xmlns:a16="http://schemas.microsoft.com/office/drawing/2014/main" id="{7A455EA1-D040-A948-A1A5-53F412BD6B0E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648200"/>
            <a:ext cx="7010400" cy="381000"/>
            <a:chOff x="864" y="2928"/>
            <a:chExt cx="4416" cy="240"/>
          </a:xfrm>
        </p:grpSpPr>
        <p:sp>
          <p:nvSpPr>
            <p:cNvPr id="33840" name="Line 57">
              <a:extLst>
                <a:ext uri="{FF2B5EF4-FFF2-40B4-BE49-F238E27FC236}">
                  <a16:creationId xmlns:a16="http://schemas.microsoft.com/office/drawing/2014/main" id="{BE39025C-49BC-AA32-531D-8C7CDCFF2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16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1" name="Line 58">
              <a:extLst>
                <a:ext uri="{FF2B5EF4-FFF2-40B4-BE49-F238E27FC236}">
                  <a16:creationId xmlns:a16="http://schemas.microsoft.com/office/drawing/2014/main" id="{EFCC3289-B8C4-3022-E9BD-C718A3998C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2" name="Line 59">
              <a:extLst>
                <a:ext uri="{FF2B5EF4-FFF2-40B4-BE49-F238E27FC236}">
                  <a16:creationId xmlns:a16="http://schemas.microsoft.com/office/drawing/2014/main" id="{6D61049A-6E7E-43A7-4461-21361ACD8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92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3" name="Line 60">
              <a:extLst>
                <a:ext uri="{FF2B5EF4-FFF2-40B4-BE49-F238E27FC236}">
                  <a16:creationId xmlns:a16="http://schemas.microsoft.com/office/drawing/2014/main" id="{D5B93B69-3E38-946B-42F7-1E78BE929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928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4" name="Line 61">
              <a:extLst>
                <a:ext uri="{FF2B5EF4-FFF2-40B4-BE49-F238E27FC236}">
                  <a16:creationId xmlns:a16="http://schemas.microsoft.com/office/drawing/2014/main" id="{B9958A59-A024-4D5A-28C4-BE1017232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168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5" name="Line 62">
              <a:extLst>
                <a:ext uri="{FF2B5EF4-FFF2-40B4-BE49-F238E27FC236}">
                  <a16:creationId xmlns:a16="http://schemas.microsoft.com/office/drawing/2014/main" id="{396051EA-4CB2-0F2B-E1B4-B02D64B30C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6" name="Line 63">
              <a:extLst>
                <a:ext uri="{FF2B5EF4-FFF2-40B4-BE49-F238E27FC236}">
                  <a16:creationId xmlns:a16="http://schemas.microsoft.com/office/drawing/2014/main" id="{4647DD06-EB53-13C4-59C8-3631D9774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92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7" name="Line 64">
              <a:extLst>
                <a:ext uri="{FF2B5EF4-FFF2-40B4-BE49-F238E27FC236}">
                  <a16:creationId xmlns:a16="http://schemas.microsoft.com/office/drawing/2014/main" id="{ECC107AB-D71D-B662-C95A-BE121EEE9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8" name="Line 65">
              <a:extLst>
                <a:ext uri="{FF2B5EF4-FFF2-40B4-BE49-F238E27FC236}">
                  <a16:creationId xmlns:a16="http://schemas.microsoft.com/office/drawing/2014/main" id="{755CA6E6-CF85-3AB9-ED93-761E5B7E6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16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586" name="Group 66">
            <a:extLst>
              <a:ext uri="{FF2B5EF4-FFF2-40B4-BE49-F238E27FC236}">
                <a16:creationId xmlns:a16="http://schemas.microsoft.com/office/drawing/2014/main" id="{C4D7FA80-F138-4FB2-4349-D6D1EBF0C38D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738688"/>
            <a:ext cx="1295400" cy="2043112"/>
            <a:chOff x="144" y="2985"/>
            <a:chExt cx="816" cy="1287"/>
          </a:xfrm>
        </p:grpSpPr>
        <p:sp>
          <p:nvSpPr>
            <p:cNvPr id="33837" name="Text Box 67">
              <a:extLst>
                <a:ext uri="{FF2B5EF4-FFF2-40B4-BE49-F238E27FC236}">
                  <a16:creationId xmlns:a16="http://schemas.microsoft.com/office/drawing/2014/main" id="{1E15668D-9BB8-75CA-C602-BDB788DA80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985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33838" name="Text Box 68">
              <a:extLst>
                <a:ext uri="{FF2B5EF4-FFF2-40B4-BE49-F238E27FC236}">
                  <a16:creationId xmlns:a16="http://schemas.microsoft.com/office/drawing/2014/main" id="{21C37983-F1A9-54FD-B6E1-481633C11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3417"/>
              <a:ext cx="8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D0~D3</a:t>
              </a:r>
            </a:p>
          </p:txBody>
        </p:sp>
        <p:sp>
          <p:nvSpPr>
            <p:cNvPr id="33839" name="Text Box 69">
              <a:extLst>
                <a:ext uri="{FF2B5EF4-FFF2-40B4-BE49-F238E27FC236}">
                  <a16:creationId xmlns:a16="http://schemas.microsoft.com/office/drawing/2014/main" id="{47FD82B3-BE13-2C05-1548-321F3768B7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3945"/>
              <a:ext cx="8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Q0~Q3</a:t>
              </a:r>
            </a:p>
          </p:txBody>
        </p:sp>
      </p:grpSp>
      <p:grpSp>
        <p:nvGrpSpPr>
          <p:cNvPr id="491590" name="Group 70">
            <a:extLst>
              <a:ext uri="{FF2B5EF4-FFF2-40B4-BE49-F238E27FC236}">
                <a16:creationId xmlns:a16="http://schemas.microsoft.com/office/drawing/2014/main" id="{34A5F3C4-DE0A-0B77-E826-8A19FF8794CB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6172200"/>
            <a:ext cx="6858000" cy="533400"/>
            <a:chOff x="960" y="3888"/>
            <a:chExt cx="4320" cy="336"/>
          </a:xfrm>
        </p:grpSpPr>
        <p:sp>
          <p:nvSpPr>
            <p:cNvPr id="33827" name="Line 71">
              <a:extLst>
                <a:ext uri="{FF2B5EF4-FFF2-40B4-BE49-F238E27FC236}">
                  <a16:creationId xmlns:a16="http://schemas.microsoft.com/office/drawing/2014/main" id="{4E3870B4-C776-03A3-A3F3-7BD8D3E65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888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8" name="Line 72">
              <a:extLst>
                <a:ext uri="{FF2B5EF4-FFF2-40B4-BE49-F238E27FC236}">
                  <a16:creationId xmlns:a16="http://schemas.microsoft.com/office/drawing/2014/main" id="{8A7A9B82-DF66-61D8-36D1-23EEBC2323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4224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9" name="Line 73">
              <a:extLst>
                <a:ext uri="{FF2B5EF4-FFF2-40B4-BE49-F238E27FC236}">
                  <a16:creationId xmlns:a16="http://schemas.microsoft.com/office/drawing/2014/main" id="{FD696AED-10A3-16DA-0ABF-2CAA1C1C84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0" name="Line 74">
              <a:extLst>
                <a:ext uri="{FF2B5EF4-FFF2-40B4-BE49-F238E27FC236}">
                  <a16:creationId xmlns:a16="http://schemas.microsoft.com/office/drawing/2014/main" id="{2E3CD58C-402F-A471-B77B-932C4C229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1" name="Line 75">
              <a:extLst>
                <a:ext uri="{FF2B5EF4-FFF2-40B4-BE49-F238E27FC236}">
                  <a16:creationId xmlns:a16="http://schemas.microsoft.com/office/drawing/2014/main" id="{3D599610-A30B-E43C-E549-30ECFA4D1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2" name="Line 76">
              <a:extLst>
                <a:ext uri="{FF2B5EF4-FFF2-40B4-BE49-F238E27FC236}">
                  <a16:creationId xmlns:a16="http://schemas.microsoft.com/office/drawing/2014/main" id="{3EABA16B-1F67-EA3B-7EDB-BEA7CF005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3" name="Line 77">
              <a:extLst>
                <a:ext uri="{FF2B5EF4-FFF2-40B4-BE49-F238E27FC236}">
                  <a16:creationId xmlns:a16="http://schemas.microsoft.com/office/drawing/2014/main" id="{7112953E-968B-BE8C-765C-15DDB4BB83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4" name="Line 78">
              <a:extLst>
                <a:ext uri="{FF2B5EF4-FFF2-40B4-BE49-F238E27FC236}">
                  <a16:creationId xmlns:a16="http://schemas.microsoft.com/office/drawing/2014/main" id="{A3AFF3F6-8ACB-58AA-8B2F-4AEE7A65B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" name="Line 79">
              <a:extLst>
                <a:ext uri="{FF2B5EF4-FFF2-40B4-BE49-F238E27FC236}">
                  <a16:creationId xmlns:a16="http://schemas.microsoft.com/office/drawing/2014/main" id="{82C66E15-65C4-6ECC-3715-F3F4E9D0A5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6" name="Line 80">
              <a:extLst>
                <a:ext uri="{FF2B5EF4-FFF2-40B4-BE49-F238E27FC236}">
                  <a16:creationId xmlns:a16="http://schemas.microsoft.com/office/drawing/2014/main" id="{A4666226-19D7-67F6-7545-AF10DC91F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1601" name="Text Box 81">
            <a:extLst>
              <a:ext uri="{FF2B5EF4-FFF2-40B4-BE49-F238E27FC236}">
                <a16:creationId xmlns:a16="http://schemas.microsoft.com/office/drawing/2014/main" id="{A441957B-6ED1-AF5D-521C-BE1DF503B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1101</a:t>
            </a:r>
          </a:p>
        </p:txBody>
      </p:sp>
      <p:grpSp>
        <p:nvGrpSpPr>
          <p:cNvPr id="491602" name="Group 82">
            <a:extLst>
              <a:ext uri="{FF2B5EF4-FFF2-40B4-BE49-F238E27FC236}">
                <a16:creationId xmlns:a16="http://schemas.microsoft.com/office/drawing/2014/main" id="{B5CA19B1-B61F-7493-E9A8-B0ABD44175AF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410200"/>
            <a:ext cx="6858000" cy="533400"/>
            <a:chOff x="960" y="3408"/>
            <a:chExt cx="4320" cy="336"/>
          </a:xfrm>
        </p:grpSpPr>
        <p:sp>
          <p:nvSpPr>
            <p:cNvPr id="33810" name="Line 83">
              <a:extLst>
                <a:ext uri="{FF2B5EF4-FFF2-40B4-BE49-F238E27FC236}">
                  <a16:creationId xmlns:a16="http://schemas.microsoft.com/office/drawing/2014/main" id="{C3D66909-5B1E-6A7B-4ED5-B16AE5EF2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408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1" name="Line 84">
              <a:extLst>
                <a:ext uri="{FF2B5EF4-FFF2-40B4-BE49-F238E27FC236}">
                  <a16:creationId xmlns:a16="http://schemas.microsoft.com/office/drawing/2014/main" id="{7072F773-0E2F-7FE4-8569-EACA53F71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744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2" name="Line 85">
              <a:extLst>
                <a:ext uri="{FF2B5EF4-FFF2-40B4-BE49-F238E27FC236}">
                  <a16:creationId xmlns:a16="http://schemas.microsoft.com/office/drawing/2014/main" id="{ACB14ABC-71A5-75B4-29C4-AD8B78A80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3" name="Line 86">
              <a:extLst>
                <a:ext uri="{FF2B5EF4-FFF2-40B4-BE49-F238E27FC236}">
                  <a16:creationId xmlns:a16="http://schemas.microsoft.com/office/drawing/2014/main" id="{FDDEC447-BA8C-5183-270C-A78744C50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4" name="Line 87">
              <a:extLst>
                <a:ext uri="{FF2B5EF4-FFF2-40B4-BE49-F238E27FC236}">
                  <a16:creationId xmlns:a16="http://schemas.microsoft.com/office/drawing/2014/main" id="{002FC3D5-B80E-0513-FAD8-374D2AC0DA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5" name="Line 88">
              <a:extLst>
                <a:ext uri="{FF2B5EF4-FFF2-40B4-BE49-F238E27FC236}">
                  <a16:creationId xmlns:a16="http://schemas.microsoft.com/office/drawing/2014/main" id="{5B4B97A4-3FD3-F6AD-FCBA-8E7FC8057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6" name="Line 89">
              <a:extLst>
                <a:ext uri="{FF2B5EF4-FFF2-40B4-BE49-F238E27FC236}">
                  <a16:creationId xmlns:a16="http://schemas.microsoft.com/office/drawing/2014/main" id="{8587955A-7995-DEF3-878B-47A95F840C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7" name="Line 90">
              <a:extLst>
                <a:ext uri="{FF2B5EF4-FFF2-40B4-BE49-F238E27FC236}">
                  <a16:creationId xmlns:a16="http://schemas.microsoft.com/office/drawing/2014/main" id="{0AC16540-39A7-2956-6787-797A02F47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8" name="Line 91">
              <a:extLst>
                <a:ext uri="{FF2B5EF4-FFF2-40B4-BE49-F238E27FC236}">
                  <a16:creationId xmlns:a16="http://schemas.microsoft.com/office/drawing/2014/main" id="{AFA52F00-2674-3D2E-E5F5-77A592C6B9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9" name="Line 92">
              <a:extLst>
                <a:ext uri="{FF2B5EF4-FFF2-40B4-BE49-F238E27FC236}">
                  <a16:creationId xmlns:a16="http://schemas.microsoft.com/office/drawing/2014/main" id="{420FBA87-D77C-AC6F-9576-ED7C6090C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0" name="Line 93">
              <a:extLst>
                <a:ext uri="{FF2B5EF4-FFF2-40B4-BE49-F238E27FC236}">
                  <a16:creationId xmlns:a16="http://schemas.microsoft.com/office/drawing/2014/main" id="{4078BD84-CE58-938E-6EA1-B243751B15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1" name="Line 94">
              <a:extLst>
                <a:ext uri="{FF2B5EF4-FFF2-40B4-BE49-F238E27FC236}">
                  <a16:creationId xmlns:a16="http://schemas.microsoft.com/office/drawing/2014/main" id="{9FB7BFDD-C13F-A615-11DA-2EBD2319B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2" name="Text Box 95">
              <a:extLst>
                <a:ext uri="{FF2B5EF4-FFF2-40B4-BE49-F238E27FC236}">
                  <a16:creationId xmlns:a16="http://schemas.microsoft.com/office/drawing/2014/main" id="{76D1CBBA-1668-5AA8-F8E2-BEA539BF26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408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0100</a:t>
              </a:r>
            </a:p>
          </p:txBody>
        </p:sp>
        <p:sp>
          <p:nvSpPr>
            <p:cNvPr id="33823" name="Text Box 96">
              <a:extLst>
                <a:ext uri="{FF2B5EF4-FFF2-40B4-BE49-F238E27FC236}">
                  <a16:creationId xmlns:a16="http://schemas.microsoft.com/office/drawing/2014/main" id="{6138EA04-0D4D-A3F8-D603-E526B4D05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408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1101</a:t>
              </a:r>
            </a:p>
          </p:txBody>
        </p:sp>
        <p:sp>
          <p:nvSpPr>
            <p:cNvPr id="33824" name="Text Box 97">
              <a:extLst>
                <a:ext uri="{FF2B5EF4-FFF2-40B4-BE49-F238E27FC236}">
                  <a16:creationId xmlns:a16="http://schemas.microsoft.com/office/drawing/2014/main" id="{48BE4F83-421D-5978-6168-117B2DA02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417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1111</a:t>
              </a:r>
            </a:p>
          </p:txBody>
        </p:sp>
        <p:sp>
          <p:nvSpPr>
            <p:cNvPr id="33825" name="Text Box 98">
              <a:extLst>
                <a:ext uri="{FF2B5EF4-FFF2-40B4-BE49-F238E27FC236}">
                  <a16:creationId xmlns:a16="http://schemas.microsoft.com/office/drawing/2014/main" id="{22CE22CB-EE74-0483-0765-5E4CF6D95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417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0000</a:t>
              </a:r>
            </a:p>
          </p:txBody>
        </p:sp>
        <p:sp>
          <p:nvSpPr>
            <p:cNvPr id="33826" name="Text Box 99">
              <a:extLst>
                <a:ext uri="{FF2B5EF4-FFF2-40B4-BE49-F238E27FC236}">
                  <a16:creationId xmlns:a16="http://schemas.microsoft.com/office/drawing/2014/main" id="{D780AE53-6D57-B132-B103-2B2A049AE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417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1010</a:t>
              </a:r>
            </a:p>
          </p:txBody>
        </p:sp>
      </p:grpSp>
      <p:sp>
        <p:nvSpPr>
          <p:cNvPr id="491620" name="Text Box 100">
            <a:extLst>
              <a:ext uri="{FF2B5EF4-FFF2-40B4-BE49-F238E27FC236}">
                <a16:creationId xmlns:a16="http://schemas.microsoft.com/office/drawing/2014/main" id="{32382A6A-17F7-6B02-2F4E-B0EB1E4F4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61864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1010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9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9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9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49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9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49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9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49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9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49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9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6" grpId="0" autoUpdateAnimBg="0"/>
      <p:bldP spid="491527" grpId="0" autoUpdateAnimBg="0"/>
      <p:bldP spid="491601" grpId="0" autoUpdateAnimBg="0"/>
      <p:bldP spid="49162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02A29B-7B57-FAA3-3CB5-F86C34C1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EDE2990-ABB1-48C3-B048-767E5D2CB018}" type="slidenum">
              <a:rPr lang="en-US" altLang="zh-CN" sz="1000" smtClean="0"/>
              <a:pPr>
                <a:defRPr/>
              </a:pPr>
              <a:t>31</a:t>
            </a:fld>
            <a:endParaRPr lang="en-US" altLang="zh-CN" sz="1000" dirty="0"/>
          </a:p>
        </p:txBody>
      </p:sp>
      <p:sp>
        <p:nvSpPr>
          <p:cNvPr id="591874" name="Rectangle 2050">
            <a:extLst>
              <a:ext uri="{FF2B5EF4-FFF2-40B4-BE49-F238E27FC236}">
                <a16:creationId xmlns:a16="http://schemas.microsoft.com/office/drawing/2014/main" id="{0A2AF498-9340-641E-0D4F-65AB01750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91875" name="Rectangle 2051">
            <a:extLst>
              <a:ext uri="{FF2B5EF4-FFF2-40B4-BE49-F238E27FC236}">
                <a16:creationId xmlns:a16="http://schemas.microsoft.com/office/drawing/2014/main" id="{2E7C29C8-5963-7F46-FBAB-3114BB3D4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電位觸發方式</a:t>
            </a:r>
            <a:r>
              <a:rPr lang="en-US" altLang="zh-CN" b="1" dirty="0"/>
              <a:t>FF (Level Trigger)</a:t>
            </a:r>
          </a:p>
          <a:p>
            <a:pPr eaLnBrk="1" hangingPunct="1">
              <a:defRPr/>
            </a:pPr>
            <a:r>
              <a:rPr lang="zh-CN" altLang="en-US" b="1" dirty="0"/>
              <a:t>特點：</a:t>
            </a:r>
            <a:endParaRPr lang="en-US" altLang="zh-CN" b="1" dirty="0"/>
          </a:p>
          <a:p>
            <a:pPr lvl="1" eaLnBrk="1" hangingPunct="1">
              <a:defRPr/>
            </a:pPr>
            <a:r>
              <a:rPr lang="zh-CN" altLang="en-US" b="1" dirty="0"/>
              <a:t>當觸發器的同步控制信號</a:t>
            </a:r>
            <a:r>
              <a:rPr lang="en-US" altLang="zh-CN" b="1" dirty="0"/>
              <a:t>E</a:t>
            </a:r>
            <a:r>
              <a:rPr lang="zh-CN" altLang="en-US" b="1" dirty="0"/>
              <a:t>為約定的狀態時（</a:t>
            </a:r>
            <a:r>
              <a:rPr lang="en-US" altLang="zh-CN" b="1" dirty="0"/>
              <a:t>0</a:t>
            </a:r>
            <a:r>
              <a:rPr lang="zh-CN" altLang="en-US" b="1" dirty="0"/>
              <a:t>或</a:t>
            </a:r>
            <a:r>
              <a:rPr lang="en-US" altLang="zh-CN" b="1" dirty="0"/>
              <a:t>1)</a:t>
            </a:r>
            <a:r>
              <a:rPr lang="zh-CN" altLang="en-US" b="1" dirty="0"/>
              <a:t>，觸發器接收資料，輸入資料的任何變化都會在輸出端得到反映。</a:t>
            </a:r>
          </a:p>
          <a:p>
            <a:pPr lvl="1" eaLnBrk="1" hangingPunct="1">
              <a:defRPr/>
            </a:pPr>
            <a:r>
              <a:rPr lang="zh-CN" altLang="en-US" b="1" dirty="0"/>
              <a:t>當</a:t>
            </a:r>
            <a:r>
              <a:rPr lang="en-US" altLang="zh-CN" b="1" dirty="0"/>
              <a:t>E</a:t>
            </a:r>
            <a:r>
              <a:rPr lang="zh-CN" altLang="en-US" b="1" dirty="0"/>
              <a:t>為非約定狀態時，觸發器的狀態保持不變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灯片编号占位符 5">
            <a:extLst>
              <a:ext uri="{FF2B5EF4-FFF2-40B4-BE49-F238E27FC236}">
                <a16:creationId xmlns:a16="http://schemas.microsoft.com/office/drawing/2014/main" id="{FDCCAB6D-2178-F74D-5A92-F4DD0945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3B0813B-0381-4063-B511-830781C90EA8}" type="slidenum">
              <a:rPr lang="en-US" altLang="zh-CN" sz="1000" smtClean="0"/>
              <a:pPr>
                <a:defRPr/>
              </a:pPr>
              <a:t>32</a:t>
            </a:fld>
            <a:endParaRPr lang="en-US" altLang="zh-CN" sz="1000" dirty="0"/>
          </a:p>
        </p:txBody>
      </p:sp>
      <p:sp>
        <p:nvSpPr>
          <p:cNvPr id="492546" name="Rectangle 2">
            <a:extLst>
              <a:ext uri="{FF2B5EF4-FFF2-40B4-BE49-F238E27FC236}">
                <a16:creationId xmlns:a16="http://schemas.microsoft.com/office/drawing/2014/main" id="{37FC5449-6D66-55E2-765E-AE00E7E4A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電位型</a:t>
            </a:r>
            <a:r>
              <a:rPr lang="en-US" altLang="zh-CN" dirty="0"/>
              <a:t>D</a:t>
            </a:r>
            <a:r>
              <a:rPr lang="zh-CN" altLang="en-US" dirty="0"/>
              <a:t>觸發器</a:t>
            </a:r>
            <a:r>
              <a:rPr lang="en-US" altLang="zh-CN" dirty="0"/>
              <a:t>(</a:t>
            </a:r>
            <a:r>
              <a:rPr lang="zh-CN" altLang="en-US" dirty="0"/>
              <a:t>鎖存器</a:t>
            </a:r>
            <a:r>
              <a:rPr lang="en-US" altLang="zh-CN" dirty="0"/>
              <a:t>)</a:t>
            </a:r>
            <a:r>
              <a:rPr lang="zh-CN" altLang="en-US" dirty="0"/>
              <a:t>存在的問題：</a:t>
            </a:r>
          </a:p>
          <a:p>
            <a:pPr lvl="1" eaLnBrk="1" hangingPunct="1">
              <a:defRPr/>
            </a:pPr>
            <a:r>
              <a:rPr lang="zh-CN" altLang="en-US" dirty="0"/>
              <a:t>抗干擾能力較差</a:t>
            </a:r>
          </a:p>
          <a:p>
            <a:pPr lvl="1" eaLnBrk="1" hangingPunct="1">
              <a:defRPr/>
            </a:pPr>
            <a:r>
              <a:rPr lang="zh-CN" altLang="en-US" dirty="0"/>
              <a:t>接收使能（時鐘）脈衝某一跳變來到時，輸出才變化為輸入的值。</a:t>
            </a:r>
          </a:p>
        </p:txBody>
      </p:sp>
      <p:sp>
        <p:nvSpPr>
          <p:cNvPr id="492547" name="Rectangle 3">
            <a:extLst>
              <a:ext uri="{FF2B5EF4-FFF2-40B4-BE49-F238E27FC236}">
                <a16:creationId xmlns:a16="http://schemas.microsoft.com/office/drawing/2014/main" id="{F7614BD5-E6BB-5320-AFF4-53B8920D7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 </a:t>
            </a:r>
            <a:r>
              <a:rPr lang="zh-CN" altLang="en-US" dirty="0"/>
              <a:t>觸發器</a:t>
            </a:r>
          </a:p>
        </p:txBody>
      </p:sp>
      <p:grpSp>
        <p:nvGrpSpPr>
          <p:cNvPr id="492548" name="Group 4">
            <a:extLst>
              <a:ext uri="{FF2B5EF4-FFF2-40B4-BE49-F238E27FC236}">
                <a16:creationId xmlns:a16="http://schemas.microsoft.com/office/drawing/2014/main" id="{99353745-0821-153E-126C-D958D95957F7}"/>
              </a:ext>
            </a:extLst>
          </p:cNvPr>
          <p:cNvGrpSpPr>
            <a:grpSpLocks/>
          </p:cNvGrpSpPr>
          <p:nvPr/>
        </p:nvGrpSpPr>
        <p:grpSpPr bwMode="auto">
          <a:xfrm>
            <a:off x="1927225" y="3657600"/>
            <a:ext cx="7064375" cy="381000"/>
            <a:chOff x="384" y="2112"/>
            <a:chExt cx="5184" cy="240"/>
          </a:xfrm>
        </p:grpSpPr>
        <p:sp>
          <p:nvSpPr>
            <p:cNvPr id="35891" name="Line 5">
              <a:extLst>
                <a:ext uri="{FF2B5EF4-FFF2-40B4-BE49-F238E27FC236}">
                  <a16:creationId xmlns:a16="http://schemas.microsoft.com/office/drawing/2014/main" id="{63735B62-B3DC-BA61-B406-B66C46B00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3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2" name="Line 6">
              <a:extLst>
                <a:ext uri="{FF2B5EF4-FFF2-40B4-BE49-F238E27FC236}">
                  <a16:creationId xmlns:a16="http://schemas.microsoft.com/office/drawing/2014/main" id="{480EFD7A-CCBE-A585-1FFA-98F832D561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211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3" name="Line 7">
              <a:extLst>
                <a:ext uri="{FF2B5EF4-FFF2-40B4-BE49-F238E27FC236}">
                  <a16:creationId xmlns:a16="http://schemas.microsoft.com/office/drawing/2014/main" id="{BF602507-E4CF-F8C4-0809-018ACFEE0A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11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4" name="Line 8">
              <a:extLst>
                <a:ext uri="{FF2B5EF4-FFF2-40B4-BE49-F238E27FC236}">
                  <a16:creationId xmlns:a16="http://schemas.microsoft.com/office/drawing/2014/main" id="{96C522EB-7D8C-DD61-7805-8E2626B47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11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5" name="Line 9">
              <a:extLst>
                <a:ext uri="{FF2B5EF4-FFF2-40B4-BE49-F238E27FC236}">
                  <a16:creationId xmlns:a16="http://schemas.microsoft.com/office/drawing/2014/main" id="{89EFA6B4-81A4-2743-4551-DEBB44551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3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6" name="Line 10">
              <a:extLst>
                <a:ext uri="{FF2B5EF4-FFF2-40B4-BE49-F238E27FC236}">
                  <a16:creationId xmlns:a16="http://schemas.microsoft.com/office/drawing/2014/main" id="{3BEB4EE7-9E10-6D17-F2C3-0E392EFDD3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211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7" name="Line 11">
              <a:extLst>
                <a:ext uri="{FF2B5EF4-FFF2-40B4-BE49-F238E27FC236}">
                  <a16:creationId xmlns:a16="http://schemas.microsoft.com/office/drawing/2014/main" id="{4AEA2C68-02F3-FD75-E38A-D509D3725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11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8" name="Line 12">
              <a:extLst>
                <a:ext uri="{FF2B5EF4-FFF2-40B4-BE49-F238E27FC236}">
                  <a16:creationId xmlns:a16="http://schemas.microsoft.com/office/drawing/2014/main" id="{B8365C21-2D60-9C70-E61D-061315C626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11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9" name="Line 13">
              <a:extLst>
                <a:ext uri="{FF2B5EF4-FFF2-40B4-BE49-F238E27FC236}">
                  <a16:creationId xmlns:a16="http://schemas.microsoft.com/office/drawing/2014/main" id="{F62DC1F6-DEC4-9FCA-D558-055E75085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3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0" name="Line 14">
              <a:extLst>
                <a:ext uri="{FF2B5EF4-FFF2-40B4-BE49-F238E27FC236}">
                  <a16:creationId xmlns:a16="http://schemas.microsoft.com/office/drawing/2014/main" id="{02CFA120-3C81-E018-4665-E02F57B191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211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1" name="Line 15">
              <a:extLst>
                <a:ext uri="{FF2B5EF4-FFF2-40B4-BE49-F238E27FC236}">
                  <a16:creationId xmlns:a16="http://schemas.microsoft.com/office/drawing/2014/main" id="{F0A1EA26-073D-96C3-196D-D5CCC306D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1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2" name="Line 16">
              <a:extLst>
                <a:ext uri="{FF2B5EF4-FFF2-40B4-BE49-F238E27FC236}">
                  <a16:creationId xmlns:a16="http://schemas.microsoft.com/office/drawing/2014/main" id="{B873EA29-9171-4A13-5C85-C491478944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11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3" name="Line 17">
              <a:extLst>
                <a:ext uri="{FF2B5EF4-FFF2-40B4-BE49-F238E27FC236}">
                  <a16:creationId xmlns:a16="http://schemas.microsoft.com/office/drawing/2014/main" id="{A5333A56-21C6-0949-6DAB-EB4E361AF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3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2562" name="Group 18">
            <a:extLst>
              <a:ext uri="{FF2B5EF4-FFF2-40B4-BE49-F238E27FC236}">
                <a16:creationId xmlns:a16="http://schemas.microsoft.com/office/drawing/2014/main" id="{0406673B-6855-EA66-6D40-C3A9E8C3223F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4419600"/>
            <a:ext cx="6934200" cy="381000"/>
            <a:chOff x="384" y="2592"/>
            <a:chExt cx="5088" cy="240"/>
          </a:xfrm>
        </p:grpSpPr>
        <p:sp>
          <p:nvSpPr>
            <p:cNvPr id="35876" name="Line 19">
              <a:extLst>
                <a:ext uri="{FF2B5EF4-FFF2-40B4-BE49-F238E27FC236}">
                  <a16:creationId xmlns:a16="http://schemas.microsoft.com/office/drawing/2014/main" id="{B9904B2B-2C83-D0A1-7450-1B0C85715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83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7" name="Line 20">
              <a:extLst>
                <a:ext uri="{FF2B5EF4-FFF2-40B4-BE49-F238E27FC236}">
                  <a16:creationId xmlns:a16="http://schemas.microsoft.com/office/drawing/2014/main" id="{88B0A731-ED8C-D0D6-EF36-D065338EBB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59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8" name="Line 21">
              <a:extLst>
                <a:ext uri="{FF2B5EF4-FFF2-40B4-BE49-F238E27FC236}">
                  <a16:creationId xmlns:a16="http://schemas.microsoft.com/office/drawing/2014/main" id="{87CED649-5FE1-F653-9AC5-771832808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59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9" name="Line 22">
              <a:extLst>
                <a:ext uri="{FF2B5EF4-FFF2-40B4-BE49-F238E27FC236}">
                  <a16:creationId xmlns:a16="http://schemas.microsoft.com/office/drawing/2014/main" id="{92BEE200-0BF3-9913-27BD-611BFD617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5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0" name="Line 23">
              <a:extLst>
                <a:ext uri="{FF2B5EF4-FFF2-40B4-BE49-F238E27FC236}">
                  <a16:creationId xmlns:a16="http://schemas.microsoft.com/office/drawing/2014/main" id="{80D1219E-3E9F-252A-42AD-8489DF612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83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1" name="Line 24">
              <a:extLst>
                <a:ext uri="{FF2B5EF4-FFF2-40B4-BE49-F238E27FC236}">
                  <a16:creationId xmlns:a16="http://schemas.microsoft.com/office/drawing/2014/main" id="{95B2981A-47CB-13F6-3C21-5EEDFC8C5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5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2" name="Line 25">
              <a:extLst>
                <a:ext uri="{FF2B5EF4-FFF2-40B4-BE49-F238E27FC236}">
                  <a16:creationId xmlns:a16="http://schemas.microsoft.com/office/drawing/2014/main" id="{C52F73E4-EB46-1441-E17A-5A637F43F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5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3" name="Line 26">
              <a:extLst>
                <a:ext uri="{FF2B5EF4-FFF2-40B4-BE49-F238E27FC236}">
                  <a16:creationId xmlns:a16="http://schemas.microsoft.com/office/drawing/2014/main" id="{6DCBF080-2D59-3DE3-5646-9346F8365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5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4" name="Line 27">
              <a:extLst>
                <a:ext uri="{FF2B5EF4-FFF2-40B4-BE49-F238E27FC236}">
                  <a16:creationId xmlns:a16="http://schemas.microsoft.com/office/drawing/2014/main" id="{4346414D-F55C-4072-906B-205BE4A95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83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5" name="Line 28">
              <a:extLst>
                <a:ext uri="{FF2B5EF4-FFF2-40B4-BE49-F238E27FC236}">
                  <a16:creationId xmlns:a16="http://schemas.microsoft.com/office/drawing/2014/main" id="{7AC338E7-88A5-8FF4-EBE1-B9E21C58A7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5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6" name="Line 29">
              <a:extLst>
                <a:ext uri="{FF2B5EF4-FFF2-40B4-BE49-F238E27FC236}">
                  <a16:creationId xmlns:a16="http://schemas.microsoft.com/office/drawing/2014/main" id="{3CEBCECB-F3BC-F7B4-157E-ADF583C4B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5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7" name="Line 30">
              <a:extLst>
                <a:ext uri="{FF2B5EF4-FFF2-40B4-BE49-F238E27FC236}">
                  <a16:creationId xmlns:a16="http://schemas.microsoft.com/office/drawing/2014/main" id="{B14F2372-4D22-D353-DD3D-4CE1A0E5B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5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8" name="Line 31">
              <a:extLst>
                <a:ext uri="{FF2B5EF4-FFF2-40B4-BE49-F238E27FC236}">
                  <a16:creationId xmlns:a16="http://schemas.microsoft.com/office/drawing/2014/main" id="{09ECDDED-A82D-E072-78D1-16CAC908F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83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9" name="Line 32">
              <a:extLst>
                <a:ext uri="{FF2B5EF4-FFF2-40B4-BE49-F238E27FC236}">
                  <a16:creationId xmlns:a16="http://schemas.microsoft.com/office/drawing/2014/main" id="{6A3EAD0C-CA2F-AFEE-4C29-5EE46516AB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25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0" name="Line 33">
              <a:extLst>
                <a:ext uri="{FF2B5EF4-FFF2-40B4-BE49-F238E27FC236}">
                  <a16:creationId xmlns:a16="http://schemas.microsoft.com/office/drawing/2014/main" id="{E20B6520-8494-C367-EA98-C96D4BFF1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592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2578" name="Group 34">
            <a:extLst>
              <a:ext uri="{FF2B5EF4-FFF2-40B4-BE49-F238E27FC236}">
                <a16:creationId xmlns:a16="http://schemas.microsoft.com/office/drawing/2014/main" id="{AFF82410-6557-AD1B-A058-9AD664DE088D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029200"/>
            <a:ext cx="6934200" cy="381000"/>
            <a:chOff x="384" y="2976"/>
            <a:chExt cx="5088" cy="240"/>
          </a:xfrm>
        </p:grpSpPr>
        <p:sp>
          <p:nvSpPr>
            <p:cNvPr id="35862" name="Line 35">
              <a:extLst>
                <a:ext uri="{FF2B5EF4-FFF2-40B4-BE49-F238E27FC236}">
                  <a16:creationId xmlns:a16="http://schemas.microsoft.com/office/drawing/2014/main" id="{583DF041-5960-D5A1-2C04-5FADE5D64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97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3" name="Line 36">
              <a:extLst>
                <a:ext uri="{FF2B5EF4-FFF2-40B4-BE49-F238E27FC236}">
                  <a16:creationId xmlns:a16="http://schemas.microsoft.com/office/drawing/2014/main" id="{92407157-CA07-93BC-D667-603112FD7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4" name="Line 37">
              <a:extLst>
                <a:ext uri="{FF2B5EF4-FFF2-40B4-BE49-F238E27FC236}">
                  <a16:creationId xmlns:a16="http://schemas.microsoft.com/office/drawing/2014/main" id="{13F6673D-FB9B-DF44-0C5D-EE899EC31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5" name="Line 38">
              <a:extLst>
                <a:ext uri="{FF2B5EF4-FFF2-40B4-BE49-F238E27FC236}">
                  <a16:creationId xmlns:a16="http://schemas.microsoft.com/office/drawing/2014/main" id="{50123419-EDCE-26BC-D911-C81E110E6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21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6" name="Line 39">
              <a:extLst>
                <a:ext uri="{FF2B5EF4-FFF2-40B4-BE49-F238E27FC236}">
                  <a16:creationId xmlns:a16="http://schemas.microsoft.com/office/drawing/2014/main" id="{FA31C8E9-34FF-9F43-8B3D-3080937D13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7" name="Line 40">
              <a:extLst>
                <a:ext uri="{FF2B5EF4-FFF2-40B4-BE49-F238E27FC236}">
                  <a16:creationId xmlns:a16="http://schemas.microsoft.com/office/drawing/2014/main" id="{17D70ECD-79C2-8883-8C4F-9B2E104F17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97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8" name="Line 41">
              <a:extLst>
                <a:ext uri="{FF2B5EF4-FFF2-40B4-BE49-F238E27FC236}">
                  <a16:creationId xmlns:a16="http://schemas.microsoft.com/office/drawing/2014/main" id="{E97657CF-1CE6-640C-F76B-B10A86C43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9" name="Line 42">
              <a:extLst>
                <a:ext uri="{FF2B5EF4-FFF2-40B4-BE49-F238E27FC236}">
                  <a16:creationId xmlns:a16="http://schemas.microsoft.com/office/drawing/2014/main" id="{7BF97EFE-68C9-38B2-0889-86446E7E58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216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0" name="Line 43">
              <a:extLst>
                <a:ext uri="{FF2B5EF4-FFF2-40B4-BE49-F238E27FC236}">
                  <a16:creationId xmlns:a16="http://schemas.microsoft.com/office/drawing/2014/main" id="{CEB52A13-28D3-7C97-D776-08C4D6436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1" name="Line 44">
              <a:extLst>
                <a:ext uri="{FF2B5EF4-FFF2-40B4-BE49-F238E27FC236}">
                  <a16:creationId xmlns:a16="http://schemas.microsoft.com/office/drawing/2014/main" id="{CC29DFA4-D64F-BC81-A07E-0300DE92E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97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2" name="Line 45">
              <a:extLst>
                <a:ext uri="{FF2B5EF4-FFF2-40B4-BE49-F238E27FC236}">
                  <a16:creationId xmlns:a16="http://schemas.microsoft.com/office/drawing/2014/main" id="{339F5C2A-65F1-2615-83A3-31BBDE099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3" name="Line 46">
              <a:extLst>
                <a:ext uri="{FF2B5EF4-FFF2-40B4-BE49-F238E27FC236}">
                  <a16:creationId xmlns:a16="http://schemas.microsoft.com/office/drawing/2014/main" id="{B452401E-B2C1-8B40-8B74-D8186E47B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21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4" name="Line 47">
              <a:extLst>
                <a:ext uri="{FF2B5EF4-FFF2-40B4-BE49-F238E27FC236}">
                  <a16:creationId xmlns:a16="http://schemas.microsoft.com/office/drawing/2014/main" id="{B8941999-13BA-A544-F0A8-997AEDFED3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5" name="Line 48">
              <a:extLst>
                <a:ext uri="{FF2B5EF4-FFF2-40B4-BE49-F238E27FC236}">
                  <a16:creationId xmlns:a16="http://schemas.microsoft.com/office/drawing/2014/main" id="{027DAF76-B496-248F-4173-85E373E00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976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2593" name="Line 49">
            <a:extLst>
              <a:ext uri="{FF2B5EF4-FFF2-40B4-BE49-F238E27FC236}">
                <a16:creationId xmlns:a16="http://schemas.microsoft.com/office/drawing/2014/main" id="{A2ABF821-74D1-D654-EBA8-09B1E33B1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3429000"/>
            <a:ext cx="0" cy="27432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2594" name="Line 50">
            <a:extLst>
              <a:ext uri="{FF2B5EF4-FFF2-40B4-BE49-F238E27FC236}">
                <a16:creationId xmlns:a16="http://schemas.microsoft.com/office/drawing/2014/main" id="{2C1DA621-169D-E7DE-ED26-C4B0C8252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3429000"/>
            <a:ext cx="0" cy="2819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2595" name="Line 51">
            <a:extLst>
              <a:ext uri="{FF2B5EF4-FFF2-40B4-BE49-F238E27FC236}">
                <a16:creationId xmlns:a16="http://schemas.microsoft.com/office/drawing/2014/main" id="{9B9F1EAF-27E4-C31F-0763-7056201039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3429000"/>
            <a:ext cx="0" cy="2819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92596" name="Group 52">
            <a:extLst>
              <a:ext uri="{FF2B5EF4-FFF2-40B4-BE49-F238E27FC236}">
                <a16:creationId xmlns:a16="http://schemas.microsoft.com/office/drawing/2014/main" id="{CB0AC4D3-342C-03FD-2094-81F8135711F6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638800"/>
            <a:ext cx="6934200" cy="381000"/>
            <a:chOff x="384" y="3360"/>
            <a:chExt cx="5088" cy="240"/>
          </a:xfrm>
        </p:grpSpPr>
        <p:sp>
          <p:nvSpPr>
            <p:cNvPr id="35857" name="Line 53">
              <a:extLst>
                <a:ext uri="{FF2B5EF4-FFF2-40B4-BE49-F238E27FC236}">
                  <a16:creationId xmlns:a16="http://schemas.microsoft.com/office/drawing/2014/main" id="{57EF44D8-F4A4-C237-1155-10813789B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360"/>
              <a:ext cx="2256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8" name="Line 54">
              <a:extLst>
                <a:ext uri="{FF2B5EF4-FFF2-40B4-BE49-F238E27FC236}">
                  <a16:creationId xmlns:a16="http://schemas.microsoft.com/office/drawing/2014/main" id="{AEDB14D6-5A57-602C-4B98-AA51AC6AB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360"/>
              <a:ext cx="96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9" name="Line 55">
              <a:extLst>
                <a:ext uri="{FF2B5EF4-FFF2-40B4-BE49-F238E27FC236}">
                  <a16:creationId xmlns:a16="http://schemas.microsoft.com/office/drawing/2014/main" id="{D590E298-1CD5-9ECD-15A9-CBC9C3EBA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600"/>
              <a:ext cx="139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0" name="Line 56">
              <a:extLst>
                <a:ext uri="{FF2B5EF4-FFF2-40B4-BE49-F238E27FC236}">
                  <a16:creationId xmlns:a16="http://schemas.microsoft.com/office/drawing/2014/main" id="{94B1F4E8-1AAF-70A9-7601-89DFEE2C1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60"/>
              <a:ext cx="96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1" name="Line 57">
              <a:extLst>
                <a:ext uri="{FF2B5EF4-FFF2-40B4-BE49-F238E27FC236}">
                  <a16:creationId xmlns:a16="http://schemas.microsoft.com/office/drawing/2014/main" id="{E7667E6B-B9FC-F9DE-A4DF-87C3D5AD5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360"/>
              <a:ext cx="1248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2602" name="Rectangle 58">
            <a:extLst>
              <a:ext uri="{FF2B5EF4-FFF2-40B4-BE49-F238E27FC236}">
                <a16:creationId xmlns:a16="http://schemas.microsoft.com/office/drawing/2014/main" id="{7C7F2C80-F564-E8BB-BC17-C247AE1FE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102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正沿</a:t>
            </a:r>
            <a:r>
              <a:rPr lang="en-US" altLang="zh-CN" sz="2400" b="1" dirty="0">
                <a:latin typeface="Times New Roman" panose="02020603050405020304" pitchFamily="18" charset="0"/>
              </a:rPr>
              <a:t>FF</a:t>
            </a:r>
            <a:r>
              <a:rPr lang="zh-CN" altLang="en-US" sz="2400" b="1" dirty="0">
                <a:latin typeface="Times New Roman" panose="02020603050405020304" pitchFamily="18" charset="0"/>
              </a:rPr>
              <a:t>輸出</a:t>
            </a:r>
          </a:p>
        </p:txBody>
      </p:sp>
      <p:grpSp>
        <p:nvGrpSpPr>
          <p:cNvPr id="492603" name="Group 59">
            <a:extLst>
              <a:ext uri="{FF2B5EF4-FFF2-40B4-BE49-F238E27FC236}">
                <a16:creationId xmlns:a16="http://schemas.microsoft.com/office/drawing/2014/main" id="{4AA3B491-2E6D-5DC4-2B94-CEDF1D14F2D2}"/>
              </a:ext>
            </a:extLst>
          </p:cNvPr>
          <p:cNvGrpSpPr>
            <a:grpSpLocks/>
          </p:cNvGrpSpPr>
          <p:nvPr/>
        </p:nvGrpSpPr>
        <p:grpSpPr bwMode="auto">
          <a:xfrm>
            <a:off x="265113" y="3810000"/>
            <a:ext cx="1716087" cy="1524000"/>
            <a:chOff x="0" y="2064"/>
            <a:chExt cx="1081" cy="960"/>
          </a:xfrm>
        </p:grpSpPr>
        <p:sp>
          <p:nvSpPr>
            <p:cNvPr id="35854" name="Text Box 60">
              <a:extLst>
                <a:ext uri="{FF2B5EF4-FFF2-40B4-BE49-F238E27FC236}">
                  <a16:creationId xmlns:a16="http://schemas.microsoft.com/office/drawing/2014/main" id="{23614064-ECAE-84EE-C40E-E5ADB9D3F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064"/>
              <a:ext cx="5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E/CP</a:t>
              </a:r>
            </a:p>
          </p:txBody>
        </p:sp>
        <p:sp>
          <p:nvSpPr>
            <p:cNvPr id="35855" name="Rectangle 61">
              <a:extLst>
                <a:ext uri="{FF2B5EF4-FFF2-40B4-BE49-F238E27FC236}">
                  <a16:creationId xmlns:a16="http://schemas.microsoft.com/office/drawing/2014/main" id="{B078D5BC-F604-E68F-93AF-14EE21FD0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4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856" name="Rectangle 62">
              <a:extLst>
                <a:ext uri="{FF2B5EF4-FFF2-40B4-BE49-F238E27FC236}">
                  <a16:creationId xmlns:a16="http://schemas.microsoft.com/office/drawing/2014/main" id="{33B5FF1A-E4A6-A73C-3E1D-CC054738D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736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鎖存器輸出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49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49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49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49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49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49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9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49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60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A118434-2181-F191-4B39-2E8935F9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ED229BA-E9DA-44C4-A324-45F50E5B02CB}" type="slidenum">
              <a:rPr lang="en-US" altLang="zh-CN" sz="1000" smtClean="0"/>
              <a:pPr>
                <a:defRPr/>
              </a:pPr>
              <a:t>33</a:t>
            </a:fld>
            <a:endParaRPr lang="en-US" altLang="zh-CN" sz="1000" dirty="0"/>
          </a:p>
        </p:txBody>
      </p:sp>
      <p:sp>
        <p:nvSpPr>
          <p:cNvPr id="578562" name="Rectangle 2050">
            <a:extLst>
              <a:ext uri="{FF2B5EF4-FFF2-40B4-BE49-F238E27FC236}">
                <a16:creationId xmlns:a16="http://schemas.microsoft.com/office/drawing/2014/main" id="{671E10CF-36AD-8361-5659-C4A5B91F2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78563" name="Rectangle 2051">
            <a:extLst>
              <a:ext uri="{FF2B5EF4-FFF2-40B4-BE49-F238E27FC236}">
                <a16:creationId xmlns:a16="http://schemas.microsoft.com/office/drawing/2014/main" id="{C06A5278-030F-338D-DF27-E37D0269A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基本</a:t>
            </a:r>
            <a:r>
              <a:rPr lang="en-US" altLang="zh-CN" dirty="0"/>
              <a:t>R-S</a:t>
            </a: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電位觸發方式的觸發器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</a:rPr>
              <a:t>邊沿觸發方式的觸發器（正邊沿</a:t>
            </a:r>
            <a:r>
              <a:rPr lang="en-US" altLang="zh-CN" dirty="0">
                <a:solidFill>
                  <a:srgbClr val="FFFF00"/>
                </a:solidFill>
              </a:rPr>
              <a:t>D</a:t>
            </a:r>
            <a:r>
              <a:rPr lang="zh-CN" altLang="en-US" dirty="0">
                <a:solidFill>
                  <a:srgbClr val="FFFF00"/>
                </a:solidFill>
              </a:rPr>
              <a:t>觸發器）</a:t>
            </a:r>
          </a:p>
          <a:p>
            <a:pPr lvl="1" eaLnBrk="1" hangingPunct="1">
              <a:defRPr/>
            </a:pPr>
            <a:r>
              <a:rPr lang="zh-CN" altLang="en-US" dirty="0"/>
              <a:t>主－從觸發器方式的觸發器</a:t>
            </a:r>
          </a:p>
        </p:txBody>
      </p:sp>
      <p:sp>
        <p:nvSpPr>
          <p:cNvPr id="578564" name="Rectangle 2052">
            <a:extLst>
              <a:ext uri="{FF2B5EF4-FFF2-40B4-BE49-F238E27FC236}">
                <a16:creationId xmlns:a16="http://schemas.microsoft.com/office/drawing/2014/main" id="{D30ECAB9-CC14-F0E5-C0E5-4D96D6879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940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7AD04C-7CAA-391E-F1B6-1C521DFE2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746F703-3CB6-4108-825C-D73CA0B329DA}" type="slidenum">
              <a:rPr lang="en-US" altLang="zh-CN" sz="1000" smtClean="0"/>
              <a:pPr>
                <a:defRPr/>
              </a:pPr>
              <a:t>34</a:t>
            </a:fld>
            <a:endParaRPr lang="en-US" altLang="zh-CN" sz="1000" dirty="0"/>
          </a:p>
        </p:txBody>
      </p:sp>
      <p:sp>
        <p:nvSpPr>
          <p:cNvPr id="514050" name="Rectangle 2">
            <a:extLst>
              <a:ext uri="{FF2B5EF4-FFF2-40B4-BE49-F238E27FC236}">
                <a16:creationId xmlns:a16="http://schemas.microsoft.com/office/drawing/2014/main" id="{EC5132F2-B0B5-D06D-ED0F-D93608C98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14051" name="Rectangle 3">
            <a:extLst>
              <a:ext uri="{FF2B5EF4-FFF2-40B4-BE49-F238E27FC236}">
                <a16:creationId xmlns:a16="http://schemas.microsoft.com/office/drawing/2014/main" id="{1F75B9C6-E930-08A2-157B-CE8188813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按時鐘脈衝</a:t>
            </a:r>
            <a:r>
              <a:rPr lang="en-US" altLang="zh-CN" b="1" dirty="0"/>
              <a:t>(Clock Pulse)</a:t>
            </a:r>
            <a:r>
              <a:rPr lang="zh-CN" altLang="en-US" b="1" dirty="0"/>
              <a:t>控制方式分類</a:t>
            </a:r>
          </a:p>
          <a:p>
            <a:pPr lvl="1" eaLnBrk="1" hangingPunct="1">
              <a:defRPr/>
            </a:pPr>
            <a:r>
              <a:rPr lang="zh-CN" altLang="en-US" b="1" dirty="0"/>
              <a:t>邊沿觸發方式</a:t>
            </a:r>
            <a:r>
              <a:rPr lang="en-US" altLang="zh-CN" b="1" dirty="0"/>
              <a:t>FF (Edge-Trigger)</a:t>
            </a:r>
          </a:p>
          <a:p>
            <a:pPr lvl="2" eaLnBrk="1" hangingPunct="1">
              <a:defRPr/>
            </a:pPr>
            <a:r>
              <a:rPr lang="zh-CN" altLang="en-US" b="1" dirty="0"/>
              <a:t>觸發器只有在時鐘輸入</a:t>
            </a:r>
            <a:r>
              <a:rPr lang="en-US" altLang="zh-CN" b="1" dirty="0"/>
              <a:t>CP</a:t>
            </a:r>
            <a:r>
              <a:rPr lang="zh-CN" altLang="en-US" b="1" dirty="0"/>
              <a:t>的某一約定跳變（正跳變或負跳變）到來時，才接收輸入資料。</a:t>
            </a:r>
          </a:p>
          <a:p>
            <a:pPr lvl="2" eaLnBrk="1" hangingPunct="1">
              <a:defRPr/>
            </a:pPr>
            <a:r>
              <a:rPr lang="zh-CN" altLang="en-US" b="1" dirty="0"/>
              <a:t>當</a:t>
            </a:r>
            <a:r>
              <a:rPr lang="en-US" altLang="zh-CN" b="1" dirty="0"/>
              <a:t>CP</a:t>
            </a:r>
            <a:r>
              <a:rPr lang="zh-CN" altLang="en-US" b="1" dirty="0"/>
              <a:t>沒有跳變（</a:t>
            </a:r>
            <a:r>
              <a:rPr lang="en-US" altLang="zh-CN" b="1" dirty="0"/>
              <a:t>CP=0</a:t>
            </a:r>
            <a:r>
              <a:rPr lang="zh-CN" altLang="en-US" b="1" dirty="0"/>
              <a:t>或 </a:t>
            </a:r>
            <a:r>
              <a:rPr lang="en-US" altLang="zh-CN" b="1" dirty="0"/>
              <a:t>CP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）期間，輸入資料的變化不會引起觸發器輸出狀態的變化。</a:t>
            </a:r>
          </a:p>
          <a:p>
            <a:pPr lvl="2" eaLnBrk="1" hangingPunct="1">
              <a:defRPr/>
            </a:pPr>
            <a:r>
              <a:rPr lang="zh-CN" altLang="en-US" b="1" dirty="0"/>
              <a:t>當 </a:t>
            </a:r>
            <a:r>
              <a:rPr lang="en-US" altLang="zh-CN" b="1" dirty="0"/>
              <a:t>CP</a:t>
            </a:r>
            <a:r>
              <a:rPr lang="zh-CN" altLang="en-US" b="1" dirty="0"/>
              <a:t>的非約定跳變到來時，觸發器也不會接收輸入資料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D7662CAB-CCC4-D069-9CBB-D03A69E8F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053F577-1956-4838-A702-9D2C0D0A3E01}" type="slidenum">
              <a:rPr lang="en-US" altLang="zh-CN" sz="1000" smtClean="0"/>
              <a:pPr>
                <a:defRPr/>
              </a:pPr>
              <a:t>35</a:t>
            </a:fld>
            <a:endParaRPr lang="en-US" altLang="zh-CN" sz="1000" dirty="0"/>
          </a:p>
        </p:txBody>
      </p:sp>
      <p:sp>
        <p:nvSpPr>
          <p:cNvPr id="493570" name="Rectangle 2">
            <a:extLst>
              <a:ext uri="{FF2B5EF4-FFF2-40B4-BE49-F238E27FC236}">
                <a16:creationId xmlns:a16="http://schemas.microsoft.com/office/drawing/2014/main" id="{290472E8-40AE-C71F-3444-E4849FC31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 </a:t>
            </a:r>
            <a:r>
              <a:rPr lang="zh-CN" altLang="en-US" dirty="0"/>
              <a:t>觸發器</a:t>
            </a:r>
          </a:p>
        </p:txBody>
      </p:sp>
      <p:sp>
        <p:nvSpPr>
          <p:cNvPr id="493571" name="Rectangle 3">
            <a:extLst>
              <a:ext uri="{FF2B5EF4-FFF2-40B4-BE49-F238E27FC236}">
                <a16:creationId xmlns:a16="http://schemas.microsoft.com/office/drawing/2014/main" id="{094B7E3A-7F8C-9ED3-8405-963C8972E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邊沿型</a:t>
            </a:r>
            <a:r>
              <a:rPr lang="en-US" altLang="zh-CN" dirty="0"/>
              <a:t>D</a:t>
            </a:r>
            <a:r>
              <a:rPr lang="zh-CN" altLang="en-US" dirty="0"/>
              <a:t>觸發型</a:t>
            </a:r>
            <a:r>
              <a:rPr lang="en-US" altLang="zh-CN" dirty="0"/>
              <a:t>FF</a:t>
            </a:r>
          </a:p>
          <a:p>
            <a:pPr lvl="1" eaLnBrk="1" hangingPunct="1">
              <a:defRPr/>
            </a:pPr>
            <a:r>
              <a:rPr lang="zh-CN" altLang="en-US" dirty="0"/>
              <a:t>原理：接收時鐘脈衝</a:t>
            </a:r>
            <a:r>
              <a:rPr lang="en-US" altLang="zh-CN" dirty="0"/>
              <a:t>CP</a:t>
            </a:r>
            <a:r>
              <a:rPr lang="zh-CN" altLang="en-US" dirty="0"/>
              <a:t>某一跳變來到時，輸出才變化為輸入的值。</a:t>
            </a:r>
          </a:p>
          <a:p>
            <a:pPr lvl="1" eaLnBrk="1" hangingPunct="1">
              <a:defRPr/>
            </a:pPr>
            <a:r>
              <a:rPr lang="zh-CN" altLang="en-US" dirty="0"/>
              <a:t>以正沿（上升沿）觸發的</a:t>
            </a:r>
            <a:r>
              <a:rPr lang="en-US" altLang="zh-CN" dirty="0"/>
              <a:t>D</a:t>
            </a:r>
            <a:r>
              <a:rPr lang="zh-CN" altLang="en-US" dirty="0"/>
              <a:t>觸發器為例</a:t>
            </a:r>
          </a:p>
        </p:txBody>
      </p:sp>
      <p:sp>
        <p:nvSpPr>
          <p:cNvPr id="493572" name="Text Box 4">
            <a:extLst>
              <a:ext uri="{FF2B5EF4-FFF2-40B4-BE49-F238E27FC236}">
                <a16:creationId xmlns:a16="http://schemas.microsoft.com/office/drawing/2014/main" id="{D7500C11-C602-46D7-B846-800C2AF5E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5084763"/>
            <a:ext cx="576103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特點</a:t>
            </a:r>
            <a:r>
              <a:rPr lang="en-US" altLang="zh-CN" sz="2400" b="1" dirty="0">
                <a:latin typeface="Times New Roman" panose="02020603050405020304" pitchFamily="18" charset="0"/>
              </a:rPr>
              <a:t>:  1. CP</a:t>
            </a:r>
            <a:r>
              <a:rPr lang="zh-CN" altLang="en-US" sz="2400" b="1" dirty="0">
                <a:latin typeface="Times New Roman" panose="02020603050405020304" pitchFamily="18" charset="0"/>
              </a:rPr>
              <a:t>正跳變時，才接受輸入資料。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2. CP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及</a:t>
            </a:r>
            <a:r>
              <a:rPr lang="en-US" altLang="zh-CN" sz="2400" b="1" dirty="0">
                <a:latin typeface="Times New Roman" panose="02020603050405020304" pitchFamily="18" charset="0"/>
              </a:rPr>
              <a:t>CP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期間，輸入資料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          變化不會影響觸發器狀態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493573" name="Group 5">
            <a:extLst>
              <a:ext uri="{FF2B5EF4-FFF2-40B4-BE49-F238E27FC236}">
                <a16:creationId xmlns:a16="http://schemas.microsoft.com/office/drawing/2014/main" id="{CF295380-5FB8-8115-9977-2DA5D22198C3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429000"/>
            <a:ext cx="1871663" cy="2447925"/>
            <a:chOff x="930" y="1933"/>
            <a:chExt cx="1179" cy="1542"/>
          </a:xfrm>
        </p:grpSpPr>
        <p:grpSp>
          <p:nvGrpSpPr>
            <p:cNvPr id="38925" name="Group 6">
              <a:extLst>
                <a:ext uri="{FF2B5EF4-FFF2-40B4-BE49-F238E27FC236}">
                  <a16:creationId xmlns:a16="http://schemas.microsoft.com/office/drawing/2014/main" id="{96E6593B-A519-465B-9BE1-0B69B9862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0" y="2296"/>
              <a:ext cx="1179" cy="771"/>
              <a:chOff x="930" y="2296"/>
              <a:chExt cx="1179" cy="771"/>
            </a:xfrm>
          </p:grpSpPr>
          <p:sp>
            <p:nvSpPr>
              <p:cNvPr id="38930" name="Rectangle 7">
                <a:extLst>
                  <a:ext uri="{FF2B5EF4-FFF2-40B4-BE49-F238E27FC236}">
                    <a16:creationId xmlns:a16="http://schemas.microsoft.com/office/drawing/2014/main" id="{053FA28D-CB0F-7DE4-D20D-C4CD752EB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296"/>
                <a:ext cx="1179" cy="77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8931" name="Text Box 8">
                <a:extLst>
                  <a:ext uri="{FF2B5EF4-FFF2-40B4-BE49-F238E27FC236}">
                    <a16:creationId xmlns:a16="http://schemas.microsoft.com/office/drawing/2014/main" id="{73212265-5664-0636-6DB1-E820F58994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2341"/>
                <a:ext cx="1089" cy="6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 Q           </a:t>
                </a:r>
                <a:r>
                  <a:rPr lang="en-US" altLang="zh-CN" sz="2400" dirty="0" err="1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  D         CP</a:t>
                </a:r>
              </a:p>
            </p:txBody>
          </p:sp>
        </p:grpSp>
        <p:sp>
          <p:nvSpPr>
            <p:cNvPr id="38926" name="Line 10">
              <a:extLst>
                <a:ext uri="{FF2B5EF4-FFF2-40B4-BE49-F238E27FC236}">
                  <a16:creationId xmlns:a16="http://schemas.microsoft.com/office/drawing/2014/main" id="{9DA10269-A00C-CDC5-2183-DAEF858C5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306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7" name="Line 11">
              <a:extLst>
                <a:ext uri="{FF2B5EF4-FFF2-40B4-BE49-F238E27FC236}">
                  <a16:creationId xmlns:a16="http://schemas.microsoft.com/office/drawing/2014/main" id="{BA9252A6-0F97-9730-E686-ABC44ADA7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306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8" name="Line 12">
              <a:extLst>
                <a:ext uri="{FF2B5EF4-FFF2-40B4-BE49-F238E27FC236}">
                  <a16:creationId xmlns:a16="http://schemas.microsoft.com/office/drawing/2014/main" id="{AC90513D-718F-024F-4662-249A5CA4F5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2" y="1933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9" name="Line 13">
              <a:extLst>
                <a:ext uri="{FF2B5EF4-FFF2-40B4-BE49-F238E27FC236}">
                  <a16:creationId xmlns:a16="http://schemas.microsoft.com/office/drawing/2014/main" id="{92D0CB8C-23A9-73D1-0D4D-11E5F8F0B1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1" y="1933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3582" name="Group 14">
            <a:extLst>
              <a:ext uri="{FF2B5EF4-FFF2-40B4-BE49-F238E27FC236}">
                <a16:creationId xmlns:a16="http://schemas.microsoft.com/office/drawing/2014/main" id="{CE6DA275-BD4B-05AD-D78C-A6735755A1AE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276600"/>
            <a:ext cx="5616575" cy="1752600"/>
            <a:chOff x="1968" y="2064"/>
            <a:chExt cx="3538" cy="1104"/>
          </a:xfrm>
        </p:grpSpPr>
        <p:grpSp>
          <p:nvGrpSpPr>
            <p:cNvPr id="38920" name="Group 15">
              <a:extLst>
                <a:ext uri="{FF2B5EF4-FFF2-40B4-BE49-F238E27FC236}">
                  <a16:creationId xmlns:a16="http://schemas.microsoft.com/office/drawing/2014/main" id="{F2A29AA7-D5C9-5984-6EEB-B5F1C40E7D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112"/>
              <a:ext cx="3538" cy="1034"/>
              <a:chOff x="2426" y="2478"/>
              <a:chExt cx="3039" cy="1034"/>
            </a:xfrm>
          </p:grpSpPr>
          <p:graphicFrame>
            <p:nvGraphicFramePr>
              <p:cNvPr id="38923" name="Object 16">
                <a:extLst>
                  <a:ext uri="{FF2B5EF4-FFF2-40B4-BE49-F238E27FC236}">
                    <a16:creationId xmlns:a16="http://schemas.microsoft.com/office/drawing/2014/main" id="{BADD5084-923C-F249-3EA1-8AA6CDEA69A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80" y="2478"/>
              <a:ext cx="2585" cy="10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位图图像" r:id="rId2" imgW="2647619" imgH="838095" progId="Paint.Picture">
                      <p:embed/>
                    </p:oleObj>
                  </mc:Choice>
                  <mc:Fallback>
                    <p:oleObj name="位图图像" r:id="rId2" imgW="2647619" imgH="838095" progId="Paint.Picture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2478"/>
                            <a:ext cx="2585" cy="10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24" name="Text Box 17">
                <a:extLst>
                  <a:ext uri="{FF2B5EF4-FFF2-40B4-BE49-F238E27FC236}">
                    <a16:creationId xmlns:a16="http://schemas.microsoft.com/office/drawing/2014/main" id="{0EDBEFF4-683B-4F5A-A714-319A016FD8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6" y="2478"/>
                <a:ext cx="409" cy="9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CP</a:t>
                </a:r>
              </a:p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D</a:t>
                </a:r>
              </a:p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Q</a:t>
                </a:r>
              </a:p>
            </p:txBody>
          </p:sp>
        </p:grpSp>
        <p:sp>
          <p:nvSpPr>
            <p:cNvPr id="38921" name="Line 18">
              <a:extLst>
                <a:ext uri="{FF2B5EF4-FFF2-40B4-BE49-F238E27FC236}">
                  <a16:creationId xmlns:a16="http://schemas.microsoft.com/office/drawing/2014/main" id="{A8860A34-51CC-9535-B898-6454C250A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064"/>
              <a:ext cx="0" cy="110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2" name="Line 19">
              <a:extLst>
                <a:ext uri="{FF2B5EF4-FFF2-40B4-BE49-F238E27FC236}">
                  <a16:creationId xmlns:a16="http://schemas.microsoft.com/office/drawing/2014/main" id="{8814A2A9-7129-282B-7F3A-DD13CADC2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064"/>
              <a:ext cx="0" cy="110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2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灯片编号占位符 6">
            <a:extLst>
              <a:ext uri="{FF2B5EF4-FFF2-40B4-BE49-F238E27FC236}">
                <a16:creationId xmlns:a16="http://schemas.microsoft.com/office/drawing/2014/main" id="{C5804E7C-8B69-3A5B-1BEC-0571D232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4AD3F553-76BE-4F82-B582-02A7EFC14F9C}" type="slidenum">
              <a:rPr lang="en-US" altLang="zh-CN" sz="1000" b="0" smtClean="0"/>
              <a:pPr eaLnBrk="1" hangingPunct="1">
                <a:defRPr/>
              </a:pPr>
              <a:t>36</a:t>
            </a:fld>
            <a:endParaRPr lang="en-US" altLang="zh-CN" sz="1000" b="0" dirty="0"/>
          </a:p>
        </p:txBody>
      </p:sp>
      <p:sp>
        <p:nvSpPr>
          <p:cNvPr id="154626" name="Rectangle 2">
            <a:extLst>
              <a:ext uri="{FF2B5EF4-FFF2-40B4-BE49-F238E27FC236}">
                <a16:creationId xmlns:a16="http://schemas.microsoft.com/office/drawing/2014/main" id="{E6481F0F-D71E-9117-EEFE-864D88701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37A9E816-C9FB-CF70-A9BD-3F088AA1A71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974850"/>
            <a:ext cx="3657600" cy="4114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正沿</a:t>
            </a:r>
            <a:r>
              <a:rPr lang="en-US" altLang="zh-CN" sz="2800" dirty="0"/>
              <a:t>D</a:t>
            </a:r>
            <a:r>
              <a:rPr lang="zh-CN" altLang="en-US" sz="2800" dirty="0"/>
              <a:t>觸發器結構：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239E01D-FCCB-CAF6-3DC2-5D8C1F413B46}"/>
              </a:ext>
            </a:extLst>
          </p:cNvPr>
          <p:cNvGrpSpPr>
            <a:grpSpLocks/>
          </p:cNvGrpSpPr>
          <p:nvPr/>
        </p:nvGrpSpPr>
        <p:grpSpPr bwMode="auto">
          <a:xfrm>
            <a:off x="4303713" y="1601788"/>
            <a:ext cx="4535487" cy="5080000"/>
            <a:chOff x="4303713" y="1601085"/>
            <a:chExt cx="4535487" cy="5080703"/>
          </a:xfrm>
        </p:grpSpPr>
        <p:grpSp>
          <p:nvGrpSpPr>
            <p:cNvPr id="39956" name="Group 139">
              <a:extLst>
                <a:ext uri="{FF2B5EF4-FFF2-40B4-BE49-F238E27FC236}">
                  <a16:creationId xmlns:a16="http://schemas.microsoft.com/office/drawing/2014/main" id="{049BA937-7169-5A8A-56F6-218B1B756C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3713" y="1905000"/>
              <a:ext cx="4535487" cy="4776788"/>
              <a:chOff x="2448" y="1200"/>
              <a:chExt cx="2857" cy="3009"/>
            </a:xfrm>
          </p:grpSpPr>
          <p:sp>
            <p:nvSpPr>
              <p:cNvPr id="39958" name="Line 13">
                <a:extLst>
                  <a:ext uri="{FF2B5EF4-FFF2-40B4-BE49-F238E27FC236}">
                    <a16:creationId xmlns:a16="http://schemas.microsoft.com/office/drawing/2014/main" id="{F9B77BA7-E9B8-1C1F-6A95-078EB876B6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9" name="Line 14">
                <a:extLst>
                  <a:ext uri="{FF2B5EF4-FFF2-40B4-BE49-F238E27FC236}">
                    <a16:creationId xmlns:a16="http://schemas.microsoft.com/office/drawing/2014/main" id="{C95AB6E6-8F66-2DD9-F632-866B1696C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6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0" name="Line 15">
                <a:extLst>
                  <a:ext uri="{FF2B5EF4-FFF2-40B4-BE49-F238E27FC236}">
                    <a16:creationId xmlns:a16="http://schemas.microsoft.com/office/drawing/2014/main" id="{70C09B87-1688-E94C-546A-991B940CF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9" y="1504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1" name="Line 16">
                <a:extLst>
                  <a:ext uri="{FF2B5EF4-FFF2-40B4-BE49-F238E27FC236}">
                    <a16:creationId xmlns:a16="http://schemas.microsoft.com/office/drawing/2014/main" id="{65D2E04D-C855-1CE3-F1F6-7736CAFCE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8" y="1504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2" name="Line 17">
                <a:extLst>
                  <a:ext uri="{FF2B5EF4-FFF2-40B4-BE49-F238E27FC236}">
                    <a16:creationId xmlns:a16="http://schemas.microsoft.com/office/drawing/2014/main" id="{D981756D-2EE1-0889-6FE6-775F85ECCC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3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3" name="Line 18">
                <a:extLst>
                  <a:ext uri="{FF2B5EF4-FFF2-40B4-BE49-F238E27FC236}">
                    <a16:creationId xmlns:a16="http://schemas.microsoft.com/office/drawing/2014/main" id="{73FA0C65-DA35-F604-77C6-C6ED02FE2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2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4" name="Line 19">
                <a:extLst>
                  <a:ext uri="{FF2B5EF4-FFF2-40B4-BE49-F238E27FC236}">
                    <a16:creationId xmlns:a16="http://schemas.microsoft.com/office/drawing/2014/main" id="{0BB89B55-E552-3F2E-475F-E8BECAF48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1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5" name="Line 20">
                <a:extLst>
                  <a:ext uri="{FF2B5EF4-FFF2-40B4-BE49-F238E27FC236}">
                    <a16:creationId xmlns:a16="http://schemas.microsoft.com/office/drawing/2014/main" id="{FBFB24D2-87BE-F3A9-C6DB-0E7FE9C342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6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6" name="Line 21">
                <a:extLst>
                  <a:ext uri="{FF2B5EF4-FFF2-40B4-BE49-F238E27FC236}">
                    <a16:creationId xmlns:a16="http://schemas.microsoft.com/office/drawing/2014/main" id="{013462DC-3C85-1974-8D7C-D405D4C822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6" y="3183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7" name="Line 22">
                <a:extLst>
                  <a:ext uri="{FF2B5EF4-FFF2-40B4-BE49-F238E27FC236}">
                    <a16:creationId xmlns:a16="http://schemas.microsoft.com/office/drawing/2014/main" id="{7F2A4887-D439-D167-0A85-F0E86C272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183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8" name="Line 23">
                <a:extLst>
                  <a:ext uri="{FF2B5EF4-FFF2-40B4-BE49-F238E27FC236}">
                    <a16:creationId xmlns:a16="http://schemas.microsoft.com/office/drawing/2014/main" id="{1CD86D4A-1B69-3667-6D58-7A1F8090B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772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9" name="Line 24">
                <a:extLst>
                  <a:ext uri="{FF2B5EF4-FFF2-40B4-BE49-F238E27FC236}">
                    <a16:creationId xmlns:a16="http://schemas.microsoft.com/office/drawing/2014/main" id="{97FFAB59-E59A-F262-9780-2DD31B33A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5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0" name="Line 25">
                <a:extLst>
                  <a:ext uri="{FF2B5EF4-FFF2-40B4-BE49-F238E27FC236}">
                    <a16:creationId xmlns:a16="http://schemas.microsoft.com/office/drawing/2014/main" id="{CBA41E9C-2BFA-50C2-F2F1-6CD49D72EF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3636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1" name="Line 26">
                <a:extLst>
                  <a:ext uri="{FF2B5EF4-FFF2-40B4-BE49-F238E27FC236}">
                    <a16:creationId xmlns:a16="http://schemas.microsoft.com/office/drawing/2014/main" id="{2EFA9172-A582-03EE-5303-8A77D6BA28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2" name="Line 27">
                <a:extLst>
                  <a:ext uri="{FF2B5EF4-FFF2-40B4-BE49-F238E27FC236}">
                    <a16:creationId xmlns:a16="http://schemas.microsoft.com/office/drawing/2014/main" id="{158452C9-56BA-E543-A06A-B740F9749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3092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3" name="Line 28">
                <a:extLst>
                  <a:ext uri="{FF2B5EF4-FFF2-40B4-BE49-F238E27FC236}">
                    <a16:creationId xmlns:a16="http://schemas.microsoft.com/office/drawing/2014/main" id="{16E220FC-B690-B38D-12E9-7357408191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4" name="Line 29">
                <a:extLst>
                  <a:ext uri="{FF2B5EF4-FFF2-40B4-BE49-F238E27FC236}">
                    <a16:creationId xmlns:a16="http://schemas.microsoft.com/office/drawing/2014/main" id="{8E8802A4-072E-D0BA-90AC-FB3D382B50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772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5" name="Line 30">
                <a:extLst>
                  <a:ext uri="{FF2B5EF4-FFF2-40B4-BE49-F238E27FC236}">
                    <a16:creationId xmlns:a16="http://schemas.microsoft.com/office/drawing/2014/main" id="{70F0562A-D2F5-A847-A572-B2D93347F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2366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6" name="Line 31">
                <a:extLst>
                  <a:ext uri="{FF2B5EF4-FFF2-40B4-BE49-F238E27FC236}">
                    <a16:creationId xmlns:a16="http://schemas.microsoft.com/office/drawing/2014/main" id="{F76AA5DA-E31E-5EC8-D175-A0878F267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36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7" name="Line 32">
                <a:extLst>
                  <a:ext uri="{FF2B5EF4-FFF2-40B4-BE49-F238E27FC236}">
                    <a16:creationId xmlns:a16="http://schemas.microsoft.com/office/drawing/2014/main" id="{4B801526-FA42-3280-969C-99CEACE0B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2366"/>
                <a:ext cx="0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8" name="Line 33">
                <a:extLst>
                  <a:ext uri="{FF2B5EF4-FFF2-40B4-BE49-F238E27FC236}">
                    <a16:creationId xmlns:a16="http://schemas.microsoft.com/office/drawing/2014/main" id="{0920D5D8-BF4B-DA07-8319-5EFBF2DDA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" y="2956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9" name="Line 34">
                <a:extLst>
                  <a:ext uri="{FF2B5EF4-FFF2-40B4-BE49-F238E27FC236}">
                    <a16:creationId xmlns:a16="http://schemas.microsoft.com/office/drawing/2014/main" id="{BE021AB6-F898-D698-13F9-D59381DD2B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3" y="2865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0" name="Oval 35">
                <a:extLst>
                  <a:ext uri="{FF2B5EF4-FFF2-40B4-BE49-F238E27FC236}">
                    <a16:creationId xmlns:a16="http://schemas.microsoft.com/office/drawing/2014/main" id="{AD8B3C0F-0401-07A6-3667-A08363609B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01" y="3137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1" name="Oval 36">
                <a:extLst>
                  <a:ext uri="{FF2B5EF4-FFF2-40B4-BE49-F238E27FC236}">
                    <a16:creationId xmlns:a16="http://schemas.microsoft.com/office/drawing/2014/main" id="{522206CB-FDF4-E520-8F68-41369140F9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21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2" name="Line 37">
                <a:extLst>
                  <a:ext uri="{FF2B5EF4-FFF2-40B4-BE49-F238E27FC236}">
                    <a16:creationId xmlns:a16="http://schemas.microsoft.com/office/drawing/2014/main" id="{BA77716F-2307-38B8-F894-4C1CB1DFD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363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3" name="Line 38">
                <a:extLst>
                  <a:ext uri="{FF2B5EF4-FFF2-40B4-BE49-F238E27FC236}">
                    <a16:creationId xmlns:a16="http://schemas.microsoft.com/office/drawing/2014/main" id="{38A9A91B-A069-45AB-9B66-D68A6FD562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81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4" name="Line 39">
                <a:extLst>
                  <a:ext uri="{FF2B5EF4-FFF2-40B4-BE49-F238E27FC236}">
                    <a16:creationId xmlns:a16="http://schemas.microsoft.com/office/drawing/2014/main" id="{2A347FFF-663A-D292-7D1D-2B65E0CF96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366"/>
                <a:ext cx="0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5" name="Line 40">
                <a:extLst>
                  <a:ext uri="{FF2B5EF4-FFF2-40B4-BE49-F238E27FC236}">
                    <a16:creationId xmlns:a16="http://schemas.microsoft.com/office/drawing/2014/main" id="{DA3572CB-E68D-695E-4006-984F9FEFD6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66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6" name="Oval 41">
                <a:extLst>
                  <a:ext uri="{FF2B5EF4-FFF2-40B4-BE49-F238E27FC236}">
                    <a16:creationId xmlns:a16="http://schemas.microsoft.com/office/drawing/2014/main" id="{8243FB05-7A5C-4976-1E77-E8E5673A57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7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7" name="Line 42">
                <a:extLst>
                  <a:ext uri="{FF2B5EF4-FFF2-40B4-BE49-F238E27FC236}">
                    <a16:creationId xmlns:a16="http://schemas.microsoft.com/office/drawing/2014/main" id="{28D0EF26-71D1-E495-531C-4249DB56D9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8" name="Oval 43">
                <a:extLst>
                  <a:ext uri="{FF2B5EF4-FFF2-40B4-BE49-F238E27FC236}">
                    <a16:creationId xmlns:a16="http://schemas.microsoft.com/office/drawing/2014/main" id="{5BF7743C-C16D-F980-DE65-26B323D572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07" y="3046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9" name="Oval 44">
                <a:extLst>
                  <a:ext uri="{FF2B5EF4-FFF2-40B4-BE49-F238E27FC236}">
                    <a16:creationId xmlns:a16="http://schemas.microsoft.com/office/drawing/2014/main" id="{7DECCADE-625C-EDB6-364D-E01E1DBE4C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5" y="1460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0" name="Oval 45">
                <a:extLst>
                  <a:ext uri="{FF2B5EF4-FFF2-40B4-BE49-F238E27FC236}">
                    <a16:creationId xmlns:a16="http://schemas.microsoft.com/office/drawing/2014/main" id="{93AFC266-673C-3BD7-8A86-05BFE2FA64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1459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1" name="Line 46">
                <a:extLst>
                  <a:ext uri="{FF2B5EF4-FFF2-40B4-BE49-F238E27FC236}">
                    <a16:creationId xmlns:a16="http://schemas.microsoft.com/office/drawing/2014/main" id="{256D8125-369B-15AE-3A3D-01225A71A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2" name="Line 47">
                <a:extLst>
                  <a:ext uri="{FF2B5EF4-FFF2-40B4-BE49-F238E27FC236}">
                    <a16:creationId xmlns:a16="http://schemas.microsoft.com/office/drawing/2014/main" id="{94742352-1D93-5A22-F8D8-758E7DDCA0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3" name="Line 48">
                <a:extLst>
                  <a:ext uri="{FF2B5EF4-FFF2-40B4-BE49-F238E27FC236}">
                    <a16:creationId xmlns:a16="http://schemas.microsoft.com/office/drawing/2014/main" id="{29B7C3A8-B584-70ED-6B27-BC6A6C8DFB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18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4" name="Line 49">
                <a:extLst>
                  <a:ext uri="{FF2B5EF4-FFF2-40B4-BE49-F238E27FC236}">
                    <a16:creationId xmlns:a16="http://schemas.microsoft.com/office/drawing/2014/main" id="{3CE3C20D-E3D5-F7AD-2BD9-5E8C9C21B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504"/>
                <a:ext cx="31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5" name="Line 50">
                <a:extLst>
                  <a:ext uri="{FF2B5EF4-FFF2-40B4-BE49-F238E27FC236}">
                    <a16:creationId xmlns:a16="http://schemas.microsoft.com/office/drawing/2014/main" id="{3F25AC97-27A2-6CF3-7373-DFAFB0AAE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18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6" name="Line 51">
                <a:extLst>
                  <a:ext uri="{FF2B5EF4-FFF2-40B4-BE49-F238E27FC236}">
                    <a16:creationId xmlns:a16="http://schemas.microsoft.com/office/drawing/2014/main" id="{65532086-1BE7-2A57-141B-FAD116A65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1504"/>
                <a:ext cx="272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7" name="Text Box 58">
                <a:extLst>
                  <a:ext uri="{FF2B5EF4-FFF2-40B4-BE49-F238E27FC236}">
                    <a16:creationId xmlns:a16="http://schemas.microsoft.com/office/drawing/2014/main" id="{90AC0064-FA35-7571-12BA-B12B984481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9998" name="Text Box 59">
                <a:extLst>
                  <a:ext uri="{FF2B5EF4-FFF2-40B4-BE49-F238E27FC236}">
                    <a16:creationId xmlns:a16="http://schemas.microsoft.com/office/drawing/2014/main" id="{00F9699F-7F17-198E-9FB2-FD345EB722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39999" name="Text Box 60">
                <a:extLst>
                  <a:ext uri="{FF2B5EF4-FFF2-40B4-BE49-F238E27FC236}">
                    <a16:creationId xmlns:a16="http://schemas.microsoft.com/office/drawing/2014/main" id="{1544941E-C09D-35F5-4CBB-D7B2FC7E54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0000" name="Text Box 61">
                <a:extLst>
                  <a:ext uri="{FF2B5EF4-FFF2-40B4-BE49-F238E27FC236}">
                    <a16:creationId xmlns:a16="http://schemas.microsoft.com/office/drawing/2014/main" id="{28DE4988-009E-05DF-88E5-9F4CA5A059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0001" name="Text Box 62">
                <a:extLst>
                  <a:ext uri="{FF2B5EF4-FFF2-40B4-BE49-F238E27FC236}">
                    <a16:creationId xmlns:a16="http://schemas.microsoft.com/office/drawing/2014/main" id="{4BAB98FD-1273-972F-14BC-C9895CC46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0002" name="Text Box 63">
                <a:extLst>
                  <a:ext uri="{FF2B5EF4-FFF2-40B4-BE49-F238E27FC236}">
                    <a16:creationId xmlns:a16="http://schemas.microsoft.com/office/drawing/2014/main" id="{9AA5EC31-26DB-2B03-BCB2-7568ECD30B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0003" name="Text Box 64">
                <a:extLst>
                  <a:ext uri="{FF2B5EF4-FFF2-40B4-BE49-F238E27FC236}">
                    <a16:creationId xmlns:a16="http://schemas.microsoft.com/office/drawing/2014/main" id="{947135B7-E9C3-161E-C484-8DE2AC949B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2784"/>
                <a:ext cx="35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40004" name="Text Box 65">
                <a:extLst>
                  <a:ext uri="{FF2B5EF4-FFF2-40B4-BE49-F238E27FC236}">
                    <a16:creationId xmlns:a16="http://schemas.microsoft.com/office/drawing/2014/main" id="{ED8AA562-A5EE-3F73-26D1-F25F1F832B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392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0005" name="Text Box 66">
                <a:extLst>
                  <a:ext uri="{FF2B5EF4-FFF2-40B4-BE49-F238E27FC236}">
                    <a16:creationId xmlns:a16="http://schemas.microsoft.com/office/drawing/2014/main" id="{CE6A8685-CE64-6F61-116B-C4775AC883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120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40006" name="Group 68">
                <a:extLst>
                  <a:ext uri="{FF2B5EF4-FFF2-40B4-BE49-F238E27FC236}">
                    <a16:creationId xmlns:a16="http://schemas.microsoft.com/office/drawing/2014/main" id="{27554AD0-9184-D549-045A-56C4BC77DAA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3" y="1678"/>
                <a:ext cx="462" cy="371"/>
                <a:chOff x="1482" y="1701"/>
                <a:chExt cx="462" cy="371"/>
              </a:xfrm>
            </p:grpSpPr>
            <p:sp>
              <p:nvSpPr>
                <p:cNvPr id="40038" name="AutoShape 69">
                  <a:extLst>
                    <a:ext uri="{FF2B5EF4-FFF2-40B4-BE49-F238E27FC236}">
                      <a16:creationId xmlns:a16="http://schemas.microsoft.com/office/drawing/2014/main" id="{6CECCD29-9D00-B3DF-DD73-71457445CB31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39" name="Rectangle 70">
                  <a:extLst>
                    <a:ext uri="{FF2B5EF4-FFF2-40B4-BE49-F238E27FC236}">
                      <a16:creationId xmlns:a16="http://schemas.microsoft.com/office/drawing/2014/main" id="{8E23F5B6-D212-2068-4B7A-07D9492E5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40" name="Oval 71">
                  <a:extLst>
                    <a:ext uri="{FF2B5EF4-FFF2-40B4-BE49-F238E27FC236}">
                      <a16:creationId xmlns:a16="http://schemas.microsoft.com/office/drawing/2014/main" id="{B7B79619-D818-9616-F02F-3B18917B6D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41" name="Rectangle 72">
                  <a:extLst>
                    <a:ext uri="{FF2B5EF4-FFF2-40B4-BE49-F238E27FC236}">
                      <a16:creationId xmlns:a16="http://schemas.microsoft.com/office/drawing/2014/main" id="{237BDE21-05EA-02CB-0554-473FD4AAA0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42" name="Oval 73">
                  <a:extLst>
                    <a:ext uri="{FF2B5EF4-FFF2-40B4-BE49-F238E27FC236}">
                      <a16:creationId xmlns:a16="http://schemas.microsoft.com/office/drawing/2014/main" id="{814C85B5-7ADA-43A6-B089-00AAF06366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07" name="Group 74">
                <a:extLst>
                  <a:ext uri="{FF2B5EF4-FFF2-40B4-BE49-F238E27FC236}">
                    <a16:creationId xmlns:a16="http://schemas.microsoft.com/office/drawing/2014/main" id="{1B7C86F9-DA89-B05B-7A61-DEB5F39E24C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99" y="1686"/>
                <a:ext cx="462" cy="371"/>
                <a:chOff x="1482" y="1701"/>
                <a:chExt cx="462" cy="371"/>
              </a:xfrm>
            </p:grpSpPr>
            <p:sp>
              <p:nvSpPr>
                <p:cNvPr id="40033" name="AutoShape 75">
                  <a:extLst>
                    <a:ext uri="{FF2B5EF4-FFF2-40B4-BE49-F238E27FC236}">
                      <a16:creationId xmlns:a16="http://schemas.microsoft.com/office/drawing/2014/main" id="{F455D0EC-203A-61C3-EF76-F6ED067E067E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34" name="Rectangle 76">
                  <a:extLst>
                    <a:ext uri="{FF2B5EF4-FFF2-40B4-BE49-F238E27FC236}">
                      <a16:creationId xmlns:a16="http://schemas.microsoft.com/office/drawing/2014/main" id="{4480EE3A-7561-E424-D50C-FCF8C3A683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35" name="Oval 77">
                  <a:extLst>
                    <a:ext uri="{FF2B5EF4-FFF2-40B4-BE49-F238E27FC236}">
                      <a16:creationId xmlns:a16="http://schemas.microsoft.com/office/drawing/2014/main" id="{3ED0E2EF-B570-95D4-29E5-4F987B9EF2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36" name="Rectangle 78">
                  <a:extLst>
                    <a:ext uri="{FF2B5EF4-FFF2-40B4-BE49-F238E27FC236}">
                      <a16:creationId xmlns:a16="http://schemas.microsoft.com/office/drawing/2014/main" id="{931357B3-5E41-5A53-CF83-CEC7BDEE1E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37" name="Oval 79">
                  <a:extLst>
                    <a:ext uri="{FF2B5EF4-FFF2-40B4-BE49-F238E27FC236}">
                      <a16:creationId xmlns:a16="http://schemas.microsoft.com/office/drawing/2014/main" id="{E5624018-88E4-F42C-36B1-34BCA2BC47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08" name="Group 80">
                <a:extLst>
                  <a:ext uri="{FF2B5EF4-FFF2-40B4-BE49-F238E27FC236}">
                    <a16:creationId xmlns:a16="http://schemas.microsoft.com/office/drawing/2014/main" id="{B777686B-D048-5E3F-DA8F-C608D2C0B17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56" y="2502"/>
                <a:ext cx="462" cy="371"/>
                <a:chOff x="1482" y="1701"/>
                <a:chExt cx="462" cy="371"/>
              </a:xfrm>
            </p:grpSpPr>
            <p:sp>
              <p:nvSpPr>
                <p:cNvPr id="40028" name="AutoShape 81">
                  <a:extLst>
                    <a:ext uri="{FF2B5EF4-FFF2-40B4-BE49-F238E27FC236}">
                      <a16:creationId xmlns:a16="http://schemas.microsoft.com/office/drawing/2014/main" id="{9EF9D57B-930D-68AC-AD90-3D1E2C8182B8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29" name="Rectangle 82">
                  <a:extLst>
                    <a:ext uri="{FF2B5EF4-FFF2-40B4-BE49-F238E27FC236}">
                      <a16:creationId xmlns:a16="http://schemas.microsoft.com/office/drawing/2014/main" id="{1F3CB91C-3772-EAB8-B707-90575A851C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30" name="Oval 83">
                  <a:extLst>
                    <a:ext uri="{FF2B5EF4-FFF2-40B4-BE49-F238E27FC236}">
                      <a16:creationId xmlns:a16="http://schemas.microsoft.com/office/drawing/2014/main" id="{815DEAD0-B9FC-BB9C-4BF7-3A9652CFF5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31" name="Rectangle 84">
                  <a:extLst>
                    <a:ext uri="{FF2B5EF4-FFF2-40B4-BE49-F238E27FC236}">
                      <a16:creationId xmlns:a16="http://schemas.microsoft.com/office/drawing/2014/main" id="{B16F166E-8F2D-70B5-1B9A-657876D1BC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32" name="Oval 85">
                  <a:extLst>
                    <a:ext uri="{FF2B5EF4-FFF2-40B4-BE49-F238E27FC236}">
                      <a16:creationId xmlns:a16="http://schemas.microsoft.com/office/drawing/2014/main" id="{E6B447DF-30EA-82EF-816E-F51D3ABA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09" name="Group 86">
                <a:extLst>
                  <a:ext uri="{FF2B5EF4-FFF2-40B4-BE49-F238E27FC236}">
                    <a16:creationId xmlns:a16="http://schemas.microsoft.com/office/drawing/2014/main" id="{321E5F8C-632C-5417-2FD5-D170AEE108A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035" y="2494"/>
                <a:ext cx="462" cy="371"/>
                <a:chOff x="1482" y="1701"/>
                <a:chExt cx="462" cy="371"/>
              </a:xfrm>
            </p:grpSpPr>
            <p:sp>
              <p:nvSpPr>
                <p:cNvPr id="40023" name="AutoShape 87">
                  <a:extLst>
                    <a:ext uri="{FF2B5EF4-FFF2-40B4-BE49-F238E27FC236}">
                      <a16:creationId xmlns:a16="http://schemas.microsoft.com/office/drawing/2014/main" id="{FCB723BC-FEF5-8D7D-CF02-18EE3E927F5A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24" name="Rectangle 88">
                  <a:extLst>
                    <a:ext uri="{FF2B5EF4-FFF2-40B4-BE49-F238E27FC236}">
                      <a16:creationId xmlns:a16="http://schemas.microsoft.com/office/drawing/2014/main" id="{201816BF-F25E-5544-E2E6-52F01AD04F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25" name="Oval 89">
                  <a:extLst>
                    <a:ext uri="{FF2B5EF4-FFF2-40B4-BE49-F238E27FC236}">
                      <a16:creationId xmlns:a16="http://schemas.microsoft.com/office/drawing/2014/main" id="{568862B4-9B6E-87EC-4A19-FD8A452E9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26" name="Rectangle 90">
                  <a:extLst>
                    <a:ext uri="{FF2B5EF4-FFF2-40B4-BE49-F238E27FC236}">
                      <a16:creationId xmlns:a16="http://schemas.microsoft.com/office/drawing/2014/main" id="{4093013B-0AFD-C0F3-4621-AA5E59BB87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27" name="Oval 91">
                  <a:extLst>
                    <a:ext uri="{FF2B5EF4-FFF2-40B4-BE49-F238E27FC236}">
                      <a16:creationId xmlns:a16="http://schemas.microsoft.com/office/drawing/2014/main" id="{78EAB060-BF23-5ACD-3716-D0EA99BF98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10" name="Group 93">
                <a:extLst>
                  <a:ext uri="{FF2B5EF4-FFF2-40B4-BE49-F238E27FC236}">
                    <a16:creationId xmlns:a16="http://schemas.microsoft.com/office/drawing/2014/main" id="{FB77D71C-5CF7-D36D-061B-BC3EEE1C97B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11" y="3265"/>
                <a:ext cx="462" cy="371"/>
                <a:chOff x="1482" y="1701"/>
                <a:chExt cx="462" cy="371"/>
              </a:xfrm>
            </p:grpSpPr>
            <p:sp>
              <p:nvSpPr>
                <p:cNvPr id="40018" name="AutoShape 94">
                  <a:extLst>
                    <a:ext uri="{FF2B5EF4-FFF2-40B4-BE49-F238E27FC236}">
                      <a16:creationId xmlns:a16="http://schemas.microsoft.com/office/drawing/2014/main" id="{8E530105-2B11-A4EA-6FA6-302021A9FF82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19" name="Rectangle 95">
                  <a:extLst>
                    <a:ext uri="{FF2B5EF4-FFF2-40B4-BE49-F238E27FC236}">
                      <a16:creationId xmlns:a16="http://schemas.microsoft.com/office/drawing/2014/main" id="{3B84C96E-2380-F216-F69B-289632240C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20" name="Oval 96">
                  <a:extLst>
                    <a:ext uri="{FF2B5EF4-FFF2-40B4-BE49-F238E27FC236}">
                      <a16:creationId xmlns:a16="http://schemas.microsoft.com/office/drawing/2014/main" id="{65FEE561-58BF-CFA9-2BAB-34FDBE2C33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21" name="Rectangle 97">
                  <a:extLst>
                    <a:ext uri="{FF2B5EF4-FFF2-40B4-BE49-F238E27FC236}">
                      <a16:creationId xmlns:a16="http://schemas.microsoft.com/office/drawing/2014/main" id="{094988AD-ACC0-EFC2-83D5-061759F86A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22" name="Oval 98">
                  <a:extLst>
                    <a:ext uri="{FF2B5EF4-FFF2-40B4-BE49-F238E27FC236}">
                      <a16:creationId xmlns:a16="http://schemas.microsoft.com/office/drawing/2014/main" id="{7063C1FE-8653-AEB0-3322-BD1228FA8B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11" name="Group 100">
                <a:extLst>
                  <a:ext uri="{FF2B5EF4-FFF2-40B4-BE49-F238E27FC236}">
                    <a16:creationId xmlns:a16="http://schemas.microsoft.com/office/drawing/2014/main" id="{E9EFC783-E7E6-35BE-577E-D30FD50DB11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36" y="3265"/>
                <a:ext cx="462" cy="371"/>
                <a:chOff x="1482" y="1701"/>
                <a:chExt cx="462" cy="371"/>
              </a:xfrm>
            </p:grpSpPr>
            <p:sp>
              <p:nvSpPr>
                <p:cNvPr id="40013" name="AutoShape 101">
                  <a:extLst>
                    <a:ext uri="{FF2B5EF4-FFF2-40B4-BE49-F238E27FC236}">
                      <a16:creationId xmlns:a16="http://schemas.microsoft.com/office/drawing/2014/main" id="{898E0301-D7E9-53C6-CD5D-CF2175832FD5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14" name="Rectangle 102">
                  <a:extLst>
                    <a:ext uri="{FF2B5EF4-FFF2-40B4-BE49-F238E27FC236}">
                      <a16:creationId xmlns:a16="http://schemas.microsoft.com/office/drawing/2014/main" id="{DFCD9E53-5FF4-A065-6106-C1FB0D2E10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15" name="Oval 103">
                  <a:extLst>
                    <a:ext uri="{FF2B5EF4-FFF2-40B4-BE49-F238E27FC236}">
                      <a16:creationId xmlns:a16="http://schemas.microsoft.com/office/drawing/2014/main" id="{AB89C65B-6AC0-0761-D3A0-D55B4BE687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16" name="Rectangle 104">
                  <a:extLst>
                    <a:ext uri="{FF2B5EF4-FFF2-40B4-BE49-F238E27FC236}">
                      <a16:creationId xmlns:a16="http://schemas.microsoft.com/office/drawing/2014/main" id="{AB1E56A1-4563-CAD9-29DD-F54F31E473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17" name="Oval 105">
                  <a:extLst>
                    <a:ext uri="{FF2B5EF4-FFF2-40B4-BE49-F238E27FC236}">
                      <a16:creationId xmlns:a16="http://schemas.microsoft.com/office/drawing/2014/main" id="{CDB5E65B-23D6-CD18-3B0B-CD8D0B2EE6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0012" name="Line 118">
                <a:extLst>
                  <a:ext uri="{FF2B5EF4-FFF2-40B4-BE49-F238E27FC236}">
                    <a16:creationId xmlns:a16="http://schemas.microsoft.com/office/drawing/2014/main" id="{FF0BC0FD-E49A-4040-A805-231BEC23F2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66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957" name="Rectangle 35">
              <a:extLst>
                <a:ext uri="{FF2B5EF4-FFF2-40B4-BE49-F238E27FC236}">
                  <a16:creationId xmlns:a16="http://schemas.microsoft.com/office/drawing/2014/main" id="{8ECCAA1A-D275-8A8A-3935-7CD57B2F6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199" y="1601085"/>
              <a:ext cx="609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graphicFrame>
        <p:nvGraphicFramePr>
          <p:cNvPr id="154766" name="Group 142">
            <a:extLst>
              <a:ext uri="{FF2B5EF4-FFF2-40B4-BE49-F238E27FC236}">
                <a16:creationId xmlns:a16="http://schemas.microsoft.com/office/drawing/2014/main" id="{E6A2A534-0FD8-A0DB-3174-177010C12193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304800" y="3468688"/>
          <a:ext cx="3354388" cy="1331912"/>
        </p:xfrm>
        <a:graphic>
          <a:graphicData uri="http://schemas.openxmlformats.org/drawingml/2006/table">
            <a:tbl>
              <a:tblPr/>
              <a:tblGrid>
                <a:gridCol w="1506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CP    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  Q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7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        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  D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953" name="Rectangle 35">
            <a:extLst>
              <a:ext uri="{FF2B5EF4-FFF2-40B4-BE49-F238E27FC236}">
                <a16:creationId xmlns:a16="http://schemas.microsoft.com/office/drawing/2014/main" id="{E2286689-81A2-D136-F65C-DD9E114F8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198813"/>
            <a:ext cx="6096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_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39954" name="Rectangle 35">
            <a:extLst>
              <a:ext uri="{FF2B5EF4-FFF2-40B4-BE49-F238E27FC236}">
                <a16:creationId xmlns:a16="http://schemas.microsoft.com/office/drawing/2014/main" id="{868E3867-82C5-A8D9-8D9A-BF8095B9D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992563"/>
            <a:ext cx="60960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_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9955" name="文本框 5">
            <a:extLst>
              <a:ext uri="{FF2B5EF4-FFF2-40B4-BE49-F238E27FC236}">
                <a16:creationId xmlns:a16="http://schemas.microsoft.com/office/drawing/2014/main" id="{4CAE3067-6732-4C91-605F-FAE40A31D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275138"/>
            <a:ext cx="3746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ym typeface="Symbol" panose="05050102010706020507" pitchFamily="18" charset="2"/>
              </a:rPr>
              <a:t>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>
            <a:extLst>
              <a:ext uri="{FF2B5EF4-FFF2-40B4-BE49-F238E27FC236}">
                <a16:creationId xmlns:a16="http://schemas.microsoft.com/office/drawing/2014/main" id="{EFCD86DE-F85D-3E55-9CE9-D729386FD955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1557338"/>
            <a:ext cx="4535488" cy="5080000"/>
            <a:chOff x="4303713" y="1601085"/>
            <a:chExt cx="4535487" cy="5080703"/>
          </a:xfrm>
        </p:grpSpPr>
        <p:grpSp>
          <p:nvGrpSpPr>
            <p:cNvPr id="41999" name="Group 139">
              <a:extLst>
                <a:ext uri="{FF2B5EF4-FFF2-40B4-BE49-F238E27FC236}">
                  <a16:creationId xmlns:a16="http://schemas.microsoft.com/office/drawing/2014/main" id="{F6802BFA-0232-79D0-DF3E-75FFC887CE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3713" y="1905000"/>
              <a:ext cx="4535487" cy="4776788"/>
              <a:chOff x="2448" y="1200"/>
              <a:chExt cx="2857" cy="3009"/>
            </a:xfrm>
          </p:grpSpPr>
          <p:sp>
            <p:nvSpPr>
              <p:cNvPr id="42001" name="Line 13">
                <a:extLst>
                  <a:ext uri="{FF2B5EF4-FFF2-40B4-BE49-F238E27FC236}">
                    <a16:creationId xmlns:a16="http://schemas.microsoft.com/office/drawing/2014/main" id="{CE499621-CBE9-B47F-8E02-C39885F40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2" name="Line 14">
                <a:extLst>
                  <a:ext uri="{FF2B5EF4-FFF2-40B4-BE49-F238E27FC236}">
                    <a16:creationId xmlns:a16="http://schemas.microsoft.com/office/drawing/2014/main" id="{D375BF5A-39C9-EED9-95F6-4FE814A292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6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3" name="Line 15">
                <a:extLst>
                  <a:ext uri="{FF2B5EF4-FFF2-40B4-BE49-F238E27FC236}">
                    <a16:creationId xmlns:a16="http://schemas.microsoft.com/office/drawing/2014/main" id="{27451A50-A1EF-8805-617C-D16373F09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9" y="1504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4" name="Line 16">
                <a:extLst>
                  <a:ext uri="{FF2B5EF4-FFF2-40B4-BE49-F238E27FC236}">
                    <a16:creationId xmlns:a16="http://schemas.microsoft.com/office/drawing/2014/main" id="{0B1AABEB-9FD6-C74A-D417-64D36499AC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8" y="1504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5" name="Line 17">
                <a:extLst>
                  <a:ext uri="{FF2B5EF4-FFF2-40B4-BE49-F238E27FC236}">
                    <a16:creationId xmlns:a16="http://schemas.microsoft.com/office/drawing/2014/main" id="{3F4106A5-8821-01B9-C926-81A74668F7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3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6" name="Line 18">
                <a:extLst>
                  <a:ext uri="{FF2B5EF4-FFF2-40B4-BE49-F238E27FC236}">
                    <a16:creationId xmlns:a16="http://schemas.microsoft.com/office/drawing/2014/main" id="{5367BF3F-DCC9-28FB-381C-423C57E330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2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7" name="Line 19">
                <a:extLst>
                  <a:ext uri="{FF2B5EF4-FFF2-40B4-BE49-F238E27FC236}">
                    <a16:creationId xmlns:a16="http://schemas.microsoft.com/office/drawing/2014/main" id="{EC6B57C0-4962-8D88-68F1-154136D45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1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8" name="Line 20">
                <a:extLst>
                  <a:ext uri="{FF2B5EF4-FFF2-40B4-BE49-F238E27FC236}">
                    <a16:creationId xmlns:a16="http://schemas.microsoft.com/office/drawing/2014/main" id="{129687B5-D5DA-B94B-9EC9-8CEEE10FF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6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9" name="Line 21">
                <a:extLst>
                  <a:ext uri="{FF2B5EF4-FFF2-40B4-BE49-F238E27FC236}">
                    <a16:creationId xmlns:a16="http://schemas.microsoft.com/office/drawing/2014/main" id="{F74DC393-4E04-32F2-37C1-7B1E0C255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6" y="3183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0" name="Line 22">
                <a:extLst>
                  <a:ext uri="{FF2B5EF4-FFF2-40B4-BE49-F238E27FC236}">
                    <a16:creationId xmlns:a16="http://schemas.microsoft.com/office/drawing/2014/main" id="{93239EB6-285D-209B-C6A0-88D8CF2F0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183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1" name="Line 23">
                <a:extLst>
                  <a:ext uri="{FF2B5EF4-FFF2-40B4-BE49-F238E27FC236}">
                    <a16:creationId xmlns:a16="http://schemas.microsoft.com/office/drawing/2014/main" id="{D1D8050C-B8B6-64F5-CC61-53CBF5F70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772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2" name="Line 24">
                <a:extLst>
                  <a:ext uri="{FF2B5EF4-FFF2-40B4-BE49-F238E27FC236}">
                    <a16:creationId xmlns:a16="http://schemas.microsoft.com/office/drawing/2014/main" id="{A5881E86-704A-5C88-4A63-E24CD4DA80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5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3" name="Line 25">
                <a:extLst>
                  <a:ext uri="{FF2B5EF4-FFF2-40B4-BE49-F238E27FC236}">
                    <a16:creationId xmlns:a16="http://schemas.microsoft.com/office/drawing/2014/main" id="{3770C886-47DD-D8DC-24B6-30C4846DFB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3636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4" name="Line 26">
                <a:extLst>
                  <a:ext uri="{FF2B5EF4-FFF2-40B4-BE49-F238E27FC236}">
                    <a16:creationId xmlns:a16="http://schemas.microsoft.com/office/drawing/2014/main" id="{4F455F08-8FB4-EA66-F307-FC54FC1EBD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5" name="Line 27">
                <a:extLst>
                  <a:ext uri="{FF2B5EF4-FFF2-40B4-BE49-F238E27FC236}">
                    <a16:creationId xmlns:a16="http://schemas.microsoft.com/office/drawing/2014/main" id="{1C2FAE40-18CF-0836-5BE9-33D89A0B8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3092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6" name="Line 28">
                <a:extLst>
                  <a:ext uri="{FF2B5EF4-FFF2-40B4-BE49-F238E27FC236}">
                    <a16:creationId xmlns:a16="http://schemas.microsoft.com/office/drawing/2014/main" id="{2C94B8CA-F4E7-297A-8554-48690FCC17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7" name="Line 29">
                <a:extLst>
                  <a:ext uri="{FF2B5EF4-FFF2-40B4-BE49-F238E27FC236}">
                    <a16:creationId xmlns:a16="http://schemas.microsoft.com/office/drawing/2014/main" id="{341BB729-77CA-A3B7-DCEF-3FC0E4CE1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772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8" name="Line 30">
                <a:extLst>
                  <a:ext uri="{FF2B5EF4-FFF2-40B4-BE49-F238E27FC236}">
                    <a16:creationId xmlns:a16="http://schemas.microsoft.com/office/drawing/2014/main" id="{5C759008-F6EC-E1EB-3B32-C9BDF8865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2366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9" name="Line 31">
                <a:extLst>
                  <a:ext uri="{FF2B5EF4-FFF2-40B4-BE49-F238E27FC236}">
                    <a16:creationId xmlns:a16="http://schemas.microsoft.com/office/drawing/2014/main" id="{AB56B602-E16D-0215-EFA7-D184C7DE2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36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0" name="Line 32">
                <a:extLst>
                  <a:ext uri="{FF2B5EF4-FFF2-40B4-BE49-F238E27FC236}">
                    <a16:creationId xmlns:a16="http://schemas.microsoft.com/office/drawing/2014/main" id="{83E509EF-3A04-06B6-9E69-0D2B259AB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2366"/>
                <a:ext cx="0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1" name="Line 33">
                <a:extLst>
                  <a:ext uri="{FF2B5EF4-FFF2-40B4-BE49-F238E27FC236}">
                    <a16:creationId xmlns:a16="http://schemas.microsoft.com/office/drawing/2014/main" id="{6E1C19BC-C689-D04A-FD87-1DEA8C14B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" y="2956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2" name="Line 34">
                <a:extLst>
                  <a:ext uri="{FF2B5EF4-FFF2-40B4-BE49-F238E27FC236}">
                    <a16:creationId xmlns:a16="http://schemas.microsoft.com/office/drawing/2014/main" id="{CC2842E0-C196-502F-25C5-9A277E8FE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3" y="2865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3" name="Oval 35">
                <a:extLst>
                  <a:ext uri="{FF2B5EF4-FFF2-40B4-BE49-F238E27FC236}">
                    <a16:creationId xmlns:a16="http://schemas.microsoft.com/office/drawing/2014/main" id="{06D9009C-C8A2-EE2A-BFFA-B23C29D15A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01" y="3137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24" name="Oval 36">
                <a:extLst>
                  <a:ext uri="{FF2B5EF4-FFF2-40B4-BE49-F238E27FC236}">
                    <a16:creationId xmlns:a16="http://schemas.microsoft.com/office/drawing/2014/main" id="{6A94D658-2248-B557-E52C-0CF451FB0B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21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25" name="Line 37">
                <a:extLst>
                  <a:ext uri="{FF2B5EF4-FFF2-40B4-BE49-F238E27FC236}">
                    <a16:creationId xmlns:a16="http://schemas.microsoft.com/office/drawing/2014/main" id="{543D27AB-552A-33BA-582F-99946D5AEF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363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6" name="Line 38">
                <a:extLst>
                  <a:ext uri="{FF2B5EF4-FFF2-40B4-BE49-F238E27FC236}">
                    <a16:creationId xmlns:a16="http://schemas.microsoft.com/office/drawing/2014/main" id="{393B401D-514F-883B-4BFC-53DF954545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81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7" name="Line 39">
                <a:extLst>
                  <a:ext uri="{FF2B5EF4-FFF2-40B4-BE49-F238E27FC236}">
                    <a16:creationId xmlns:a16="http://schemas.microsoft.com/office/drawing/2014/main" id="{3EF96FDC-2752-126D-F2F2-8C17EA2DFD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366"/>
                <a:ext cx="0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8" name="Line 40">
                <a:extLst>
                  <a:ext uri="{FF2B5EF4-FFF2-40B4-BE49-F238E27FC236}">
                    <a16:creationId xmlns:a16="http://schemas.microsoft.com/office/drawing/2014/main" id="{D784AD23-351A-AC08-4878-2890FD71E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66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9" name="Oval 41">
                <a:extLst>
                  <a:ext uri="{FF2B5EF4-FFF2-40B4-BE49-F238E27FC236}">
                    <a16:creationId xmlns:a16="http://schemas.microsoft.com/office/drawing/2014/main" id="{265E93AE-0265-2647-75D2-083F76C557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7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30" name="Line 42">
                <a:extLst>
                  <a:ext uri="{FF2B5EF4-FFF2-40B4-BE49-F238E27FC236}">
                    <a16:creationId xmlns:a16="http://schemas.microsoft.com/office/drawing/2014/main" id="{846681EA-9014-F983-2913-1555F3B2E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1" name="Oval 43">
                <a:extLst>
                  <a:ext uri="{FF2B5EF4-FFF2-40B4-BE49-F238E27FC236}">
                    <a16:creationId xmlns:a16="http://schemas.microsoft.com/office/drawing/2014/main" id="{33262743-3588-9052-6051-AF171BE2E0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07" y="3046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32" name="Oval 44">
                <a:extLst>
                  <a:ext uri="{FF2B5EF4-FFF2-40B4-BE49-F238E27FC236}">
                    <a16:creationId xmlns:a16="http://schemas.microsoft.com/office/drawing/2014/main" id="{E9AA51C0-3FDA-DEF2-09F3-F7B9265746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5" y="1460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33" name="Oval 45">
                <a:extLst>
                  <a:ext uri="{FF2B5EF4-FFF2-40B4-BE49-F238E27FC236}">
                    <a16:creationId xmlns:a16="http://schemas.microsoft.com/office/drawing/2014/main" id="{11873209-8322-A574-6980-D01222C8B0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1459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34" name="Line 46">
                <a:extLst>
                  <a:ext uri="{FF2B5EF4-FFF2-40B4-BE49-F238E27FC236}">
                    <a16:creationId xmlns:a16="http://schemas.microsoft.com/office/drawing/2014/main" id="{0C96078A-7873-C97E-9656-23465412A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5" name="Line 47">
                <a:extLst>
                  <a:ext uri="{FF2B5EF4-FFF2-40B4-BE49-F238E27FC236}">
                    <a16:creationId xmlns:a16="http://schemas.microsoft.com/office/drawing/2014/main" id="{3DD96542-FAC6-7AD1-C6B2-AFDBDB8EE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6" name="Line 48">
                <a:extLst>
                  <a:ext uri="{FF2B5EF4-FFF2-40B4-BE49-F238E27FC236}">
                    <a16:creationId xmlns:a16="http://schemas.microsoft.com/office/drawing/2014/main" id="{FFC3E19B-83B0-B147-5F26-540DB2C0A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18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7" name="Line 49">
                <a:extLst>
                  <a:ext uri="{FF2B5EF4-FFF2-40B4-BE49-F238E27FC236}">
                    <a16:creationId xmlns:a16="http://schemas.microsoft.com/office/drawing/2014/main" id="{7434B8DE-6D71-81F1-5E34-5BEC2FC09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504"/>
                <a:ext cx="31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8" name="Line 50">
                <a:extLst>
                  <a:ext uri="{FF2B5EF4-FFF2-40B4-BE49-F238E27FC236}">
                    <a16:creationId xmlns:a16="http://schemas.microsoft.com/office/drawing/2014/main" id="{2C6ABEF1-4A2C-64E4-11AF-2F622C68E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18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9" name="Line 51">
                <a:extLst>
                  <a:ext uri="{FF2B5EF4-FFF2-40B4-BE49-F238E27FC236}">
                    <a16:creationId xmlns:a16="http://schemas.microsoft.com/office/drawing/2014/main" id="{C1BDE563-8E96-45E6-0ECD-AFB078241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1504"/>
                <a:ext cx="272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40" name="Text Box 58">
                <a:extLst>
                  <a:ext uri="{FF2B5EF4-FFF2-40B4-BE49-F238E27FC236}">
                    <a16:creationId xmlns:a16="http://schemas.microsoft.com/office/drawing/2014/main" id="{66C379EE-B7E2-2A5C-F85D-9C801A086C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2041" name="Text Box 59">
                <a:extLst>
                  <a:ext uri="{FF2B5EF4-FFF2-40B4-BE49-F238E27FC236}">
                    <a16:creationId xmlns:a16="http://schemas.microsoft.com/office/drawing/2014/main" id="{F108C050-9DDA-EABB-D978-FB7EAF2FD6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2042" name="Text Box 60">
                <a:extLst>
                  <a:ext uri="{FF2B5EF4-FFF2-40B4-BE49-F238E27FC236}">
                    <a16:creationId xmlns:a16="http://schemas.microsoft.com/office/drawing/2014/main" id="{DB595C1A-4A20-E0CA-59CD-C75A94CD8D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2043" name="Text Box 61">
                <a:extLst>
                  <a:ext uri="{FF2B5EF4-FFF2-40B4-BE49-F238E27FC236}">
                    <a16:creationId xmlns:a16="http://schemas.microsoft.com/office/drawing/2014/main" id="{039D6D0D-E558-C2E6-2BBB-18F17E82C0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2044" name="Text Box 62">
                <a:extLst>
                  <a:ext uri="{FF2B5EF4-FFF2-40B4-BE49-F238E27FC236}">
                    <a16:creationId xmlns:a16="http://schemas.microsoft.com/office/drawing/2014/main" id="{D4104049-4DF9-EF89-CB35-1825F8BE14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2045" name="Text Box 63">
                <a:extLst>
                  <a:ext uri="{FF2B5EF4-FFF2-40B4-BE49-F238E27FC236}">
                    <a16:creationId xmlns:a16="http://schemas.microsoft.com/office/drawing/2014/main" id="{B7708397-EDD1-2EAB-2615-8F8E878543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2046" name="Text Box 64">
                <a:extLst>
                  <a:ext uri="{FF2B5EF4-FFF2-40B4-BE49-F238E27FC236}">
                    <a16:creationId xmlns:a16="http://schemas.microsoft.com/office/drawing/2014/main" id="{348F9C60-4499-0D91-BAD0-2458F73DE5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2784"/>
                <a:ext cx="35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42047" name="Text Box 65">
                <a:extLst>
                  <a:ext uri="{FF2B5EF4-FFF2-40B4-BE49-F238E27FC236}">
                    <a16:creationId xmlns:a16="http://schemas.microsoft.com/office/drawing/2014/main" id="{970FF0F4-D2C3-429F-C449-82DC94CBA5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392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2048" name="Text Box 66">
                <a:extLst>
                  <a:ext uri="{FF2B5EF4-FFF2-40B4-BE49-F238E27FC236}">
                    <a16:creationId xmlns:a16="http://schemas.microsoft.com/office/drawing/2014/main" id="{46619F57-A527-9F03-45C1-4FF6EAE42F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120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42049" name="Group 68">
                <a:extLst>
                  <a:ext uri="{FF2B5EF4-FFF2-40B4-BE49-F238E27FC236}">
                    <a16:creationId xmlns:a16="http://schemas.microsoft.com/office/drawing/2014/main" id="{3B0A8FD2-4FEC-6FD6-2ACD-5436AE34ABF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3" y="1678"/>
                <a:ext cx="462" cy="371"/>
                <a:chOff x="1482" y="1701"/>
                <a:chExt cx="462" cy="371"/>
              </a:xfrm>
            </p:grpSpPr>
            <p:sp>
              <p:nvSpPr>
                <p:cNvPr id="42081" name="AutoShape 69">
                  <a:extLst>
                    <a:ext uri="{FF2B5EF4-FFF2-40B4-BE49-F238E27FC236}">
                      <a16:creationId xmlns:a16="http://schemas.microsoft.com/office/drawing/2014/main" id="{82017BB7-008B-4257-4766-2C95A82EE7DA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82" name="Rectangle 70">
                  <a:extLst>
                    <a:ext uri="{FF2B5EF4-FFF2-40B4-BE49-F238E27FC236}">
                      <a16:creationId xmlns:a16="http://schemas.microsoft.com/office/drawing/2014/main" id="{19D868EC-DEE2-F1D0-23E3-5E5615A458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83" name="Oval 71">
                  <a:extLst>
                    <a:ext uri="{FF2B5EF4-FFF2-40B4-BE49-F238E27FC236}">
                      <a16:creationId xmlns:a16="http://schemas.microsoft.com/office/drawing/2014/main" id="{19D5AF03-10A5-10BD-D9DE-3566C2AFFE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84" name="Rectangle 72">
                  <a:extLst>
                    <a:ext uri="{FF2B5EF4-FFF2-40B4-BE49-F238E27FC236}">
                      <a16:creationId xmlns:a16="http://schemas.microsoft.com/office/drawing/2014/main" id="{D25D24AD-3807-49A3-0472-9279048AF4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85" name="Oval 73">
                  <a:extLst>
                    <a:ext uri="{FF2B5EF4-FFF2-40B4-BE49-F238E27FC236}">
                      <a16:creationId xmlns:a16="http://schemas.microsoft.com/office/drawing/2014/main" id="{C948ACA9-2A72-B0A2-CB98-C47E803BFA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050" name="Group 74">
                <a:extLst>
                  <a:ext uri="{FF2B5EF4-FFF2-40B4-BE49-F238E27FC236}">
                    <a16:creationId xmlns:a16="http://schemas.microsoft.com/office/drawing/2014/main" id="{EBFD6B92-1D02-0FC4-DB72-CC04B09FE3A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99" y="1686"/>
                <a:ext cx="462" cy="371"/>
                <a:chOff x="1482" y="1701"/>
                <a:chExt cx="462" cy="371"/>
              </a:xfrm>
            </p:grpSpPr>
            <p:sp>
              <p:nvSpPr>
                <p:cNvPr id="42076" name="AutoShape 75">
                  <a:extLst>
                    <a:ext uri="{FF2B5EF4-FFF2-40B4-BE49-F238E27FC236}">
                      <a16:creationId xmlns:a16="http://schemas.microsoft.com/office/drawing/2014/main" id="{24F6A5F2-B2ED-86DD-6BEB-57AE47854DCA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77" name="Rectangle 76">
                  <a:extLst>
                    <a:ext uri="{FF2B5EF4-FFF2-40B4-BE49-F238E27FC236}">
                      <a16:creationId xmlns:a16="http://schemas.microsoft.com/office/drawing/2014/main" id="{340AD4C2-6519-9AC9-E834-D8BFF4D9B6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78" name="Oval 77">
                  <a:extLst>
                    <a:ext uri="{FF2B5EF4-FFF2-40B4-BE49-F238E27FC236}">
                      <a16:creationId xmlns:a16="http://schemas.microsoft.com/office/drawing/2014/main" id="{237588DD-6628-8BC2-367F-51CE05A77E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79" name="Rectangle 78">
                  <a:extLst>
                    <a:ext uri="{FF2B5EF4-FFF2-40B4-BE49-F238E27FC236}">
                      <a16:creationId xmlns:a16="http://schemas.microsoft.com/office/drawing/2014/main" id="{D1147545-B7E2-837B-6ADA-2AF23A734B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80" name="Oval 79">
                  <a:extLst>
                    <a:ext uri="{FF2B5EF4-FFF2-40B4-BE49-F238E27FC236}">
                      <a16:creationId xmlns:a16="http://schemas.microsoft.com/office/drawing/2014/main" id="{9CBB84EF-21E0-9558-18D0-3BCE4B94BD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051" name="Group 80">
                <a:extLst>
                  <a:ext uri="{FF2B5EF4-FFF2-40B4-BE49-F238E27FC236}">
                    <a16:creationId xmlns:a16="http://schemas.microsoft.com/office/drawing/2014/main" id="{F6057053-91CA-FE39-E63A-36B1AE7D8BD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56" y="2502"/>
                <a:ext cx="462" cy="371"/>
                <a:chOff x="1482" y="1701"/>
                <a:chExt cx="462" cy="371"/>
              </a:xfrm>
            </p:grpSpPr>
            <p:sp>
              <p:nvSpPr>
                <p:cNvPr id="42071" name="AutoShape 81">
                  <a:extLst>
                    <a:ext uri="{FF2B5EF4-FFF2-40B4-BE49-F238E27FC236}">
                      <a16:creationId xmlns:a16="http://schemas.microsoft.com/office/drawing/2014/main" id="{81CA25EA-A6AB-7209-0A57-43BD827F9109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72" name="Rectangle 82">
                  <a:extLst>
                    <a:ext uri="{FF2B5EF4-FFF2-40B4-BE49-F238E27FC236}">
                      <a16:creationId xmlns:a16="http://schemas.microsoft.com/office/drawing/2014/main" id="{62FD4655-4939-820A-A8D3-15BF9DD212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73" name="Oval 83">
                  <a:extLst>
                    <a:ext uri="{FF2B5EF4-FFF2-40B4-BE49-F238E27FC236}">
                      <a16:creationId xmlns:a16="http://schemas.microsoft.com/office/drawing/2014/main" id="{988A4A43-762E-A5EC-E785-98DC535A2B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74" name="Rectangle 84">
                  <a:extLst>
                    <a:ext uri="{FF2B5EF4-FFF2-40B4-BE49-F238E27FC236}">
                      <a16:creationId xmlns:a16="http://schemas.microsoft.com/office/drawing/2014/main" id="{9E227D85-D7C2-5929-4467-F6BE76A04E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75" name="Oval 85">
                  <a:extLst>
                    <a:ext uri="{FF2B5EF4-FFF2-40B4-BE49-F238E27FC236}">
                      <a16:creationId xmlns:a16="http://schemas.microsoft.com/office/drawing/2014/main" id="{91D49E5C-A759-125E-CA81-E570FB385A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052" name="Group 86">
                <a:extLst>
                  <a:ext uri="{FF2B5EF4-FFF2-40B4-BE49-F238E27FC236}">
                    <a16:creationId xmlns:a16="http://schemas.microsoft.com/office/drawing/2014/main" id="{8499331D-7277-82E6-4606-7770199D42D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035" y="2494"/>
                <a:ext cx="462" cy="371"/>
                <a:chOff x="1482" y="1701"/>
                <a:chExt cx="462" cy="371"/>
              </a:xfrm>
            </p:grpSpPr>
            <p:sp>
              <p:nvSpPr>
                <p:cNvPr id="42066" name="AutoShape 87">
                  <a:extLst>
                    <a:ext uri="{FF2B5EF4-FFF2-40B4-BE49-F238E27FC236}">
                      <a16:creationId xmlns:a16="http://schemas.microsoft.com/office/drawing/2014/main" id="{CD27FF75-C012-3D73-63DD-C8D4F59FD262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67" name="Rectangle 88">
                  <a:extLst>
                    <a:ext uri="{FF2B5EF4-FFF2-40B4-BE49-F238E27FC236}">
                      <a16:creationId xmlns:a16="http://schemas.microsoft.com/office/drawing/2014/main" id="{828454C5-F07D-8F1B-82EA-9DA04F31E5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68" name="Oval 89">
                  <a:extLst>
                    <a:ext uri="{FF2B5EF4-FFF2-40B4-BE49-F238E27FC236}">
                      <a16:creationId xmlns:a16="http://schemas.microsoft.com/office/drawing/2014/main" id="{24CE5E9A-44DB-4000-EF40-FBDCB1B9A8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69" name="Rectangle 90">
                  <a:extLst>
                    <a:ext uri="{FF2B5EF4-FFF2-40B4-BE49-F238E27FC236}">
                      <a16:creationId xmlns:a16="http://schemas.microsoft.com/office/drawing/2014/main" id="{53A012C5-8569-802B-034D-07959D0802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70" name="Oval 91">
                  <a:extLst>
                    <a:ext uri="{FF2B5EF4-FFF2-40B4-BE49-F238E27FC236}">
                      <a16:creationId xmlns:a16="http://schemas.microsoft.com/office/drawing/2014/main" id="{E03922FF-A41D-5639-8368-C5D72271A8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053" name="Group 93">
                <a:extLst>
                  <a:ext uri="{FF2B5EF4-FFF2-40B4-BE49-F238E27FC236}">
                    <a16:creationId xmlns:a16="http://schemas.microsoft.com/office/drawing/2014/main" id="{64510E96-677F-CFE7-6B87-180FA878451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11" y="3265"/>
                <a:ext cx="462" cy="371"/>
                <a:chOff x="1482" y="1701"/>
                <a:chExt cx="462" cy="371"/>
              </a:xfrm>
            </p:grpSpPr>
            <p:sp>
              <p:nvSpPr>
                <p:cNvPr id="42061" name="AutoShape 94">
                  <a:extLst>
                    <a:ext uri="{FF2B5EF4-FFF2-40B4-BE49-F238E27FC236}">
                      <a16:creationId xmlns:a16="http://schemas.microsoft.com/office/drawing/2014/main" id="{CA0C7AE8-B296-722C-680D-E5680C61B174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62" name="Rectangle 95">
                  <a:extLst>
                    <a:ext uri="{FF2B5EF4-FFF2-40B4-BE49-F238E27FC236}">
                      <a16:creationId xmlns:a16="http://schemas.microsoft.com/office/drawing/2014/main" id="{ED10446A-8E85-B12D-7FAB-0ACE4114B1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63" name="Oval 96">
                  <a:extLst>
                    <a:ext uri="{FF2B5EF4-FFF2-40B4-BE49-F238E27FC236}">
                      <a16:creationId xmlns:a16="http://schemas.microsoft.com/office/drawing/2014/main" id="{F613BC90-581E-83D8-A8FB-4252DCAF92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64" name="Rectangle 97">
                  <a:extLst>
                    <a:ext uri="{FF2B5EF4-FFF2-40B4-BE49-F238E27FC236}">
                      <a16:creationId xmlns:a16="http://schemas.microsoft.com/office/drawing/2014/main" id="{91FAA17E-D3E3-C480-0BAD-B6F51CAD40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65" name="Oval 98">
                  <a:extLst>
                    <a:ext uri="{FF2B5EF4-FFF2-40B4-BE49-F238E27FC236}">
                      <a16:creationId xmlns:a16="http://schemas.microsoft.com/office/drawing/2014/main" id="{C09EDB69-998C-49D9-ED0E-5B2E061672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054" name="Group 100">
                <a:extLst>
                  <a:ext uri="{FF2B5EF4-FFF2-40B4-BE49-F238E27FC236}">
                    <a16:creationId xmlns:a16="http://schemas.microsoft.com/office/drawing/2014/main" id="{A7AA3DC7-20CF-DAF9-45AC-AAB60A67BB0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36" y="3265"/>
                <a:ext cx="462" cy="371"/>
                <a:chOff x="1482" y="1701"/>
                <a:chExt cx="462" cy="371"/>
              </a:xfrm>
            </p:grpSpPr>
            <p:sp>
              <p:nvSpPr>
                <p:cNvPr id="42056" name="AutoShape 101">
                  <a:extLst>
                    <a:ext uri="{FF2B5EF4-FFF2-40B4-BE49-F238E27FC236}">
                      <a16:creationId xmlns:a16="http://schemas.microsoft.com/office/drawing/2014/main" id="{DB273D40-C35B-967D-575D-71976C274037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57" name="Rectangle 102">
                  <a:extLst>
                    <a:ext uri="{FF2B5EF4-FFF2-40B4-BE49-F238E27FC236}">
                      <a16:creationId xmlns:a16="http://schemas.microsoft.com/office/drawing/2014/main" id="{768ADEFB-FA74-CD9F-5CCF-5AAC18C03F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58" name="Oval 103">
                  <a:extLst>
                    <a:ext uri="{FF2B5EF4-FFF2-40B4-BE49-F238E27FC236}">
                      <a16:creationId xmlns:a16="http://schemas.microsoft.com/office/drawing/2014/main" id="{D4B7A572-CEED-46F4-1671-48E8E2EF8E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59" name="Rectangle 104">
                  <a:extLst>
                    <a:ext uri="{FF2B5EF4-FFF2-40B4-BE49-F238E27FC236}">
                      <a16:creationId xmlns:a16="http://schemas.microsoft.com/office/drawing/2014/main" id="{EFB4C2A8-B3FE-8E83-4FCE-8F1B49D64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60" name="Oval 105">
                  <a:extLst>
                    <a:ext uri="{FF2B5EF4-FFF2-40B4-BE49-F238E27FC236}">
                      <a16:creationId xmlns:a16="http://schemas.microsoft.com/office/drawing/2014/main" id="{5D30133B-E653-C5D5-39A1-B3A5E5E82F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055" name="Line 118">
                <a:extLst>
                  <a:ext uri="{FF2B5EF4-FFF2-40B4-BE49-F238E27FC236}">
                    <a16:creationId xmlns:a16="http://schemas.microsoft.com/office/drawing/2014/main" id="{9602C3CE-5D6B-E1BC-442F-31925D25E6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66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000" name="Rectangle 35">
              <a:extLst>
                <a:ext uri="{FF2B5EF4-FFF2-40B4-BE49-F238E27FC236}">
                  <a16:creationId xmlns:a16="http://schemas.microsoft.com/office/drawing/2014/main" id="{F5AAAF15-CCCF-8011-41CD-565594D52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199" y="1601085"/>
              <a:ext cx="609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101" name="灯片编号占位符 5">
            <a:extLst>
              <a:ext uri="{FF2B5EF4-FFF2-40B4-BE49-F238E27FC236}">
                <a16:creationId xmlns:a16="http://schemas.microsoft.com/office/drawing/2014/main" id="{5D35ADEC-3051-6F5F-A0F6-C8C56BBD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EDB9F4A0-7DB7-47C3-9E4A-ED3605A9257E}" type="slidenum">
              <a:rPr lang="en-US" altLang="zh-CN" sz="1000" b="0" smtClean="0"/>
              <a:pPr eaLnBrk="1" hangingPunct="1">
                <a:defRPr/>
              </a:pPr>
              <a:t>37</a:t>
            </a:fld>
            <a:endParaRPr lang="en-US" altLang="zh-CN" sz="1000" b="0" dirty="0"/>
          </a:p>
        </p:txBody>
      </p:sp>
      <p:sp>
        <p:nvSpPr>
          <p:cNvPr id="412674" name="Rectangle 2">
            <a:extLst>
              <a:ext uri="{FF2B5EF4-FFF2-40B4-BE49-F238E27FC236}">
                <a16:creationId xmlns:a16="http://schemas.microsoft.com/office/drawing/2014/main" id="{16401F53-4B0C-CE52-DB36-165573EFB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12800" name="Rectangle 128">
            <a:extLst>
              <a:ext uri="{FF2B5EF4-FFF2-40B4-BE49-F238E27FC236}">
                <a16:creationId xmlns:a16="http://schemas.microsoft.com/office/drawing/2014/main" id="{9586635D-D6AB-9C22-576F-FB02F336A4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905000"/>
            <a:ext cx="3657600" cy="4114800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zh-CN" altLang="en-US" sz="2400" dirty="0"/>
              <a:t>正邊沿</a:t>
            </a:r>
            <a:r>
              <a:rPr lang="en-US" altLang="zh-CN" sz="2400" dirty="0"/>
              <a:t>D</a:t>
            </a:r>
            <a:r>
              <a:rPr lang="zh-CN" altLang="en-US" sz="2400" dirty="0"/>
              <a:t>觸發器分析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</p:txBody>
      </p:sp>
      <p:grpSp>
        <p:nvGrpSpPr>
          <p:cNvPr id="9" name="Group 132">
            <a:extLst>
              <a:ext uri="{FF2B5EF4-FFF2-40B4-BE49-F238E27FC236}">
                <a16:creationId xmlns:a16="http://schemas.microsoft.com/office/drawing/2014/main" id="{664940E8-8FDB-36BE-B9A3-62078CD58A46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4478338"/>
            <a:ext cx="3581400" cy="398462"/>
            <a:chOff x="3072" y="2880"/>
            <a:chExt cx="2256" cy="192"/>
          </a:xfrm>
        </p:grpSpPr>
        <p:sp>
          <p:nvSpPr>
            <p:cNvPr id="41996" name="Line 129">
              <a:extLst>
                <a:ext uri="{FF2B5EF4-FFF2-40B4-BE49-F238E27FC236}">
                  <a16:creationId xmlns:a16="http://schemas.microsoft.com/office/drawing/2014/main" id="{4DA0DC17-EEAB-E19C-04A1-0BD2708055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7" name="Line 130">
              <a:extLst>
                <a:ext uri="{FF2B5EF4-FFF2-40B4-BE49-F238E27FC236}">
                  <a16:creationId xmlns:a16="http://schemas.microsoft.com/office/drawing/2014/main" id="{4C1DCB68-F1C4-2427-ACC6-6CAF5A97F3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4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8" name="Line 131">
              <a:extLst>
                <a:ext uri="{FF2B5EF4-FFF2-40B4-BE49-F238E27FC236}">
                  <a16:creationId xmlns:a16="http://schemas.microsoft.com/office/drawing/2014/main" id="{7688424A-723B-3888-B4B6-F400EF6746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35">
            <a:extLst>
              <a:ext uri="{FF2B5EF4-FFF2-40B4-BE49-F238E27FC236}">
                <a16:creationId xmlns:a16="http://schemas.microsoft.com/office/drawing/2014/main" id="{F551E69B-6A6A-9CE1-95DA-423E3064F5BA}"/>
              </a:ext>
            </a:extLst>
          </p:cNvPr>
          <p:cNvGrpSpPr>
            <a:grpSpLocks/>
          </p:cNvGrpSpPr>
          <p:nvPr/>
        </p:nvGrpSpPr>
        <p:grpSpPr bwMode="auto">
          <a:xfrm>
            <a:off x="4905375" y="3224213"/>
            <a:ext cx="1905000" cy="685800"/>
            <a:chOff x="3072" y="2064"/>
            <a:chExt cx="1200" cy="432"/>
          </a:xfrm>
        </p:grpSpPr>
        <p:sp>
          <p:nvSpPr>
            <p:cNvPr id="41994" name="Line 133">
              <a:extLst>
                <a:ext uri="{FF2B5EF4-FFF2-40B4-BE49-F238E27FC236}">
                  <a16:creationId xmlns:a16="http://schemas.microsoft.com/office/drawing/2014/main" id="{A7F1A279-E1A2-B921-CEAF-9BD6D04031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5" name="Line 134">
              <a:extLst>
                <a:ext uri="{FF2B5EF4-FFF2-40B4-BE49-F238E27FC236}">
                  <a16:creationId xmlns:a16="http://schemas.microsoft.com/office/drawing/2014/main" id="{355268B6-6BA9-155F-9260-F11AFD68A5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2808" name="Rectangle 136">
            <a:extLst>
              <a:ext uri="{FF2B5EF4-FFF2-40B4-BE49-F238E27FC236}">
                <a16:creationId xmlns:a16="http://schemas.microsoft.com/office/drawing/2014/main" id="{4C564BE7-C70C-F7C0-7764-D727A0188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86200"/>
            <a:ext cx="34131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結論：當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CP=“0”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期間，正邊沿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觸發器狀態保持。</a:t>
            </a:r>
          </a:p>
        </p:txBody>
      </p:sp>
      <p:sp>
        <p:nvSpPr>
          <p:cNvPr id="412809" name="Rectangle 137">
            <a:extLst>
              <a:ext uri="{FF2B5EF4-FFF2-40B4-BE49-F238E27FC236}">
                <a16:creationId xmlns:a16="http://schemas.microsoft.com/office/drawing/2014/main" id="{AC363737-5332-8902-E465-DFB8C87B8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590800"/>
            <a:ext cx="3429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如果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CP=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，最上面的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RS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觸發器狀態保持。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2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800" grpId="0" build="p" autoUpdateAnimBg="0"/>
      <p:bldP spid="412808" grpId="0" autoUpdateAnimBg="0"/>
      <p:bldP spid="412809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灯片编号占位符 5">
            <a:extLst>
              <a:ext uri="{FF2B5EF4-FFF2-40B4-BE49-F238E27FC236}">
                <a16:creationId xmlns:a16="http://schemas.microsoft.com/office/drawing/2014/main" id="{47BEE18C-49FE-29BE-2143-C54AC476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F455AC5-86BD-4A26-B554-FE04B066BD28}" type="slidenum">
              <a:rPr lang="en-US" altLang="zh-CN" sz="1000" b="0" smtClean="0"/>
              <a:pPr eaLnBrk="1" hangingPunct="1">
                <a:defRPr/>
              </a:pPr>
              <a:t>38</a:t>
            </a:fld>
            <a:endParaRPr lang="en-US" altLang="zh-CN" sz="1000" b="0" dirty="0"/>
          </a:p>
        </p:txBody>
      </p:sp>
      <p:sp>
        <p:nvSpPr>
          <p:cNvPr id="413698" name="Rectangle 2">
            <a:extLst>
              <a:ext uri="{FF2B5EF4-FFF2-40B4-BE49-F238E27FC236}">
                <a16:creationId xmlns:a16="http://schemas.microsoft.com/office/drawing/2014/main" id="{1001BACA-AE3F-401C-286E-48301A01D1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13787" name="Rectangle 91">
            <a:extLst>
              <a:ext uri="{FF2B5EF4-FFF2-40B4-BE49-F238E27FC236}">
                <a16:creationId xmlns:a16="http://schemas.microsoft.com/office/drawing/2014/main" id="{AF2B8F2B-7F6E-BBF3-BE88-B4FFB832A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85800"/>
            <a:ext cx="42672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正沿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觸發器分析</a:t>
            </a:r>
          </a:p>
        </p:txBody>
      </p:sp>
      <p:grpSp>
        <p:nvGrpSpPr>
          <p:cNvPr id="3" name="Group 92">
            <a:extLst>
              <a:ext uri="{FF2B5EF4-FFF2-40B4-BE49-F238E27FC236}">
                <a16:creationId xmlns:a16="http://schemas.microsoft.com/office/drawing/2014/main" id="{C3C3ADB1-611E-0435-234A-E38D6F69615B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4191000"/>
            <a:ext cx="3581400" cy="304800"/>
            <a:chOff x="3072" y="2880"/>
            <a:chExt cx="2256" cy="192"/>
          </a:xfrm>
        </p:grpSpPr>
        <p:sp>
          <p:nvSpPr>
            <p:cNvPr id="43153" name="Line 93">
              <a:extLst>
                <a:ext uri="{FF2B5EF4-FFF2-40B4-BE49-F238E27FC236}">
                  <a16:creationId xmlns:a16="http://schemas.microsoft.com/office/drawing/2014/main" id="{560FC026-BAD0-F6ED-AEA7-6CB4D7661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54" name="Line 94">
              <a:extLst>
                <a:ext uri="{FF2B5EF4-FFF2-40B4-BE49-F238E27FC236}">
                  <a16:creationId xmlns:a16="http://schemas.microsoft.com/office/drawing/2014/main" id="{C20D28FE-49CB-A440-1328-1F1EB90F3E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55" name="Line 95">
              <a:extLst>
                <a:ext uri="{FF2B5EF4-FFF2-40B4-BE49-F238E27FC236}">
                  <a16:creationId xmlns:a16="http://schemas.microsoft.com/office/drawing/2014/main" id="{EDAC444F-A3DA-485A-06A0-9C8C942901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96">
            <a:extLst>
              <a:ext uri="{FF2B5EF4-FFF2-40B4-BE49-F238E27FC236}">
                <a16:creationId xmlns:a16="http://schemas.microsoft.com/office/drawing/2014/main" id="{692F140C-39C5-B2A4-A867-2C9E72184CD3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4191000"/>
            <a:ext cx="3581400" cy="304800"/>
            <a:chOff x="3072" y="2880"/>
            <a:chExt cx="2256" cy="192"/>
          </a:xfrm>
        </p:grpSpPr>
        <p:sp>
          <p:nvSpPr>
            <p:cNvPr id="43150" name="Line 97">
              <a:extLst>
                <a:ext uri="{FF2B5EF4-FFF2-40B4-BE49-F238E27FC236}">
                  <a16:creationId xmlns:a16="http://schemas.microsoft.com/office/drawing/2014/main" id="{CBE21AEE-0011-2C22-912F-272F0F8E1A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51" name="Line 98">
              <a:extLst>
                <a:ext uri="{FF2B5EF4-FFF2-40B4-BE49-F238E27FC236}">
                  <a16:creationId xmlns:a16="http://schemas.microsoft.com/office/drawing/2014/main" id="{6F5A0B68-B88B-8112-E7D3-AD7C489FB4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52" name="Line 99">
              <a:extLst>
                <a:ext uri="{FF2B5EF4-FFF2-40B4-BE49-F238E27FC236}">
                  <a16:creationId xmlns:a16="http://schemas.microsoft.com/office/drawing/2014/main" id="{C7F9A14D-438E-60A7-3C97-20AC3AB2C1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00">
            <a:extLst>
              <a:ext uri="{FF2B5EF4-FFF2-40B4-BE49-F238E27FC236}">
                <a16:creationId xmlns:a16="http://schemas.microsoft.com/office/drawing/2014/main" id="{08D2E124-261C-32CE-57FA-9FFBD3764153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2895600"/>
            <a:ext cx="1905000" cy="685800"/>
            <a:chOff x="3072" y="2064"/>
            <a:chExt cx="1200" cy="432"/>
          </a:xfrm>
        </p:grpSpPr>
        <p:sp>
          <p:nvSpPr>
            <p:cNvPr id="43148" name="Line 101">
              <a:extLst>
                <a:ext uri="{FF2B5EF4-FFF2-40B4-BE49-F238E27FC236}">
                  <a16:creationId xmlns:a16="http://schemas.microsoft.com/office/drawing/2014/main" id="{CD2CDD54-30AA-CCD1-485A-F9CDEB114B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9" name="Line 102">
              <a:extLst>
                <a:ext uri="{FF2B5EF4-FFF2-40B4-BE49-F238E27FC236}">
                  <a16:creationId xmlns:a16="http://schemas.microsoft.com/office/drawing/2014/main" id="{22E80A7F-1066-C463-EDE7-2138B9F27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07">
            <a:extLst>
              <a:ext uri="{FF2B5EF4-FFF2-40B4-BE49-F238E27FC236}">
                <a16:creationId xmlns:a16="http://schemas.microsoft.com/office/drawing/2014/main" id="{817CFF34-9EA9-A1DC-B6A6-A764FEBCBCFC}"/>
              </a:ext>
            </a:extLst>
          </p:cNvPr>
          <p:cNvGrpSpPr>
            <a:grpSpLocks/>
          </p:cNvGrpSpPr>
          <p:nvPr/>
        </p:nvGrpSpPr>
        <p:grpSpPr bwMode="auto">
          <a:xfrm>
            <a:off x="4440238" y="3352800"/>
            <a:ext cx="914400" cy="2362200"/>
            <a:chOff x="2352" y="2112"/>
            <a:chExt cx="576" cy="1488"/>
          </a:xfrm>
        </p:grpSpPr>
        <p:sp>
          <p:nvSpPr>
            <p:cNvPr id="43144" name="Line 103">
              <a:extLst>
                <a:ext uri="{FF2B5EF4-FFF2-40B4-BE49-F238E27FC236}">
                  <a16:creationId xmlns:a16="http://schemas.microsoft.com/office/drawing/2014/main" id="{0F64348F-E3C6-85FA-0C2A-1E2FAAFEA9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2112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5" name="Line 104">
              <a:extLst>
                <a:ext uri="{FF2B5EF4-FFF2-40B4-BE49-F238E27FC236}">
                  <a16:creationId xmlns:a16="http://schemas.microsoft.com/office/drawing/2014/main" id="{E35A4637-5740-D3EB-3552-B1046BCA2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112"/>
              <a:ext cx="0" cy="14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6" name="Line 105">
              <a:extLst>
                <a:ext uri="{FF2B5EF4-FFF2-40B4-BE49-F238E27FC236}">
                  <a16:creationId xmlns:a16="http://schemas.microsoft.com/office/drawing/2014/main" id="{C114113B-2F25-FA6D-4315-7BDB094EF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600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7" name="Line 106">
              <a:extLst>
                <a:ext uri="{FF2B5EF4-FFF2-40B4-BE49-F238E27FC236}">
                  <a16:creationId xmlns:a16="http://schemas.microsoft.com/office/drawing/2014/main" id="{56F96821-EF91-3CFF-90AF-815BA6D98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3360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112">
            <a:extLst>
              <a:ext uri="{FF2B5EF4-FFF2-40B4-BE49-F238E27FC236}">
                <a16:creationId xmlns:a16="http://schemas.microsoft.com/office/drawing/2014/main" id="{E31AB8E8-3907-AA51-378E-2A576BBBB6D5}"/>
              </a:ext>
            </a:extLst>
          </p:cNvPr>
          <p:cNvGrpSpPr>
            <a:grpSpLocks/>
          </p:cNvGrpSpPr>
          <p:nvPr/>
        </p:nvGrpSpPr>
        <p:grpSpPr bwMode="auto">
          <a:xfrm>
            <a:off x="7259638" y="3352800"/>
            <a:ext cx="838200" cy="2286000"/>
            <a:chOff x="4128" y="2112"/>
            <a:chExt cx="528" cy="1440"/>
          </a:xfrm>
        </p:grpSpPr>
        <p:sp>
          <p:nvSpPr>
            <p:cNvPr id="43140" name="Line 108">
              <a:extLst>
                <a:ext uri="{FF2B5EF4-FFF2-40B4-BE49-F238E27FC236}">
                  <a16:creationId xmlns:a16="http://schemas.microsoft.com/office/drawing/2014/main" id="{F455C583-0894-3D64-C86D-A0D82AEC1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12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1" name="Line 109">
              <a:extLst>
                <a:ext uri="{FF2B5EF4-FFF2-40B4-BE49-F238E27FC236}">
                  <a16:creationId xmlns:a16="http://schemas.microsoft.com/office/drawing/2014/main" id="{4D7F3532-6D9D-FBF6-5496-ED1264C3E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112"/>
              <a:ext cx="0" cy="14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2" name="Line 110">
              <a:extLst>
                <a:ext uri="{FF2B5EF4-FFF2-40B4-BE49-F238E27FC236}">
                  <a16:creationId xmlns:a16="http://schemas.microsoft.com/office/drawing/2014/main" id="{BAF7A46C-BFD7-2F71-94F2-DA44366D3F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3552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3" name="Line 111">
              <a:extLst>
                <a:ext uri="{FF2B5EF4-FFF2-40B4-BE49-F238E27FC236}">
                  <a16:creationId xmlns:a16="http://schemas.microsoft.com/office/drawing/2014/main" id="{9B6E5069-BA25-D967-697A-33B83649C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6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17">
            <a:extLst>
              <a:ext uri="{FF2B5EF4-FFF2-40B4-BE49-F238E27FC236}">
                <a16:creationId xmlns:a16="http://schemas.microsoft.com/office/drawing/2014/main" id="{E80425EE-1FBE-8971-B550-35488A0EAD9F}"/>
              </a:ext>
            </a:extLst>
          </p:cNvPr>
          <p:cNvGrpSpPr>
            <a:grpSpLocks/>
          </p:cNvGrpSpPr>
          <p:nvPr/>
        </p:nvGrpSpPr>
        <p:grpSpPr bwMode="auto">
          <a:xfrm>
            <a:off x="5659438" y="3352800"/>
            <a:ext cx="1600200" cy="914400"/>
            <a:chOff x="3120" y="2112"/>
            <a:chExt cx="1008" cy="576"/>
          </a:xfrm>
        </p:grpSpPr>
        <p:sp>
          <p:nvSpPr>
            <p:cNvPr id="43136" name="Line 113">
              <a:extLst>
                <a:ext uri="{FF2B5EF4-FFF2-40B4-BE49-F238E27FC236}">
                  <a16:creationId xmlns:a16="http://schemas.microsoft.com/office/drawing/2014/main" id="{4288DE2F-8BC1-04B6-77BF-2C35F6FE89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2112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7" name="Line 114">
              <a:extLst>
                <a:ext uri="{FF2B5EF4-FFF2-40B4-BE49-F238E27FC236}">
                  <a16:creationId xmlns:a16="http://schemas.microsoft.com/office/drawing/2014/main" id="{C655337E-EFCD-35B7-1E64-985CCF065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112"/>
              <a:ext cx="0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8" name="Line 115">
              <a:extLst>
                <a:ext uri="{FF2B5EF4-FFF2-40B4-BE49-F238E27FC236}">
                  <a16:creationId xmlns:a16="http://schemas.microsoft.com/office/drawing/2014/main" id="{0CF8CD62-CE66-67EE-36D1-28AFC1C031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688"/>
              <a:ext cx="4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9" name="Line 116">
              <a:extLst>
                <a:ext uri="{FF2B5EF4-FFF2-40B4-BE49-F238E27FC236}">
                  <a16:creationId xmlns:a16="http://schemas.microsoft.com/office/drawing/2014/main" id="{75FCE3C5-8149-FF88-CB2D-7A492922BA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592"/>
              <a:ext cx="0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3910" name="Rectangle 214">
            <a:extLst>
              <a:ext uri="{FF2B5EF4-FFF2-40B4-BE49-F238E27FC236}">
                <a16:creationId xmlns:a16="http://schemas.microsoft.com/office/drawing/2014/main" id="{CEB6A032-7A51-20CF-B05D-052359AFE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10200"/>
            <a:ext cx="441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結論：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從“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0”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跳變為“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1”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後，觸發器的輸出端為輸入的資料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</a:p>
        </p:txBody>
      </p:sp>
      <p:sp>
        <p:nvSpPr>
          <p:cNvPr id="413919" name="Rectangle 223">
            <a:extLst>
              <a:ext uri="{FF2B5EF4-FFF2-40B4-BE49-F238E27FC236}">
                <a16:creationId xmlns:a16="http://schemas.microsoft.com/office/drawing/2014/main" id="{ACA93EEA-41EE-6EAA-E877-04CDCEB26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40062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從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跳變為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後（正沿），</a:t>
            </a:r>
          </a:p>
        </p:txBody>
      </p:sp>
      <p:grpSp>
        <p:nvGrpSpPr>
          <p:cNvPr id="18" name="Group 227">
            <a:extLst>
              <a:ext uri="{FF2B5EF4-FFF2-40B4-BE49-F238E27FC236}">
                <a16:creationId xmlns:a16="http://schemas.microsoft.com/office/drawing/2014/main" id="{AE90998A-A0F5-FB16-531F-190D27536907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4800600"/>
            <a:ext cx="609600" cy="304800"/>
            <a:chOff x="5232" y="3024"/>
            <a:chExt cx="384" cy="192"/>
          </a:xfrm>
        </p:grpSpPr>
        <p:sp>
          <p:nvSpPr>
            <p:cNvPr id="43133" name="Line 224">
              <a:extLst>
                <a:ext uri="{FF2B5EF4-FFF2-40B4-BE49-F238E27FC236}">
                  <a16:creationId xmlns:a16="http://schemas.microsoft.com/office/drawing/2014/main" id="{D5285517-D82A-63B1-3DCF-0EF4FF4D1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3216"/>
              <a:ext cx="192" cy="0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4" name="Line 225">
              <a:extLst>
                <a:ext uri="{FF2B5EF4-FFF2-40B4-BE49-F238E27FC236}">
                  <a16:creationId xmlns:a16="http://schemas.microsoft.com/office/drawing/2014/main" id="{A7CC443F-71A9-FBED-54EE-3D4BAE9F6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4" y="3024"/>
              <a:ext cx="0" cy="192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5" name="Line 226">
              <a:extLst>
                <a:ext uri="{FF2B5EF4-FFF2-40B4-BE49-F238E27FC236}">
                  <a16:creationId xmlns:a16="http://schemas.microsoft.com/office/drawing/2014/main" id="{95FB32D4-ED74-3FAF-0D7A-ED3A1AFC0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3024"/>
              <a:ext cx="192" cy="0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232">
            <a:extLst>
              <a:ext uri="{FF2B5EF4-FFF2-40B4-BE49-F238E27FC236}">
                <a16:creationId xmlns:a16="http://schemas.microsoft.com/office/drawing/2014/main" id="{6562D020-35A8-94CA-8CA8-98BFAC70D20A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4114800"/>
            <a:ext cx="2362200" cy="595313"/>
            <a:chOff x="3024" y="2592"/>
            <a:chExt cx="1488" cy="375"/>
          </a:xfrm>
        </p:grpSpPr>
        <p:sp>
          <p:nvSpPr>
            <p:cNvPr id="43129" name="Text Box 228">
              <a:extLst>
                <a:ext uri="{FF2B5EF4-FFF2-40B4-BE49-F238E27FC236}">
                  <a16:creationId xmlns:a16="http://schemas.microsoft.com/office/drawing/2014/main" id="{53BC2031-BD3A-3685-E4E2-FB273E0E8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59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43130" name="Group 231">
              <a:extLst>
                <a:ext uri="{FF2B5EF4-FFF2-40B4-BE49-F238E27FC236}">
                  <a16:creationId xmlns:a16="http://schemas.microsoft.com/office/drawing/2014/main" id="{36CE8E42-427E-98AB-5B3E-2198E77D60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640"/>
              <a:ext cx="288" cy="327"/>
              <a:chOff x="4608" y="3792"/>
              <a:chExt cx="288" cy="327"/>
            </a:xfrm>
          </p:grpSpPr>
          <p:sp>
            <p:nvSpPr>
              <p:cNvPr id="43131" name="Text Box 229">
                <a:extLst>
                  <a:ext uri="{FF2B5EF4-FFF2-40B4-BE49-F238E27FC236}">
                    <a16:creationId xmlns:a16="http://schemas.microsoft.com/office/drawing/2014/main" id="{7587E38C-C7E2-F5A5-3455-4E9C5A33D0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379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3132" name="Line 230">
                <a:extLst>
                  <a:ext uri="{FF2B5EF4-FFF2-40B4-BE49-F238E27FC236}">
                    <a16:creationId xmlns:a16="http://schemas.microsoft.com/office/drawing/2014/main" id="{3AC94DD4-B628-8449-3E59-BF51EF0DB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384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1" name="Group 238">
            <a:extLst>
              <a:ext uri="{FF2B5EF4-FFF2-40B4-BE49-F238E27FC236}">
                <a16:creationId xmlns:a16="http://schemas.microsoft.com/office/drawing/2014/main" id="{BCBBD944-5061-FF32-2FA7-4D0D4F49017C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2819400"/>
            <a:ext cx="3124200" cy="519113"/>
            <a:chOff x="3024" y="1776"/>
            <a:chExt cx="1968" cy="327"/>
          </a:xfrm>
        </p:grpSpPr>
        <p:sp>
          <p:nvSpPr>
            <p:cNvPr id="43125" name="Text Box 234">
              <a:extLst>
                <a:ext uri="{FF2B5EF4-FFF2-40B4-BE49-F238E27FC236}">
                  <a16:creationId xmlns:a16="http://schemas.microsoft.com/office/drawing/2014/main" id="{884C8086-404E-F3EB-42F1-B248E2A7A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7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43126" name="Group 235">
              <a:extLst>
                <a:ext uri="{FF2B5EF4-FFF2-40B4-BE49-F238E27FC236}">
                  <a16:creationId xmlns:a16="http://schemas.microsoft.com/office/drawing/2014/main" id="{3CF370D8-17A5-8C3B-5B72-FF3AA61847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1776"/>
              <a:ext cx="288" cy="327"/>
              <a:chOff x="4608" y="3792"/>
              <a:chExt cx="288" cy="327"/>
            </a:xfrm>
          </p:grpSpPr>
          <p:sp>
            <p:nvSpPr>
              <p:cNvPr id="43127" name="Text Box 236">
                <a:extLst>
                  <a:ext uri="{FF2B5EF4-FFF2-40B4-BE49-F238E27FC236}">
                    <a16:creationId xmlns:a16="http://schemas.microsoft.com/office/drawing/2014/main" id="{FEA9499F-D4D1-E9FB-8E56-6080D2C288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379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3128" name="Line 237">
                <a:extLst>
                  <a:ext uri="{FF2B5EF4-FFF2-40B4-BE49-F238E27FC236}">
                    <a16:creationId xmlns:a16="http://schemas.microsoft.com/office/drawing/2014/main" id="{EC574B67-972C-33CD-1429-2438DF1F4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384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3024" name="组合 9">
            <a:extLst>
              <a:ext uri="{FF2B5EF4-FFF2-40B4-BE49-F238E27FC236}">
                <a16:creationId xmlns:a16="http://schemas.microsoft.com/office/drawing/2014/main" id="{4C61E539-EDAB-1C87-EA8C-3B8584610AA0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196975"/>
            <a:ext cx="4535487" cy="5080000"/>
            <a:chOff x="4303713" y="1601085"/>
            <a:chExt cx="4535487" cy="5080703"/>
          </a:xfrm>
        </p:grpSpPr>
        <p:grpSp>
          <p:nvGrpSpPr>
            <p:cNvPr id="43038" name="Group 139">
              <a:extLst>
                <a:ext uri="{FF2B5EF4-FFF2-40B4-BE49-F238E27FC236}">
                  <a16:creationId xmlns:a16="http://schemas.microsoft.com/office/drawing/2014/main" id="{BE714AB8-1724-F941-7241-8434C4D2BA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3713" y="1905000"/>
              <a:ext cx="4535487" cy="4776788"/>
              <a:chOff x="2448" y="1200"/>
              <a:chExt cx="2857" cy="3009"/>
            </a:xfrm>
          </p:grpSpPr>
          <p:sp>
            <p:nvSpPr>
              <p:cNvPr id="43040" name="Line 13">
                <a:extLst>
                  <a:ext uri="{FF2B5EF4-FFF2-40B4-BE49-F238E27FC236}">
                    <a16:creationId xmlns:a16="http://schemas.microsoft.com/office/drawing/2014/main" id="{0838AB14-D13C-FBEA-1526-4B026FF13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1" name="Line 14">
                <a:extLst>
                  <a:ext uri="{FF2B5EF4-FFF2-40B4-BE49-F238E27FC236}">
                    <a16:creationId xmlns:a16="http://schemas.microsoft.com/office/drawing/2014/main" id="{FEAD74A1-1BC2-27FF-639A-220A39B1A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6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2" name="Line 15">
                <a:extLst>
                  <a:ext uri="{FF2B5EF4-FFF2-40B4-BE49-F238E27FC236}">
                    <a16:creationId xmlns:a16="http://schemas.microsoft.com/office/drawing/2014/main" id="{32BFD283-CD38-8384-4FF5-51F0CF3294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9" y="1504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3" name="Line 16">
                <a:extLst>
                  <a:ext uri="{FF2B5EF4-FFF2-40B4-BE49-F238E27FC236}">
                    <a16:creationId xmlns:a16="http://schemas.microsoft.com/office/drawing/2014/main" id="{A73DA68B-4C25-A928-79F8-8599DE347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8" y="1504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4" name="Line 17">
                <a:extLst>
                  <a:ext uri="{FF2B5EF4-FFF2-40B4-BE49-F238E27FC236}">
                    <a16:creationId xmlns:a16="http://schemas.microsoft.com/office/drawing/2014/main" id="{C6C671A5-B6EB-FA2F-6AD8-2C90826C2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3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5" name="Line 18">
                <a:extLst>
                  <a:ext uri="{FF2B5EF4-FFF2-40B4-BE49-F238E27FC236}">
                    <a16:creationId xmlns:a16="http://schemas.microsoft.com/office/drawing/2014/main" id="{97EB0583-D906-32E1-8FBA-20C949582D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2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6" name="Line 19">
                <a:extLst>
                  <a:ext uri="{FF2B5EF4-FFF2-40B4-BE49-F238E27FC236}">
                    <a16:creationId xmlns:a16="http://schemas.microsoft.com/office/drawing/2014/main" id="{95D444F6-EBB8-B344-8088-6F284C931F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1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7" name="Line 20">
                <a:extLst>
                  <a:ext uri="{FF2B5EF4-FFF2-40B4-BE49-F238E27FC236}">
                    <a16:creationId xmlns:a16="http://schemas.microsoft.com/office/drawing/2014/main" id="{0FCD685A-013F-2544-4266-912A3AD89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6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8" name="Line 21">
                <a:extLst>
                  <a:ext uri="{FF2B5EF4-FFF2-40B4-BE49-F238E27FC236}">
                    <a16:creationId xmlns:a16="http://schemas.microsoft.com/office/drawing/2014/main" id="{4DF9F31A-024B-4912-9AF5-4B586D5283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6" y="3183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9" name="Line 22">
                <a:extLst>
                  <a:ext uri="{FF2B5EF4-FFF2-40B4-BE49-F238E27FC236}">
                    <a16:creationId xmlns:a16="http://schemas.microsoft.com/office/drawing/2014/main" id="{B41F26D9-6A44-63AC-A40E-894BA7A1E1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183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0" name="Line 23">
                <a:extLst>
                  <a:ext uri="{FF2B5EF4-FFF2-40B4-BE49-F238E27FC236}">
                    <a16:creationId xmlns:a16="http://schemas.microsoft.com/office/drawing/2014/main" id="{1C30562D-CFF7-9AE0-32DB-6A52D49BB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772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1" name="Line 24">
                <a:extLst>
                  <a:ext uri="{FF2B5EF4-FFF2-40B4-BE49-F238E27FC236}">
                    <a16:creationId xmlns:a16="http://schemas.microsoft.com/office/drawing/2014/main" id="{BEECD8CA-04F4-3D1B-56AD-0CC390BD0B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5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2" name="Line 25">
                <a:extLst>
                  <a:ext uri="{FF2B5EF4-FFF2-40B4-BE49-F238E27FC236}">
                    <a16:creationId xmlns:a16="http://schemas.microsoft.com/office/drawing/2014/main" id="{91A08168-11F2-A652-C87D-C9B46FB570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3636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3" name="Line 26">
                <a:extLst>
                  <a:ext uri="{FF2B5EF4-FFF2-40B4-BE49-F238E27FC236}">
                    <a16:creationId xmlns:a16="http://schemas.microsoft.com/office/drawing/2014/main" id="{FFFC24AB-CF91-D294-C2D7-BE3C229DB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4" name="Line 27">
                <a:extLst>
                  <a:ext uri="{FF2B5EF4-FFF2-40B4-BE49-F238E27FC236}">
                    <a16:creationId xmlns:a16="http://schemas.microsoft.com/office/drawing/2014/main" id="{F30FE74E-8A0C-5E74-5AA6-2493E2B8C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3092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5" name="Line 28">
                <a:extLst>
                  <a:ext uri="{FF2B5EF4-FFF2-40B4-BE49-F238E27FC236}">
                    <a16:creationId xmlns:a16="http://schemas.microsoft.com/office/drawing/2014/main" id="{F91D2587-2E82-43BE-2566-CF2E25579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6" name="Line 29">
                <a:extLst>
                  <a:ext uri="{FF2B5EF4-FFF2-40B4-BE49-F238E27FC236}">
                    <a16:creationId xmlns:a16="http://schemas.microsoft.com/office/drawing/2014/main" id="{87C4ED6E-34F7-EA50-637E-F11AC5BFE6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772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7" name="Line 30">
                <a:extLst>
                  <a:ext uri="{FF2B5EF4-FFF2-40B4-BE49-F238E27FC236}">
                    <a16:creationId xmlns:a16="http://schemas.microsoft.com/office/drawing/2014/main" id="{FDD489AE-74C3-091F-8853-0D955C05C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2366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8" name="Line 31">
                <a:extLst>
                  <a:ext uri="{FF2B5EF4-FFF2-40B4-BE49-F238E27FC236}">
                    <a16:creationId xmlns:a16="http://schemas.microsoft.com/office/drawing/2014/main" id="{B56546BF-48F0-B049-F464-BD90754EB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36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9" name="Line 32">
                <a:extLst>
                  <a:ext uri="{FF2B5EF4-FFF2-40B4-BE49-F238E27FC236}">
                    <a16:creationId xmlns:a16="http://schemas.microsoft.com/office/drawing/2014/main" id="{D573A8E2-B8E0-6E74-8FA3-782949D06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2366"/>
                <a:ext cx="0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0" name="Line 33">
                <a:extLst>
                  <a:ext uri="{FF2B5EF4-FFF2-40B4-BE49-F238E27FC236}">
                    <a16:creationId xmlns:a16="http://schemas.microsoft.com/office/drawing/2014/main" id="{E1B33B08-2DCC-F7D2-9124-2D0024CF5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" y="2956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1" name="Line 34">
                <a:extLst>
                  <a:ext uri="{FF2B5EF4-FFF2-40B4-BE49-F238E27FC236}">
                    <a16:creationId xmlns:a16="http://schemas.microsoft.com/office/drawing/2014/main" id="{26FCC61F-C64D-97F3-A931-13EE7A271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3" y="2865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2" name="Oval 35">
                <a:extLst>
                  <a:ext uri="{FF2B5EF4-FFF2-40B4-BE49-F238E27FC236}">
                    <a16:creationId xmlns:a16="http://schemas.microsoft.com/office/drawing/2014/main" id="{F23FF393-6A97-7A57-D1D9-CA2F48DD49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01" y="3137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3" name="Oval 36">
                <a:extLst>
                  <a:ext uri="{FF2B5EF4-FFF2-40B4-BE49-F238E27FC236}">
                    <a16:creationId xmlns:a16="http://schemas.microsoft.com/office/drawing/2014/main" id="{836D105F-606B-6B01-F62A-157C828520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21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4" name="Line 37">
                <a:extLst>
                  <a:ext uri="{FF2B5EF4-FFF2-40B4-BE49-F238E27FC236}">
                    <a16:creationId xmlns:a16="http://schemas.microsoft.com/office/drawing/2014/main" id="{11E54ED6-935F-988F-1BF1-0A7900572B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363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5" name="Line 38">
                <a:extLst>
                  <a:ext uri="{FF2B5EF4-FFF2-40B4-BE49-F238E27FC236}">
                    <a16:creationId xmlns:a16="http://schemas.microsoft.com/office/drawing/2014/main" id="{48DFF673-B10A-06E6-249E-79941F2F0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81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6" name="Line 39">
                <a:extLst>
                  <a:ext uri="{FF2B5EF4-FFF2-40B4-BE49-F238E27FC236}">
                    <a16:creationId xmlns:a16="http://schemas.microsoft.com/office/drawing/2014/main" id="{7F8171D6-87A2-366C-B529-141F164FD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366"/>
                <a:ext cx="0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7" name="Line 40">
                <a:extLst>
                  <a:ext uri="{FF2B5EF4-FFF2-40B4-BE49-F238E27FC236}">
                    <a16:creationId xmlns:a16="http://schemas.microsoft.com/office/drawing/2014/main" id="{6204D9D2-1DFE-BB4C-DCFF-C1D79F294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66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8" name="Oval 41">
                <a:extLst>
                  <a:ext uri="{FF2B5EF4-FFF2-40B4-BE49-F238E27FC236}">
                    <a16:creationId xmlns:a16="http://schemas.microsoft.com/office/drawing/2014/main" id="{313D53EF-5760-462B-FE01-2F42DCF2A3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7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9" name="Line 42">
                <a:extLst>
                  <a:ext uri="{FF2B5EF4-FFF2-40B4-BE49-F238E27FC236}">
                    <a16:creationId xmlns:a16="http://schemas.microsoft.com/office/drawing/2014/main" id="{9805CBFD-D474-9C36-48B8-0DC32E341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0" name="Oval 43">
                <a:extLst>
                  <a:ext uri="{FF2B5EF4-FFF2-40B4-BE49-F238E27FC236}">
                    <a16:creationId xmlns:a16="http://schemas.microsoft.com/office/drawing/2014/main" id="{743769FB-CE5E-0129-6055-845D292A7B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07" y="3046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71" name="Oval 44">
                <a:extLst>
                  <a:ext uri="{FF2B5EF4-FFF2-40B4-BE49-F238E27FC236}">
                    <a16:creationId xmlns:a16="http://schemas.microsoft.com/office/drawing/2014/main" id="{5625972A-8A74-8A65-77D8-1B6D9065C1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5" y="1460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72" name="Oval 45">
                <a:extLst>
                  <a:ext uri="{FF2B5EF4-FFF2-40B4-BE49-F238E27FC236}">
                    <a16:creationId xmlns:a16="http://schemas.microsoft.com/office/drawing/2014/main" id="{A7A6C423-65B0-F974-E268-A06B102271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1459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73" name="Line 46">
                <a:extLst>
                  <a:ext uri="{FF2B5EF4-FFF2-40B4-BE49-F238E27FC236}">
                    <a16:creationId xmlns:a16="http://schemas.microsoft.com/office/drawing/2014/main" id="{7AB0DA0A-4703-9DA8-967C-5A05AEB385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4" name="Line 47">
                <a:extLst>
                  <a:ext uri="{FF2B5EF4-FFF2-40B4-BE49-F238E27FC236}">
                    <a16:creationId xmlns:a16="http://schemas.microsoft.com/office/drawing/2014/main" id="{8CDAC546-172D-514A-0529-5F18DE722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5" name="Line 48">
                <a:extLst>
                  <a:ext uri="{FF2B5EF4-FFF2-40B4-BE49-F238E27FC236}">
                    <a16:creationId xmlns:a16="http://schemas.microsoft.com/office/drawing/2014/main" id="{00CEE9EF-6427-744D-4816-0C367553F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18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6" name="Line 49">
                <a:extLst>
                  <a:ext uri="{FF2B5EF4-FFF2-40B4-BE49-F238E27FC236}">
                    <a16:creationId xmlns:a16="http://schemas.microsoft.com/office/drawing/2014/main" id="{6E070E21-5403-D4CA-25A1-01F3E20F21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504"/>
                <a:ext cx="31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7" name="Line 50">
                <a:extLst>
                  <a:ext uri="{FF2B5EF4-FFF2-40B4-BE49-F238E27FC236}">
                    <a16:creationId xmlns:a16="http://schemas.microsoft.com/office/drawing/2014/main" id="{37FA0283-D73F-8674-BE79-D3CF5C5E5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18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8" name="Line 51">
                <a:extLst>
                  <a:ext uri="{FF2B5EF4-FFF2-40B4-BE49-F238E27FC236}">
                    <a16:creationId xmlns:a16="http://schemas.microsoft.com/office/drawing/2014/main" id="{12C15DC6-73A4-8180-E29F-21F25D346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1504"/>
                <a:ext cx="272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9" name="Text Box 58">
                <a:extLst>
                  <a:ext uri="{FF2B5EF4-FFF2-40B4-BE49-F238E27FC236}">
                    <a16:creationId xmlns:a16="http://schemas.microsoft.com/office/drawing/2014/main" id="{BBA7A3C0-66C3-903E-F83E-2A68E696EB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3080" name="Text Box 59">
                <a:extLst>
                  <a:ext uri="{FF2B5EF4-FFF2-40B4-BE49-F238E27FC236}">
                    <a16:creationId xmlns:a16="http://schemas.microsoft.com/office/drawing/2014/main" id="{677AFE6E-AACC-651C-9641-D9563D081A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3081" name="Text Box 60">
                <a:extLst>
                  <a:ext uri="{FF2B5EF4-FFF2-40B4-BE49-F238E27FC236}">
                    <a16:creationId xmlns:a16="http://schemas.microsoft.com/office/drawing/2014/main" id="{AB2CC54E-7676-FD76-DBC9-E2AADADDCE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3082" name="Text Box 61">
                <a:extLst>
                  <a:ext uri="{FF2B5EF4-FFF2-40B4-BE49-F238E27FC236}">
                    <a16:creationId xmlns:a16="http://schemas.microsoft.com/office/drawing/2014/main" id="{AB71152C-5EFE-D554-B7AD-588CB3D0E5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3083" name="Text Box 62">
                <a:extLst>
                  <a:ext uri="{FF2B5EF4-FFF2-40B4-BE49-F238E27FC236}">
                    <a16:creationId xmlns:a16="http://schemas.microsoft.com/office/drawing/2014/main" id="{57359CEE-3BAA-71FF-9377-E9825CD8E4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3084" name="Text Box 63">
                <a:extLst>
                  <a:ext uri="{FF2B5EF4-FFF2-40B4-BE49-F238E27FC236}">
                    <a16:creationId xmlns:a16="http://schemas.microsoft.com/office/drawing/2014/main" id="{7A84374F-A486-A3FC-9506-0303E1A975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3085" name="Text Box 64">
                <a:extLst>
                  <a:ext uri="{FF2B5EF4-FFF2-40B4-BE49-F238E27FC236}">
                    <a16:creationId xmlns:a16="http://schemas.microsoft.com/office/drawing/2014/main" id="{92C61451-90AB-4999-FFDC-EB613BC95C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2784"/>
                <a:ext cx="35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43086" name="Text Box 65">
                <a:extLst>
                  <a:ext uri="{FF2B5EF4-FFF2-40B4-BE49-F238E27FC236}">
                    <a16:creationId xmlns:a16="http://schemas.microsoft.com/office/drawing/2014/main" id="{C53C637F-2BBF-F0DC-7AF7-B65275E081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392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3087" name="Text Box 66">
                <a:extLst>
                  <a:ext uri="{FF2B5EF4-FFF2-40B4-BE49-F238E27FC236}">
                    <a16:creationId xmlns:a16="http://schemas.microsoft.com/office/drawing/2014/main" id="{B2EFBB30-0C25-0BC1-E6F9-CB651319A1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120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43088" name="Group 68">
                <a:extLst>
                  <a:ext uri="{FF2B5EF4-FFF2-40B4-BE49-F238E27FC236}">
                    <a16:creationId xmlns:a16="http://schemas.microsoft.com/office/drawing/2014/main" id="{303D3CF3-C104-5B2F-9070-198E28DCBD6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3" y="1678"/>
                <a:ext cx="462" cy="371"/>
                <a:chOff x="1482" y="1701"/>
                <a:chExt cx="462" cy="371"/>
              </a:xfrm>
            </p:grpSpPr>
            <p:sp>
              <p:nvSpPr>
                <p:cNvPr id="43120" name="AutoShape 69">
                  <a:extLst>
                    <a:ext uri="{FF2B5EF4-FFF2-40B4-BE49-F238E27FC236}">
                      <a16:creationId xmlns:a16="http://schemas.microsoft.com/office/drawing/2014/main" id="{C9B6298B-C85A-F8DC-4AEB-AB24C39F5D55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21" name="Rectangle 70">
                  <a:extLst>
                    <a:ext uri="{FF2B5EF4-FFF2-40B4-BE49-F238E27FC236}">
                      <a16:creationId xmlns:a16="http://schemas.microsoft.com/office/drawing/2014/main" id="{4C809685-4ADF-C394-F142-1A243347E0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22" name="Oval 71">
                  <a:extLst>
                    <a:ext uri="{FF2B5EF4-FFF2-40B4-BE49-F238E27FC236}">
                      <a16:creationId xmlns:a16="http://schemas.microsoft.com/office/drawing/2014/main" id="{5EFE792F-9A6F-8092-46B5-588FBE1045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23" name="Rectangle 72">
                  <a:extLst>
                    <a:ext uri="{FF2B5EF4-FFF2-40B4-BE49-F238E27FC236}">
                      <a16:creationId xmlns:a16="http://schemas.microsoft.com/office/drawing/2014/main" id="{16FBF1E9-68BD-5B60-0F2F-2ECC096BF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24" name="Oval 73">
                  <a:extLst>
                    <a:ext uri="{FF2B5EF4-FFF2-40B4-BE49-F238E27FC236}">
                      <a16:creationId xmlns:a16="http://schemas.microsoft.com/office/drawing/2014/main" id="{E3503287-149B-117B-8642-C93D1D79EE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089" name="Group 74">
                <a:extLst>
                  <a:ext uri="{FF2B5EF4-FFF2-40B4-BE49-F238E27FC236}">
                    <a16:creationId xmlns:a16="http://schemas.microsoft.com/office/drawing/2014/main" id="{8C9E36CA-312E-8079-790C-0F252784AFB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99" y="1686"/>
                <a:ext cx="462" cy="371"/>
                <a:chOff x="1482" y="1701"/>
                <a:chExt cx="462" cy="371"/>
              </a:xfrm>
            </p:grpSpPr>
            <p:sp>
              <p:nvSpPr>
                <p:cNvPr id="43115" name="AutoShape 75">
                  <a:extLst>
                    <a:ext uri="{FF2B5EF4-FFF2-40B4-BE49-F238E27FC236}">
                      <a16:creationId xmlns:a16="http://schemas.microsoft.com/office/drawing/2014/main" id="{3B1EEE87-3F5C-9870-7C82-F54682A33D92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6" name="Rectangle 76">
                  <a:extLst>
                    <a:ext uri="{FF2B5EF4-FFF2-40B4-BE49-F238E27FC236}">
                      <a16:creationId xmlns:a16="http://schemas.microsoft.com/office/drawing/2014/main" id="{AD118746-AAA9-6FE6-8FCD-8B420BFB36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17" name="Oval 77">
                  <a:extLst>
                    <a:ext uri="{FF2B5EF4-FFF2-40B4-BE49-F238E27FC236}">
                      <a16:creationId xmlns:a16="http://schemas.microsoft.com/office/drawing/2014/main" id="{78943AE6-4C21-3E08-A91D-B9FD298364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18" name="Rectangle 78">
                  <a:extLst>
                    <a:ext uri="{FF2B5EF4-FFF2-40B4-BE49-F238E27FC236}">
                      <a16:creationId xmlns:a16="http://schemas.microsoft.com/office/drawing/2014/main" id="{90E7D5F5-4C99-A1F6-EB72-2B3BB6D16C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19" name="Oval 79">
                  <a:extLst>
                    <a:ext uri="{FF2B5EF4-FFF2-40B4-BE49-F238E27FC236}">
                      <a16:creationId xmlns:a16="http://schemas.microsoft.com/office/drawing/2014/main" id="{9F575569-9457-6D09-7D6F-4A8B3273FE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090" name="Group 80">
                <a:extLst>
                  <a:ext uri="{FF2B5EF4-FFF2-40B4-BE49-F238E27FC236}">
                    <a16:creationId xmlns:a16="http://schemas.microsoft.com/office/drawing/2014/main" id="{09BF92A2-1C5A-97CC-94AB-2653BB3EC60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56" y="2502"/>
                <a:ext cx="462" cy="371"/>
                <a:chOff x="1482" y="1701"/>
                <a:chExt cx="462" cy="371"/>
              </a:xfrm>
            </p:grpSpPr>
            <p:sp>
              <p:nvSpPr>
                <p:cNvPr id="43110" name="AutoShape 81">
                  <a:extLst>
                    <a:ext uri="{FF2B5EF4-FFF2-40B4-BE49-F238E27FC236}">
                      <a16:creationId xmlns:a16="http://schemas.microsoft.com/office/drawing/2014/main" id="{362D4C55-9DF7-0315-C304-1DF0F8CD6546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1" name="Rectangle 82">
                  <a:extLst>
                    <a:ext uri="{FF2B5EF4-FFF2-40B4-BE49-F238E27FC236}">
                      <a16:creationId xmlns:a16="http://schemas.microsoft.com/office/drawing/2014/main" id="{ECC0AEDD-FA41-1149-ADE1-84F65D7D9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12" name="Oval 83">
                  <a:extLst>
                    <a:ext uri="{FF2B5EF4-FFF2-40B4-BE49-F238E27FC236}">
                      <a16:creationId xmlns:a16="http://schemas.microsoft.com/office/drawing/2014/main" id="{AA48C566-E6D4-49D2-2DE4-7D3E4B3B9A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13" name="Rectangle 84">
                  <a:extLst>
                    <a:ext uri="{FF2B5EF4-FFF2-40B4-BE49-F238E27FC236}">
                      <a16:creationId xmlns:a16="http://schemas.microsoft.com/office/drawing/2014/main" id="{87C43B36-5AF4-145F-D81D-67E7DD1134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14" name="Oval 85">
                  <a:extLst>
                    <a:ext uri="{FF2B5EF4-FFF2-40B4-BE49-F238E27FC236}">
                      <a16:creationId xmlns:a16="http://schemas.microsoft.com/office/drawing/2014/main" id="{086E061D-4C43-4FE1-FE3B-876F70C90B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091" name="Group 86">
                <a:extLst>
                  <a:ext uri="{FF2B5EF4-FFF2-40B4-BE49-F238E27FC236}">
                    <a16:creationId xmlns:a16="http://schemas.microsoft.com/office/drawing/2014/main" id="{B9E423F6-A790-C3AA-2588-04A56BB7382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035" y="2494"/>
                <a:ext cx="462" cy="371"/>
                <a:chOff x="1482" y="1701"/>
                <a:chExt cx="462" cy="371"/>
              </a:xfrm>
            </p:grpSpPr>
            <p:sp>
              <p:nvSpPr>
                <p:cNvPr id="43105" name="AutoShape 87">
                  <a:extLst>
                    <a:ext uri="{FF2B5EF4-FFF2-40B4-BE49-F238E27FC236}">
                      <a16:creationId xmlns:a16="http://schemas.microsoft.com/office/drawing/2014/main" id="{00E2AE7A-7353-03C3-F7AD-C71136250274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06" name="Rectangle 88">
                  <a:extLst>
                    <a:ext uri="{FF2B5EF4-FFF2-40B4-BE49-F238E27FC236}">
                      <a16:creationId xmlns:a16="http://schemas.microsoft.com/office/drawing/2014/main" id="{94039B27-E01F-4E6E-F518-A4A05CE3FC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07" name="Oval 89">
                  <a:extLst>
                    <a:ext uri="{FF2B5EF4-FFF2-40B4-BE49-F238E27FC236}">
                      <a16:creationId xmlns:a16="http://schemas.microsoft.com/office/drawing/2014/main" id="{63565FB2-4EF5-BBD0-8408-07DB2B4115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08" name="Rectangle 90">
                  <a:extLst>
                    <a:ext uri="{FF2B5EF4-FFF2-40B4-BE49-F238E27FC236}">
                      <a16:creationId xmlns:a16="http://schemas.microsoft.com/office/drawing/2014/main" id="{D0FC7DF1-DC91-FF67-9B59-A613A1D333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09" name="Oval 91">
                  <a:extLst>
                    <a:ext uri="{FF2B5EF4-FFF2-40B4-BE49-F238E27FC236}">
                      <a16:creationId xmlns:a16="http://schemas.microsoft.com/office/drawing/2014/main" id="{1921FF59-12EA-1642-5D36-F45319CDAE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092" name="Group 93">
                <a:extLst>
                  <a:ext uri="{FF2B5EF4-FFF2-40B4-BE49-F238E27FC236}">
                    <a16:creationId xmlns:a16="http://schemas.microsoft.com/office/drawing/2014/main" id="{835656B8-2ED5-3438-F166-2A28DD1E4B6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11" y="3265"/>
                <a:ext cx="462" cy="371"/>
                <a:chOff x="1482" y="1701"/>
                <a:chExt cx="462" cy="371"/>
              </a:xfrm>
            </p:grpSpPr>
            <p:sp>
              <p:nvSpPr>
                <p:cNvPr id="43100" name="AutoShape 94">
                  <a:extLst>
                    <a:ext uri="{FF2B5EF4-FFF2-40B4-BE49-F238E27FC236}">
                      <a16:creationId xmlns:a16="http://schemas.microsoft.com/office/drawing/2014/main" id="{389BE589-0975-F13D-3338-BA20F1B61A9C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01" name="Rectangle 95">
                  <a:extLst>
                    <a:ext uri="{FF2B5EF4-FFF2-40B4-BE49-F238E27FC236}">
                      <a16:creationId xmlns:a16="http://schemas.microsoft.com/office/drawing/2014/main" id="{C58870BC-2634-AE69-0158-53E1AC78E7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02" name="Oval 96">
                  <a:extLst>
                    <a:ext uri="{FF2B5EF4-FFF2-40B4-BE49-F238E27FC236}">
                      <a16:creationId xmlns:a16="http://schemas.microsoft.com/office/drawing/2014/main" id="{AE827A31-5C8E-8163-F77E-A5D5F6A52A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03" name="Rectangle 97">
                  <a:extLst>
                    <a:ext uri="{FF2B5EF4-FFF2-40B4-BE49-F238E27FC236}">
                      <a16:creationId xmlns:a16="http://schemas.microsoft.com/office/drawing/2014/main" id="{B1FBE3E2-3A5B-06E4-E60B-987155FF7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04" name="Oval 98">
                  <a:extLst>
                    <a:ext uri="{FF2B5EF4-FFF2-40B4-BE49-F238E27FC236}">
                      <a16:creationId xmlns:a16="http://schemas.microsoft.com/office/drawing/2014/main" id="{3BCF7C21-F750-A3C1-7D67-7B90BDCF87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093" name="Group 100">
                <a:extLst>
                  <a:ext uri="{FF2B5EF4-FFF2-40B4-BE49-F238E27FC236}">
                    <a16:creationId xmlns:a16="http://schemas.microsoft.com/office/drawing/2014/main" id="{3174308E-23B6-4396-7D35-FDD1775BB9A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36" y="3265"/>
                <a:ext cx="462" cy="371"/>
                <a:chOff x="1482" y="1701"/>
                <a:chExt cx="462" cy="371"/>
              </a:xfrm>
            </p:grpSpPr>
            <p:sp>
              <p:nvSpPr>
                <p:cNvPr id="43095" name="AutoShape 101">
                  <a:extLst>
                    <a:ext uri="{FF2B5EF4-FFF2-40B4-BE49-F238E27FC236}">
                      <a16:creationId xmlns:a16="http://schemas.microsoft.com/office/drawing/2014/main" id="{2FDB0DAB-A3C3-B295-6032-F0BE1260C931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6" name="Rectangle 102">
                  <a:extLst>
                    <a:ext uri="{FF2B5EF4-FFF2-40B4-BE49-F238E27FC236}">
                      <a16:creationId xmlns:a16="http://schemas.microsoft.com/office/drawing/2014/main" id="{A4C24F44-5226-639E-025E-E7784DC536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97" name="Oval 103">
                  <a:extLst>
                    <a:ext uri="{FF2B5EF4-FFF2-40B4-BE49-F238E27FC236}">
                      <a16:creationId xmlns:a16="http://schemas.microsoft.com/office/drawing/2014/main" id="{6D8D5F30-7E3C-882A-B6EC-2D1097B46E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98" name="Rectangle 104">
                  <a:extLst>
                    <a:ext uri="{FF2B5EF4-FFF2-40B4-BE49-F238E27FC236}">
                      <a16:creationId xmlns:a16="http://schemas.microsoft.com/office/drawing/2014/main" id="{1840A50F-6240-C40A-83D9-81A3D7BE2A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99" name="Oval 105">
                  <a:extLst>
                    <a:ext uri="{FF2B5EF4-FFF2-40B4-BE49-F238E27FC236}">
                      <a16:creationId xmlns:a16="http://schemas.microsoft.com/office/drawing/2014/main" id="{16AA5322-5293-FB99-7B0E-8C89412303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094" name="Line 118">
                <a:extLst>
                  <a:ext uri="{FF2B5EF4-FFF2-40B4-BE49-F238E27FC236}">
                    <a16:creationId xmlns:a16="http://schemas.microsoft.com/office/drawing/2014/main" id="{B7018582-B112-09F2-9199-4CE9E9BC4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66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9" name="Rectangle 35">
              <a:extLst>
                <a:ext uri="{FF2B5EF4-FFF2-40B4-BE49-F238E27FC236}">
                  <a16:creationId xmlns:a16="http://schemas.microsoft.com/office/drawing/2014/main" id="{2755F9F4-64AE-1127-9E2F-B41051D25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199" y="1601085"/>
              <a:ext cx="609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42169" name="组合 42168">
            <a:extLst>
              <a:ext uri="{FF2B5EF4-FFF2-40B4-BE49-F238E27FC236}">
                <a16:creationId xmlns:a16="http://schemas.microsoft.com/office/drawing/2014/main" id="{6A4F2A7D-23D2-D92F-0AD8-E29BBB4FC10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768475"/>
            <a:ext cx="4419600" cy="742950"/>
            <a:chOff x="152400" y="1768475"/>
            <a:chExt cx="4419600" cy="742382"/>
          </a:xfrm>
        </p:grpSpPr>
        <p:sp>
          <p:nvSpPr>
            <p:cNvPr id="413907" name="Rectangle 211">
              <a:extLst>
                <a:ext uri="{FF2B5EF4-FFF2-40B4-BE49-F238E27FC236}">
                  <a16:creationId xmlns:a16="http://schemas.microsoft.com/office/drawing/2014/main" id="{444392BB-D511-FD9B-D8AE-F69A06A95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1768475"/>
              <a:ext cx="4419600" cy="7074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門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的兩個輸入為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“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”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，另一個輸入為     ，門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的輸出為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。</a:t>
              </a:r>
            </a:p>
          </p:txBody>
        </p:sp>
        <p:sp>
          <p:nvSpPr>
            <p:cNvPr id="43037" name="Rectangle 35">
              <a:extLst>
                <a:ext uri="{FF2B5EF4-FFF2-40B4-BE49-F238E27FC236}">
                  <a16:creationId xmlns:a16="http://schemas.microsoft.com/office/drawing/2014/main" id="{D8F2B5C4-6997-E431-3F38-C6D903FFD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44" y="1854767"/>
              <a:ext cx="609600" cy="656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42174" name="组合 42173">
            <a:extLst>
              <a:ext uri="{FF2B5EF4-FFF2-40B4-BE49-F238E27FC236}">
                <a16:creationId xmlns:a16="http://schemas.microsoft.com/office/drawing/2014/main" id="{B59D732F-6D7C-86EB-0C1B-D3FCFC420525}"/>
              </a:ext>
            </a:extLst>
          </p:cNvPr>
          <p:cNvGrpSpPr>
            <a:grpSpLocks/>
          </p:cNvGrpSpPr>
          <p:nvPr/>
        </p:nvGrpSpPr>
        <p:grpSpPr bwMode="auto">
          <a:xfrm>
            <a:off x="80963" y="2576513"/>
            <a:ext cx="4114800" cy="1359670"/>
            <a:chOff x="81207" y="2577107"/>
            <a:chExt cx="4114800" cy="1359351"/>
          </a:xfrm>
        </p:grpSpPr>
        <p:grpSp>
          <p:nvGrpSpPr>
            <p:cNvPr id="43032" name="组合 42171">
              <a:extLst>
                <a:ext uri="{FF2B5EF4-FFF2-40B4-BE49-F238E27FC236}">
                  <a16:creationId xmlns:a16="http://schemas.microsoft.com/office/drawing/2014/main" id="{59DDE502-31F3-DBB8-0FB8-0AD27AEF57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207" y="2577107"/>
              <a:ext cx="4114800" cy="1359351"/>
              <a:chOff x="81207" y="2577107"/>
              <a:chExt cx="4114800" cy="1359351"/>
            </a:xfrm>
          </p:grpSpPr>
          <p:sp>
            <p:nvSpPr>
              <p:cNvPr id="413908" name="Rectangle 212">
                <a:extLst>
                  <a:ext uri="{FF2B5EF4-FFF2-40B4-BE49-F238E27FC236}">
                    <a16:creationId xmlns:a16="http://schemas.microsoft.com/office/drawing/2014/main" id="{39C7FFFA-562A-C173-014A-C4D982E328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07" y="2577107"/>
                <a:ext cx="4114800" cy="13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同時門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6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和門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4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中各有一個的輸入為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/>
                  </a:rPr>
                  <a:t>“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/>
                  </a:rPr>
                  <a:t>”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，門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6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的另一個輸入為     ，門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4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的另一個輸入為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D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，門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4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的輸出為    。</a:t>
                </a:r>
              </a:p>
            </p:txBody>
          </p:sp>
          <p:sp>
            <p:nvSpPr>
              <p:cNvPr id="43035" name="Rectangle 35">
                <a:extLst>
                  <a:ext uri="{FF2B5EF4-FFF2-40B4-BE49-F238E27FC236}">
                    <a16:creationId xmlns:a16="http://schemas.microsoft.com/office/drawing/2014/main" id="{D966B4CD-AF48-9CDF-1900-3BA79820B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981" y="3280022"/>
                <a:ext cx="609600" cy="656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2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_</a:t>
                </a:r>
              </a:p>
              <a:p>
                <a:pPr eaLnBrk="1" hangingPunct="1">
                  <a:lnSpc>
                    <a:spcPts val="22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</p:grpSp>
        <p:sp>
          <p:nvSpPr>
            <p:cNvPr id="43033" name="Rectangle 35">
              <a:extLst>
                <a:ext uri="{FF2B5EF4-FFF2-40B4-BE49-F238E27FC236}">
                  <a16:creationId xmlns:a16="http://schemas.microsoft.com/office/drawing/2014/main" id="{0DA22E28-652D-F094-8C1B-6D7D8CCA2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7525" y="2665802"/>
              <a:ext cx="609600" cy="656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25231FF8-F0B8-7EC7-DC01-DFECA3716216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4243388"/>
            <a:ext cx="4191000" cy="774347"/>
            <a:chOff x="76201" y="4243580"/>
            <a:chExt cx="4190305" cy="774303"/>
          </a:xfrm>
        </p:grpSpPr>
        <p:sp>
          <p:nvSpPr>
            <p:cNvPr id="413909" name="Rectangle 213">
              <a:extLst>
                <a:ext uri="{FF2B5EF4-FFF2-40B4-BE49-F238E27FC236}">
                  <a16:creationId xmlns:a16="http://schemas.microsoft.com/office/drawing/2014/main" id="{413A756F-C943-5AC5-F086-831437BA0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1" y="4243580"/>
              <a:ext cx="4190305" cy="707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即頂端的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RS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觸發器的輸入為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＝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，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R=     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，則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Q=D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，    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=   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；</a:t>
              </a:r>
            </a:p>
          </p:txBody>
        </p:sp>
        <p:sp>
          <p:nvSpPr>
            <p:cNvPr id="43029" name="Rectangle 35">
              <a:extLst>
                <a:ext uri="{FF2B5EF4-FFF2-40B4-BE49-F238E27FC236}">
                  <a16:creationId xmlns:a16="http://schemas.microsoft.com/office/drawing/2014/main" id="{5F77132C-B6C4-DC7E-5F3E-E2152BDA3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174" y="4347739"/>
              <a:ext cx="609600" cy="67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3030" name="Rectangle 35">
              <a:extLst>
                <a:ext uri="{FF2B5EF4-FFF2-40B4-BE49-F238E27FC236}">
                  <a16:creationId xmlns:a16="http://schemas.microsoft.com/office/drawing/2014/main" id="{36B89B99-E102-6100-9F83-C8F41FE1E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2225" y="4311742"/>
              <a:ext cx="609600" cy="67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3031" name="Rectangle 35">
              <a:extLst>
                <a:ext uri="{FF2B5EF4-FFF2-40B4-BE49-F238E27FC236}">
                  <a16:creationId xmlns:a16="http://schemas.microsoft.com/office/drawing/2014/main" id="{50489E2D-8788-AC09-0C2C-40353AF80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832" y="4298816"/>
              <a:ext cx="609600" cy="67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3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3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13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13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87" grpId="0" autoUpdateAnimBg="0"/>
      <p:bldP spid="413910" grpId="0" autoUpdateAnimBg="0"/>
      <p:bldP spid="413919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灯片编号占位符 5">
            <a:extLst>
              <a:ext uri="{FF2B5EF4-FFF2-40B4-BE49-F238E27FC236}">
                <a16:creationId xmlns:a16="http://schemas.microsoft.com/office/drawing/2014/main" id="{E0250D19-1CDB-3567-82FE-87792AE0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257925"/>
            <a:ext cx="1905000" cy="457200"/>
          </a:xfrm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1CB8AD01-545D-4C4A-95CE-743F0374D197}" type="slidenum">
              <a:rPr lang="en-US" altLang="zh-CN" sz="1000" b="0" smtClean="0"/>
              <a:pPr eaLnBrk="1" hangingPunct="1">
                <a:defRPr/>
              </a:pPr>
              <a:t>39</a:t>
            </a:fld>
            <a:endParaRPr lang="en-US" altLang="zh-CN" sz="1000" b="0" dirty="0"/>
          </a:p>
        </p:txBody>
      </p:sp>
      <p:sp>
        <p:nvSpPr>
          <p:cNvPr id="414722" name="Rectangle 2">
            <a:extLst>
              <a:ext uri="{FF2B5EF4-FFF2-40B4-BE49-F238E27FC236}">
                <a16:creationId xmlns:a16="http://schemas.microsoft.com/office/drawing/2014/main" id="{31634C90-DB4E-5836-5E7D-26055897EC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153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grpSp>
        <p:nvGrpSpPr>
          <p:cNvPr id="2" name="Group 91">
            <a:extLst>
              <a:ext uri="{FF2B5EF4-FFF2-40B4-BE49-F238E27FC236}">
                <a16:creationId xmlns:a16="http://schemas.microsoft.com/office/drawing/2014/main" id="{027E999D-9211-A6BC-D202-4AC4BE5AC066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3881438"/>
            <a:ext cx="3581400" cy="304800"/>
            <a:chOff x="3072" y="2880"/>
            <a:chExt cx="2256" cy="192"/>
          </a:xfrm>
        </p:grpSpPr>
        <p:sp>
          <p:nvSpPr>
            <p:cNvPr id="45199" name="Line 92">
              <a:extLst>
                <a:ext uri="{FF2B5EF4-FFF2-40B4-BE49-F238E27FC236}">
                  <a16:creationId xmlns:a16="http://schemas.microsoft.com/office/drawing/2014/main" id="{39664959-0299-603F-C05F-743862A58D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00" name="Line 93">
              <a:extLst>
                <a:ext uri="{FF2B5EF4-FFF2-40B4-BE49-F238E27FC236}">
                  <a16:creationId xmlns:a16="http://schemas.microsoft.com/office/drawing/2014/main" id="{04E2E4F3-CBE5-B2A2-22CB-57C0EE2D10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01" name="Line 94">
              <a:extLst>
                <a:ext uri="{FF2B5EF4-FFF2-40B4-BE49-F238E27FC236}">
                  <a16:creationId xmlns:a16="http://schemas.microsoft.com/office/drawing/2014/main" id="{8C3F4B77-4876-48CD-AD81-E6F164D2EF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95">
            <a:extLst>
              <a:ext uri="{FF2B5EF4-FFF2-40B4-BE49-F238E27FC236}">
                <a16:creationId xmlns:a16="http://schemas.microsoft.com/office/drawing/2014/main" id="{05690EEB-87DB-5BE7-C49F-F983D7A61281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3881438"/>
            <a:ext cx="3581400" cy="304800"/>
            <a:chOff x="3072" y="2880"/>
            <a:chExt cx="2256" cy="192"/>
          </a:xfrm>
        </p:grpSpPr>
        <p:sp>
          <p:nvSpPr>
            <p:cNvPr id="45196" name="Line 96">
              <a:extLst>
                <a:ext uri="{FF2B5EF4-FFF2-40B4-BE49-F238E27FC236}">
                  <a16:creationId xmlns:a16="http://schemas.microsoft.com/office/drawing/2014/main" id="{7DC66397-6CFC-670D-0F06-0D8BDF75B2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7" name="Line 97">
              <a:extLst>
                <a:ext uri="{FF2B5EF4-FFF2-40B4-BE49-F238E27FC236}">
                  <a16:creationId xmlns:a16="http://schemas.microsoft.com/office/drawing/2014/main" id="{11533775-5A18-C8BE-CAF8-964E0ADF8B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8" name="Line 98">
              <a:extLst>
                <a:ext uri="{FF2B5EF4-FFF2-40B4-BE49-F238E27FC236}">
                  <a16:creationId xmlns:a16="http://schemas.microsoft.com/office/drawing/2014/main" id="{2C9F4DFE-54FD-C603-BEE2-B67102BFE7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99">
            <a:extLst>
              <a:ext uri="{FF2B5EF4-FFF2-40B4-BE49-F238E27FC236}">
                <a16:creationId xmlns:a16="http://schemas.microsoft.com/office/drawing/2014/main" id="{BE8AA5EF-5F80-9E59-27EB-64708DFD3DF2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2586038"/>
            <a:ext cx="1905000" cy="685800"/>
            <a:chOff x="3072" y="2064"/>
            <a:chExt cx="1200" cy="432"/>
          </a:xfrm>
        </p:grpSpPr>
        <p:sp>
          <p:nvSpPr>
            <p:cNvPr id="45194" name="Line 100">
              <a:extLst>
                <a:ext uri="{FF2B5EF4-FFF2-40B4-BE49-F238E27FC236}">
                  <a16:creationId xmlns:a16="http://schemas.microsoft.com/office/drawing/2014/main" id="{FB8C4196-E9AA-FAD9-CFEF-54AC5BCF43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5" name="Line 101">
              <a:extLst>
                <a:ext uri="{FF2B5EF4-FFF2-40B4-BE49-F238E27FC236}">
                  <a16:creationId xmlns:a16="http://schemas.microsoft.com/office/drawing/2014/main" id="{4BC3B78E-D243-C6B4-284B-B2E1D68511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02">
            <a:extLst>
              <a:ext uri="{FF2B5EF4-FFF2-40B4-BE49-F238E27FC236}">
                <a16:creationId xmlns:a16="http://schemas.microsoft.com/office/drawing/2014/main" id="{B1AFDA7E-9A39-8ED5-524C-3ED2CDDB9052}"/>
              </a:ext>
            </a:extLst>
          </p:cNvPr>
          <p:cNvGrpSpPr>
            <a:grpSpLocks/>
          </p:cNvGrpSpPr>
          <p:nvPr/>
        </p:nvGrpSpPr>
        <p:grpSpPr bwMode="auto">
          <a:xfrm>
            <a:off x="4440238" y="3043238"/>
            <a:ext cx="914400" cy="2362200"/>
            <a:chOff x="2352" y="2112"/>
            <a:chExt cx="576" cy="1488"/>
          </a:xfrm>
        </p:grpSpPr>
        <p:sp>
          <p:nvSpPr>
            <p:cNvPr id="45190" name="Line 103">
              <a:extLst>
                <a:ext uri="{FF2B5EF4-FFF2-40B4-BE49-F238E27FC236}">
                  <a16:creationId xmlns:a16="http://schemas.microsoft.com/office/drawing/2014/main" id="{633B4BED-0DE4-284A-6914-FF1498A816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2112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1" name="Line 104">
              <a:extLst>
                <a:ext uri="{FF2B5EF4-FFF2-40B4-BE49-F238E27FC236}">
                  <a16:creationId xmlns:a16="http://schemas.microsoft.com/office/drawing/2014/main" id="{3A474585-B863-1936-0245-EA0ACC43E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112"/>
              <a:ext cx="0" cy="14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2" name="Line 105">
              <a:extLst>
                <a:ext uri="{FF2B5EF4-FFF2-40B4-BE49-F238E27FC236}">
                  <a16:creationId xmlns:a16="http://schemas.microsoft.com/office/drawing/2014/main" id="{D0C254DF-95EE-6F3F-83BD-A589D6A9D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600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3" name="Line 106">
              <a:extLst>
                <a:ext uri="{FF2B5EF4-FFF2-40B4-BE49-F238E27FC236}">
                  <a16:creationId xmlns:a16="http://schemas.microsoft.com/office/drawing/2014/main" id="{C7CEAAA2-3C0A-3437-5E69-BFEFD3F740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3360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07">
            <a:extLst>
              <a:ext uri="{FF2B5EF4-FFF2-40B4-BE49-F238E27FC236}">
                <a16:creationId xmlns:a16="http://schemas.microsoft.com/office/drawing/2014/main" id="{A98B1498-04B0-7F09-B996-44825EA342A2}"/>
              </a:ext>
            </a:extLst>
          </p:cNvPr>
          <p:cNvGrpSpPr>
            <a:grpSpLocks/>
          </p:cNvGrpSpPr>
          <p:nvPr/>
        </p:nvGrpSpPr>
        <p:grpSpPr bwMode="auto">
          <a:xfrm>
            <a:off x="7259638" y="3043238"/>
            <a:ext cx="838200" cy="2286000"/>
            <a:chOff x="4128" y="2112"/>
            <a:chExt cx="528" cy="1440"/>
          </a:xfrm>
        </p:grpSpPr>
        <p:sp>
          <p:nvSpPr>
            <p:cNvPr id="45186" name="Line 108">
              <a:extLst>
                <a:ext uri="{FF2B5EF4-FFF2-40B4-BE49-F238E27FC236}">
                  <a16:creationId xmlns:a16="http://schemas.microsoft.com/office/drawing/2014/main" id="{EFD88D83-AF83-E6CE-8D83-24FC95EDE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12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7" name="Line 109">
              <a:extLst>
                <a:ext uri="{FF2B5EF4-FFF2-40B4-BE49-F238E27FC236}">
                  <a16:creationId xmlns:a16="http://schemas.microsoft.com/office/drawing/2014/main" id="{67E9F0F9-31B8-6262-3A29-7E7C47A96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112"/>
              <a:ext cx="0" cy="14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8" name="Line 110">
              <a:extLst>
                <a:ext uri="{FF2B5EF4-FFF2-40B4-BE49-F238E27FC236}">
                  <a16:creationId xmlns:a16="http://schemas.microsoft.com/office/drawing/2014/main" id="{873453EC-97BA-BA59-6EF5-A7B9292E21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3552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9" name="Line 111">
              <a:extLst>
                <a:ext uri="{FF2B5EF4-FFF2-40B4-BE49-F238E27FC236}">
                  <a16:creationId xmlns:a16="http://schemas.microsoft.com/office/drawing/2014/main" id="{68082825-373D-4489-D1BE-8CC3A50B4A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6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112">
            <a:extLst>
              <a:ext uri="{FF2B5EF4-FFF2-40B4-BE49-F238E27FC236}">
                <a16:creationId xmlns:a16="http://schemas.microsoft.com/office/drawing/2014/main" id="{8C889711-10EC-D7F9-D283-A91318CE6442}"/>
              </a:ext>
            </a:extLst>
          </p:cNvPr>
          <p:cNvGrpSpPr>
            <a:grpSpLocks/>
          </p:cNvGrpSpPr>
          <p:nvPr/>
        </p:nvGrpSpPr>
        <p:grpSpPr bwMode="auto">
          <a:xfrm>
            <a:off x="5605463" y="3051175"/>
            <a:ext cx="1906587" cy="914400"/>
            <a:chOff x="3120" y="2112"/>
            <a:chExt cx="1008" cy="576"/>
          </a:xfrm>
        </p:grpSpPr>
        <p:sp>
          <p:nvSpPr>
            <p:cNvPr id="45182" name="Line 113">
              <a:extLst>
                <a:ext uri="{FF2B5EF4-FFF2-40B4-BE49-F238E27FC236}">
                  <a16:creationId xmlns:a16="http://schemas.microsoft.com/office/drawing/2014/main" id="{37ABBFE0-1B98-F2B2-82B4-5464008120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2112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3" name="Line 114">
              <a:extLst>
                <a:ext uri="{FF2B5EF4-FFF2-40B4-BE49-F238E27FC236}">
                  <a16:creationId xmlns:a16="http://schemas.microsoft.com/office/drawing/2014/main" id="{5FBBA5FE-19B4-9901-77E3-9F1E02D73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112"/>
              <a:ext cx="0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4" name="Line 115">
              <a:extLst>
                <a:ext uri="{FF2B5EF4-FFF2-40B4-BE49-F238E27FC236}">
                  <a16:creationId xmlns:a16="http://schemas.microsoft.com/office/drawing/2014/main" id="{45AF1C7C-95C5-3E1D-A6BE-4D9752905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688"/>
              <a:ext cx="4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5" name="Line 116">
              <a:extLst>
                <a:ext uri="{FF2B5EF4-FFF2-40B4-BE49-F238E27FC236}">
                  <a16:creationId xmlns:a16="http://schemas.microsoft.com/office/drawing/2014/main" id="{BA67C65E-57AF-D057-080E-C99FC2CC55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592"/>
              <a:ext cx="0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4927" name="Rectangle 207">
            <a:extLst>
              <a:ext uri="{FF2B5EF4-FFF2-40B4-BE49-F238E27FC236}">
                <a16:creationId xmlns:a16="http://schemas.microsoft.com/office/drawing/2014/main" id="{A41E6715-C480-E28B-84A2-27F4DA194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638175"/>
            <a:ext cx="42672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正沿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觸發器分析</a:t>
            </a:r>
          </a:p>
        </p:txBody>
      </p:sp>
      <p:sp>
        <p:nvSpPr>
          <p:cNvPr id="414940" name="Rectangle 220">
            <a:extLst>
              <a:ext uri="{FF2B5EF4-FFF2-40B4-BE49-F238E27FC236}">
                <a16:creationId xmlns:a16="http://schemas.microsoft.com/office/drawing/2014/main" id="{92F52FA2-15D0-72A4-B296-7F4A03F71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376488"/>
            <a:ext cx="4378325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則門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的輸出由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變為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。不論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如何變化，門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5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的輸出保持為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</a:p>
        </p:txBody>
      </p:sp>
      <p:sp>
        <p:nvSpPr>
          <p:cNvPr id="414943" name="Rectangle 223">
            <a:extLst>
              <a:ext uri="{FF2B5EF4-FFF2-40B4-BE49-F238E27FC236}">
                <a16:creationId xmlns:a16="http://schemas.microsoft.com/office/drawing/2014/main" id="{302E9839-5D35-788F-FBBB-039AA94A9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857875"/>
            <a:ext cx="813435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結論：時鐘正邊沿跳變時，如果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＝“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0” 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endParaRPr lang="en-US" altLang="zh-CN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則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Q=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”之後輸出的狀態不受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變化的影響。</a:t>
            </a:r>
          </a:p>
        </p:txBody>
      </p:sp>
      <p:grpSp>
        <p:nvGrpSpPr>
          <p:cNvPr id="17" name="Group 229">
            <a:extLst>
              <a:ext uri="{FF2B5EF4-FFF2-40B4-BE49-F238E27FC236}">
                <a16:creationId xmlns:a16="http://schemas.microsoft.com/office/drawing/2014/main" id="{3F6E36D6-625C-E374-BA73-E645E47FD388}"/>
              </a:ext>
            </a:extLst>
          </p:cNvPr>
          <p:cNvGrpSpPr>
            <a:grpSpLocks/>
          </p:cNvGrpSpPr>
          <p:nvPr/>
        </p:nvGrpSpPr>
        <p:grpSpPr bwMode="auto">
          <a:xfrm>
            <a:off x="4421188" y="2509838"/>
            <a:ext cx="989012" cy="2895600"/>
            <a:chOff x="2832" y="1776"/>
            <a:chExt cx="576" cy="1824"/>
          </a:xfrm>
        </p:grpSpPr>
        <p:grpSp>
          <p:nvGrpSpPr>
            <p:cNvPr id="45176" name="Group 208">
              <a:extLst>
                <a:ext uri="{FF2B5EF4-FFF2-40B4-BE49-F238E27FC236}">
                  <a16:creationId xmlns:a16="http://schemas.microsoft.com/office/drawing/2014/main" id="{7F714B89-B715-7661-F89F-BE6346051D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2112"/>
              <a:ext cx="576" cy="1488"/>
              <a:chOff x="2352" y="2112"/>
              <a:chExt cx="576" cy="1488"/>
            </a:xfrm>
          </p:grpSpPr>
          <p:sp>
            <p:nvSpPr>
              <p:cNvPr id="45178" name="Line 209">
                <a:extLst>
                  <a:ext uri="{FF2B5EF4-FFF2-40B4-BE49-F238E27FC236}">
                    <a16:creationId xmlns:a16="http://schemas.microsoft.com/office/drawing/2014/main" id="{F82D61F3-A987-2C2D-CBB1-6D7692BE83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2" y="2112"/>
                <a:ext cx="576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9" name="Line 210">
                <a:extLst>
                  <a:ext uri="{FF2B5EF4-FFF2-40B4-BE49-F238E27FC236}">
                    <a16:creationId xmlns:a16="http://schemas.microsoft.com/office/drawing/2014/main" id="{676B6CC4-78D8-E52B-0DA8-BC90C1320F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112"/>
                <a:ext cx="0" cy="1488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0" name="Line 211">
                <a:extLst>
                  <a:ext uri="{FF2B5EF4-FFF2-40B4-BE49-F238E27FC236}">
                    <a16:creationId xmlns:a16="http://schemas.microsoft.com/office/drawing/2014/main" id="{7F3D3E80-E8A1-327D-FC95-A42C4ED22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600"/>
                <a:ext cx="384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1" name="Line 212">
                <a:extLst>
                  <a:ext uri="{FF2B5EF4-FFF2-40B4-BE49-F238E27FC236}">
                    <a16:creationId xmlns:a16="http://schemas.microsoft.com/office/drawing/2014/main" id="{F8217DB6-AD6A-3B76-4FCD-D6D205DA1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6" y="3360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177" name="Line 227">
              <a:extLst>
                <a:ext uri="{FF2B5EF4-FFF2-40B4-BE49-F238E27FC236}">
                  <a16:creationId xmlns:a16="http://schemas.microsoft.com/office/drawing/2014/main" id="{70C15E9B-B9BF-442D-A0A1-051B015A5E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1776"/>
              <a:ext cx="0" cy="43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4948" name="Line 228">
            <a:extLst>
              <a:ext uri="{FF2B5EF4-FFF2-40B4-BE49-F238E27FC236}">
                <a16:creationId xmlns:a16="http://schemas.microsoft.com/office/drawing/2014/main" id="{17F67DD1-BFC4-07C5-EEC0-92156798DB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3805238"/>
            <a:ext cx="0" cy="6858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234">
            <a:extLst>
              <a:ext uri="{FF2B5EF4-FFF2-40B4-BE49-F238E27FC236}">
                <a16:creationId xmlns:a16="http://schemas.microsoft.com/office/drawing/2014/main" id="{C32AC72F-5CDF-035C-3C83-81F7B903DB32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333875"/>
            <a:ext cx="1676400" cy="919163"/>
            <a:chOff x="3360" y="2973"/>
            <a:chExt cx="1008" cy="579"/>
          </a:xfrm>
        </p:grpSpPr>
        <p:sp>
          <p:nvSpPr>
            <p:cNvPr id="45172" name="Line 230">
              <a:extLst>
                <a:ext uri="{FF2B5EF4-FFF2-40B4-BE49-F238E27FC236}">
                  <a16:creationId xmlns:a16="http://schemas.microsoft.com/office/drawing/2014/main" id="{5066AAF7-DEDA-62DF-815C-7B8C731D62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976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73" name="Line 231">
              <a:extLst>
                <a:ext uri="{FF2B5EF4-FFF2-40B4-BE49-F238E27FC236}">
                  <a16:creationId xmlns:a16="http://schemas.microsoft.com/office/drawing/2014/main" id="{1A464EF6-AD0E-73A5-0AEA-3D8C4507B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973"/>
              <a:ext cx="0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74" name="Line 232">
              <a:extLst>
                <a:ext uri="{FF2B5EF4-FFF2-40B4-BE49-F238E27FC236}">
                  <a16:creationId xmlns:a16="http://schemas.microsoft.com/office/drawing/2014/main" id="{12D5D8C3-3A09-554E-F174-E108B21A2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552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75" name="Line 233">
              <a:extLst>
                <a:ext uri="{FF2B5EF4-FFF2-40B4-BE49-F238E27FC236}">
                  <a16:creationId xmlns:a16="http://schemas.microsoft.com/office/drawing/2014/main" id="{37708F2E-B07A-D7F3-AF7E-D838125FE9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3408"/>
              <a:ext cx="0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4955" name="Rectangle 235">
            <a:extLst>
              <a:ext uri="{FF2B5EF4-FFF2-40B4-BE49-F238E27FC236}">
                <a16:creationId xmlns:a16="http://schemas.microsoft.com/office/drawing/2014/main" id="{D2FDAB62-7BCE-F3DF-DB6D-6ADEE6B6A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029200"/>
            <a:ext cx="4191000" cy="70788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觸發器結構中，該線稱為維持“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阻塞“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線。</a:t>
            </a:r>
          </a:p>
        </p:txBody>
      </p:sp>
      <p:grpSp>
        <p:nvGrpSpPr>
          <p:cNvPr id="20" name="Group 239">
            <a:extLst>
              <a:ext uri="{FF2B5EF4-FFF2-40B4-BE49-F238E27FC236}">
                <a16:creationId xmlns:a16="http://schemas.microsoft.com/office/drawing/2014/main" id="{3F53736D-A30C-07A7-04AD-74EBCB10F26B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881438"/>
            <a:ext cx="228600" cy="1905000"/>
            <a:chOff x="3264" y="2640"/>
            <a:chExt cx="144" cy="1200"/>
          </a:xfrm>
        </p:grpSpPr>
        <p:sp>
          <p:nvSpPr>
            <p:cNvPr id="45170" name="Line 236">
              <a:extLst>
                <a:ext uri="{FF2B5EF4-FFF2-40B4-BE49-F238E27FC236}">
                  <a16:creationId xmlns:a16="http://schemas.microsoft.com/office/drawing/2014/main" id="{90759DFB-2D9E-0E9B-9F2F-002D2822AA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3360"/>
              <a:ext cx="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71" name="Line 237">
              <a:extLst>
                <a:ext uri="{FF2B5EF4-FFF2-40B4-BE49-F238E27FC236}">
                  <a16:creationId xmlns:a16="http://schemas.microsoft.com/office/drawing/2014/main" id="{AC9B60EB-8C20-6212-DD4B-DF32A8327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2640"/>
              <a:ext cx="0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4961" name="Line 241">
            <a:extLst>
              <a:ext uri="{FF2B5EF4-FFF2-40B4-BE49-F238E27FC236}">
                <a16:creationId xmlns:a16="http://schemas.microsoft.com/office/drawing/2014/main" id="{397A4DBC-F9D3-7643-99DD-59C76FC417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886200"/>
            <a:ext cx="2743200" cy="1143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" name="Rectangle 117">
            <a:extLst>
              <a:ext uri="{FF2B5EF4-FFF2-40B4-BE49-F238E27FC236}">
                <a16:creationId xmlns:a16="http://schemas.microsoft.com/office/drawing/2014/main" id="{DE35DB6C-4227-996D-293B-2DD51E729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143000"/>
            <a:ext cx="47863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如果在時鐘正邊沿跳變時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0”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45076" name="组合 8">
            <a:extLst>
              <a:ext uri="{FF2B5EF4-FFF2-40B4-BE49-F238E27FC236}">
                <a16:creationId xmlns:a16="http://schemas.microsoft.com/office/drawing/2014/main" id="{24683E5C-B1E8-6BD6-F36A-1FF144FBD0C3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868363"/>
            <a:ext cx="4535487" cy="5081587"/>
            <a:chOff x="4303713" y="1601085"/>
            <a:chExt cx="4535487" cy="5080703"/>
          </a:xfrm>
        </p:grpSpPr>
        <p:grpSp>
          <p:nvGrpSpPr>
            <p:cNvPr id="45083" name="Group 139">
              <a:extLst>
                <a:ext uri="{FF2B5EF4-FFF2-40B4-BE49-F238E27FC236}">
                  <a16:creationId xmlns:a16="http://schemas.microsoft.com/office/drawing/2014/main" id="{4765FF93-DCBC-ED08-B179-345A9180B8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3713" y="1905000"/>
              <a:ext cx="4535487" cy="4776788"/>
              <a:chOff x="2448" y="1200"/>
              <a:chExt cx="2857" cy="3009"/>
            </a:xfrm>
          </p:grpSpPr>
          <p:sp>
            <p:nvSpPr>
              <p:cNvPr id="45085" name="Line 13">
                <a:extLst>
                  <a:ext uri="{FF2B5EF4-FFF2-40B4-BE49-F238E27FC236}">
                    <a16:creationId xmlns:a16="http://schemas.microsoft.com/office/drawing/2014/main" id="{59A39592-A8C1-ACEE-8CC1-23402E63CF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86" name="Line 14">
                <a:extLst>
                  <a:ext uri="{FF2B5EF4-FFF2-40B4-BE49-F238E27FC236}">
                    <a16:creationId xmlns:a16="http://schemas.microsoft.com/office/drawing/2014/main" id="{FA22E01C-5BE3-DBE9-5674-3409F13518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6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87" name="Line 15">
                <a:extLst>
                  <a:ext uri="{FF2B5EF4-FFF2-40B4-BE49-F238E27FC236}">
                    <a16:creationId xmlns:a16="http://schemas.microsoft.com/office/drawing/2014/main" id="{A7E83797-21FC-B504-437C-0CFA489253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9" y="1504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88" name="Line 16">
                <a:extLst>
                  <a:ext uri="{FF2B5EF4-FFF2-40B4-BE49-F238E27FC236}">
                    <a16:creationId xmlns:a16="http://schemas.microsoft.com/office/drawing/2014/main" id="{7F8AB151-DCD6-609F-8388-92E6604E45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8" y="1504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89" name="Line 17">
                <a:extLst>
                  <a:ext uri="{FF2B5EF4-FFF2-40B4-BE49-F238E27FC236}">
                    <a16:creationId xmlns:a16="http://schemas.microsoft.com/office/drawing/2014/main" id="{6467DBE3-3476-1DFE-BEF8-312F0BC24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3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0" name="Line 18">
                <a:extLst>
                  <a:ext uri="{FF2B5EF4-FFF2-40B4-BE49-F238E27FC236}">
                    <a16:creationId xmlns:a16="http://schemas.microsoft.com/office/drawing/2014/main" id="{056CCF01-4903-0ECD-439F-FBEAFF8541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2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1" name="Line 19">
                <a:extLst>
                  <a:ext uri="{FF2B5EF4-FFF2-40B4-BE49-F238E27FC236}">
                    <a16:creationId xmlns:a16="http://schemas.microsoft.com/office/drawing/2014/main" id="{9B58F5D4-9AA6-D2B3-332F-D300D5EF19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1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2" name="Line 20">
                <a:extLst>
                  <a:ext uri="{FF2B5EF4-FFF2-40B4-BE49-F238E27FC236}">
                    <a16:creationId xmlns:a16="http://schemas.microsoft.com/office/drawing/2014/main" id="{D7F5FB02-ACB6-0605-5162-1E28B2AE3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6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3" name="Line 21">
                <a:extLst>
                  <a:ext uri="{FF2B5EF4-FFF2-40B4-BE49-F238E27FC236}">
                    <a16:creationId xmlns:a16="http://schemas.microsoft.com/office/drawing/2014/main" id="{C7CFFD20-D2E4-41E6-64BE-D60A217F9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6" y="3183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4" name="Line 22">
                <a:extLst>
                  <a:ext uri="{FF2B5EF4-FFF2-40B4-BE49-F238E27FC236}">
                    <a16:creationId xmlns:a16="http://schemas.microsoft.com/office/drawing/2014/main" id="{DEE29420-945A-ECD0-26E0-8159C6D28D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183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5" name="Line 23">
                <a:extLst>
                  <a:ext uri="{FF2B5EF4-FFF2-40B4-BE49-F238E27FC236}">
                    <a16:creationId xmlns:a16="http://schemas.microsoft.com/office/drawing/2014/main" id="{22D13F42-D079-7F49-54DC-80987852B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772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6" name="Line 24">
                <a:extLst>
                  <a:ext uri="{FF2B5EF4-FFF2-40B4-BE49-F238E27FC236}">
                    <a16:creationId xmlns:a16="http://schemas.microsoft.com/office/drawing/2014/main" id="{CBB3D1F2-7435-89E6-69E9-8856DF0F8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5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7" name="Line 25">
                <a:extLst>
                  <a:ext uri="{FF2B5EF4-FFF2-40B4-BE49-F238E27FC236}">
                    <a16:creationId xmlns:a16="http://schemas.microsoft.com/office/drawing/2014/main" id="{8941E9B5-9944-2A9E-644B-D7E1A4AD2B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3636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8" name="Line 26">
                <a:extLst>
                  <a:ext uri="{FF2B5EF4-FFF2-40B4-BE49-F238E27FC236}">
                    <a16:creationId xmlns:a16="http://schemas.microsoft.com/office/drawing/2014/main" id="{C431833B-FAAF-A6EA-C58E-9BBA38DD6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9" name="Line 27">
                <a:extLst>
                  <a:ext uri="{FF2B5EF4-FFF2-40B4-BE49-F238E27FC236}">
                    <a16:creationId xmlns:a16="http://schemas.microsoft.com/office/drawing/2014/main" id="{CCFBE0B0-4A5D-2A4D-0762-8DA206A36C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3092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0" name="Line 28">
                <a:extLst>
                  <a:ext uri="{FF2B5EF4-FFF2-40B4-BE49-F238E27FC236}">
                    <a16:creationId xmlns:a16="http://schemas.microsoft.com/office/drawing/2014/main" id="{8FB85735-1C08-E4B5-5538-47E8433FC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1" name="Line 29">
                <a:extLst>
                  <a:ext uri="{FF2B5EF4-FFF2-40B4-BE49-F238E27FC236}">
                    <a16:creationId xmlns:a16="http://schemas.microsoft.com/office/drawing/2014/main" id="{14CFCED6-E761-5B65-FEB4-C01D7DE9B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772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2" name="Line 30">
                <a:extLst>
                  <a:ext uri="{FF2B5EF4-FFF2-40B4-BE49-F238E27FC236}">
                    <a16:creationId xmlns:a16="http://schemas.microsoft.com/office/drawing/2014/main" id="{247C0730-A374-29AA-AEA8-0A17B01FB8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2366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3" name="Line 31">
                <a:extLst>
                  <a:ext uri="{FF2B5EF4-FFF2-40B4-BE49-F238E27FC236}">
                    <a16:creationId xmlns:a16="http://schemas.microsoft.com/office/drawing/2014/main" id="{E62E58F6-BA76-C262-0A70-65AE3EF31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36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4" name="Line 32">
                <a:extLst>
                  <a:ext uri="{FF2B5EF4-FFF2-40B4-BE49-F238E27FC236}">
                    <a16:creationId xmlns:a16="http://schemas.microsoft.com/office/drawing/2014/main" id="{BDB494EA-ECEB-A5F0-E126-1DB5AD2A99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2366"/>
                <a:ext cx="0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5" name="Line 33">
                <a:extLst>
                  <a:ext uri="{FF2B5EF4-FFF2-40B4-BE49-F238E27FC236}">
                    <a16:creationId xmlns:a16="http://schemas.microsoft.com/office/drawing/2014/main" id="{FCAE8A66-8B7B-BADB-7B65-34E46DB392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" y="2956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6" name="Line 34">
                <a:extLst>
                  <a:ext uri="{FF2B5EF4-FFF2-40B4-BE49-F238E27FC236}">
                    <a16:creationId xmlns:a16="http://schemas.microsoft.com/office/drawing/2014/main" id="{5315577D-C88E-00C7-8E2D-4B6ED9D75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3" y="2865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7" name="Oval 35">
                <a:extLst>
                  <a:ext uri="{FF2B5EF4-FFF2-40B4-BE49-F238E27FC236}">
                    <a16:creationId xmlns:a16="http://schemas.microsoft.com/office/drawing/2014/main" id="{7F8BB5C1-9002-2C16-98FF-9BA56DFC92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01" y="3137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08" name="Oval 36">
                <a:extLst>
                  <a:ext uri="{FF2B5EF4-FFF2-40B4-BE49-F238E27FC236}">
                    <a16:creationId xmlns:a16="http://schemas.microsoft.com/office/drawing/2014/main" id="{1169D234-276B-98A1-A6B4-8463B868D5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21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09" name="Line 37">
                <a:extLst>
                  <a:ext uri="{FF2B5EF4-FFF2-40B4-BE49-F238E27FC236}">
                    <a16:creationId xmlns:a16="http://schemas.microsoft.com/office/drawing/2014/main" id="{0027B1F2-A8FD-BC84-0107-378B86D133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363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10" name="Line 38">
                <a:extLst>
                  <a:ext uri="{FF2B5EF4-FFF2-40B4-BE49-F238E27FC236}">
                    <a16:creationId xmlns:a16="http://schemas.microsoft.com/office/drawing/2014/main" id="{BB6208B1-D4D2-301F-8D0B-0083B91149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81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11" name="Line 39">
                <a:extLst>
                  <a:ext uri="{FF2B5EF4-FFF2-40B4-BE49-F238E27FC236}">
                    <a16:creationId xmlns:a16="http://schemas.microsoft.com/office/drawing/2014/main" id="{6AA6B150-0259-9755-3A6A-B1E59093A7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366"/>
                <a:ext cx="0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12" name="Line 40">
                <a:extLst>
                  <a:ext uri="{FF2B5EF4-FFF2-40B4-BE49-F238E27FC236}">
                    <a16:creationId xmlns:a16="http://schemas.microsoft.com/office/drawing/2014/main" id="{557F1469-5003-F478-8B4B-777069B80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66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13" name="Oval 41">
                <a:extLst>
                  <a:ext uri="{FF2B5EF4-FFF2-40B4-BE49-F238E27FC236}">
                    <a16:creationId xmlns:a16="http://schemas.microsoft.com/office/drawing/2014/main" id="{014B1439-D3C6-7A90-8615-640600D7E0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7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4" name="Line 42">
                <a:extLst>
                  <a:ext uri="{FF2B5EF4-FFF2-40B4-BE49-F238E27FC236}">
                    <a16:creationId xmlns:a16="http://schemas.microsoft.com/office/drawing/2014/main" id="{C990847D-4B17-977B-B7A1-9190608BB0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15" name="Oval 43">
                <a:extLst>
                  <a:ext uri="{FF2B5EF4-FFF2-40B4-BE49-F238E27FC236}">
                    <a16:creationId xmlns:a16="http://schemas.microsoft.com/office/drawing/2014/main" id="{239FE8F9-92FA-96E0-9BF7-BAD8FF6F29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07" y="3046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6" name="Oval 44">
                <a:extLst>
                  <a:ext uri="{FF2B5EF4-FFF2-40B4-BE49-F238E27FC236}">
                    <a16:creationId xmlns:a16="http://schemas.microsoft.com/office/drawing/2014/main" id="{977DA7DE-0E22-6072-EB83-562B183872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5" y="1460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7" name="Oval 45">
                <a:extLst>
                  <a:ext uri="{FF2B5EF4-FFF2-40B4-BE49-F238E27FC236}">
                    <a16:creationId xmlns:a16="http://schemas.microsoft.com/office/drawing/2014/main" id="{D480656A-F800-65A6-6BC4-9042F04F58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1459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8" name="Line 46">
                <a:extLst>
                  <a:ext uri="{FF2B5EF4-FFF2-40B4-BE49-F238E27FC236}">
                    <a16:creationId xmlns:a16="http://schemas.microsoft.com/office/drawing/2014/main" id="{0E9BA98C-3BBF-D3EE-371B-91F4728006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19" name="Line 47">
                <a:extLst>
                  <a:ext uri="{FF2B5EF4-FFF2-40B4-BE49-F238E27FC236}">
                    <a16:creationId xmlns:a16="http://schemas.microsoft.com/office/drawing/2014/main" id="{DCAE8FB2-FE9F-8622-BC09-FAEDC9D12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20" name="Line 48">
                <a:extLst>
                  <a:ext uri="{FF2B5EF4-FFF2-40B4-BE49-F238E27FC236}">
                    <a16:creationId xmlns:a16="http://schemas.microsoft.com/office/drawing/2014/main" id="{8E97C213-1957-5CE8-85BA-8B0C4E58B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18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21" name="Line 49">
                <a:extLst>
                  <a:ext uri="{FF2B5EF4-FFF2-40B4-BE49-F238E27FC236}">
                    <a16:creationId xmlns:a16="http://schemas.microsoft.com/office/drawing/2014/main" id="{BE91BAB3-B083-9153-1009-37B33A5B00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504"/>
                <a:ext cx="31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22" name="Line 50">
                <a:extLst>
                  <a:ext uri="{FF2B5EF4-FFF2-40B4-BE49-F238E27FC236}">
                    <a16:creationId xmlns:a16="http://schemas.microsoft.com/office/drawing/2014/main" id="{6EBBEBA4-B722-1594-83D1-58E6B5762C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18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23" name="Line 51">
                <a:extLst>
                  <a:ext uri="{FF2B5EF4-FFF2-40B4-BE49-F238E27FC236}">
                    <a16:creationId xmlns:a16="http://schemas.microsoft.com/office/drawing/2014/main" id="{DE822D60-8476-C656-C498-534EBF4AD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1504"/>
                <a:ext cx="272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24" name="Text Box 58">
                <a:extLst>
                  <a:ext uri="{FF2B5EF4-FFF2-40B4-BE49-F238E27FC236}">
                    <a16:creationId xmlns:a16="http://schemas.microsoft.com/office/drawing/2014/main" id="{E3A33CDC-EE04-40B0-249D-F1E82BAE5B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5125" name="Text Box 59">
                <a:extLst>
                  <a:ext uri="{FF2B5EF4-FFF2-40B4-BE49-F238E27FC236}">
                    <a16:creationId xmlns:a16="http://schemas.microsoft.com/office/drawing/2014/main" id="{A1B0D598-CD64-55B2-EB5D-BB138BF674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5126" name="Text Box 60">
                <a:extLst>
                  <a:ext uri="{FF2B5EF4-FFF2-40B4-BE49-F238E27FC236}">
                    <a16:creationId xmlns:a16="http://schemas.microsoft.com/office/drawing/2014/main" id="{D25A5844-B917-7197-21F3-F70AF52880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5127" name="Text Box 61">
                <a:extLst>
                  <a:ext uri="{FF2B5EF4-FFF2-40B4-BE49-F238E27FC236}">
                    <a16:creationId xmlns:a16="http://schemas.microsoft.com/office/drawing/2014/main" id="{B4C2583B-2929-852E-94F5-F8C9B61336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5128" name="Text Box 62">
                <a:extLst>
                  <a:ext uri="{FF2B5EF4-FFF2-40B4-BE49-F238E27FC236}">
                    <a16:creationId xmlns:a16="http://schemas.microsoft.com/office/drawing/2014/main" id="{3952F22C-E911-2A1C-D8B9-C95C8A002D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5129" name="Text Box 63">
                <a:extLst>
                  <a:ext uri="{FF2B5EF4-FFF2-40B4-BE49-F238E27FC236}">
                    <a16:creationId xmlns:a16="http://schemas.microsoft.com/office/drawing/2014/main" id="{DAC3DBF7-F836-8FCA-52AD-4C1C69EA91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5130" name="Text Box 64">
                <a:extLst>
                  <a:ext uri="{FF2B5EF4-FFF2-40B4-BE49-F238E27FC236}">
                    <a16:creationId xmlns:a16="http://schemas.microsoft.com/office/drawing/2014/main" id="{C99F8304-6E87-A1C0-FD84-5FDF1C8EDF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2784"/>
                <a:ext cx="35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45131" name="Text Box 65">
                <a:extLst>
                  <a:ext uri="{FF2B5EF4-FFF2-40B4-BE49-F238E27FC236}">
                    <a16:creationId xmlns:a16="http://schemas.microsoft.com/office/drawing/2014/main" id="{0011B5AA-903B-62CD-2F6F-1AD29633A4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392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5132" name="Text Box 66">
                <a:extLst>
                  <a:ext uri="{FF2B5EF4-FFF2-40B4-BE49-F238E27FC236}">
                    <a16:creationId xmlns:a16="http://schemas.microsoft.com/office/drawing/2014/main" id="{4A94D3F2-36C3-DC4E-B52A-DFB75CF75C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120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45133" name="Group 68">
                <a:extLst>
                  <a:ext uri="{FF2B5EF4-FFF2-40B4-BE49-F238E27FC236}">
                    <a16:creationId xmlns:a16="http://schemas.microsoft.com/office/drawing/2014/main" id="{4312AA90-BD27-B543-B250-3AC6DC9DEC1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3" y="1678"/>
                <a:ext cx="462" cy="371"/>
                <a:chOff x="1482" y="1701"/>
                <a:chExt cx="462" cy="371"/>
              </a:xfrm>
            </p:grpSpPr>
            <p:sp>
              <p:nvSpPr>
                <p:cNvPr id="45165" name="AutoShape 69">
                  <a:extLst>
                    <a:ext uri="{FF2B5EF4-FFF2-40B4-BE49-F238E27FC236}">
                      <a16:creationId xmlns:a16="http://schemas.microsoft.com/office/drawing/2014/main" id="{4D3F0D23-73E5-6870-DAAD-4ADD734ABE54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66" name="Rectangle 70">
                  <a:extLst>
                    <a:ext uri="{FF2B5EF4-FFF2-40B4-BE49-F238E27FC236}">
                      <a16:creationId xmlns:a16="http://schemas.microsoft.com/office/drawing/2014/main" id="{5A746A4F-6479-04AB-3F69-7D242F2AEB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7" name="Oval 71">
                  <a:extLst>
                    <a:ext uri="{FF2B5EF4-FFF2-40B4-BE49-F238E27FC236}">
                      <a16:creationId xmlns:a16="http://schemas.microsoft.com/office/drawing/2014/main" id="{8DD4FF49-A0D0-B012-AD84-A540B258C5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8" name="Rectangle 72">
                  <a:extLst>
                    <a:ext uri="{FF2B5EF4-FFF2-40B4-BE49-F238E27FC236}">
                      <a16:creationId xmlns:a16="http://schemas.microsoft.com/office/drawing/2014/main" id="{83FB49C8-293F-8335-9A63-96A12EA0CA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9" name="Oval 73">
                  <a:extLst>
                    <a:ext uri="{FF2B5EF4-FFF2-40B4-BE49-F238E27FC236}">
                      <a16:creationId xmlns:a16="http://schemas.microsoft.com/office/drawing/2014/main" id="{B914EBE3-EA76-7F06-1F3B-3C1DF7EF8C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134" name="Group 74">
                <a:extLst>
                  <a:ext uri="{FF2B5EF4-FFF2-40B4-BE49-F238E27FC236}">
                    <a16:creationId xmlns:a16="http://schemas.microsoft.com/office/drawing/2014/main" id="{A50B1A47-8972-CE6A-1DEE-4F77EE6936F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99" y="1686"/>
                <a:ext cx="462" cy="371"/>
                <a:chOff x="1482" y="1701"/>
                <a:chExt cx="462" cy="371"/>
              </a:xfrm>
            </p:grpSpPr>
            <p:sp>
              <p:nvSpPr>
                <p:cNvPr id="45160" name="AutoShape 75">
                  <a:extLst>
                    <a:ext uri="{FF2B5EF4-FFF2-40B4-BE49-F238E27FC236}">
                      <a16:creationId xmlns:a16="http://schemas.microsoft.com/office/drawing/2014/main" id="{2D12C51F-339A-7372-0525-797EEC55C59F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61" name="Rectangle 76">
                  <a:extLst>
                    <a:ext uri="{FF2B5EF4-FFF2-40B4-BE49-F238E27FC236}">
                      <a16:creationId xmlns:a16="http://schemas.microsoft.com/office/drawing/2014/main" id="{5483E5F1-5A5B-326C-A24B-1B66DDAD99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2" name="Oval 77">
                  <a:extLst>
                    <a:ext uri="{FF2B5EF4-FFF2-40B4-BE49-F238E27FC236}">
                      <a16:creationId xmlns:a16="http://schemas.microsoft.com/office/drawing/2014/main" id="{A906B75F-ED46-C98E-0343-F52F3C2E9C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3" name="Rectangle 78">
                  <a:extLst>
                    <a:ext uri="{FF2B5EF4-FFF2-40B4-BE49-F238E27FC236}">
                      <a16:creationId xmlns:a16="http://schemas.microsoft.com/office/drawing/2014/main" id="{09DCE943-8DA1-D42A-7AB7-A70140AD7A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4" name="Oval 79">
                  <a:extLst>
                    <a:ext uri="{FF2B5EF4-FFF2-40B4-BE49-F238E27FC236}">
                      <a16:creationId xmlns:a16="http://schemas.microsoft.com/office/drawing/2014/main" id="{0E0659FE-761C-C71E-EAA2-A51301C4EF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135" name="Group 80">
                <a:extLst>
                  <a:ext uri="{FF2B5EF4-FFF2-40B4-BE49-F238E27FC236}">
                    <a16:creationId xmlns:a16="http://schemas.microsoft.com/office/drawing/2014/main" id="{9D30CCE7-C0A0-6B6E-EF08-CE48084E4A6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56" y="2502"/>
                <a:ext cx="462" cy="371"/>
                <a:chOff x="1482" y="1701"/>
                <a:chExt cx="462" cy="371"/>
              </a:xfrm>
            </p:grpSpPr>
            <p:sp>
              <p:nvSpPr>
                <p:cNvPr id="45155" name="AutoShape 81">
                  <a:extLst>
                    <a:ext uri="{FF2B5EF4-FFF2-40B4-BE49-F238E27FC236}">
                      <a16:creationId xmlns:a16="http://schemas.microsoft.com/office/drawing/2014/main" id="{CC1B4CB4-BD30-6D88-3C20-B71FF7AA7140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56" name="Rectangle 82">
                  <a:extLst>
                    <a:ext uri="{FF2B5EF4-FFF2-40B4-BE49-F238E27FC236}">
                      <a16:creationId xmlns:a16="http://schemas.microsoft.com/office/drawing/2014/main" id="{AF20F73E-AB62-28D4-C380-E78ADE544F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57" name="Oval 83">
                  <a:extLst>
                    <a:ext uri="{FF2B5EF4-FFF2-40B4-BE49-F238E27FC236}">
                      <a16:creationId xmlns:a16="http://schemas.microsoft.com/office/drawing/2014/main" id="{1D6680FF-3DA7-7E51-E195-7097D6B97C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58" name="Rectangle 84">
                  <a:extLst>
                    <a:ext uri="{FF2B5EF4-FFF2-40B4-BE49-F238E27FC236}">
                      <a16:creationId xmlns:a16="http://schemas.microsoft.com/office/drawing/2014/main" id="{4416C1F9-0C21-88C1-B712-D03EC11244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59" name="Oval 85">
                  <a:extLst>
                    <a:ext uri="{FF2B5EF4-FFF2-40B4-BE49-F238E27FC236}">
                      <a16:creationId xmlns:a16="http://schemas.microsoft.com/office/drawing/2014/main" id="{64539BEE-B768-DE66-1971-041F5205B3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136" name="Group 86">
                <a:extLst>
                  <a:ext uri="{FF2B5EF4-FFF2-40B4-BE49-F238E27FC236}">
                    <a16:creationId xmlns:a16="http://schemas.microsoft.com/office/drawing/2014/main" id="{EFBB262C-59F5-B301-B9C0-F9D250EB65E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035" y="2494"/>
                <a:ext cx="462" cy="371"/>
                <a:chOff x="1482" y="1701"/>
                <a:chExt cx="462" cy="371"/>
              </a:xfrm>
            </p:grpSpPr>
            <p:sp>
              <p:nvSpPr>
                <p:cNvPr id="45150" name="AutoShape 87">
                  <a:extLst>
                    <a:ext uri="{FF2B5EF4-FFF2-40B4-BE49-F238E27FC236}">
                      <a16:creationId xmlns:a16="http://schemas.microsoft.com/office/drawing/2014/main" id="{80B0845A-54C5-6AE8-587D-AEAD6E23FE53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51" name="Rectangle 88">
                  <a:extLst>
                    <a:ext uri="{FF2B5EF4-FFF2-40B4-BE49-F238E27FC236}">
                      <a16:creationId xmlns:a16="http://schemas.microsoft.com/office/drawing/2014/main" id="{EE87FCBE-E40E-FD11-8022-ABE14DC65B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52" name="Oval 89">
                  <a:extLst>
                    <a:ext uri="{FF2B5EF4-FFF2-40B4-BE49-F238E27FC236}">
                      <a16:creationId xmlns:a16="http://schemas.microsoft.com/office/drawing/2014/main" id="{6B657EC8-4ED9-66C8-6A93-1CC0454314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53" name="Rectangle 90">
                  <a:extLst>
                    <a:ext uri="{FF2B5EF4-FFF2-40B4-BE49-F238E27FC236}">
                      <a16:creationId xmlns:a16="http://schemas.microsoft.com/office/drawing/2014/main" id="{5151B098-612F-6598-A127-949A7DC2A7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54" name="Oval 91">
                  <a:extLst>
                    <a:ext uri="{FF2B5EF4-FFF2-40B4-BE49-F238E27FC236}">
                      <a16:creationId xmlns:a16="http://schemas.microsoft.com/office/drawing/2014/main" id="{37FFC300-8B36-970C-F201-454584EF00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137" name="Group 93">
                <a:extLst>
                  <a:ext uri="{FF2B5EF4-FFF2-40B4-BE49-F238E27FC236}">
                    <a16:creationId xmlns:a16="http://schemas.microsoft.com/office/drawing/2014/main" id="{0067FD83-E72C-8906-2E53-73D373A5D97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11" y="3265"/>
                <a:ext cx="462" cy="371"/>
                <a:chOff x="1482" y="1701"/>
                <a:chExt cx="462" cy="371"/>
              </a:xfrm>
            </p:grpSpPr>
            <p:sp>
              <p:nvSpPr>
                <p:cNvPr id="45145" name="AutoShape 94">
                  <a:extLst>
                    <a:ext uri="{FF2B5EF4-FFF2-40B4-BE49-F238E27FC236}">
                      <a16:creationId xmlns:a16="http://schemas.microsoft.com/office/drawing/2014/main" id="{E80D6C37-7D42-0289-604E-05BCDDA3AA1D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46" name="Rectangle 95">
                  <a:extLst>
                    <a:ext uri="{FF2B5EF4-FFF2-40B4-BE49-F238E27FC236}">
                      <a16:creationId xmlns:a16="http://schemas.microsoft.com/office/drawing/2014/main" id="{27F92C2F-B634-20EA-7B89-DD64079BDD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7" name="Oval 96">
                  <a:extLst>
                    <a:ext uri="{FF2B5EF4-FFF2-40B4-BE49-F238E27FC236}">
                      <a16:creationId xmlns:a16="http://schemas.microsoft.com/office/drawing/2014/main" id="{C4ECB12B-96E9-8CA4-8910-0F92FAE98E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8" name="Rectangle 97">
                  <a:extLst>
                    <a:ext uri="{FF2B5EF4-FFF2-40B4-BE49-F238E27FC236}">
                      <a16:creationId xmlns:a16="http://schemas.microsoft.com/office/drawing/2014/main" id="{08F029AF-FDFC-F3BA-02FF-BA8B5EBCF4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9" name="Oval 98">
                  <a:extLst>
                    <a:ext uri="{FF2B5EF4-FFF2-40B4-BE49-F238E27FC236}">
                      <a16:creationId xmlns:a16="http://schemas.microsoft.com/office/drawing/2014/main" id="{7671F318-D689-E775-B8A2-51641E9080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138" name="Group 100">
                <a:extLst>
                  <a:ext uri="{FF2B5EF4-FFF2-40B4-BE49-F238E27FC236}">
                    <a16:creationId xmlns:a16="http://schemas.microsoft.com/office/drawing/2014/main" id="{F193781E-14F3-2915-742E-7311312C24E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36" y="3265"/>
                <a:ext cx="462" cy="371"/>
                <a:chOff x="1482" y="1701"/>
                <a:chExt cx="462" cy="371"/>
              </a:xfrm>
            </p:grpSpPr>
            <p:sp>
              <p:nvSpPr>
                <p:cNvPr id="45140" name="AutoShape 101">
                  <a:extLst>
                    <a:ext uri="{FF2B5EF4-FFF2-40B4-BE49-F238E27FC236}">
                      <a16:creationId xmlns:a16="http://schemas.microsoft.com/office/drawing/2014/main" id="{72587710-C9C1-0DC8-36A3-AEF63CA3F616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41" name="Rectangle 102">
                  <a:extLst>
                    <a:ext uri="{FF2B5EF4-FFF2-40B4-BE49-F238E27FC236}">
                      <a16:creationId xmlns:a16="http://schemas.microsoft.com/office/drawing/2014/main" id="{A5C2E6A9-1990-CB47-EE07-0DE35001AD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2" name="Oval 103">
                  <a:extLst>
                    <a:ext uri="{FF2B5EF4-FFF2-40B4-BE49-F238E27FC236}">
                      <a16:creationId xmlns:a16="http://schemas.microsoft.com/office/drawing/2014/main" id="{A556ECC3-6E82-33E3-D8D8-30914760A9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3" name="Rectangle 104">
                  <a:extLst>
                    <a:ext uri="{FF2B5EF4-FFF2-40B4-BE49-F238E27FC236}">
                      <a16:creationId xmlns:a16="http://schemas.microsoft.com/office/drawing/2014/main" id="{07BEA882-470B-7751-B536-DBDE1021D7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4" name="Oval 105">
                  <a:extLst>
                    <a:ext uri="{FF2B5EF4-FFF2-40B4-BE49-F238E27FC236}">
                      <a16:creationId xmlns:a16="http://schemas.microsoft.com/office/drawing/2014/main" id="{37E7E81B-535A-B0DA-2F69-33CCFD6C9B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139" name="Line 118">
                <a:extLst>
                  <a:ext uri="{FF2B5EF4-FFF2-40B4-BE49-F238E27FC236}">
                    <a16:creationId xmlns:a16="http://schemas.microsoft.com/office/drawing/2014/main" id="{EF812734-FC4E-85FF-5A7E-AAACF15A9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66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084" name="Rectangle 35">
              <a:extLst>
                <a:ext uri="{FF2B5EF4-FFF2-40B4-BE49-F238E27FC236}">
                  <a16:creationId xmlns:a16="http://schemas.microsoft.com/office/drawing/2014/main" id="{A29BD333-119B-135B-608F-DFE3F7FA9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199" y="1601085"/>
              <a:ext cx="609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414958" name="组合 414957">
            <a:extLst>
              <a:ext uri="{FF2B5EF4-FFF2-40B4-BE49-F238E27FC236}">
                <a16:creationId xmlns:a16="http://schemas.microsoft.com/office/drawing/2014/main" id="{A30FFCA4-3681-4396-456B-325665AC99CB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598613"/>
            <a:ext cx="4495800" cy="736820"/>
            <a:chOff x="76200" y="1598613"/>
            <a:chExt cx="4495800" cy="737381"/>
          </a:xfrm>
        </p:grpSpPr>
        <p:sp>
          <p:nvSpPr>
            <p:cNvPr id="414925" name="Rectangle 205">
              <a:extLst>
                <a:ext uri="{FF2B5EF4-FFF2-40B4-BE49-F238E27FC236}">
                  <a16:creationId xmlns:a16="http://schemas.microsoft.com/office/drawing/2014/main" id="{C5B8990A-94F4-51AA-4F28-2106B6435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" y="1598613"/>
              <a:ext cx="4495800" cy="708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CP =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“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”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時，門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的輸出為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，門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的輸出為    </a:t>
              </a:r>
            </a:p>
          </p:txBody>
        </p:sp>
        <p:sp>
          <p:nvSpPr>
            <p:cNvPr id="45082" name="Rectangle 35">
              <a:extLst>
                <a:ext uri="{FF2B5EF4-FFF2-40B4-BE49-F238E27FC236}">
                  <a16:creationId xmlns:a16="http://schemas.microsoft.com/office/drawing/2014/main" id="{FA05923E-8F54-F17E-0329-1BC38E07E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095" y="1678905"/>
              <a:ext cx="609600" cy="657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414960" name="组合 414959">
            <a:extLst>
              <a:ext uri="{FF2B5EF4-FFF2-40B4-BE49-F238E27FC236}">
                <a16:creationId xmlns:a16="http://schemas.microsoft.com/office/drawing/2014/main" id="{53CCA3A0-760B-7E3A-AE15-29A42DFD25F9}"/>
              </a:ext>
            </a:extLst>
          </p:cNvPr>
          <p:cNvGrpSpPr>
            <a:grpSpLocks/>
          </p:cNvGrpSpPr>
          <p:nvPr/>
        </p:nvGrpSpPr>
        <p:grpSpPr bwMode="auto">
          <a:xfrm>
            <a:off x="103188" y="3995738"/>
            <a:ext cx="3733800" cy="765175"/>
            <a:chOff x="102395" y="3996341"/>
            <a:chExt cx="3733800" cy="763848"/>
          </a:xfrm>
        </p:grpSpPr>
        <p:sp>
          <p:nvSpPr>
            <p:cNvPr id="414934" name="Rectangle 214">
              <a:extLst>
                <a:ext uri="{FF2B5EF4-FFF2-40B4-BE49-F238E27FC236}">
                  <a16:creationId xmlns:a16="http://schemas.microsoft.com/office/drawing/2014/main" id="{F5E00875-E6A3-D1A7-068B-8756A1AE7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95" y="3996341"/>
              <a:ext cx="3733800" cy="7067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頂端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RS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觸發器的輸出保持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Q=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“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”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,      </a:t>
              </a:r>
            </a:p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=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“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”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。</a:t>
              </a:r>
            </a:p>
          </p:txBody>
        </p:sp>
        <p:sp>
          <p:nvSpPr>
            <p:cNvPr id="45080" name="Rectangle 35">
              <a:extLst>
                <a:ext uri="{FF2B5EF4-FFF2-40B4-BE49-F238E27FC236}">
                  <a16:creationId xmlns:a16="http://schemas.microsoft.com/office/drawing/2014/main" id="{45B85387-5D90-48EB-950E-C07A0EDE5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38" y="4090572"/>
              <a:ext cx="609600" cy="6696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41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14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14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14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6" dur="500"/>
                                        <p:tgtEl>
                                          <p:spTgt spid="414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4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14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927" grpId="0" autoUpdateAnimBg="0"/>
      <p:bldP spid="414940" grpId="0" autoUpdateAnimBg="0"/>
      <p:bldP spid="414943" grpId="0" autoUpdateAnimBg="0"/>
      <p:bldP spid="414955" grpId="0" animBg="1" autoUpdateAnimBg="0"/>
      <p:bldP spid="14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灯片编号占位符 5">
            <a:extLst>
              <a:ext uri="{FF2B5EF4-FFF2-40B4-BE49-F238E27FC236}">
                <a16:creationId xmlns:a16="http://schemas.microsoft.com/office/drawing/2014/main" id="{1C6735C7-1B1A-E56B-A9D0-C3F3FB8BD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6563" y="6215063"/>
            <a:ext cx="1905000" cy="457200"/>
          </a:xfrm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C8B7C24C-C493-4FC2-BF89-B9790A3AB4FE}" type="slidenum">
              <a:rPr lang="en-US" altLang="zh-CN" sz="1000" b="0" smtClean="0"/>
              <a:pPr eaLnBrk="1" hangingPunct="1">
                <a:defRPr/>
              </a:pPr>
              <a:t>40</a:t>
            </a:fld>
            <a:endParaRPr lang="en-US" altLang="zh-CN" sz="1000" b="0" dirty="0"/>
          </a:p>
        </p:txBody>
      </p:sp>
      <p:sp>
        <p:nvSpPr>
          <p:cNvPr id="416770" name="Rectangle 2">
            <a:extLst>
              <a:ext uri="{FF2B5EF4-FFF2-40B4-BE49-F238E27FC236}">
                <a16:creationId xmlns:a16="http://schemas.microsoft.com/office/drawing/2014/main" id="{E8F209F3-D4DC-32EC-B979-770772C7E4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10669BC-FABE-8DFB-2F82-90CAF44C3F5C}"/>
              </a:ext>
            </a:extLst>
          </p:cNvPr>
          <p:cNvGrpSpPr>
            <a:grpSpLocks/>
          </p:cNvGrpSpPr>
          <p:nvPr/>
        </p:nvGrpSpPr>
        <p:grpSpPr bwMode="auto">
          <a:xfrm>
            <a:off x="5435600" y="3706813"/>
            <a:ext cx="3581400" cy="304800"/>
            <a:chOff x="3072" y="2880"/>
            <a:chExt cx="2256" cy="192"/>
          </a:xfrm>
        </p:grpSpPr>
        <p:sp>
          <p:nvSpPr>
            <p:cNvPr id="47249" name="Line 5">
              <a:extLst>
                <a:ext uri="{FF2B5EF4-FFF2-40B4-BE49-F238E27FC236}">
                  <a16:creationId xmlns:a16="http://schemas.microsoft.com/office/drawing/2014/main" id="{FC0641A5-3775-1102-7287-5F09113799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0" name="Line 6">
              <a:extLst>
                <a:ext uri="{FF2B5EF4-FFF2-40B4-BE49-F238E27FC236}">
                  <a16:creationId xmlns:a16="http://schemas.microsoft.com/office/drawing/2014/main" id="{54089B19-D1C4-2B7C-DE0B-14F68E38B5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1" name="Line 7">
              <a:extLst>
                <a:ext uri="{FF2B5EF4-FFF2-40B4-BE49-F238E27FC236}">
                  <a16:creationId xmlns:a16="http://schemas.microsoft.com/office/drawing/2014/main" id="{8E207B44-D65F-3E0C-6BD0-9E14F3DE76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AF985B87-11B7-7ACB-02BE-3E4A3490596F}"/>
              </a:ext>
            </a:extLst>
          </p:cNvPr>
          <p:cNvGrpSpPr>
            <a:grpSpLocks/>
          </p:cNvGrpSpPr>
          <p:nvPr/>
        </p:nvGrpSpPr>
        <p:grpSpPr bwMode="auto">
          <a:xfrm>
            <a:off x="5454650" y="3706813"/>
            <a:ext cx="3581400" cy="304800"/>
            <a:chOff x="3072" y="2880"/>
            <a:chExt cx="2256" cy="192"/>
          </a:xfrm>
        </p:grpSpPr>
        <p:sp>
          <p:nvSpPr>
            <p:cNvPr id="47246" name="Line 9">
              <a:extLst>
                <a:ext uri="{FF2B5EF4-FFF2-40B4-BE49-F238E27FC236}">
                  <a16:creationId xmlns:a16="http://schemas.microsoft.com/office/drawing/2014/main" id="{A1D9645F-08E6-C6BB-8D70-0A0B2E130E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7" name="Line 10">
              <a:extLst>
                <a:ext uri="{FF2B5EF4-FFF2-40B4-BE49-F238E27FC236}">
                  <a16:creationId xmlns:a16="http://schemas.microsoft.com/office/drawing/2014/main" id="{707563E5-B17A-DD95-C453-D6379ED0E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8" name="Line 11">
              <a:extLst>
                <a:ext uri="{FF2B5EF4-FFF2-40B4-BE49-F238E27FC236}">
                  <a16:creationId xmlns:a16="http://schemas.microsoft.com/office/drawing/2014/main" id="{45FF3D0B-5D7C-ED09-ADBC-610135BF11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674CAA17-037E-836F-E8CE-772B182049A2}"/>
              </a:ext>
            </a:extLst>
          </p:cNvPr>
          <p:cNvGrpSpPr>
            <a:grpSpLocks/>
          </p:cNvGrpSpPr>
          <p:nvPr/>
        </p:nvGrpSpPr>
        <p:grpSpPr bwMode="auto">
          <a:xfrm>
            <a:off x="5403850" y="2349500"/>
            <a:ext cx="1905000" cy="685800"/>
            <a:chOff x="3072" y="2064"/>
            <a:chExt cx="1200" cy="432"/>
          </a:xfrm>
        </p:grpSpPr>
        <p:sp>
          <p:nvSpPr>
            <p:cNvPr id="47244" name="Line 13">
              <a:extLst>
                <a:ext uri="{FF2B5EF4-FFF2-40B4-BE49-F238E27FC236}">
                  <a16:creationId xmlns:a16="http://schemas.microsoft.com/office/drawing/2014/main" id="{F6D42BFC-01C9-EBD7-76E3-A2F30789E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5" name="Line 14">
              <a:extLst>
                <a:ext uri="{FF2B5EF4-FFF2-40B4-BE49-F238E27FC236}">
                  <a16:creationId xmlns:a16="http://schemas.microsoft.com/office/drawing/2014/main" id="{51CD99E7-8E14-2306-2B57-79EFFBD12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5">
            <a:extLst>
              <a:ext uri="{FF2B5EF4-FFF2-40B4-BE49-F238E27FC236}">
                <a16:creationId xmlns:a16="http://schemas.microsoft.com/office/drawing/2014/main" id="{45015737-C31C-CD89-EF19-E15EACCEF5D4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2852738"/>
            <a:ext cx="914400" cy="2362200"/>
            <a:chOff x="2352" y="2112"/>
            <a:chExt cx="576" cy="1488"/>
          </a:xfrm>
        </p:grpSpPr>
        <p:sp>
          <p:nvSpPr>
            <p:cNvPr id="47240" name="Line 16">
              <a:extLst>
                <a:ext uri="{FF2B5EF4-FFF2-40B4-BE49-F238E27FC236}">
                  <a16:creationId xmlns:a16="http://schemas.microsoft.com/office/drawing/2014/main" id="{2B29D038-E32C-B861-D625-3C4BF34DD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2112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1" name="Line 17">
              <a:extLst>
                <a:ext uri="{FF2B5EF4-FFF2-40B4-BE49-F238E27FC236}">
                  <a16:creationId xmlns:a16="http://schemas.microsoft.com/office/drawing/2014/main" id="{9F53275F-BFB4-9B52-8970-7BB1E1F71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112"/>
              <a:ext cx="0" cy="14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2" name="Line 18">
              <a:extLst>
                <a:ext uri="{FF2B5EF4-FFF2-40B4-BE49-F238E27FC236}">
                  <a16:creationId xmlns:a16="http://schemas.microsoft.com/office/drawing/2014/main" id="{7D839713-0F40-5719-BF8E-81EDCA0D56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600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3" name="Line 19">
              <a:extLst>
                <a:ext uri="{FF2B5EF4-FFF2-40B4-BE49-F238E27FC236}">
                  <a16:creationId xmlns:a16="http://schemas.microsoft.com/office/drawing/2014/main" id="{506E93B2-5ADD-8E7B-EE4A-BA07140CF2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3360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20">
            <a:extLst>
              <a:ext uri="{FF2B5EF4-FFF2-40B4-BE49-F238E27FC236}">
                <a16:creationId xmlns:a16="http://schemas.microsoft.com/office/drawing/2014/main" id="{70A7D148-A203-EB30-7FEA-ADD7C7A48747}"/>
              </a:ext>
            </a:extLst>
          </p:cNvPr>
          <p:cNvGrpSpPr>
            <a:grpSpLocks/>
          </p:cNvGrpSpPr>
          <p:nvPr/>
        </p:nvGrpSpPr>
        <p:grpSpPr bwMode="auto">
          <a:xfrm>
            <a:off x="7235825" y="2798763"/>
            <a:ext cx="838200" cy="2286000"/>
            <a:chOff x="4128" y="2112"/>
            <a:chExt cx="528" cy="1440"/>
          </a:xfrm>
        </p:grpSpPr>
        <p:sp>
          <p:nvSpPr>
            <p:cNvPr id="47236" name="Line 21">
              <a:extLst>
                <a:ext uri="{FF2B5EF4-FFF2-40B4-BE49-F238E27FC236}">
                  <a16:creationId xmlns:a16="http://schemas.microsoft.com/office/drawing/2014/main" id="{C53BF405-FEA4-451F-D604-D3ADAD5F9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12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7" name="Line 22">
              <a:extLst>
                <a:ext uri="{FF2B5EF4-FFF2-40B4-BE49-F238E27FC236}">
                  <a16:creationId xmlns:a16="http://schemas.microsoft.com/office/drawing/2014/main" id="{3DFD0F5A-BB34-930A-5BE7-F1455AD87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112"/>
              <a:ext cx="0" cy="14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8" name="Line 23">
              <a:extLst>
                <a:ext uri="{FF2B5EF4-FFF2-40B4-BE49-F238E27FC236}">
                  <a16:creationId xmlns:a16="http://schemas.microsoft.com/office/drawing/2014/main" id="{8EF2DAC1-689F-6FDF-EFFE-C495C06BF1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3552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9" name="Line 24">
              <a:extLst>
                <a:ext uri="{FF2B5EF4-FFF2-40B4-BE49-F238E27FC236}">
                  <a16:creationId xmlns:a16="http://schemas.microsoft.com/office/drawing/2014/main" id="{62D5AB2F-4E7A-0870-57C4-556FF49A5E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6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72C46F25-BFB8-3BEC-C18E-392C28F23898}"/>
              </a:ext>
            </a:extLst>
          </p:cNvPr>
          <p:cNvGrpSpPr>
            <a:grpSpLocks/>
          </p:cNvGrpSpPr>
          <p:nvPr/>
        </p:nvGrpSpPr>
        <p:grpSpPr bwMode="auto">
          <a:xfrm>
            <a:off x="5719763" y="2868613"/>
            <a:ext cx="1600200" cy="914400"/>
            <a:chOff x="3120" y="2112"/>
            <a:chExt cx="1008" cy="576"/>
          </a:xfrm>
        </p:grpSpPr>
        <p:sp>
          <p:nvSpPr>
            <p:cNvPr id="47232" name="Line 26">
              <a:extLst>
                <a:ext uri="{FF2B5EF4-FFF2-40B4-BE49-F238E27FC236}">
                  <a16:creationId xmlns:a16="http://schemas.microsoft.com/office/drawing/2014/main" id="{AA8B7D5D-BA1F-2327-4265-DD71751A7B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2112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3" name="Line 27">
              <a:extLst>
                <a:ext uri="{FF2B5EF4-FFF2-40B4-BE49-F238E27FC236}">
                  <a16:creationId xmlns:a16="http://schemas.microsoft.com/office/drawing/2014/main" id="{FD867502-EA57-FF36-2A32-A335C3DF6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112"/>
              <a:ext cx="0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4" name="Line 28">
              <a:extLst>
                <a:ext uri="{FF2B5EF4-FFF2-40B4-BE49-F238E27FC236}">
                  <a16:creationId xmlns:a16="http://schemas.microsoft.com/office/drawing/2014/main" id="{777FC6F3-199F-7A5A-F2F3-1612E3E8B7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688"/>
              <a:ext cx="4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5" name="Line 29">
              <a:extLst>
                <a:ext uri="{FF2B5EF4-FFF2-40B4-BE49-F238E27FC236}">
                  <a16:creationId xmlns:a16="http://schemas.microsoft.com/office/drawing/2014/main" id="{79B16CEC-59A6-FAA9-7951-B5D85C438B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592"/>
              <a:ext cx="0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6885" name="Rectangle 117">
            <a:extLst>
              <a:ext uri="{FF2B5EF4-FFF2-40B4-BE49-F238E27FC236}">
                <a16:creationId xmlns:a16="http://schemas.microsoft.com/office/drawing/2014/main" id="{7C392CBC-A3B3-1786-0EAD-922C0BC21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00125"/>
            <a:ext cx="47863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如果在時鐘正邊沿跳變時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5" name="Group 124">
            <a:extLst>
              <a:ext uri="{FF2B5EF4-FFF2-40B4-BE49-F238E27FC236}">
                <a16:creationId xmlns:a16="http://schemas.microsoft.com/office/drawing/2014/main" id="{577673EC-416E-54B9-4FAE-246044AEE757}"/>
              </a:ext>
            </a:extLst>
          </p:cNvPr>
          <p:cNvGrpSpPr>
            <a:grpSpLocks/>
          </p:cNvGrpSpPr>
          <p:nvPr/>
        </p:nvGrpSpPr>
        <p:grpSpPr bwMode="auto">
          <a:xfrm>
            <a:off x="7262813" y="2781300"/>
            <a:ext cx="838200" cy="2286000"/>
            <a:chOff x="4128" y="2112"/>
            <a:chExt cx="528" cy="1440"/>
          </a:xfrm>
        </p:grpSpPr>
        <p:sp>
          <p:nvSpPr>
            <p:cNvPr id="47228" name="Line 125">
              <a:extLst>
                <a:ext uri="{FF2B5EF4-FFF2-40B4-BE49-F238E27FC236}">
                  <a16:creationId xmlns:a16="http://schemas.microsoft.com/office/drawing/2014/main" id="{6E6EBF83-AD14-9535-4E64-0930EEDDD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12"/>
              <a:ext cx="432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9" name="Line 126">
              <a:extLst>
                <a:ext uri="{FF2B5EF4-FFF2-40B4-BE49-F238E27FC236}">
                  <a16:creationId xmlns:a16="http://schemas.microsoft.com/office/drawing/2014/main" id="{EBAD6260-D922-3524-1214-F3BB0C09F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112"/>
              <a:ext cx="0" cy="144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0" name="Line 127">
              <a:extLst>
                <a:ext uri="{FF2B5EF4-FFF2-40B4-BE49-F238E27FC236}">
                  <a16:creationId xmlns:a16="http://schemas.microsoft.com/office/drawing/2014/main" id="{F143B5BB-4F02-8144-6B03-534A51137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3552"/>
              <a:ext cx="528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1" name="Line 128">
              <a:extLst>
                <a:ext uri="{FF2B5EF4-FFF2-40B4-BE49-F238E27FC236}">
                  <a16:creationId xmlns:a16="http://schemas.microsoft.com/office/drawing/2014/main" id="{AEE565B8-4279-E4FD-7C73-9B77AF6F6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6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29">
            <a:extLst>
              <a:ext uri="{FF2B5EF4-FFF2-40B4-BE49-F238E27FC236}">
                <a16:creationId xmlns:a16="http://schemas.microsoft.com/office/drawing/2014/main" id="{B8C72A59-CB72-C9B0-509A-A4278EB1A92D}"/>
              </a:ext>
            </a:extLst>
          </p:cNvPr>
          <p:cNvGrpSpPr>
            <a:grpSpLocks/>
          </p:cNvGrpSpPr>
          <p:nvPr/>
        </p:nvGrpSpPr>
        <p:grpSpPr bwMode="auto">
          <a:xfrm>
            <a:off x="5699125" y="2868613"/>
            <a:ext cx="1600200" cy="914400"/>
            <a:chOff x="3120" y="2112"/>
            <a:chExt cx="1008" cy="576"/>
          </a:xfrm>
        </p:grpSpPr>
        <p:sp>
          <p:nvSpPr>
            <p:cNvPr id="47224" name="Line 130">
              <a:extLst>
                <a:ext uri="{FF2B5EF4-FFF2-40B4-BE49-F238E27FC236}">
                  <a16:creationId xmlns:a16="http://schemas.microsoft.com/office/drawing/2014/main" id="{5AB2D77E-A9E4-1851-6D43-AE59434EC6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2112"/>
              <a:ext cx="528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5" name="Line 131">
              <a:extLst>
                <a:ext uri="{FF2B5EF4-FFF2-40B4-BE49-F238E27FC236}">
                  <a16:creationId xmlns:a16="http://schemas.microsoft.com/office/drawing/2014/main" id="{C6F27AF1-C5C1-147D-75C5-B4A4943BF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112"/>
              <a:ext cx="0" cy="57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6" name="Line 132">
              <a:extLst>
                <a:ext uri="{FF2B5EF4-FFF2-40B4-BE49-F238E27FC236}">
                  <a16:creationId xmlns:a16="http://schemas.microsoft.com/office/drawing/2014/main" id="{0C08F973-CE79-9CA8-B821-1DEAF746CF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688"/>
              <a:ext cx="480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7" name="Line 133">
              <a:extLst>
                <a:ext uri="{FF2B5EF4-FFF2-40B4-BE49-F238E27FC236}">
                  <a16:creationId xmlns:a16="http://schemas.microsoft.com/office/drawing/2014/main" id="{3F78C60C-1381-9263-10E1-18880DCDDF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592"/>
              <a:ext cx="0" cy="9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6902" name="Rectangle 134">
            <a:extLst>
              <a:ext uri="{FF2B5EF4-FFF2-40B4-BE49-F238E27FC236}">
                <a16:creationId xmlns:a16="http://schemas.microsoft.com/office/drawing/2014/main" id="{1DDCC8F5-28B7-A778-D0D4-04FC7B69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2249488"/>
            <a:ext cx="434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的輸入為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，不受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變化的影響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</a:p>
        </p:txBody>
      </p:sp>
      <p:sp>
        <p:nvSpPr>
          <p:cNvPr id="416903" name="Rectangle 135">
            <a:extLst>
              <a:ext uri="{FF2B5EF4-FFF2-40B4-BE49-F238E27FC236}">
                <a16:creationId xmlns:a16="http://schemas.microsoft.com/office/drawing/2014/main" id="{6B97B1D1-83F9-88B4-0DE6-5C96FF7CC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3133725"/>
            <a:ext cx="434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由於門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，強制門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的輸出也不受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變化的影響。</a:t>
            </a:r>
          </a:p>
        </p:txBody>
      </p:sp>
      <p:sp>
        <p:nvSpPr>
          <p:cNvPr id="416907" name="Rectangle 139">
            <a:extLst>
              <a:ext uri="{FF2B5EF4-FFF2-40B4-BE49-F238E27FC236}">
                <a16:creationId xmlns:a16="http://schemas.microsoft.com/office/drawing/2014/main" id="{74A29D5F-9879-11F9-D0BA-0A3C9C0B7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5816600"/>
            <a:ext cx="744061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結論：時鐘正邊沿跳變時，如果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＝“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1” 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endParaRPr lang="en-US" altLang="zh-CN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Q=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”之後輸出的狀態不受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變化的影響。</a:t>
            </a:r>
          </a:p>
        </p:txBody>
      </p:sp>
      <p:sp>
        <p:nvSpPr>
          <p:cNvPr id="416908" name="Rectangle 140">
            <a:extLst>
              <a:ext uri="{FF2B5EF4-FFF2-40B4-BE49-F238E27FC236}">
                <a16:creationId xmlns:a16="http://schemas.microsoft.com/office/drawing/2014/main" id="{E8DE4415-BF80-662E-EE0A-E9A34928A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473200"/>
            <a:ext cx="4724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則門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的輸出由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變為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6909" name="Line 141">
            <a:extLst>
              <a:ext uri="{FF2B5EF4-FFF2-40B4-BE49-F238E27FC236}">
                <a16:creationId xmlns:a16="http://schemas.microsoft.com/office/drawing/2014/main" id="{C2F660F8-0F2C-BD9D-BA6D-41EE4B6E6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2335213"/>
            <a:ext cx="0" cy="6858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6910" name="Rectangle 142">
            <a:extLst>
              <a:ext uri="{FF2B5EF4-FFF2-40B4-BE49-F238E27FC236}">
                <a16:creationId xmlns:a16="http://schemas.microsoft.com/office/drawing/2014/main" id="{9CF10F96-E660-7162-3E17-2157B64E5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5114925"/>
            <a:ext cx="4191000" cy="61555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觸發器結構中，該線稱為維持“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阻塞“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線。</a:t>
            </a:r>
          </a:p>
        </p:txBody>
      </p:sp>
      <p:grpSp>
        <p:nvGrpSpPr>
          <p:cNvPr id="18" name="Group 145">
            <a:extLst>
              <a:ext uri="{FF2B5EF4-FFF2-40B4-BE49-F238E27FC236}">
                <a16:creationId xmlns:a16="http://schemas.microsoft.com/office/drawing/2014/main" id="{CA496AC8-A20A-6C29-F91E-425705BDF4AF}"/>
              </a:ext>
            </a:extLst>
          </p:cNvPr>
          <p:cNvGrpSpPr>
            <a:grpSpLocks/>
          </p:cNvGrpSpPr>
          <p:nvPr/>
        </p:nvGrpSpPr>
        <p:grpSpPr bwMode="auto">
          <a:xfrm>
            <a:off x="5191125" y="3630613"/>
            <a:ext cx="173038" cy="1889125"/>
            <a:chOff x="3264" y="2592"/>
            <a:chExt cx="109" cy="1190"/>
          </a:xfrm>
        </p:grpSpPr>
        <p:sp>
          <p:nvSpPr>
            <p:cNvPr id="47222" name="Line 143">
              <a:extLst>
                <a:ext uri="{FF2B5EF4-FFF2-40B4-BE49-F238E27FC236}">
                  <a16:creationId xmlns:a16="http://schemas.microsoft.com/office/drawing/2014/main" id="{DC93C086-65BA-0E17-058B-0E60AF522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3" y="3350"/>
              <a:ext cx="0" cy="43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3" name="Line 144">
              <a:extLst>
                <a:ext uri="{FF2B5EF4-FFF2-40B4-BE49-F238E27FC236}">
                  <a16:creationId xmlns:a16="http://schemas.microsoft.com/office/drawing/2014/main" id="{5DFF94D1-7231-B598-CC64-4D622F66A8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2592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6914" name="Line 146">
            <a:extLst>
              <a:ext uri="{FF2B5EF4-FFF2-40B4-BE49-F238E27FC236}">
                <a16:creationId xmlns:a16="http://schemas.microsoft.com/office/drawing/2014/main" id="{86A6E6AC-9744-A154-DBAA-5487C73619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22525" y="4048125"/>
            <a:ext cx="5638800" cy="1066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234">
            <a:extLst>
              <a:ext uri="{FF2B5EF4-FFF2-40B4-BE49-F238E27FC236}">
                <a16:creationId xmlns:a16="http://schemas.microsoft.com/office/drawing/2014/main" id="{771E73CB-DEFC-0ED7-325E-7B511F4D8D78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4159250"/>
            <a:ext cx="1676400" cy="919163"/>
            <a:chOff x="3360" y="2973"/>
            <a:chExt cx="1008" cy="579"/>
          </a:xfrm>
        </p:grpSpPr>
        <p:sp>
          <p:nvSpPr>
            <p:cNvPr id="47218" name="Line 230">
              <a:extLst>
                <a:ext uri="{FF2B5EF4-FFF2-40B4-BE49-F238E27FC236}">
                  <a16:creationId xmlns:a16="http://schemas.microsoft.com/office/drawing/2014/main" id="{0D652CF3-23ED-28E6-384F-EC6629642B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976"/>
              <a:ext cx="57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19" name="Line 231">
              <a:extLst>
                <a:ext uri="{FF2B5EF4-FFF2-40B4-BE49-F238E27FC236}">
                  <a16:creationId xmlns:a16="http://schemas.microsoft.com/office/drawing/2014/main" id="{333F6794-2EC6-0BBF-532C-E9EC50415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973"/>
              <a:ext cx="0" cy="57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0" name="Line 232">
              <a:extLst>
                <a:ext uri="{FF2B5EF4-FFF2-40B4-BE49-F238E27FC236}">
                  <a16:creationId xmlns:a16="http://schemas.microsoft.com/office/drawing/2014/main" id="{02D86ABB-B3F8-1611-E5F4-8A7F00618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552"/>
              <a:ext cx="432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1" name="Line 233">
              <a:extLst>
                <a:ext uri="{FF2B5EF4-FFF2-40B4-BE49-F238E27FC236}">
                  <a16:creationId xmlns:a16="http://schemas.microsoft.com/office/drawing/2014/main" id="{63ABBF1C-7383-8DAE-0783-B0CBAD09B8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3408"/>
              <a:ext cx="0" cy="14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7" name="Line 228">
            <a:extLst>
              <a:ext uri="{FF2B5EF4-FFF2-40B4-BE49-F238E27FC236}">
                <a16:creationId xmlns:a16="http://schemas.microsoft.com/office/drawing/2014/main" id="{D57E0E15-E6A3-1A07-8B33-DB21B36817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4388" y="3630613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7127" name="组合 8">
            <a:extLst>
              <a:ext uri="{FF2B5EF4-FFF2-40B4-BE49-F238E27FC236}">
                <a16:creationId xmlns:a16="http://schemas.microsoft.com/office/drawing/2014/main" id="{61F902A9-A706-959D-7B68-BB45B40526C3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692150"/>
            <a:ext cx="4535487" cy="5081588"/>
            <a:chOff x="4303713" y="1601085"/>
            <a:chExt cx="4535487" cy="5080703"/>
          </a:xfrm>
        </p:grpSpPr>
        <p:grpSp>
          <p:nvGrpSpPr>
            <p:cNvPr id="47131" name="Group 139">
              <a:extLst>
                <a:ext uri="{FF2B5EF4-FFF2-40B4-BE49-F238E27FC236}">
                  <a16:creationId xmlns:a16="http://schemas.microsoft.com/office/drawing/2014/main" id="{7F477514-1771-6F09-0BA8-1470CC9EC6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3713" y="1905000"/>
              <a:ext cx="4535487" cy="4776788"/>
              <a:chOff x="2448" y="1200"/>
              <a:chExt cx="2857" cy="3009"/>
            </a:xfrm>
          </p:grpSpPr>
          <p:sp>
            <p:nvSpPr>
              <p:cNvPr id="47133" name="Line 13">
                <a:extLst>
                  <a:ext uri="{FF2B5EF4-FFF2-40B4-BE49-F238E27FC236}">
                    <a16:creationId xmlns:a16="http://schemas.microsoft.com/office/drawing/2014/main" id="{D4582701-4A28-CB99-B5AA-F0D016007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4" name="Line 14">
                <a:extLst>
                  <a:ext uri="{FF2B5EF4-FFF2-40B4-BE49-F238E27FC236}">
                    <a16:creationId xmlns:a16="http://schemas.microsoft.com/office/drawing/2014/main" id="{0F0EEF5C-58F0-F299-9ADF-EECA48C6A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6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5" name="Line 15">
                <a:extLst>
                  <a:ext uri="{FF2B5EF4-FFF2-40B4-BE49-F238E27FC236}">
                    <a16:creationId xmlns:a16="http://schemas.microsoft.com/office/drawing/2014/main" id="{1674B8D5-A9BA-1327-FCB1-BF49AD4F6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9" y="1504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6" name="Line 16">
                <a:extLst>
                  <a:ext uri="{FF2B5EF4-FFF2-40B4-BE49-F238E27FC236}">
                    <a16:creationId xmlns:a16="http://schemas.microsoft.com/office/drawing/2014/main" id="{D0C114B0-5142-325D-FA9E-99EC1BFFD3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8" y="1504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7" name="Line 17">
                <a:extLst>
                  <a:ext uri="{FF2B5EF4-FFF2-40B4-BE49-F238E27FC236}">
                    <a16:creationId xmlns:a16="http://schemas.microsoft.com/office/drawing/2014/main" id="{F815677E-8389-9887-E4AE-2D512B307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3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8" name="Line 18">
                <a:extLst>
                  <a:ext uri="{FF2B5EF4-FFF2-40B4-BE49-F238E27FC236}">
                    <a16:creationId xmlns:a16="http://schemas.microsoft.com/office/drawing/2014/main" id="{879BD0FA-68A0-BA06-7526-19B33FB8E8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2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9" name="Line 19">
                <a:extLst>
                  <a:ext uri="{FF2B5EF4-FFF2-40B4-BE49-F238E27FC236}">
                    <a16:creationId xmlns:a16="http://schemas.microsoft.com/office/drawing/2014/main" id="{E30EEE56-ACF6-54EA-63B6-987487F79D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1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0" name="Line 20">
                <a:extLst>
                  <a:ext uri="{FF2B5EF4-FFF2-40B4-BE49-F238E27FC236}">
                    <a16:creationId xmlns:a16="http://schemas.microsoft.com/office/drawing/2014/main" id="{43B99205-0785-E024-F9D8-E61FF675A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6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1" name="Line 21">
                <a:extLst>
                  <a:ext uri="{FF2B5EF4-FFF2-40B4-BE49-F238E27FC236}">
                    <a16:creationId xmlns:a16="http://schemas.microsoft.com/office/drawing/2014/main" id="{206ED9DE-E7D2-8E8E-B80C-21510EB65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6" y="3183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2" name="Line 22">
                <a:extLst>
                  <a:ext uri="{FF2B5EF4-FFF2-40B4-BE49-F238E27FC236}">
                    <a16:creationId xmlns:a16="http://schemas.microsoft.com/office/drawing/2014/main" id="{28E95A4B-391A-1041-9F85-AF762FB74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183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3" name="Line 23">
                <a:extLst>
                  <a:ext uri="{FF2B5EF4-FFF2-40B4-BE49-F238E27FC236}">
                    <a16:creationId xmlns:a16="http://schemas.microsoft.com/office/drawing/2014/main" id="{12D23ACA-C796-7F83-3369-049AA6201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772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4" name="Line 24">
                <a:extLst>
                  <a:ext uri="{FF2B5EF4-FFF2-40B4-BE49-F238E27FC236}">
                    <a16:creationId xmlns:a16="http://schemas.microsoft.com/office/drawing/2014/main" id="{7B49EF6F-3102-E8B8-05DA-9BD91F665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5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5" name="Line 25">
                <a:extLst>
                  <a:ext uri="{FF2B5EF4-FFF2-40B4-BE49-F238E27FC236}">
                    <a16:creationId xmlns:a16="http://schemas.microsoft.com/office/drawing/2014/main" id="{56CE292A-1C8E-3E36-57A8-E024B81C4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3636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6" name="Line 26">
                <a:extLst>
                  <a:ext uri="{FF2B5EF4-FFF2-40B4-BE49-F238E27FC236}">
                    <a16:creationId xmlns:a16="http://schemas.microsoft.com/office/drawing/2014/main" id="{687699B8-C74B-E7E2-731B-8D6F712452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7" name="Line 27">
                <a:extLst>
                  <a:ext uri="{FF2B5EF4-FFF2-40B4-BE49-F238E27FC236}">
                    <a16:creationId xmlns:a16="http://schemas.microsoft.com/office/drawing/2014/main" id="{478AC7AF-BE96-5248-E860-2104B2A848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3092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8" name="Line 28">
                <a:extLst>
                  <a:ext uri="{FF2B5EF4-FFF2-40B4-BE49-F238E27FC236}">
                    <a16:creationId xmlns:a16="http://schemas.microsoft.com/office/drawing/2014/main" id="{A85C2004-16DD-449F-D1E2-5E0780779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9" name="Line 29">
                <a:extLst>
                  <a:ext uri="{FF2B5EF4-FFF2-40B4-BE49-F238E27FC236}">
                    <a16:creationId xmlns:a16="http://schemas.microsoft.com/office/drawing/2014/main" id="{34F8CF8D-ACE0-E1B9-CDDE-9990ED6A9B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772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0" name="Line 30">
                <a:extLst>
                  <a:ext uri="{FF2B5EF4-FFF2-40B4-BE49-F238E27FC236}">
                    <a16:creationId xmlns:a16="http://schemas.microsoft.com/office/drawing/2014/main" id="{EE234789-3888-26E0-2F58-4502D2189E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2366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1" name="Line 31">
                <a:extLst>
                  <a:ext uri="{FF2B5EF4-FFF2-40B4-BE49-F238E27FC236}">
                    <a16:creationId xmlns:a16="http://schemas.microsoft.com/office/drawing/2014/main" id="{8F7B6244-3724-88B4-DA74-10180CFD0F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36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2" name="Line 32">
                <a:extLst>
                  <a:ext uri="{FF2B5EF4-FFF2-40B4-BE49-F238E27FC236}">
                    <a16:creationId xmlns:a16="http://schemas.microsoft.com/office/drawing/2014/main" id="{1EC67561-3DC2-3CC7-87C1-41DFED42A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2366"/>
                <a:ext cx="0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3" name="Line 33">
                <a:extLst>
                  <a:ext uri="{FF2B5EF4-FFF2-40B4-BE49-F238E27FC236}">
                    <a16:creationId xmlns:a16="http://schemas.microsoft.com/office/drawing/2014/main" id="{0D228F60-C7BD-0F42-1833-2BA362DB23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" y="2956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4" name="Line 34">
                <a:extLst>
                  <a:ext uri="{FF2B5EF4-FFF2-40B4-BE49-F238E27FC236}">
                    <a16:creationId xmlns:a16="http://schemas.microsoft.com/office/drawing/2014/main" id="{F22D56D1-AA6D-005D-A1B1-C7BD52E1F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3" y="2865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5" name="Oval 35">
                <a:extLst>
                  <a:ext uri="{FF2B5EF4-FFF2-40B4-BE49-F238E27FC236}">
                    <a16:creationId xmlns:a16="http://schemas.microsoft.com/office/drawing/2014/main" id="{B57C9478-F5C3-A4DE-E162-65FAFBCB6D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01" y="3137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56" name="Oval 36">
                <a:extLst>
                  <a:ext uri="{FF2B5EF4-FFF2-40B4-BE49-F238E27FC236}">
                    <a16:creationId xmlns:a16="http://schemas.microsoft.com/office/drawing/2014/main" id="{F3E03B91-34FA-3655-F9A5-87D9D0DA5C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21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57" name="Line 37">
                <a:extLst>
                  <a:ext uri="{FF2B5EF4-FFF2-40B4-BE49-F238E27FC236}">
                    <a16:creationId xmlns:a16="http://schemas.microsoft.com/office/drawing/2014/main" id="{B4BD608A-1E55-9B20-6882-3C74870725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363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8" name="Line 38">
                <a:extLst>
                  <a:ext uri="{FF2B5EF4-FFF2-40B4-BE49-F238E27FC236}">
                    <a16:creationId xmlns:a16="http://schemas.microsoft.com/office/drawing/2014/main" id="{B15E2D3C-12C0-FBB4-1E26-201F2ACB49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81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9" name="Line 39">
                <a:extLst>
                  <a:ext uri="{FF2B5EF4-FFF2-40B4-BE49-F238E27FC236}">
                    <a16:creationId xmlns:a16="http://schemas.microsoft.com/office/drawing/2014/main" id="{A03F23AF-5CEF-9E29-66D4-3AE864457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366"/>
                <a:ext cx="0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0" name="Line 40">
                <a:extLst>
                  <a:ext uri="{FF2B5EF4-FFF2-40B4-BE49-F238E27FC236}">
                    <a16:creationId xmlns:a16="http://schemas.microsoft.com/office/drawing/2014/main" id="{DF537D7A-6CFE-919C-BC02-481D8A9E86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66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1" name="Oval 41">
                <a:extLst>
                  <a:ext uri="{FF2B5EF4-FFF2-40B4-BE49-F238E27FC236}">
                    <a16:creationId xmlns:a16="http://schemas.microsoft.com/office/drawing/2014/main" id="{A5E0901E-A9BF-9DA3-7AAD-7E68C25E01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7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62" name="Line 42">
                <a:extLst>
                  <a:ext uri="{FF2B5EF4-FFF2-40B4-BE49-F238E27FC236}">
                    <a16:creationId xmlns:a16="http://schemas.microsoft.com/office/drawing/2014/main" id="{BC2F4323-D22C-1D42-400F-4D13220018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3" name="Oval 43">
                <a:extLst>
                  <a:ext uri="{FF2B5EF4-FFF2-40B4-BE49-F238E27FC236}">
                    <a16:creationId xmlns:a16="http://schemas.microsoft.com/office/drawing/2014/main" id="{5F466423-39F9-2A4A-CC4D-8E2214CB37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07" y="3046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64" name="Oval 44">
                <a:extLst>
                  <a:ext uri="{FF2B5EF4-FFF2-40B4-BE49-F238E27FC236}">
                    <a16:creationId xmlns:a16="http://schemas.microsoft.com/office/drawing/2014/main" id="{7BB7763B-60F3-3785-4454-294FA8EF3D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5" y="1460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65" name="Oval 45">
                <a:extLst>
                  <a:ext uri="{FF2B5EF4-FFF2-40B4-BE49-F238E27FC236}">
                    <a16:creationId xmlns:a16="http://schemas.microsoft.com/office/drawing/2014/main" id="{47D10987-14D5-98B9-CD2B-AB54830D5D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1459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66" name="Line 46">
                <a:extLst>
                  <a:ext uri="{FF2B5EF4-FFF2-40B4-BE49-F238E27FC236}">
                    <a16:creationId xmlns:a16="http://schemas.microsoft.com/office/drawing/2014/main" id="{EB307283-78C4-3323-694D-A6C33CA24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7" name="Line 47">
                <a:extLst>
                  <a:ext uri="{FF2B5EF4-FFF2-40B4-BE49-F238E27FC236}">
                    <a16:creationId xmlns:a16="http://schemas.microsoft.com/office/drawing/2014/main" id="{3BEAC00A-1178-101A-A4D7-5A1C265B5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8" name="Line 48">
                <a:extLst>
                  <a:ext uri="{FF2B5EF4-FFF2-40B4-BE49-F238E27FC236}">
                    <a16:creationId xmlns:a16="http://schemas.microsoft.com/office/drawing/2014/main" id="{164386C4-1527-771F-8A8F-74C45E2BC3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18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9" name="Line 49">
                <a:extLst>
                  <a:ext uri="{FF2B5EF4-FFF2-40B4-BE49-F238E27FC236}">
                    <a16:creationId xmlns:a16="http://schemas.microsoft.com/office/drawing/2014/main" id="{1D033A56-0FAE-86F0-4ACF-C8D0A450E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504"/>
                <a:ext cx="31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70" name="Line 50">
                <a:extLst>
                  <a:ext uri="{FF2B5EF4-FFF2-40B4-BE49-F238E27FC236}">
                    <a16:creationId xmlns:a16="http://schemas.microsoft.com/office/drawing/2014/main" id="{11BEEC21-25DF-996B-CE1F-8BDEE2E0EF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18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71" name="Line 51">
                <a:extLst>
                  <a:ext uri="{FF2B5EF4-FFF2-40B4-BE49-F238E27FC236}">
                    <a16:creationId xmlns:a16="http://schemas.microsoft.com/office/drawing/2014/main" id="{85AA0AAF-06B9-38CA-C5AA-75C42D5F81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1504"/>
                <a:ext cx="272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72" name="Text Box 58">
                <a:extLst>
                  <a:ext uri="{FF2B5EF4-FFF2-40B4-BE49-F238E27FC236}">
                    <a16:creationId xmlns:a16="http://schemas.microsoft.com/office/drawing/2014/main" id="{D18D7A26-D7BC-BF8A-DC35-79C127F015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73" name="Text Box 59">
                <a:extLst>
                  <a:ext uri="{FF2B5EF4-FFF2-40B4-BE49-F238E27FC236}">
                    <a16:creationId xmlns:a16="http://schemas.microsoft.com/office/drawing/2014/main" id="{CC0090CE-4A70-FE29-D0DB-6A0352CC41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7174" name="Text Box 60">
                <a:extLst>
                  <a:ext uri="{FF2B5EF4-FFF2-40B4-BE49-F238E27FC236}">
                    <a16:creationId xmlns:a16="http://schemas.microsoft.com/office/drawing/2014/main" id="{6CC8F97F-9283-0D2F-D872-15A5219677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7175" name="Text Box 61">
                <a:extLst>
                  <a:ext uri="{FF2B5EF4-FFF2-40B4-BE49-F238E27FC236}">
                    <a16:creationId xmlns:a16="http://schemas.microsoft.com/office/drawing/2014/main" id="{FC0BAB44-2434-7103-8B11-D7261A5539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7176" name="Text Box 62">
                <a:extLst>
                  <a:ext uri="{FF2B5EF4-FFF2-40B4-BE49-F238E27FC236}">
                    <a16:creationId xmlns:a16="http://schemas.microsoft.com/office/drawing/2014/main" id="{051F441F-D2D2-B48B-D3C8-728B7BFCD7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7177" name="Text Box 63">
                <a:extLst>
                  <a:ext uri="{FF2B5EF4-FFF2-40B4-BE49-F238E27FC236}">
                    <a16:creationId xmlns:a16="http://schemas.microsoft.com/office/drawing/2014/main" id="{741CDA5B-467E-6D4F-4704-C9F5A3D8BC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7178" name="Text Box 64">
                <a:extLst>
                  <a:ext uri="{FF2B5EF4-FFF2-40B4-BE49-F238E27FC236}">
                    <a16:creationId xmlns:a16="http://schemas.microsoft.com/office/drawing/2014/main" id="{FB92EA91-A1A9-07D2-4FFB-977A01A200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2784"/>
                <a:ext cx="35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47179" name="Text Box 65">
                <a:extLst>
                  <a:ext uri="{FF2B5EF4-FFF2-40B4-BE49-F238E27FC236}">
                    <a16:creationId xmlns:a16="http://schemas.microsoft.com/office/drawing/2014/main" id="{7E19B5E6-C74E-8E48-92E3-F92DC9DE98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392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7180" name="Text Box 66">
                <a:extLst>
                  <a:ext uri="{FF2B5EF4-FFF2-40B4-BE49-F238E27FC236}">
                    <a16:creationId xmlns:a16="http://schemas.microsoft.com/office/drawing/2014/main" id="{3075D7BC-20DC-0996-45E8-E5C0B2559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120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47181" name="Group 68">
                <a:extLst>
                  <a:ext uri="{FF2B5EF4-FFF2-40B4-BE49-F238E27FC236}">
                    <a16:creationId xmlns:a16="http://schemas.microsoft.com/office/drawing/2014/main" id="{42FD6D49-B29B-D1B0-EA63-A2EA38139C2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3" y="1678"/>
                <a:ext cx="462" cy="371"/>
                <a:chOff x="1482" y="1701"/>
                <a:chExt cx="462" cy="371"/>
              </a:xfrm>
            </p:grpSpPr>
            <p:sp>
              <p:nvSpPr>
                <p:cNvPr id="47213" name="AutoShape 69">
                  <a:extLst>
                    <a:ext uri="{FF2B5EF4-FFF2-40B4-BE49-F238E27FC236}">
                      <a16:creationId xmlns:a16="http://schemas.microsoft.com/office/drawing/2014/main" id="{AE42F49F-C322-8945-46A3-6C4B53C2B3A1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214" name="Rectangle 70">
                  <a:extLst>
                    <a:ext uri="{FF2B5EF4-FFF2-40B4-BE49-F238E27FC236}">
                      <a16:creationId xmlns:a16="http://schemas.microsoft.com/office/drawing/2014/main" id="{D3FFC161-7770-B3B1-5FF8-BB52DAE11E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15" name="Oval 71">
                  <a:extLst>
                    <a:ext uri="{FF2B5EF4-FFF2-40B4-BE49-F238E27FC236}">
                      <a16:creationId xmlns:a16="http://schemas.microsoft.com/office/drawing/2014/main" id="{172E773B-9BFF-42B3-E8BF-C4700A63BC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16" name="Rectangle 72">
                  <a:extLst>
                    <a:ext uri="{FF2B5EF4-FFF2-40B4-BE49-F238E27FC236}">
                      <a16:creationId xmlns:a16="http://schemas.microsoft.com/office/drawing/2014/main" id="{FD5FA489-1BE1-371B-4703-559B52F194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17" name="Oval 73">
                  <a:extLst>
                    <a:ext uri="{FF2B5EF4-FFF2-40B4-BE49-F238E27FC236}">
                      <a16:creationId xmlns:a16="http://schemas.microsoft.com/office/drawing/2014/main" id="{73A589F3-FD97-7C3B-CE5D-E936369864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182" name="Group 74">
                <a:extLst>
                  <a:ext uri="{FF2B5EF4-FFF2-40B4-BE49-F238E27FC236}">
                    <a16:creationId xmlns:a16="http://schemas.microsoft.com/office/drawing/2014/main" id="{9C76134D-025C-A938-0721-72398334FEA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99" y="1686"/>
                <a:ext cx="462" cy="371"/>
                <a:chOff x="1482" y="1701"/>
                <a:chExt cx="462" cy="371"/>
              </a:xfrm>
            </p:grpSpPr>
            <p:sp>
              <p:nvSpPr>
                <p:cNvPr id="47208" name="AutoShape 75">
                  <a:extLst>
                    <a:ext uri="{FF2B5EF4-FFF2-40B4-BE49-F238E27FC236}">
                      <a16:creationId xmlns:a16="http://schemas.microsoft.com/office/drawing/2014/main" id="{66159E17-4371-D41D-CD18-0B3BA77AA713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209" name="Rectangle 76">
                  <a:extLst>
                    <a:ext uri="{FF2B5EF4-FFF2-40B4-BE49-F238E27FC236}">
                      <a16:creationId xmlns:a16="http://schemas.microsoft.com/office/drawing/2014/main" id="{C65054E7-06DE-0518-0E71-09EBAF3A4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10" name="Oval 77">
                  <a:extLst>
                    <a:ext uri="{FF2B5EF4-FFF2-40B4-BE49-F238E27FC236}">
                      <a16:creationId xmlns:a16="http://schemas.microsoft.com/office/drawing/2014/main" id="{4B8D99D4-92EF-256F-5D54-8FB21BDE6D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11" name="Rectangle 78">
                  <a:extLst>
                    <a:ext uri="{FF2B5EF4-FFF2-40B4-BE49-F238E27FC236}">
                      <a16:creationId xmlns:a16="http://schemas.microsoft.com/office/drawing/2014/main" id="{448619E5-EA6D-4716-400A-6CA46A7A73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12" name="Oval 79">
                  <a:extLst>
                    <a:ext uri="{FF2B5EF4-FFF2-40B4-BE49-F238E27FC236}">
                      <a16:creationId xmlns:a16="http://schemas.microsoft.com/office/drawing/2014/main" id="{4C8DC01A-0E77-5B15-5710-8B2CD9D550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183" name="Group 80">
                <a:extLst>
                  <a:ext uri="{FF2B5EF4-FFF2-40B4-BE49-F238E27FC236}">
                    <a16:creationId xmlns:a16="http://schemas.microsoft.com/office/drawing/2014/main" id="{037ABFF0-D521-4285-7392-E6598C665EE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56" y="2502"/>
                <a:ext cx="462" cy="371"/>
                <a:chOff x="1482" y="1701"/>
                <a:chExt cx="462" cy="371"/>
              </a:xfrm>
            </p:grpSpPr>
            <p:sp>
              <p:nvSpPr>
                <p:cNvPr id="47203" name="AutoShape 81">
                  <a:extLst>
                    <a:ext uri="{FF2B5EF4-FFF2-40B4-BE49-F238E27FC236}">
                      <a16:creationId xmlns:a16="http://schemas.microsoft.com/office/drawing/2014/main" id="{B535E980-D899-A514-6B08-40A7308A38BB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204" name="Rectangle 82">
                  <a:extLst>
                    <a:ext uri="{FF2B5EF4-FFF2-40B4-BE49-F238E27FC236}">
                      <a16:creationId xmlns:a16="http://schemas.microsoft.com/office/drawing/2014/main" id="{CF158986-E234-0AC3-87CF-68464E5181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05" name="Oval 83">
                  <a:extLst>
                    <a:ext uri="{FF2B5EF4-FFF2-40B4-BE49-F238E27FC236}">
                      <a16:creationId xmlns:a16="http://schemas.microsoft.com/office/drawing/2014/main" id="{1090D2D6-8965-05B2-CE1B-5E3B3DE060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06" name="Rectangle 84">
                  <a:extLst>
                    <a:ext uri="{FF2B5EF4-FFF2-40B4-BE49-F238E27FC236}">
                      <a16:creationId xmlns:a16="http://schemas.microsoft.com/office/drawing/2014/main" id="{BB6BA634-8864-F9AF-0D09-133E0DFD11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07" name="Oval 85">
                  <a:extLst>
                    <a:ext uri="{FF2B5EF4-FFF2-40B4-BE49-F238E27FC236}">
                      <a16:creationId xmlns:a16="http://schemas.microsoft.com/office/drawing/2014/main" id="{28AAECC3-FD9F-C8E1-FB7E-48B61966B2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184" name="Group 86">
                <a:extLst>
                  <a:ext uri="{FF2B5EF4-FFF2-40B4-BE49-F238E27FC236}">
                    <a16:creationId xmlns:a16="http://schemas.microsoft.com/office/drawing/2014/main" id="{BEF2E76D-BBBC-AE87-03D3-DA20C609CA1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035" y="2494"/>
                <a:ext cx="462" cy="371"/>
                <a:chOff x="1482" y="1701"/>
                <a:chExt cx="462" cy="371"/>
              </a:xfrm>
            </p:grpSpPr>
            <p:sp>
              <p:nvSpPr>
                <p:cNvPr id="47198" name="AutoShape 87">
                  <a:extLst>
                    <a:ext uri="{FF2B5EF4-FFF2-40B4-BE49-F238E27FC236}">
                      <a16:creationId xmlns:a16="http://schemas.microsoft.com/office/drawing/2014/main" id="{AA6E5F73-49B7-B67F-4B94-3AB672618610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99" name="Rectangle 88">
                  <a:extLst>
                    <a:ext uri="{FF2B5EF4-FFF2-40B4-BE49-F238E27FC236}">
                      <a16:creationId xmlns:a16="http://schemas.microsoft.com/office/drawing/2014/main" id="{26573FE8-9712-5B8E-F488-CBB2344A1C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00" name="Oval 89">
                  <a:extLst>
                    <a:ext uri="{FF2B5EF4-FFF2-40B4-BE49-F238E27FC236}">
                      <a16:creationId xmlns:a16="http://schemas.microsoft.com/office/drawing/2014/main" id="{07337DF6-576F-6671-8460-6656273DC5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01" name="Rectangle 90">
                  <a:extLst>
                    <a:ext uri="{FF2B5EF4-FFF2-40B4-BE49-F238E27FC236}">
                      <a16:creationId xmlns:a16="http://schemas.microsoft.com/office/drawing/2014/main" id="{5DA17D4F-DD1E-0248-6D37-543EF1483E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02" name="Oval 91">
                  <a:extLst>
                    <a:ext uri="{FF2B5EF4-FFF2-40B4-BE49-F238E27FC236}">
                      <a16:creationId xmlns:a16="http://schemas.microsoft.com/office/drawing/2014/main" id="{499028DD-3AEE-6A8E-2FF7-93D1EF3920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185" name="Group 93">
                <a:extLst>
                  <a:ext uri="{FF2B5EF4-FFF2-40B4-BE49-F238E27FC236}">
                    <a16:creationId xmlns:a16="http://schemas.microsoft.com/office/drawing/2014/main" id="{58E8871A-C9D9-E94C-03A4-39D66E5B6AD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11" y="3265"/>
                <a:ext cx="462" cy="371"/>
                <a:chOff x="1482" y="1701"/>
                <a:chExt cx="462" cy="371"/>
              </a:xfrm>
            </p:grpSpPr>
            <p:sp>
              <p:nvSpPr>
                <p:cNvPr id="47193" name="AutoShape 94">
                  <a:extLst>
                    <a:ext uri="{FF2B5EF4-FFF2-40B4-BE49-F238E27FC236}">
                      <a16:creationId xmlns:a16="http://schemas.microsoft.com/office/drawing/2014/main" id="{AE3B67FF-358F-40AD-0DF1-CAAE7C1A5697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94" name="Rectangle 95">
                  <a:extLst>
                    <a:ext uri="{FF2B5EF4-FFF2-40B4-BE49-F238E27FC236}">
                      <a16:creationId xmlns:a16="http://schemas.microsoft.com/office/drawing/2014/main" id="{94D8B1F4-E23A-A8C5-55DC-B08E89BF05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95" name="Oval 96">
                  <a:extLst>
                    <a:ext uri="{FF2B5EF4-FFF2-40B4-BE49-F238E27FC236}">
                      <a16:creationId xmlns:a16="http://schemas.microsoft.com/office/drawing/2014/main" id="{73BE55E7-82C4-F752-F0FE-B9B15781F8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96" name="Rectangle 97">
                  <a:extLst>
                    <a:ext uri="{FF2B5EF4-FFF2-40B4-BE49-F238E27FC236}">
                      <a16:creationId xmlns:a16="http://schemas.microsoft.com/office/drawing/2014/main" id="{40160E19-30A2-F940-5FA0-2610FD0DE2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97" name="Oval 98">
                  <a:extLst>
                    <a:ext uri="{FF2B5EF4-FFF2-40B4-BE49-F238E27FC236}">
                      <a16:creationId xmlns:a16="http://schemas.microsoft.com/office/drawing/2014/main" id="{58DAD53B-F0F3-F165-D5E8-30866A254A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186" name="Group 100">
                <a:extLst>
                  <a:ext uri="{FF2B5EF4-FFF2-40B4-BE49-F238E27FC236}">
                    <a16:creationId xmlns:a16="http://schemas.microsoft.com/office/drawing/2014/main" id="{ACD0C4C8-27A2-0243-2F90-E14799CC976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36" y="3265"/>
                <a:ext cx="462" cy="371"/>
                <a:chOff x="1482" y="1701"/>
                <a:chExt cx="462" cy="371"/>
              </a:xfrm>
            </p:grpSpPr>
            <p:sp>
              <p:nvSpPr>
                <p:cNvPr id="47188" name="AutoShape 101">
                  <a:extLst>
                    <a:ext uri="{FF2B5EF4-FFF2-40B4-BE49-F238E27FC236}">
                      <a16:creationId xmlns:a16="http://schemas.microsoft.com/office/drawing/2014/main" id="{F3F8820B-2CD8-8830-7DCD-71746F7274DD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89" name="Rectangle 102">
                  <a:extLst>
                    <a:ext uri="{FF2B5EF4-FFF2-40B4-BE49-F238E27FC236}">
                      <a16:creationId xmlns:a16="http://schemas.microsoft.com/office/drawing/2014/main" id="{A7AFAB87-4C31-9821-0C7F-CC2C3AC45F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90" name="Oval 103">
                  <a:extLst>
                    <a:ext uri="{FF2B5EF4-FFF2-40B4-BE49-F238E27FC236}">
                      <a16:creationId xmlns:a16="http://schemas.microsoft.com/office/drawing/2014/main" id="{878C5236-D1A1-F602-7B66-F47C9053E2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91" name="Rectangle 104">
                  <a:extLst>
                    <a:ext uri="{FF2B5EF4-FFF2-40B4-BE49-F238E27FC236}">
                      <a16:creationId xmlns:a16="http://schemas.microsoft.com/office/drawing/2014/main" id="{B26F5BC6-0A65-5C5A-1CFD-87783B99F4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92" name="Oval 105">
                  <a:extLst>
                    <a:ext uri="{FF2B5EF4-FFF2-40B4-BE49-F238E27FC236}">
                      <a16:creationId xmlns:a16="http://schemas.microsoft.com/office/drawing/2014/main" id="{CFB8D0AD-0EC3-E62F-AE6F-0D41D6A9CF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7187" name="Line 118">
                <a:extLst>
                  <a:ext uri="{FF2B5EF4-FFF2-40B4-BE49-F238E27FC236}">
                    <a16:creationId xmlns:a16="http://schemas.microsoft.com/office/drawing/2014/main" id="{45736C2C-50B7-8A71-1874-4C51FF2F5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66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32" name="Rectangle 35">
              <a:extLst>
                <a:ext uri="{FF2B5EF4-FFF2-40B4-BE49-F238E27FC236}">
                  <a16:creationId xmlns:a16="http://schemas.microsoft.com/office/drawing/2014/main" id="{7287B8B5-A3A3-F664-5886-0958910A0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199" y="1601085"/>
              <a:ext cx="609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46266" name="组合 46265">
            <a:extLst>
              <a:ext uri="{FF2B5EF4-FFF2-40B4-BE49-F238E27FC236}">
                <a16:creationId xmlns:a16="http://schemas.microsoft.com/office/drawing/2014/main" id="{9ADF3FA1-BA5C-B390-7327-0FE932859027}"/>
              </a:ext>
            </a:extLst>
          </p:cNvPr>
          <p:cNvGrpSpPr>
            <a:grpSpLocks/>
          </p:cNvGrpSpPr>
          <p:nvPr/>
        </p:nvGrpSpPr>
        <p:grpSpPr bwMode="auto">
          <a:xfrm>
            <a:off x="60325" y="4352925"/>
            <a:ext cx="3733800" cy="735013"/>
            <a:chOff x="60325" y="4352925"/>
            <a:chExt cx="3733800" cy="734943"/>
          </a:xfrm>
        </p:grpSpPr>
        <p:sp>
          <p:nvSpPr>
            <p:cNvPr id="416905" name="Rectangle 137">
              <a:extLst>
                <a:ext uri="{FF2B5EF4-FFF2-40B4-BE49-F238E27FC236}">
                  <a16:creationId xmlns:a16="http://schemas.microsoft.com/office/drawing/2014/main" id="{A0D65909-7BAF-9741-9B54-DDF31D95A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5" y="4352925"/>
              <a:ext cx="3733800" cy="7079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頂端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RS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觸發器的輸出保持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Q=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“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”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,      </a:t>
              </a:r>
            </a:p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=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“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”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。</a:t>
              </a:r>
            </a:p>
          </p:txBody>
        </p:sp>
        <p:sp>
          <p:nvSpPr>
            <p:cNvPr id="47130" name="Rectangle 35">
              <a:extLst>
                <a:ext uri="{FF2B5EF4-FFF2-40B4-BE49-F238E27FC236}">
                  <a16:creationId xmlns:a16="http://schemas.microsoft.com/office/drawing/2014/main" id="{EF32B6F3-2968-286A-A6C3-60AC6AB46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25" y="4354334"/>
              <a:ext cx="609600" cy="733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6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6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16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16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41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16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16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6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6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16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16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1" dur="500"/>
                                        <p:tgtEl>
                                          <p:spTgt spid="41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6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16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885" grpId="0" autoUpdateAnimBg="0"/>
      <p:bldP spid="416902" grpId="0" autoUpdateAnimBg="0"/>
      <p:bldP spid="416903" grpId="0" autoUpdateAnimBg="0"/>
      <p:bldP spid="416907" grpId="0" autoUpdateAnimBg="0"/>
      <p:bldP spid="416908" grpId="0" autoUpdateAnimBg="0"/>
      <p:bldP spid="416910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A49A956-0B72-5A78-9906-74730C86E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66317E0-B219-41CB-9DF1-67B2EFA7C184}" type="slidenum">
              <a:rPr lang="en-US" altLang="zh-CN" sz="1000" b="0" smtClean="0"/>
              <a:pPr eaLnBrk="1" hangingPunct="1">
                <a:defRPr/>
              </a:pPr>
              <a:t>41</a:t>
            </a:fld>
            <a:endParaRPr lang="en-US" altLang="zh-CN" sz="1000" b="0" dirty="0"/>
          </a:p>
        </p:txBody>
      </p:sp>
      <p:sp>
        <p:nvSpPr>
          <p:cNvPr id="417794" name="Rectangle 2">
            <a:extLst>
              <a:ext uri="{FF2B5EF4-FFF2-40B4-BE49-F238E27FC236}">
                <a16:creationId xmlns:a16="http://schemas.microsoft.com/office/drawing/2014/main" id="{25D4F18C-D22A-00B4-A160-433AFBC7C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17797" name="Rectangle 5">
            <a:extLst>
              <a:ext uri="{FF2B5EF4-FFF2-40B4-BE49-F238E27FC236}">
                <a16:creationId xmlns:a16="http://schemas.microsoft.com/office/drawing/2014/main" id="{873E74CB-EE29-8495-09DD-F758C42FA1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zh-CN" altLang="en-US" sz="2800" dirty="0"/>
              <a:t>正沿</a:t>
            </a:r>
            <a:r>
              <a:rPr lang="en-US" altLang="zh-CN" sz="2800" dirty="0"/>
              <a:t>D</a:t>
            </a:r>
            <a:r>
              <a:rPr lang="zh-CN" altLang="en-US" sz="2800" dirty="0"/>
              <a:t>觸發器分析</a:t>
            </a:r>
          </a:p>
          <a:p>
            <a:pPr marL="765175" lvl="1" eaLnBrk="1" hangingPunct="1">
              <a:defRPr/>
            </a:pPr>
            <a:r>
              <a:rPr lang="zh-CN" altLang="en-US" dirty="0"/>
              <a:t>時鐘正邊沿跳變後，在</a:t>
            </a:r>
            <a:r>
              <a:rPr lang="en-US" altLang="zh-CN" dirty="0"/>
              <a:t>CP</a:t>
            </a:r>
            <a:r>
              <a:rPr lang="zh-CN" altLang="en-US" dirty="0"/>
              <a:t>＝“</a:t>
            </a:r>
            <a:r>
              <a:rPr lang="en-US" altLang="zh-CN" dirty="0"/>
              <a:t>1”</a:t>
            </a:r>
            <a:r>
              <a:rPr lang="zh-CN" altLang="en-US" dirty="0"/>
              <a:t>時，</a:t>
            </a:r>
            <a:endParaRPr lang="en-US" altLang="zh-CN" dirty="0"/>
          </a:p>
          <a:p>
            <a:pPr marL="1165225" lvl="2" eaLnBrk="1" hangingPunct="1">
              <a:defRPr/>
            </a:pPr>
            <a:r>
              <a:rPr lang="en-US" altLang="zh-CN" dirty="0"/>
              <a:t>D</a:t>
            </a:r>
            <a:r>
              <a:rPr lang="zh-CN" altLang="en-US" dirty="0"/>
              <a:t>＝“</a:t>
            </a:r>
            <a:r>
              <a:rPr lang="en-US" altLang="zh-CN" dirty="0"/>
              <a:t>0” </a:t>
            </a:r>
            <a:r>
              <a:rPr lang="zh-CN" altLang="en-US" dirty="0"/>
              <a:t>，輸出的狀態不受</a:t>
            </a:r>
            <a:r>
              <a:rPr lang="en-US" altLang="zh-CN" dirty="0"/>
              <a:t>D</a:t>
            </a:r>
            <a:r>
              <a:rPr lang="zh-CN" altLang="en-US" dirty="0"/>
              <a:t>變化的影響；</a:t>
            </a:r>
            <a:endParaRPr lang="en-US" altLang="zh-CN" dirty="0"/>
          </a:p>
          <a:p>
            <a:pPr marL="1165225" lvl="2" eaLnBrk="1" hangingPunct="1">
              <a:defRPr/>
            </a:pPr>
            <a:r>
              <a:rPr lang="en-US" altLang="zh-CN" dirty="0"/>
              <a:t>D</a:t>
            </a:r>
            <a:r>
              <a:rPr lang="zh-CN" altLang="en-US" dirty="0"/>
              <a:t>＝“</a:t>
            </a:r>
            <a:r>
              <a:rPr lang="en-US" altLang="zh-CN" dirty="0"/>
              <a:t>1” </a:t>
            </a:r>
            <a:r>
              <a:rPr lang="zh-CN" altLang="en-US" dirty="0"/>
              <a:t>，輸出的狀態不受</a:t>
            </a:r>
            <a:r>
              <a:rPr lang="en-US" altLang="zh-CN" dirty="0"/>
              <a:t>D</a:t>
            </a:r>
            <a:r>
              <a:rPr lang="zh-CN" altLang="en-US" dirty="0"/>
              <a:t>變化的影響。</a:t>
            </a:r>
          </a:p>
          <a:p>
            <a:pPr marL="765175"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</a:rPr>
              <a:t>結論：當</a:t>
            </a:r>
            <a:r>
              <a:rPr lang="en-US" altLang="zh-CN" dirty="0">
                <a:solidFill>
                  <a:srgbClr val="FFFF00"/>
                </a:solidFill>
              </a:rPr>
              <a:t>CP</a:t>
            </a:r>
            <a:r>
              <a:rPr lang="zh-CN" altLang="en-US" dirty="0">
                <a:solidFill>
                  <a:srgbClr val="FFFF00"/>
                </a:solidFill>
              </a:rPr>
              <a:t>＝“</a:t>
            </a:r>
            <a:r>
              <a:rPr lang="en-US" altLang="zh-CN" dirty="0">
                <a:solidFill>
                  <a:srgbClr val="FFFF00"/>
                </a:solidFill>
              </a:rPr>
              <a:t>1”</a:t>
            </a:r>
            <a:r>
              <a:rPr lang="zh-CN" altLang="en-US" dirty="0">
                <a:solidFill>
                  <a:srgbClr val="FFFF00"/>
                </a:solidFill>
              </a:rPr>
              <a:t>時，輸出的狀態不受</a:t>
            </a:r>
            <a:r>
              <a:rPr lang="en-US" altLang="zh-CN" dirty="0">
                <a:solidFill>
                  <a:srgbClr val="FFFF00"/>
                </a:solidFill>
              </a:rPr>
              <a:t>D</a:t>
            </a:r>
            <a:r>
              <a:rPr lang="zh-CN" altLang="en-US" dirty="0">
                <a:solidFill>
                  <a:srgbClr val="FFFF00"/>
                </a:solidFill>
              </a:rPr>
              <a:t>變化的影響，正邊沿觸發器狀態保持。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灯片编号占位符 5">
            <a:extLst>
              <a:ext uri="{FF2B5EF4-FFF2-40B4-BE49-F238E27FC236}">
                <a16:creationId xmlns:a16="http://schemas.microsoft.com/office/drawing/2014/main" id="{F681E87C-7A53-1D7D-CBD1-2F9E8733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D00F5137-9C66-4931-9943-5531A66C47A9}" type="slidenum">
              <a:rPr lang="en-US" altLang="zh-CN" sz="1000" b="0" smtClean="0"/>
              <a:pPr eaLnBrk="1" hangingPunct="1">
                <a:defRPr/>
              </a:pPr>
              <a:t>42</a:t>
            </a:fld>
            <a:endParaRPr lang="en-US" altLang="zh-CN" sz="1000" b="0" dirty="0"/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2692B831-9168-AE3C-416F-108476212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 </a:t>
            </a:r>
            <a:r>
              <a:rPr lang="zh-CN" altLang="en-US" dirty="0"/>
              <a:t>觸發器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806C7886-1DE0-C41D-F46F-342FB362BE73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191000"/>
            <a:ext cx="3581400" cy="304800"/>
            <a:chOff x="3072" y="2880"/>
            <a:chExt cx="2256" cy="192"/>
          </a:xfrm>
        </p:grpSpPr>
        <p:sp>
          <p:nvSpPr>
            <p:cNvPr id="50280" name="Line 9">
              <a:extLst>
                <a:ext uri="{FF2B5EF4-FFF2-40B4-BE49-F238E27FC236}">
                  <a16:creationId xmlns:a16="http://schemas.microsoft.com/office/drawing/2014/main" id="{E7F99145-BC21-27D7-74E0-6FB26FB49F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81" name="Line 10">
              <a:extLst>
                <a:ext uri="{FF2B5EF4-FFF2-40B4-BE49-F238E27FC236}">
                  <a16:creationId xmlns:a16="http://schemas.microsoft.com/office/drawing/2014/main" id="{15E86E79-F4AB-F7C9-4A3A-5758D1A113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82" name="Line 11">
              <a:extLst>
                <a:ext uri="{FF2B5EF4-FFF2-40B4-BE49-F238E27FC236}">
                  <a16:creationId xmlns:a16="http://schemas.microsoft.com/office/drawing/2014/main" id="{5241989F-0AFD-6930-4FBE-786A61C93E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3493D271-2DFE-66A9-9512-FBF76CA0FF15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2895600"/>
            <a:ext cx="1905000" cy="685800"/>
            <a:chOff x="3072" y="2064"/>
            <a:chExt cx="1200" cy="432"/>
          </a:xfrm>
        </p:grpSpPr>
        <p:sp>
          <p:nvSpPr>
            <p:cNvPr id="50278" name="Line 13">
              <a:extLst>
                <a:ext uri="{FF2B5EF4-FFF2-40B4-BE49-F238E27FC236}">
                  <a16:creationId xmlns:a16="http://schemas.microsoft.com/office/drawing/2014/main" id="{6C824DDD-D800-C980-B0F3-2C039B7CC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79" name="Line 14">
              <a:extLst>
                <a:ext uri="{FF2B5EF4-FFF2-40B4-BE49-F238E27FC236}">
                  <a16:creationId xmlns:a16="http://schemas.microsoft.com/office/drawing/2014/main" id="{36BB80C9-D0D4-C2D5-48A0-CEEDA5476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8944" name="Rectangle 128">
            <a:extLst>
              <a:ext uri="{FF2B5EF4-FFF2-40B4-BE49-F238E27FC236}">
                <a16:creationId xmlns:a16="http://schemas.microsoft.com/office/drawing/2014/main" id="{7D4178FD-96F0-D08B-9FBA-00C68C171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838200"/>
            <a:ext cx="42672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正沿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觸發器分析</a:t>
            </a:r>
          </a:p>
        </p:txBody>
      </p:sp>
      <p:sp>
        <p:nvSpPr>
          <p:cNvPr id="418946" name="Rectangle 130">
            <a:extLst>
              <a:ext uri="{FF2B5EF4-FFF2-40B4-BE49-F238E27FC236}">
                <a16:creationId xmlns:a16="http://schemas.microsoft.com/office/drawing/2014/main" id="{B47F78AC-7F8C-14E6-911D-DF281B696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52600"/>
            <a:ext cx="4419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從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跳變為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後（負沿）</a:t>
            </a:r>
          </a:p>
        </p:txBody>
      </p:sp>
      <p:sp>
        <p:nvSpPr>
          <p:cNvPr id="418949" name="Rectangle 133">
            <a:extLst>
              <a:ext uri="{FF2B5EF4-FFF2-40B4-BE49-F238E27FC236}">
                <a16:creationId xmlns:a16="http://schemas.microsoft.com/office/drawing/2014/main" id="{39E0390B-6AC1-9B13-7794-BF61D298F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86200"/>
            <a:ext cx="34131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結論：當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從“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1”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跳變為“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0”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後，正邊沿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觸發器狀態保持。</a:t>
            </a:r>
          </a:p>
        </p:txBody>
      </p:sp>
      <p:sp>
        <p:nvSpPr>
          <p:cNvPr id="418950" name="Rectangle 134">
            <a:extLst>
              <a:ext uri="{FF2B5EF4-FFF2-40B4-BE49-F238E27FC236}">
                <a16:creationId xmlns:a16="http://schemas.microsoft.com/office/drawing/2014/main" id="{342D2268-8D6B-4B34-9EC0-6CB077E19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438400"/>
            <a:ext cx="40386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和門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的輸出均為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，不論輸入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如何變化，頂端的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RS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觸發器狀態保持。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701CD6CC-A5B1-3B5D-EF6C-E0C146A406F1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4191000"/>
            <a:ext cx="3581400" cy="304800"/>
            <a:chOff x="3072" y="2880"/>
            <a:chExt cx="2256" cy="192"/>
          </a:xfrm>
        </p:grpSpPr>
        <p:sp>
          <p:nvSpPr>
            <p:cNvPr id="50275" name="Line 5">
              <a:extLst>
                <a:ext uri="{FF2B5EF4-FFF2-40B4-BE49-F238E27FC236}">
                  <a16:creationId xmlns:a16="http://schemas.microsoft.com/office/drawing/2014/main" id="{BB0ABEA9-FFFA-A50C-F232-6574FCD1EC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76" name="Line 6">
              <a:extLst>
                <a:ext uri="{FF2B5EF4-FFF2-40B4-BE49-F238E27FC236}">
                  <a16:creationId xmlns:a16="http://schemas.microsoft.com/office/drawing/2014/main" id="{1B997D14-122C-9BA2-CB2D-8704DE9D2F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77" name="Line 7">
              <a:extLst>
                <a:ext uri="{FF2B5EF4-FFF2-40B4-BE49-F238E27FC236}">
                  <a16:creationId xmlns:a16="http://schemas.microsoft.com/office/drawing/2014/main" id="{9CA16F11-AD6D-4487-EC21-096CEBE4AF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7" name="组合 4">
            <a:extLst>
              <a:ext uri="{FF2B5EF4-FFF2-40B4-BE49-F238E27FC236}">
                <a16:creationId xmlns:a16="http://schemas.microsoft.com/office/drawing/2014/main" id="{9DB784C2-CF34-B804-5E2F-EB452D46642E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228725"/>
            <a:ext cx="4535487" cy="5080000"/>
            <a:chOff x="4303713" y="1601085"/>
            <a:chExt cx="4535487" cy="5080703"/>
          </a:xfrm>
        </p:grpSpPr>
        <p:grpSp>
          <p:nvGrpSpPr>
            <p:cNvPr id="50188" name="Group 139">
              <a:extLst>
                <a:ext uri="{FF2B5EF4-FFF2-40B4-BE49-F238E27FC236}">
                  <a16:creationId xmlns:a16="http://schemas.microsoft.com/office/drawing/2014/main" id="{3995D87F-5544-9072-F1EA-6600A0C84B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3713" y="1905000"/>
              <a:ext cx="4535487" cy="4776788"/>
              <a:chOff x="2448" y="1200"/>
              <a:chExt cx="2857" cy="3009"/>
            </a:xfrm>
          </p:grpSpPr>
          <p:sp>
            <p:nvSpPr>
              <p:cNvPr id="50190" name="Line 13">
                <a:extLst>
                  <a:ext uri="{FF2B5EF4-FFF2-40B4-BE49-F238E27FC236}">
                    <a16:creationId xmlns:a16="http://schemas.microsoft.com/office/drawing/2014/main" id="{8DC0FB9A-1E03-8C7E-85FC-7C05A5708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1" name="Line 14">
                <a:extLst>
                  <a:ext uri="{FF2B5EF4-FFF2-40B4-BE49-F238E27FC236}">
                    <a16:creationId xmlns:a16="http://schemas.microsoft.com/office/drawing/2014/main" id="{68921113-BE41-267D-DF74-FD747C1780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6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2" name="Line 15">
                <a:extLst>
                  <a:ext uri="{FF2B5EF4-FFF2-40B4-BE49-F238E27FC236}">
                    <a16:creationId xmlns:a16="http://schemas.microsoft.com/office/drawing/2014/main" id="{EAFEB503-4EBC-B7D9-C23A-33518AD34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9" y="1504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3" name="Line 16">
                <a:extLst>
                  <a:ext uri="{FF2B5EF4-FFF2-40B4-BE49-F238E27FC236}">
                    <a16:creationId xmlns:a16="http://schemas.microsoft.com/office/drawing/2014/main" id="{BB54E025-748E-4984-3F8A-BCA8CDF788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8" y="1504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4" name="Line 17">
                <a:extLst>
                  <a:ext uri="{FF2B5EF4-FFF2-40B4-BE49-F238E27FC236}">
                    <a16:creationId xmlns:a16="http://schemas.microsoft.com/office/drawing/2014/main" id="{7346A9BD-E403-46DA-D31B-612512F71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3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5" name="Line 18">
                <a:extLst>
                  <a:ext uri="{FF2B5EF4-FFF2-40B4-BE49-F238E27FC236}">
                    <a16:creationId xmlns:a16="http://schemas.microsoft.com/office/drawing/2014/main" id="{C3CD256E-0CB6-5816-6646-2DDED29B4F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2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6" name="Line 19">
                <a:extLst>
                  <a:ext uri="{FF2B5EF4-FFF2-40B4-BE49-F238E27FC236}">
                    <a16:creationId xmlns:a16="http://schemas.microsoft.com/office/drawing/2014/main" id="{F402E861-2C77-32F2-ECBB-24FE95BD66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1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7" name="Line 20">
                <a:extLst>
                  <a:ext uri="{FF2B5EF4-FFF2-40B4-BE49-F238E27FC236}">
                    <a16:creationId xmlns:a16="http://schemas.microsoft.com/office/drawing/2014/main" id="{DA5108C7-8217-5380-DC1F-BD837F55BB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6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8" name="Line 21">
                <a:extLst>
                  <a:ext uri="{FF2B5EF4-FFF2-40B4-BE49-F238E27FC236}">
                    <a16:creationId xmlns:a16="http://schemas.microsoft.com/office/drawing/2014/main" id="{C5880F0B-6E77-18A2-E67C-5F0B02464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6" y="3183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9" name="Line 22">
                <a:extLst>
                  <a:ext uri="{FF2B5EF4-FFF2-40B4-BE49-F238E27FC236}">
                    <a16:creationId xmlns:a16="http://schemas.microsoft.com/office/drawing/2014/main" id="{D42ED8D7-EDB9-E2A4-DFB5-7795DD24A9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183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0" name="Line 23">
                <a:extLst>
                  <a:ext uri="{FF2B5EF4-FFF2-40B4-BE49-F238E27FC236}">
                    <a16:creationId xmlns:a16="http://schemas.microsoft.com/office/drawing/2014/main" id="{C4ADBDF6-F5DE-7C76-7262-702EE3BE2E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772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1" name="Line 24">
                <a:extLst>
                  <a:ext uri="{FF2B5EF4-FFF2-40B4-BE49-F238E27FC236}">
                    <a16:creationId xmlns:a16="http://schemas.microsoft.com/office/drawing/2014/main" id="{3578C464-B4FA-EF83-0318-9995CACE5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5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2" name="Line 25">
                <a:extLst>
                  <a:ext uri="{FF2B5EF4-FFF2-40B4-BE49-F238E27FC236}">
                    <a16:creationId xmlns:a16="http://schemas.microsoft.com/office/drawing/2014/main" id="{14C39AD8-6697-582B-C884-8A10C6EDF8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3636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3" name="Line 26">
                <a:extLst>
                  <a:ext uri="{FF2B5EF4-FFF2-40B4-BE49-F238E27FC236}">
                    <a16:creationId xmlns:a16="http://schemas.microsoft.com/office/drawing/2014/main" id="{C25B9DB0-6FBE-B0A9-89C0-4F46281038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4" name="Line 27">
                <a:extLst>
                  <a:ext uri="{FF2B5EF4-FFF2-40B4-BE49-F238E27FC236}">
                    <a16:creationId xmlns:a16="http://schemas.microsoft.com/office/drawing/2014/main" id="{F7730CB1-1A1C-E025-3F5E-BB91E8BB6D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3092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5" name="Line 28">
                <a:extLst>
                  <a:ext uri="{FF2B5EF4-FFF2-40B4-BE49-F238E27FC236}">
                    <a16:creationId xmlns:a16="http://schemas.microsoft.com/office/drawing/2014/main" id="{EA23E9B0-270C-1A04-113E-A2265F5FC2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6" name="Line 29">
                <a:extLst>
                  <a:ext uri="{FF2B5EF4-FFF2-40B4-BE49-F238E27FC236}">
                    <a16:creationId xmlns:a16="http://schemas.microsoft.com/office/drawing/2014/main" id="{AC071C5B-7DD9-BBD5-725E-07CB0F5D18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772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7" name="Line 30">
                <a:extLst>
                  <a:ext uri="{FF2B5EF4-FFF2-40B4-BE49-F238E27FC236}">
                    <a16:creationId xmlns:a16="http://schemas.microsoft.com/office/drawing/2014/main" id="{B4CB7FD5-2443-C49C-0553-9018CACA69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2366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8" name="Line 31">
                <a:extLst>
                  <a:ext uri="{FF2B5EF4-FFF2-40B4-BE49-F238E27FC236}">
                    <a16:creationId xmlns:a16="http://schemas.microsoft.com/office/drawing/2014/main" id="{6E4A75C8-174D-33FD-6B21-A83788A735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36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9" name="Line 32">
                <a:extLst>
                  <a:ext uri="{FF2B5EF4-FFF2-40B4-BE49-F238E27FC236}">
                    <a16:creationId xmlns:a16="http://schemas.microsoft.com/office/drawing/2014/main" id="{1F9AABCD-A111-2E5E-3F1F-16014AA598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2366"/>
                <a:ext cx="0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0" name="Line 33">
                <a:extLst>
                  <a:ext uri="{FF2B5EF4-FFF2-40B4-BE49-F238E27FC236}">
                    <a16:creationId xmlns:a16="http://schemas.microsoft.com/office/drawing/2014/main" id="{D9F490E5-3A7D-826B-35EF-E0F970ADA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" y="2956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1" name="Line 34">
                <a:extLst>
                  <a:ext uri="{FF2B5EF4-FFF2-40B4-BE49-F238E27FC236}">
                    <a16:creationId xmlns:a16="http://schemas.microsoft.com/office/drawing/2014/main" id="{BFA8BB32-B7CF-1B5B-A15C-3EE6D8309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3" y="2865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2" name="Oval 35">
                <a:extLst>
                  <a:ext uri="{FF2B5EF4-FFF2-40B4-BE49-F238E27FC236}">
                    <a16:creationId xmlns:a16="http://schemas.microsoft.com/office/drawing/2014/main" id="{A2C16461-0CDD-6E71-BB56-74612A0B73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01" y="3137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3" name="Oval 36">
                <a:extLst>
                  <a:ext uri="{FF2B5EF4-FFF2-40B4-BE49-F238E27FC236}">
                    <a16:creationId xmlns:a16="http://schemas.microsoft.com/office/drawing/2014/main" id="{BFF9FC88-0982-C6CE-2549-E4D25A5D2D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21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4" name="Line 37">
                <a:extLst>
                  <a:ext uri="{FF2B5EF4-FFF2-40B4-BE49-F238E27FC236}">
                    <a16:creationId xmlns:a16="http://schemas.microsoft.com/office/drawing/2014/main" id="{86CEF37D-0B57-2D01-D561-85E55788B1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363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5" name="Line 38">
                <a:extLst>
                  <a:ext uri="{FF2B5EF4-FFF2-40B4-BE49-F238E27FC236}">
                    <a16:creationId xmlns:a16="http://schemas.microsoft.com/office/drawing/2014/main" id="{98D67000-073C-2463-E546-A8FB9D74A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81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6" name="Line 39">
                <a:extLst>
                  <a:ext uri="{FF2B5EF4-FFF2-40B4-BE49-F238E27FC236}">
                    <a16:creationId xmlns:a16="http://schemas.microsoft.com/office/drawing/2014/main" id="{1FE67E68-76DA-84D2-2545-761804425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366"/>
                <a:ext cx="0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7" name="Line 40">
                <a:extLst>
                  <a:ext uri="{FF2B5EF4-FFF2-40B4-BE49-F238E27FC236}">
                    <a16:creationId xmlns:a16="http://schemas.microsoft.com/office/drawing/2014/main" id="{BA2A269B-EA96-DF72-6E46-B601E59001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66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8" name="Oval 41">
                <a:extLst>
                  <a:ext uri="{FF2B5EF4-FFF2-40B4-BE49-F238E27FC236}">
                    <a16:creationId xmlns:a16="http://schemas.microsoft.com/office/drawing/2014/main" id="{CE5729FC-F63E-1C05-9E78-B510ABD715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7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9" name="Line 42">
                <a:extLst>
                  <a:ext uri="{FF2B5EF4-FFF2-40B4-BE49-F238E27FC236}">
                    <a16:creationId xmlns:a16="http://schemas.microsoft.com/office/drawing/2014/main" id="{F0BCF533-95D0-CC3C-CB02-7BBF5E0E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0" name="Oval 43">
                <a:extLst>
                  <a:ext uri="{FF2B5EF4-FFF2-40B4-BE49-F238E27FC236}">
                    <a16:creationId xmlns:a16="http://schemas.microsoft.com/office/drawing/2014/main" id="{8D251277-5CD6-F429-98F3-EC769AAD4E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07" y="3046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1" name="Oval 44">
                <a:extLst>
                  <a:ext uri="{FF2B5EF4-FFF2-40B4-BE49-F238E27FC236}">
                    <a16:creationId xmlns:a16="http://schemas.microsoft.com/office/drawing/2014/main" id="{0540EB9B-AFFD-CE45-E28A-F58EA1F685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5" y="1460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2" name="Oval 45">
                <a:extLst>
                  <a:ext uri="{FF2B5EF4-FFF2-40B4-BE49-F238E27FC236}">
                    <a16:creationId xmlns:a16="http://schemas.microsoft.com/office/drawing/2014/main" id="{865F320A-972D-BEEC-C5CA-8E6685EF6B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1459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3" name="Line 46">
                <a:extLst>
                  <a:ext uri="{FF2B5EF4-FFF2-40B4-BE49-F238E27FC236}">
                    <a16:creationId xmlns:a16="http://schemas.microsoft.com/office/drawing/2014/main" id="{91223FDE-5407-9B02-BC3B-AB6A6F96B9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4" name="Line 47">
                <a:extLst>
                  <a:ext uri="{FF2B5EF4-FFF2-40B4-BE49-F238E27FC236}">
                    <a16:creationId xmlns:a16="http://schemas.microsoft.com/office/drawing/2014/main" id="{937E8A0B-540D-DD6E-B5F0-EC169DE8A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5" name="Line 48">
                <a:extLst>
                  <a:ext uri="{FF2B5EF4-FFF2-40B4-BE49-F238E27FC236}">
                    <a16:creationId xmlns:a16="http://schemas.microsoft.com/office/drawing/2014/main" id="{F7917C19-C26F-DB95-0180-26BC32338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18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6" name="Line 49">
                <a:extLst>
                  <a:ext uri="{FF2B5EF4-FFF2-40B4-BE49-F238E27FC236}">
                    <a16:creationId xmlns:a16="http://schemas.microsoft.com/office/drawing/2014/main" id="{8BCB45E4-E054-D41D-393D-CB4FD6664C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504"/>
                <a:ext cx="31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7" name="Line 50">
                <a:extLst>
                  <a:ext uri="{FF2B5EF4-FFF2-40B4-BE49-F238E27FC236}">
                    <a16:creationId xmlns:a16="http://schemas.microsoft.com/office/drawing/2014/main" id="{2731B459-457A-F1EB-812A-B4B172BBB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18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8" name="Line 51">
                <a:extLst>
                  <a:ext uri="{FF2B5EF4-FFF2-40B4-BE49-F238E27FC236}">
                    <a16:creationId xmlns:a16="http://schemas.microsoft.com/office/drawing/2014/main" id="{F4411CC3-F63D-C7C1-D914-192879F68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1504"/>
                <a:ext cx="272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9" name="Text Box 58">
                <a:extLst>
                  <a:ext uri="{FF2B5EF4-FFF2-40B4-BE49-F238E27FC236}">
                    <a16:creationId xmlns:a16="http://schemas.microsoft.com/office/drawing/2014/main" id="{E419123D-423E-B504-D88D-2AA800089B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0230" name="Text Box 59">
                <a:extLst>
                  <a:ext uri="{FF2B5EF4-FFF2-40B4-BE49-F238E27FC236}">
                    <a16:creationId xmlns:a16="http://schemas.microsoft.com/office/drawing/2014/main" id="{4365B785-DE32-07E4-5D6E-49E17D90BA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50231" name="Text Box 60">
                <a:extLst>
                  <a:ext uri="{FF2B5EF4-FFF2-40B4-BE49-F238E27FC236}">
                    <a16:creationId xmlns:a16="http://schemas.microsoft.com/office/drawing/2014/main" id="{5F3C2A44-1A10-C63B-4A06-AB834CDBD5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0232" name="Text Box 61">
                <a:extLst>
                  <a:ext uri="{FF2B5EF4-FFF2-40B4-BE49-F238E27FC236}">
                    <a16:creationId xmlns:a16="http://schemas.microsoft.com/office/drawing/2014/main" id="{FB516E87-83AE-22F5-AF8D-093AAA643D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50233" name="Text Box 62">
                <a:extLst>
                  <a:ext uri="{FF2B5EF4-FFF2-40B4-BE49-F238E27FC236}">
                    <a16:creationId xmlns:a16="http://schemas.microsoft.com/office/drawing/2014/main" id="{FB3BFF1E-0EFC-DE54-07AC-8940033B81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0234" name="Text Box 63">
                <a:extLst>
                  <a:ext uri="{FF2B5EF4-FFF2-40B4-BE49-F238E27FC236}">
                    <a16:creationId xmlns:a16="http://schemas.microsoft.com/office/drawing/2014/main" id="{B0D85B68-906E-A705-F74C-D49E7A3109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0235" name="Text Box 64">
                <a:extLst>
                  <a:ext uri="{FF2B5EF4-FFF2-40B4-BE49-F238E27FC236}">
                    <a16:creationId xmlns:a16="http://schemas.microsoft.com/office/drawing/2014/main" id="{C4060838-B811-F367-58C8-44333D82FC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2784"/>
                <a:ext cx="35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50236" name="Text Box 65">
                <a:extLst>
                  <a:ext uri="{FF2B5EF4-FFF2-40B4-BE49-F238E27FC236}">
                    <a16:creationId xmlns:a16="http://schemas.microsoft.com/office/drawing/2014/main" id="{5BF43753-887F-4081-9A5F-455E8D2F33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392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50237" name="Text Box 66">
                <a:extLst>
                  <a:ext uri="{FF2B5EF4-FFF2-40B4-BE49-F238E27FC236}">
                    <a16:creationId xmlns:a16="http://schemas.microsoft.com/office/drawing/2014/main" id="{047FB1CD-02B2-2DD6-67B2-A6AAC29734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120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50238" name="Group 68">
                <a:extLst>
                  <a:ext uri="{FF2B5EF4-FFF2-40B4-BE49-F238E27FC236}">
                    <a16:creationId xmlns:a16="http://schemas.microsoft.com/office/drawing/2014/main" id="{24E9E674-9755-3C9D-DA53-108B1F93407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3" y="1678"/>
                <a:ext cx="462" cy="371"/>
                <a:chOff x="1482" y="1701"/>
                <a:chExt cx="462" cy="371"/>
              </a:xfrm>
            </p:grpSpPr>
            <p:sp>
              <p:nvSpPr>
                <p:cNvPr id="50270" name="AutoShape 69">
                  <a:extLst>
                    <a:ext uri="{FF2B5EF4-FFF2-40B4-BE49-F238E27FC236}">
                      <a16:creationId xmlns:a16="http://schemas.microsoft.com/office/drawing/2014/main" id="{2273CE77-F074-C667-8A65-AB713AE5FB93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71" name="Rectangle 70">
                  <a:extLst>
                    <a:ext uri="{FF2B5EF4-FFF2-40B4-BE49-F238E27FC236}">
                      <a16:creationId xmlns:a16="http://schemas.microsoft.com/office/drawing/2014/main" id="{7F14E69D-A4D3-919A-CE93-A239A5AB07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72" name="Oval 71">
                  <a:extLst>
                    <a:ext uri="{FF2B5EF4-FFF2-40B4-BE49-F238E27FC236}">
                      <a16:creationId xmlns:a16="http://schemas.microsoft.com/office/drawing/2014/main" id="{18C9D40A-200F-AE5E-0C58-C2A5EE59BD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73" name="Rectangle 72">
                  <a:extLst>
                    <a:ext uri="{FF2B5EF4-FFF2-40B4-BE49-F238E27FC236}">
                      <a16:creationId xmlns:a16="http://schemas.microsoft.com/office/drawing/2014/main" id="{D4F8096E-9A60-CF20-D4B9-3E463702C7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74" name="Oval 73">
                  <a:extLst>
                    <a:ext uri="{FF2B5EF4-FFF2-40B4-BE49-F238E27FC236}">
                      <a16:creationId xmlns:a16="http://schemas.microsoft.com/office/drawing/2014/main" id="{74B31ACC-AE94-6FD5-9430-AB7BD4DAFA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39" name="Group 74">
                <a:extLst>
                  <a:ext uri="{FF2B5EF4-FFF2-40B4-BE49-F238E27FC236}">
                    <a16:creationId xmlns:a16="http://schemas.microsoft.com/office/drawing/2014/main" id="{E5224639-7FF9-6758-6083-84F3B10E015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99" y="1686"/>
                <a:ext cx="462" cy="371"/>
                <a:chOff x="1482" y="1701"/>
                <a:chExt cx="462" cy="371"/>
              </a:xfrm>
            </p:grpSpPr>
            <p:sp>
              <p:nvSpPr>
                <p:cNvPr id="50265" name="AutoShape 75">
                  <a:extLst>
                    <a:ext uri="{FF2B5EF4-FFF2-40B4-BE49-F238E27FC236}">
                      <a16:creationId xmlns:a16="http://schemas.microsoft.com/office/drawing/2014/main" id="{B20ECD73-6D31-C6A4-6C95-769680283244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66" name="Rectangle 76">
                  <a:extLst>
                    <a:ext uri="{FF2B5EF4-FFF2-40B4-BE49-F238E27FC236}">
                      <a16:creationId xmlns:a16="http://schemas.microsoft.com/office/drawing/2014/main" id="{B093EB46-D067-C821-6422-A4EA6C4310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67" name="Oval 77">
                  <a:extLst>
                    <a:ext uri="{FF2B5EF4-FFF2-40B4-BE49-F238E27FC236}">
                      <a16:creationId xmlns:a16="http://schemas.microsoft.com/office/drawing/2014/main" id="{AFE881EC-FD6C-9511-E673-75A53E1FFE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68" name="Rectangle 78">
                  <a:extLst>
                    <a:ext uri="{FF2B5EF4-FFF2-40B4-BE49-F238E27FC236}">
                      <a16:creationId xmlns:a16="http://schemas.microsoft.com/office/drawing/2014/main" id="{0E26F2E7-C254-1335-72F9-19BB5FC09D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69" name="Oval 79">
                  <a:extLst>
                    <a:ext uri="{FF2B5EF4-FFF2-40B4-BE49-F238E27FC236}">
                      <a16:creationId xmlns:a16="http://schemas.microsoft.com/office/drawing/2014/main" id="{A59BAA0D-6E6C-1ED0-E84F-DFEE810D72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40" name="Group 80">
                <a:extLst>
                  <a:ext uri="{FF2B5EF4-FFF2-40B4-BE49-F238E27FC236}">
                    <a16:creationId xmlns:a16="http://schemas.microsoft.com/office/drawing/2014/main" id="{071512F8-E177-D841-F4BB-764951C97CD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56" y="2502"/>
                <a:ext cx="462" cy="371"/>
                <a:chOff x="1482" y="1701"/>
                <a:chExt cx="462" cy="371"/>
              </a:xfrm>
            </p:grpSpPr>
            <p:sp>
              <p:nvSpPr>
                <p:cNvPr id="50260" name="AutoShape 81">
                  <a:extLst>
                    <a:ext uri="{FF2B5EF4-FFF2-40B4-BE49-F238E27FC236}">
                      <a16:creationId xmlns:a16="http://schemas.microsoft.com/office/drawing/2014/main" id="{B731468B-4BFD-1A3F-8FFC-37CF7A1EAE45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61" name="Rectangle 82">
                  <a:extLst>
                    <a:ext uri="{FF2B5EF4-FFF2-40B4-BE49-F238E27FC236}">
                      <a16:creationId xmlns:a16="http://schemas.microsoft.com/office/drawing/2014/main" id="{15F3C717-B57A-FA3F-4A75-9123D24C44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62" name="Oval 83">
                  <a:extLst>
                    <a:ext uri="{FF2B5EF4-FFF2-40B4-BE49-F238E27FC236}">
                      <a16:creationId xmlns:a16="http://schemas.microsoft.com/office/drawing/2014/main" id="{DC5944D9-2B2E-D0B7-E2E7-4C11645172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63" name="Rectangle 84">
                  <a:extLst>
                    <a:ext uri="{FF2B5EF4-FFF2-40B4-BE49-F238E27FC236}">
                      <a16:creationId xmlns:a16="http://schemas.microsoft.com/office/drawing/2014/main" id="{041602CB-C8DC-AF52-B84F-F40DECFF01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64" name="Oval 85">
                  <a:extLst>
                    <a:ext uri="{FF2B5EF4-FFF2-40B4-BE49-F238E27FC236}">
                      <a16:creationId xmlns:a16="http://schemas.microsoft.com/office/drawing/2014/main" id="{6D6C7540-0D68-65BD-2050-6BC9F423D9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41" name="Group 86">
                <a:extLst>
                  <a:ext uri="{FF2B5EF4-FFF2-40B4-BE49-F238E27FC236}">
                    <a16:creationId xmlns:a16="http://schemas.microsoft.com/office/drawing/2014/main" id="{E154DBD5-6B26-420F-2D92-9734EA7E0BC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035" y="2494"/>
                <a:ext cx="462" cy="371"/>
                <a:chOff x="1482" y="1701"/>
                <a:chExt cx="462" cy="371"/>
              </a:xfrm>
            </p:grpSpPr>
            <p:sp>
              <p:nvSpPr>
                <p:cNvPr id="50255" name="AutoShape 87">
                  <a:extLst>
                    <a:ext uri="{FF2B5EF4-FFF2-40B4-BE49-F238E27FC236}">
                      <a16:creationId xmlns:a16="http://schemas.microsoft.com/office/drawing/2014/main" id="{D5663D81-62EB-BF00-1D5C-49D66DA89470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56" name="Rectangle 88">
                  <a:extLst>
                    <a:ext uri="{FF2B5EF4-FFF2-40B4-BE49-F238E27FC236}">
                      <a16:creationId xmlns:a16="http://schemas.microsoft.com/office/drawing/2014/main" id="{D96CABD2-97E6-667D-443E-FCD7CC02C2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57" name="Oval 89">
                  <a:extLst>
                    <a:ext uri="{FF2B5EF4-FFF2-40B4-BE49-F238E27FC236}">
                      <a16:creationId xmlns:a16="http://schemas.microsoft.com/office/drawing/2014/main" id="{45E7404A-33BE-4207-F8D3-3D5E33AD2E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58" name="Rectangle 90">
                  <a:extLst>
                    <a:ext uri="{FF2B5EF4-FFF2-40B4-BE49-F238E27FC236}">
                      <a16:creationId xmlns:a16="http://schemas.microsoft.com/office/drawing/2014/main" id="{18F440AF-270E-4741-7ADE-3DA0648018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59" name="Oval 91">
                  <a:extLst>
                    <a:ext uri="{FF2B5EF4-FFF2-40B4-BE49-F238E27FC236}">
                      <a16:creationId xmlns:a16="http://schemas.microsoft.com/office/drawing/2014/main" id="{891E6498-67B7-4D99-F345-E7E7CDDDBB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42" name="Group 93">
                <a:extLst>
                  <a:ext uri="{FF2B5EF4-FFF2-40B4-BE49-F238E27FC236}">
                    <a16:creationId xmlns:a16="http://schemas.microsoft.com/office/drawing/2014/main" id="{E7D6A643-B7F1-31F1-8275-F0238FD6A0F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11" y="3265"/>
                <a:ext cx="462" cy="371"/>
                <a:chOff x="1482" y="1701"/>
                <a:chExt cx="462" cy="371"/>
              </a:xfrm>
            </p:grpSpPr>
            <p:sp>
              <p:nvSpPr>
                <p:cNvPr id="50250" name="AutoShape 94">
                  <a:extLst>
                    <a:ext uri="{FF2B5EF4-FFF2-40B4-BE49-F238E27FC236}">
                      <a16:creationId xmlns:a16="http://schemas.microsoft.com/office/drawing/2014/main" id="{201B83D3-22D4-3508-943F-791B5D754B1D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51" name="Rectangle 95">
                  <a:extLst>
                    <a:ext uri="{FF2B5EF4-FFF2-40B4-BE49-F238E27FC236}">
                      <a16:creationId xmlns:a16="http://schemas.microsoft.com/office/drawing/2014/main" id="{187C6527-B207-6F57-4D60-973E0DAD4E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52" name="Oval 96">
                  <a:extLst>
                    <a:ext uri="{FF2B5EF4-FFF2-40B4-BE49-F238E27FC236}">
                      <a16:creationId xmlns:a16="http://schemas.microsoft.com/office/drawing/2014/main" id="{A1C207BE-CBCF-8692-6E71-43688D376A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53" name="Rectangle 97">
                  <a:extLst>
                    <a:ext uri="{FF2B5EF4-FFF2-40B4-BE49-F238E27FC236}">
                      <a16:creationId xmlns:a16="http://schemas.microsoft.com/office/drawing/2014/main" id="{83B0FEB6-BA6C-59C3-F7DD-D074183CFB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54" name="Oval 98">
                  <a:extLst>
                    <a:ext uri="{FF2B5EF4-FFF2-40B4-BE49-F238E27FC236}">
                      <a16:creationId xmlns:a16="http://schemas.microsoft.com/office/drawing/2014/main" id="{AD49F7C6-34E7-5D86-7455-FFE7BB2287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43" name="Group 100">
                <a:extLst>
                  <a:ext uri="{FF2B5EF4-FFF2-40B4-BE49-F238E27FC236}">
                    <a16:creationId xmlns:a16="http://schemas.microsoft.com/office/drawing/2014/main" id="{D8538BAC-A8CD-A8C1-EAF2-55630C12DEC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36" y="3265"/>
                <a:ext cx="462" cy="371"/>
                <a:chOff x="1482" y="1701"/>
                <a:chExt cx="462" cy="371"/>
              </a:xfrm>
            </p:grpSpPr>
            <p:sp>
              <p:nvSpPr>
                <p:cNvPr id="50245" name="AutoShape 101">
                  <a:extLst>
                    <a:ext uri="{FF2B5EF4-FFF2-40B4-BE49-F238E27FC236}">
                      <a16:creationId xmlns:a16="http://schemas.microsoft.com/office/drawing/2014/main" id="{BD44F1CE-1E96-29A1-3921-BCF01C4D26D3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46" name="Rectangle 102">
                  <a:extLst>
                    <a:ext uri="{FF2B5EF4-FFF2-40B4-BE49-F238E27FC236}">
                      <a16:creationId xmlns:a16="http://schemas.microsoft.com/office/drawing/2014/main" id="{BA7DB859-075D-E9CF-D6CE-1B98628592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47" name="Oval 103">
                  <a:extLst>
                    <a:ext uri="{FF2B5EF4-FFF2-40B4-BE49-F238E27FC236}">
                      <a16:creationId xmlns:a16="http://schemas.microsoft.com/office/drawing/2014/main" id="{FAEE91D7-22C9-A666-C1EF-69F7E0EB15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48" name="Rectangle 104">
                  <a:extLst>
                    <a:ext uri="{FF2B5EF4-FFF2-40B4-BE49-F238E27FC236}">
                      <a16:creationId xmlns:a16="http://schemas.microsoft.com/office/drawing/2014/main" id="{55A7D203-8653-3183-9E35-DAC64BBAC6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49" name="Oval 105">
                  <a:extLst>
                    <a:ext uri="{FF2B5EF4-FFF2-40B4-BE49-F238E27FC236}">
                      <a16:creationId xmlns:a16="http://schemas.microsoft.com/office/drawing/2014/main" id="{8E8509E4-4CDE-D153-DAA9-A96B533093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244" name="Line 118">
                <a:extLst>
                  <a:ext uri="{FF2B5EF4-FFF2-40B4-BE49-F238E27FC236}">
                    <a16:creationId xmlns:a16="http://schemas.microsoft.com/office/drawing/2014/main" id="{8C2B3F24-9C4A-D1A9-B2AE-A99732773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66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189" name="Rectangle 35">
              <a:extLst>
                <a:ext uri="{FF2B5EF4-FFF2-40B4-BE49-F238E27FC236}">
                  <a16:creationId xmlns:a16="http://schemas.microsoft.com/office/drawing/2014/main" id="{3D189A10-97C3-6631-6371-7C70CAFBB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199" y="1601085"/>
              <a:ext cx="609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8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8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8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8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1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944" grpId="0" autoUpdateAnimBg="0"/>
      <p:bldP spid="418946" grpId="0" autoUpdateAnimBg="0"/>
      <p:bldP spid="418949" grpId="0" autoUpdateAnimBg="0"/>
      <p:bldP spid="418950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7851F-170D-75AD-970A-3452BF35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灯片编号占位符 6">
            <a:extLst>
              <a:ext uri="{FF2B5EF4-FFF2-40B4-BE49-F238E27FC236}">
                <a16:creationId xmlns:a16="http://schemas.microsoft.com/office/drawing/2014/main" id="{291094D3-33E8-43B5-B8FA-1D4183CD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4AD3F553-76BE-4F82-B582-02A7EFC14F9C}" type="slidenum">
              <a:rPr lang="en-US" altLang="zh-CN" sz="1000" b="0" smtClean="0"/>
              <a:pPr eaLnBrk="1" hangingPunct="1">
                <a:defRPr/>
              </a:pPr>
              <a:t>43</a:t>
            </a:fld>
            <a:endParaRPr lang="en-US" altLang="zh-CN" sz="1000" b="0" dirty="0"/>
          </a:p>
        </p:txBody>
      </p:sp>
      <p:sp>
        <p:nvSpPr>
          <p:cNvPr id="154626" name="Rectangle 2">
            <a:extLst>
              <a:ext uri="{FF2B5EF4-FFF2-40B4-BE49-F238E27FC236}">
                <a16:creationId xmlns:a16="http://schemas.microsoft.com/office/drawing/2014/main" id="{E4F23A5A-8AFB-13F2-C9AC-03D58DDF2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EF233BCD-C1EC-CA46-A1AB-62F7F76BA26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974850"/>
            <a:ext cx="6033864" cy="4114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正沿</a:t>
            </a:r>
            <a:r>
              <a:rPr lang="en-US" altLang="zh-CN" sz="2800" dirty="0"/>
              <a:t>D</a:t>
            </a:r>
            <a:r>
              <a:rPr lang="zh-CN" altLang="en-US" sz="2800" dirty="0"/>
              <a:t>觸發器的功能如下</a:t>
            </a:r>
          </a:p>
        </p:txBody>
      </p:sp>
      <p:graphicFrame>
        <p:nvGraphicFramePr>
          <p:cNvPr id="154766" name="Group 142">
            <a:extLst>
              <a:ext uri="{FF2B5EF4-FFF2-40B4-BE49-F238E27FC236}">
                <a16:creationId xmlns:a16="http://schemas.microsoft.com/office/drawing/2014/main" id="{C94DD718-7F4B-E2AD-B488-7754F18C2205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420893898"/>
              </p:ext>
            </p:extLst>
          </p:nvPr>
        </p:nvGraphicFramePr>
        <p:xfrm>
          <a:off x="2627784" y="3284984"/>
          <a:ext cx="3354388" cy="1331912"/>
        </p:xfrm>
        <a:graphic>
          <a:graphicData uri="http://schemas.openxmlformats.org/drawingml/2006/table">
            <a:tbl>
              <a:tblPr/>
              <a:tblGrid>
                <a:gridCol w="1506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CP    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  Q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7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        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  D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953" name="Rectangle 35">
            <a:extLst>
              <a:ext uri="{FF2B5EF4-FFF2-40B4-BE49-F238E27FC236}">
                <a16:creationId xmlns:a16="http://schemas.microsoft.com/office/drawing/2014/main" id="{95FACB7E-3FD7-D87F-BB36-325EA4BDE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584" y="3015109"/>
            <a:ext cx="6096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_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39954" name="Rectangle 35">
            <a:extLst>
              <a:ext uri="{FF2B5EF4-FFF2-40B4-BE49-F238E27FC236}">
                <a16:creationId xmlns:a16="http://schemas.microsoft.com/office/drawing/2014/main" id="{B192B165-D7B9-FE72-036F-28621F5A3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822" y="3808859"/>
            <a:ext cx="60960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_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9955" name="文本框 5">
            <a:extLst>
              <a:ext uri="{FF2B5EF4-FFF2-40B4-BE49-F238E27FC236}">
                <a16:creationId xmlns:a16="http://schemas.microsoft.com/office/drawing/2014/main" id="{F0AB664E-C1FB-7059-D57D-BBBFFD7E1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297" y="4091434"/>
            <a:ext cx="3746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ym typeface="Symbol" panose="05050102010706020507" pitchFamily="18" charset="2"/>
              </a:rPr>
              <a:t>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665992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0F972-8EB7-E9F9-4E0E-79F92BFE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邊沿型</a:t>
            </a:r>
            <a:r>
              <a:rPr lang="en-US" altLang="zh-CN" dirty="0"/>
              <a:t>D</a:t>
            </a:r>
            <a:r>
              <a:rPr lang="zh-CN" altLang="en-US" dirty="0"/>
              <a:t>觸發器：</a:t>
            </a:r>
            <a:r>
              <a:rPr lang="en-US" altLang="zh-CN" dirty="0"/>
              <a:t>74ls74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99C924A-F45A-4B78-0AE1-4454945AA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28800"/>
            <a:ext cx="4114800" cy="284171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6830B7-7CE3-372E-C327-B16BE2B3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54595A-F773-4BF5-8683-2F619A302316}" type="slidenum">
              <a:rPr lang="en-US" altLang="zh-CN" smtClean="0"/>
              <a:pPr>
                <a:defRPr/>
              </a:pPr>
              <a:t>44</a:t>
            </a:fld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091CB6-9DDA-04CD-4C76-50A4E6FCA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625583"/>
            <a:ext cx="3276417" cy="282096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F05D124-62B2-05C9-926A-80FE9706C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4536222"/>
            <a:ext cx="5004048" cy="219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6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5">
            <a:extLst>
              <a:ext uri="{FF2B5EF4-FFF2-40B4-BE49-F238E27FC236}">
                <a16:creationId xmlns:a16="http://schemas.microsoft.com/office/drawing/2014/main" id="{DA93A2C0-BEFA-8139-5217-1B0ED842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DCDC4FC8-A9E0-45C8-A4B4-24F14791E2FC}" type="slidenum">
              <a:rPr lang="en-US" altLang="zh-CN" sz="1000" b="0" smtClean="0"/>
              <a:pPr eaLnBrk="1" hangingPunct="1">
                <a:defRPr/>
              </a:pPr>
              <a:t>45</a:t>
            </a:fld>
            <a:endParaRPr lang="en-US" altLang="zh-CN" sz="1000" b="0" dirty="0"/>
          </a:p>
        </p:txBody>
      </p:sp>
      <p:sp>
        <p:nvSpPr>
          <p:cNvPr id="419842" name="Rectangle 2">
            <a:extLst>
              <a:ext uri="{FF2B5EF4-FFF2-40B4-BE49-F238E27FC236}">
                <a16:creationId xmlns:a16="http://schemas.microsoft.com/office/drawing/2014/main" id="{6F4CAB28-2493-D2A3-96D1-613893178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19843" name="Rectangle 3">
            <a:extLst>
              <a:ext uri="{FF2B5EF4-FFF2-40B4-BE49-F238E27FC236}">
                <a16:creationId xmlns:a16="http://schemas.microsoft.com/office/drawing/2014/main" id="{E32A7ACA-BC0B-FF63-B978-95728AD1C1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24481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dirty="0"/>
              <a:t>74ls74</a:t>
            </a:r>
            <a:r>
              <a:rPr lang="zh-CN" altLang="en-US" sz="2800" dirty="0"/>
              <a:t>的功能表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328B7BB-E39F-84CC-9D45-6BC9C5A82BB6}"/>
              </a:ext>
            </a:extLst>
          </p:cNvPr>
          <p:cNvGrpSpPr/>
          <p:nvPr/>
        </p:nvGrpSpPr>
        <p:grpSpPr>
          <a:xfrm>
            <a:off x="2199928" y="1844824"/>
            <a:ext cx="4896544" cy="2446666"/>
            <a:chOff x="971600" y="2610738"/>
            <a:chExt cx="4896544" cy="2446666"/>
          </a:xfrm>
        </p:grpSpPr>
        <p:graphicFrame>
          <p:nvGraphicFramePr>
            <p:cNvPr id="4" name="Group 142">
              <a:extLst>
                <a:ext uri="{FF2B5EF4-FFF2-40B4-BE49-F238E27FC236}">
                  <a16:creationId xmlns:a16="http://schemas.microsoft.com/office/drawing/2014/main" id="{6AD2059F-E019-CF7E-2DCF-3F6DA3D4518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43503904"/>
                </p:ext>
              </p:extLst>
            </p:nvPr>
          </p:nvGraphicFramePr>
          <p:xfrm>
            <a:off x="971600" y="2924378"/>
            <a:ext cx="4896544" cy="2118904"/>
          </p:xfrm>
          <a:graphic>
            <a:graphicData uri="http://schemas.openxmlformats.org/drawingml/2006/table">
              <a:tbl>
                <a:tblPr/>
                <a:tblGrid>
                  <a:gridCol w="324036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656184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576630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CLR   PR   CP   D</a:t>
                        </a:r>
                      </a:p>
                    </a:txBody>
                    <a:tcPr marT="45713" marB="45713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Q      </a:t>
                        </a:r>
                      </a:p>
                    </a:txBody>
                    <a:tcPr marT="45713" marB="4571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286386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  <a:defRPr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0       </a:t>
                        </a: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  <a:sym typeface="Symbol" panose="05050102010706020507" pitchFamily="18" charset="2"/>
                          </a:rPr>
                          <a:t>           </a:t>
                        </a:r>
                        <a:endPara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endParaRPr>
                      </a:p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  <a:defRPr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</a:t>
                        </a: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  <a:sym typeface="Symbol" panose="05050102010706020507" pitchFamily="18" charset="2"/>
                          </a:rPr>
                          <a:t>       0           </a:t>
                        </a:r>
                        <a:endPara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endParaRPr>
                      </a:p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1       1      </a:t>
                        </a:r>
                        <a:r>
                          <a: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  <a:sym typeface="Symbol" panose="05050102010706020507" pitchFamily="18" charset="2"/>
                          </a:rPr>
                          <a:t></a:t>
                        </a: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  <a:sym typeface="Symbol" panose="05050102010706020507" pitchFamily="18" charset="2"/>
                          </a:rPr>
                          <a:t>     </a:t>
                        </a: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D</a:t>
                        </a:r>
                      </a:p>
                    </a:txBody>
                    <a:tcPr marT="45713" marB="45713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 0      1</a:t>
                        </a:r>
                      </a:p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 1      0</a:t>
                        </a:r>
                      </a:p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 D       </a:t>
                        </a:r>
                      </a:p>
                    </a:txBody>
                    <a:tcPr marT="45713" marB="4571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51207" name="Rectangle 35">
              <a:extLst>
                <a:ext uri="{FF2B5EF4-FFF2-40B4-BE49-F238E27FC236}">
                  <a16:creationId xmlns:a16="http://schemas.microsoft.com/office/drawing/2014/main" id="{3ACBA05A-4984-CB5E-05AA-F70CF377C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072" y="2610738"/>
              <a:ext cx="609600" cy="861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51208" name="Rectangle 35">
              <a:extLst>
                <a:ext uri="{FF2B5EF4-FFF2-40B4-BE49-F238E27FC236}">
                  <a16:creationId xmlns:a16="http://schemas.microsoft.com/office/drawing/2014/main" id="{169AD4B4-9D86-55B5-F2EF-29A560ED9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515" y="4259871"/>
              <a:ext cx="609600" cy="797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7E8E06-4EC9-8EBA-0A7E-31B8C1C9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1A20ABD-BC6A-441F-B955-79D3B1FDFA9D}" type="slidenum">
              <a:rPr lang="en-US" altLang="zh-CN" sz="1000" smtClean="0"/>
              <a:pPr>
                <a:defRPr/>
              </a:pPr>
              <a:t>46</a:t>
            </a:fld>
            <a:endParaRPr lang="en-US" altLang="zh-CN" sz="1000" dirty="0"/>
          </a:p>
        </p:txBody>
      </p:sp>
      <p:sp>
        <p:nvSpPr>
          <p:cNvPr id="503810" name="Rectangle 2">
            <a:extLst>
              <a:ext uri="{FF2B5EF4-FFF2-40B4-BE49-F238E27FC236}">
                <a16:creationId xmlns:a16="http://schemas.microsoft.com/office/drawing/2014/main" id="{08DA459F-F949-AD49-9766-3C13F8349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03811" name="Rectangle 3">
            <a:extLst>
              <a:ext uri="{FF2B5EF4-FFF2-40B4-BE49-F238E27FC236}">
                <a16:creationId xmlns:a16="http://schemas.microsoft.com/office/drawing/2014/main" id="{C1A64B39-851B-90F6-AC1D-A4F35EF9A5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正沿</a:t>
            </a:r>
            <a:r>
              <a:rPr lang="en-US" altLang="zh-CN" dirty="0"/>
              <a:t>D</a:t>
            </a:r>
            <a:r>
              <a:rPr lang="zh-CN" altLang="en-US" dirty="0"/>
              <a:t>觸發器的開關特性</a:t>
            </a:r>
          </a:p>
          <a:p>
            <a:pPr lvl="1" eaLnBrk="1" hangingPunct="1">
              <a:defRPr/>
            </a:pPr>
            <a:r>
              <a:rPr lang="zh-CN" altLang="en-US" b="1" dirty="0"/>
              <a:t>資料建立時間</a:t>
            </a:r>
            <a:r>
              <a:rPr lang="en-US" altLang="zh-CN" sz="3600" b="1" dirty="0" err="1"/>
              <a:t>t</a:t>
            </a:r>
            <a:r>
              <a:rPr lang="en-US" altLang="zh-CN" b="1" dirty="0" err="1"/>
              <a:t>su</a:t>
            </a:r>
            <a:r>
              <a:rPr lang="en-US" altLang="zh-CN" b="1" dirty="0"/>
              <a:t>(set up)</a:t>
            </a:r>
          </a:p>
          <a:p>
            <a:pPr lvl="1" eaLnBrk="1" hangingPunct="1">
              <a:defRPr/>
            </a:pPr>
            <a:r>
              <a:rPr lang="zh-CN" altLang="en-US" b="1" dirty="0"/>
              <a:t>資料保持時間</a:t>
            </a:r>
            <a:r>
              <a:rPr lang="en-US" altLang="zh-CN" sz="3600" b="1" dirty="0" err="1"/>
              <a:t>t</a:t>
            </a:r>
            <a:r>
              <a:rPr lang="en-US" altLang="zh-CN" b="1" baseline="-25000" dirty="0" err="1"/>
              <a:t>h</a:t>
            </a:r>
            <a:r>
              <a:rPr lang="en-US" altLang="zh-CN" b="1" dirty="0"/>
              <a:t>(hold)</a:t>
            </a:r>
          </a:p>
          <a:p>
            <a:pPr lvl="1" eaLnBrk="1" hangingPunct="1">
              <a:defRPr/>
            </a:pPr>
            <a:r>
              <a:rPr lang="zh-CN" altLang="en-US" b="1" dirty="0">
                <a:latin typeface="Georgia" panose="02040502050405020303" pitchFamily="18" charset="0"/>
              </a:rPr>
              <a:t>傳輸延遲參數</a:t>
            </a:r>
            <a:r>
              <a:rPr lang="en-US" altLang="zh-CN" sz="3600" b="1" dirty="0" err="1">
                <a:latin typeface="Georgia" panose="02040502050405020303" pitchFamily="18" charset="0"/>
              </a:rPr>
              <a:t>t</a:t>
            </a:r>
            <a:r>
              <a:rPr lang="en-US" altLang="zh-CN" b="1" dirty="0" err="1">
                <a:latin typeface="Georgia" panose="02040502050405020303" pitchFamily="18" charset="0"/>
              </a:rPr>
              <a:t>pd</a:t>
            </a:r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灯片编号占位符 5">
            <a:extLst>
              <a:ext uri="{FF2B5EF4-FFF2-40B4-BE49-F238E27FC236}">
                <a16:creationId xmlns:a16="http://schemas.microsoft.com/office/drawing/2014/main" id="{DB2E0585-3E6F-18B1-E936-3CC4F7C1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9E30D06-AC3E-402A-8FD2-FA5C8697026D}" type="slidenum">
              <a:rPr lang="en-US" altLang="zh-CN" sz="1000" smtClean="0"/>
              <a:pPr>
                <a:defRPr/>
              </a:pPr>
              <a:t>47</a:t>
            </a:fld>
            <a:endParaRPr lang="en-US" altLang="zh-CN" sz="1000" dirty="0"/>
          </a:p>
        </p:txBody>
      </p:sp>
      <p:sp>
        <p:nvSpPr>
          <p:cNvPr id="506882" name="Rectangle 2">
            <a:extLst>
              <a:ext uri="{FF2B5EF4-FFF2-40B4-BE49-F238E27FC236}">
                <a16:creationId xmlns:a16="http://schemas.microsoft.com/office/drawing/2014/main" id="{BBC4371E-69FD-D170-A726-9D98E91E88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153400" cy="1835150"/>
          </a:xfrm>
        </p:spPr>
        <p:txBody>
          <a:bodyPr/>
          <a:lstStyle/>
          <a:p>
            <a:pPr marL="609600" indent="-609600" eaLnBrk="1" hangingPunct="1">
              <a:defRPr/>
            </a:pPr>
            <a:r>
              <a:rPr lang="zh-CN" altLang="en-US" dirty="0"/>
              <a:t>正沿</a:t>
            </a:r>
            <a:r>
              <a:rPr lang="en-US" altLang="zh-CN" dirty="0"/>
              <a:t>D</a:t>
            </a:r>
            <a:r>
              <a:rPr lang="zh-CN" altLang="en-US" dirty="0"/>
              <a:t>觸發器的開關特性</a:t>
            </a:r>
          </a:p>
          <a:p>
            <a:pPr marL="914400" lvl="1" indent="-457200" eaLnBrk="1" hangingPunct="1">
              <a:spcBef>
                <a:spcPct val="0"/>
              </a:spcBef>
              <a:defRPr/>
            </a:pPr>
            <a:r>
              <a:rPr lang="zh-CN" altLang="en-US" dirty="0">
                <a:effectLst/>
                <a:latin typeface="Georgia" panose="02040502050405020303" pitchFamily="18" charset="0"/>
              </a:rPr>
              <a:t>傳輸延遲參數</a:t>
            </a:r>
            <a:r>
              <a:rPr lang="en-US" altLang="zh-CN" sz="3600" dirty="0" err="1">
                <a:effectLst/>
                <a:latin typeface="Georgia" panose="02040502050405020303" pitchFamily="18" charset="0"/>
              </a:rPr>
              <a:t>t</a:t>
            </a:r>
            <a:r>
              <a:rPr lang="en-US" altLang="zh-CN" dirty="0" err="1">
                <a:effectLst/>
                <a:latin typeface="Georgia" panose="02040502050405020303" pitchFamily="18" charset="0"/>
              </a:rPr>
              <a:t>pd</a:t>
            </a:r>
            <a:r>
              <a:rPr lang="en-US" altLang="zh-CN" dirty="0">
                <a:effectLst/>
                <a:latin typeface="Georgia" panose="02040502050405020303" pitchFamily="18" charset="0"/>
              </a:rPr>
              <a:t>(</a:t>
            </a:r>
            <a:r>
              <a:rPr lang="zh-CN" altLang="en-US" dirty="0">
                <a:effectLst/>
                <a:latin typeface="Georgia" panose="02040502050405020303" pitchFamily="18" charset="0"/>
              </a:rPr>
              <a:t>同學們自己分析）</a:t>
            </a:r>
            <a:endParaRPr lang="zh-CN" altLang="en-US" dirty="0">
              <a:effectLst/>
            </a:endParaRPr>
          </a:p>
        </p:txBody>
      </p:sp>
      <p:sp>
        <p:nvSpPr>
          <p:cNvPr id="506883" name="Rectangle 3">
            <a:extLst>
              <a:ext uri="{FF2B5EF4-FFF2-40B4-BE49-F238E27FC236}">
                <a16:creationId xmlns:a16="http://schemas.microsoft.com/office/drawing/2014/main" id="{050C0EBE-9012-BF63-AD31-5A9F11A2AA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grpSp>
        <p:nvGrpSpPr>
          <p:cNvPr id="53253" name="Group 4">
            <a:extLst>
              <a:ext uri="{FF2B5EF4-FFF2-40B4-BE49-F238E27FC236}">
                <a16:creationId xmlns:a16="http://schemas.microsoft.com/office/drawing/2014/main" id="{6D7BDFED-BF49-6BE0-4C45-E1F68E71F068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209800"/>
            <a:ext cx="1905000" cy="2332038"/>
            <a:chOff x="384" y="1392"/>
            <a:chExt cx="1200" cy="1469"/>
          </a:xfrm>
        </p:grpSpPr>
        <p:sp>
          <p:nvSpPr>
            <p:cNvPr id="506885" name="Rectangle 5">
              <a:extLst>
                <a:ext uri="{FF2B5EF4-FFF2-40B4-BE49-F238E27FC236}">
                  <a16:creationId xmlns:a16="http://schemas.microsoft.com/office/drawing/2014/main" id="{5FACCD24-29E3-682D-55D1-D4F491BA5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131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32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tp</a:t>
              </a:r>
              <a:r>
                <a:rPr lang="en-US" altLang="zh-CN" sz="32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32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HL CPQ</a:t>
              </a:r>
            </a:p>
          </p:txBody>
        </p:sp>
        <p:grpSp>
          <p:nvGrpSpPr>
            <p:cNvPr id="53336" name="Group 6">
              <a:extLst>
                <a:ext uri="{FF2B5EF4-FFF2-40B4-BE49-F238E27FC236}">
                  <a16:creationId xmlns:a16="http://schemas.microsoft.com/office/drawing/2014/main" id="{C7A2746D-E3DE-BA00-9D04-00A153880B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776"/>
              <a:ext cx="1200" cy="365"/>
              <a:chOff x="384" y="2112"/>
              <a:chExt cx="1200" cy="365"/>
            </a:xfrm>
          </p:grpSpPr>
          <p:sp>
            <p:nvSpPr>
              <p:cNvPr id="506887" name="Rectangle 7">
                <a:extLst>
                  <a:ext uri="{FF2B5EF4-FFF2-40B4-BE49-F238E27FC236}">
                    <a16:creationId xmlns:a16="http://schemas.microsoft.com/office/drawing/2014/main" id="{994A737A-D07D-3FEA-1C9E-F0AE97429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112"/>
                <a:ext cx="1200" cy="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8001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2573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1717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32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tp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3200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sym typeface="Symbol" panose="05050102010706020507" pitchFamily="18" charset="2"/>
                  </a:rPr>
                  <a:t>HL CPQ</a:t>
                </a:r>
              </a:p>
            </p:txBody>
          </p:sp>
          <p:sp>
            <p:nvSpPr>
              <p:cNvPr id="53342" name="Line 8">
                <a:extLst>
                  <a:ext uri="{FF2B5EF4-FFF2-40B4-BE49-F238E27FC236}">
                    <a16:creationId xmlns:a16="http://schemas.microsoft.com/office/drawing/2014/main" id="{9363A592-0CC8-6595-334E-78387FE67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30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337" name="Group 9">
              <a:extLst>
                <a:ext uri="{FF2B5EF4-FFF2-40B4-BE49-F238E27FC236}">
                  <a16:creationId xmlns:a16="http://schemas.microsoft.com/office/drawing/2014/main" id="{AFC5EEA7-2B56-CF6A-8CCA-197CE28175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496"/>
              <a:ext cx="1137" cy="365"/>
              <a:chOff x="384" y="2995"/>
              <a:chExt cx="1137" cy="365"/>
            </a:xfrm>
          </p:grpSpPr>
          <p:sp>
            <p:nvSpPr>
              <p:cNvPr id="506890" name="Rectangle 10">
                <a:extLst>
                  <a:ext uri="{FF2B5EF4-FFF2-40B4-BE49-F238E27FC236}">
                    <a16:creationId xmlns:a16="http://schemas.microsoft.com/office/drawing/2014/main" id="{C85494A6-633B-BD58-229D-DBC03DC9F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995"/>
                <a:ext cx="1137" cy="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8001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2573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1717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32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tp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3200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sym typeface="Symbol" panose="05050102010706020507" pitchFamily="18" charset="2"/>
                  </a:rPr>
                  <a:t>LH CPQ</a:t>
                </a:r>
              </a:p>
            </p:txBody>
          </p:sp>
          <p:sp>
            <p:nvSpPr>
              <p:cNvPr id="53340" name="Line 11">
                <a:extLst>
                  <a:ext uri="{FF2B5EF4-FFF2-40B4-BE49-F238E27FC236}">
                    <a16:creationId xmlns:a16="http://schemas.microsoft.com/office/drawing/2014/main" id="{EE7E73D0-F533-4C13-A62F-501DB2BB2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316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6892" name="Rectangle 12">
              <a:extLst>
                <a:ext uri="{FF2B5EF4-FFF2-40B4-BE49-F238E27FC236}">
                  <a16:creationId xmlns:a16="http://schemas.microsoft.com/office/drawing/2014/main" id="{5F1D96C8-E5AB-E5DF-AE13-9C906C07C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392"/>
              <a:ext cx="1137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3200" dirty="0" err="1">
                  <a:latin typeface="Times New Roman" panose="02020603050405020304" pitchFamily="18" charset="0"/>
                </a:rPr>
                <a:t>tp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LH CP</a:t>
              </a:r>
              <a:r>
                <a:rPr lang="en-US" altLang="zh-CN" sz="32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Q</a:t>
              </a:r>
            </a:p>
          </p:txBody>
        </p:sp>
      </p:grpSp>
      <p:grpSp>
        <p:nvGrpSpPr>
          <p:cNvPr id="506893" name="Group 13">
            <a:extLst>
              <a:ext uri="{FF2B5EF4-FFF2-40B4-BE49-F238E27FC236}">
                <a16:creationId xmlns:a16="http://schemas.microsoft.com/office/drawing/2014/main" id="{8658969A-B0AA-3038-0E1A-21A9B3DFBAD5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667000"/>
            <a:ext cx="4724400" cy="609600"/>
            <a:chOff x="1920" y="1680"/>
            <a:chExt cx="2976" cy="384"/>
          </a:xfrm>
        </p:grpSpPr>
        <p:sp>
          <p:nvSpPr>
            <p:cNvPr id="53327" name="Line 14">
              <a:extLst>
                <a:ext uri="{FF2B5EF4-FFF2-40B4-BE49-F238E27FC236}">
                  <a16:creationId xmlns:a16="http://schemas.microsoft.com/office/drawing/2014/main" id="{078E527D-2B03-327F-7506-42C1DA09B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6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8" name="Line 15">
              <a:extLst>
                <a:ext uri="{FF2B5EF4-FFF2-40B4-BE49-F238E27FC236}">
                  <a16:creationId xmlns:a16="http://schemas.microsoft.com/office/drawing/2014/main" id="{0BD18DA5-C130-2146-622D-E73715B258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7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9" name="Line 16">
              <a:extLst>
                <a:ext uri="{FF2B5EF4-FFF2-40B4-BE49-F238E27FC236}">
                  <a16:creationId xmlns:a16="http://schemas.microsoft.com/office/drawing/2014/main" id="{9BE2A4F3-44FC-DE0F-E849-D478037E1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72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30" name="Line 17">
              <a:extLst>
                <a:ext uri="{FF2B5EF4-FFF2-40B4-BE49-F238E27FC236}">
                  <a16:creationId xmlns:a16="http://schemas.microsoft.com/office/drawing/2014/main" id="{FF960114-13C6-36C6-8F8C-17002C72B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7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31" name="Line 18">
              <a:extLst>
                <a:ext uri="{FF2B5EF4-FFF2-40B4-BE49-F238E27FC236}">
                  <a16:creationId xmlns:a16="http://schemas.microsoft.com/office/drawing/2014/main" id="{9965ACC0-DF72-6B9A-A79D-CCAD31BEB3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7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32" name="Line 19">
              <a:extLst>
                <a:ext uri="{FF2B5EF4-FFF2-40B4-BE49-F238E27FC236}">
                  <a16:creationId xmlns:a16="http://schemas.microsoft.com/office/drawing/2014/main" id="{790CA873-1FAE-6C7F-D1CA-3B5654AE6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0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33" name="Line 20">
              <a:extLst>
                <a:ext uri="{FF2B5EF4-FFF2-40B4-BE49-F238E27FC236}">
                  <a16:creationId xmlns:a16="http://schemas.microsoft.com/office/drawing/2014/main" id="{D5B662D3-9C06-449F-18DA-D3C2B24A8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72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34" name="Rectangle 21">
              <a:extLst>
                <a:ext uri="{FF2B5EF4-FFF2-40B4-BE49-F238E27FC236}">
                  <a16:creationId xmlns:a16="http://schemas.microsoft.com/office/drawing/2014/main" id="{B619E619-C88B-8C8D-911A-6A1EB5C9E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680"/>
              <a:ext cx="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</a:rPr>
                <a:t>CP</a:t>
              </a:r>
            </a:p>
          </p:txBody>
        </p:sp>
      </p:grpSp>
      <p:sp>
        <p:nvSpPr>
          <p:cNvPr id="506902" name="Line 22">
            <a:extLst>
              <a:ext uri="{FF2B5EF4-FFF2-40B4-BE49-F238E27FC236}">
                <a16:creationId xmlns:a16="http://schemas.microsoft.com/office/drawing/2014/main" id="{FCBEFDE7-A106-C8C1-10C2-197692B2A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590800"/>
            <a:ext cx="0" cy="1524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6903" name="Line 23">
            <a:extLst>
              <a:ext uri="{FF2B5EF4-FFF2-40B4-BE49-F238E27FC236}">
                <a16:creationId xmlns:a16="http://schemas.microsoft.com/office/drawing/2014/main" id="{F412278C-CECA-1DF2-5ED4-110BEBF780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667000"/>
            <a:ext cx="0" cy="3810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6904" name="Line 24">
            <a:extLst>
              <a:ext uri="{FF2B5EF4-FFF2-40B4-BE49-F238E27FC236}">
                <a16:creationId xmlns:a16="http://schemas.microsoft.com/office/drawing/2014/main" id="{B446E730-FB0F-1939-E76D-F02A92BAD6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667000"/>
            <a:ext cx="0" cy="1524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6905" name="Line 25">
            <a:extLst>
              <a:ext uri="{FF2B5EF4-FFF2-40B4-BE49-F238E27FC236}">
                <a16:creationId xmlns:a16="http://schemas.microsoft.com/office/drawing/2014/main" id="{F4B9C4FC-7F56-F615-81EC-2AD6267BCA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667000"/>
            <a:ext cx="0" cy="3810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6906" name="Line 26">
            <a:extLst>
              <a:ext uri="{FF2B5EF4-FFF2-40B4-BE49-F238E27FC236}">
                <a16:creationId xmlns:a16="http://schemas.microsoft.com/office/drawing/2014/main" id="{F5D7705F-EF47-B70B-C363-5E5F5223EC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667000"/>
            <a:ext cx="0" cy="1524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6907" name="Line 27">
            <a:extLst>
              <a:ext uri="{FF2B5EF4-FFF2-40B4-BE49-F238E27FC236}">
                <a16:creationId xmlns:a16="http://schemas.microsoft.com/office/drawing/2014/main" id="{90429AE2-3AEC-C245-48DD-4EC16BDB71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667000"/>
            <a:ext cx="0" cy="1524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6908" name="Group 28">
            <a:extLst>
              <a:ext uri="{FF2B5EF4-FFF2-40B4-BE49-F238E27FC236}">
                <a16:creationId xmlns:a16="http://schemas.microsoft.com/office/drawing/2014/main" id="{0E388423-BCD9-5A82-3E09-9DF55685870B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473450"/>
            <a:ext cx="3200400" cy="673100"/>
            <a:chOff x="2208" y="2188"/>
            <a:chExt cx="2016" cy="424"/>
          </a:xfrm>
        </p:grpSpPr>
        <p:sp>
          <p:nvSpPr>
            <p:cNvPr id="53323" name="Rectangle 29">
              <a:extLst>
                <a:ext uri="{FF2B5EF4-FFF2-40B4-BE49-F238E27FC236}">
                  <a16:creationId xmlns:a16="http://schemas.microsoft.com/office/drawing/2014/main" id="{B313490C-D3D1-458B-5EF7-F2E7FAB16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2188"/>
              <a:ext cx="39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3600" b="1" dirty="0" err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dirty="0" err="1">
                  <a:latin typeface="Times New Roman" panose="02020603050405020304" pitchFamily="18" charset="0"/>
                </a:rPr>
                <a:t>su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3324" name="Line 30">
              <a:extLst>
                <a:ext uri="{FF2B5EF4-FFF2-40B4-BE49-F238E27FC236}">
                  <a16:creationId xmlns:a16="http://schemas.microsoft.com/office/drawing/2014/main" id="{58C0AA96-B4AA-7BAC-AE35-5AB622F61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592"/>
              <a:ext cx="336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5" name="Line 31">
              <a:extLst>
                <a:ext uri="{FF2B5EF4-FFF2-40B4-BE49-F238E27FC236}">
                  <a16:creationId xmlns:a16="http://schemas.microsoft.com/office/drawing/2014/main" id="{F9F4FCAF-95D0-DABA-C0D5-EE6C71C8A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592"/>
              <a:ext cx="24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6" name="Rectangle 32">
              <a:extLst>
                <a:ext uri="{FF2B5EF4-FFF2-40B4-BE49-F238E27FC236}">
                  <a16:creationId xmlns:a16="http://schemas.microsoft.com/office/drawing/2014/main" id="{FD3B1A19-7105-683C-C362-1F8FA5068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208"/>
              <a:ext cx="39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3600" b="1" dirty="0" err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dirty="0" err="1">
                  <a:latin typeface="Times New Roman" panose="02020603050405020304" pitchFamily="18" charset="0"/>
                </a:rPr>
                <a:t>su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06913" name="Group 33">
            <a:extLst>
              <a:ext uri="{FF2B5EF4-FFF2-40B4-BE49-F238E27FC236}">
                <a16:creationId xmlns:a16="http://schemas.microsoft.com/office/drawing/2014/main" id="{E566657A-BE08-EA2A-F127-7264EA29576E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3535363"/>
            <a:ext cx="3003550" cy="655637"/>
            <a:chOff x="2544" y="2227"/>
            <a:chExt cx="1892" cy="413"/>
          </a:xfrm>
        </p:grpSpPr>
        <p:sp>
          <p:nvSpPr>
            <p:cNvPr id="53319" name="Rectangle 34">
              <a:extLst>
                <a:ext uri="{FF2B5EF4-FFF2-40B4-BE49-F238E27FC236}">
                  <a16:creationId xmlns:a16="http://schemas.microsoft.com/office/drawing/2014/main" id="{E9967090-5977-304F-691E-8D3E934A7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275"/>
              <a:ext cx="3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 err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dirty="0" err="1">
                  <a:latin typeface="Times New Roman" panose="02020603050405020304" pitchFamily="18" charset="0"/>
                </a:rPr>
                <a:t>h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3320" name="Line 35">
              <a:extLst>
                <a:ext uri="{FF2B5EF4-FFF2-40B4-BE49-F238E27FC236}">
                  <a16:creationId xmlns:a16="http://schemas.microsoft.com/office/drawing/2014/main" id="{63DDAFE0-8156-DAA4-A75D-8A5D0EFB36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592"/>
              <a:ext cx="288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1" name="Line 36">
              <a:extLst>
                <a:ext uri="{FF2B5EF4-FFF2-40B4-BE49-F238E27FC236}">
                  <a16:creationId xmlns:a16="http://schemas.microsoft.com/office/drawing/2014/main" id="{D3876218-6856-979F-66AA-ED86CD965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592"/>
              <a:ext cx="288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2" name="Rectangle 37">
              <a:extLst>
                <a:ext uri="{FF2B5EF4-FFF2-40B4-BE49-F238E27FC236}">
                  <a16:creationId xmlns:a16="http://schemas.microsoft.com/office/drawing/2014/main" id="{1E3007EF-A516-F77A-F151-5754A11A2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27"/>
              <a:ext cx="3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 err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dirty="0" err="1">
                  <a:latin typeface="Times New Roman" panose="02020603050405020304" pitchFamily="18" charset="0"/>
                </a:rPr>
                <a:t>h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06918" name="Line 38">
            <a:extLst>
              <a:ext uri="{FF2B5EF4-FFF2-40B4-BE49-F238E27FC236}">
                <a16:creationId xmlns:a16="http://schemas.microsoft.com/office/drawing/2014/main" id="{6133D71B-5001-4C95-AA70-533C37BF39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724400"/>
            <a:ext cx="0" cy="762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6919" name="Group 39">
            <a:extLst>
              <a:ext uri="{FF2B5EF4-FFF2-40B4-BE49-F238E27FC236}">
                <a16:creationId xmlns:a16="http://schemas.microsoft.com/office/drawing/2014/main" id="{78B8623A-13FD-013C-46F0-EB1C4A470A7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4267200"/>
            <a:ext cx="1804988" cy="838200"/>
            <a:chOff x="2160" y="2688"/>
            <a:chExt cx="1137" cy="528"/>
          </a:xfrm>
        </p:grpSpPr>
        <p:sp>
          <p:nvSpPr>
            <p:cNvPr id="506920" name="Rectangle 40">
              <a:extLst>
                <a:ext uri="{FF2B5EF4-FFF2-40B4-BE49-F238E27FC236}">
                  <a16:creationId xmlns:a16="http://schemas.microsoft.com/office/drawing/2014/main" id="{6A6DBB06-6D65-3C08-5600-0CB03F2FB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688"/>
              <a:ext cx="1137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3200" dirty="0" err="1">
                  <a:latin typeface="Times New Roman" panose="02020603050405020304" pitchFamily="18" charset="0"/>
                </a:rPr>
                <a:t>tp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LH CP</a:t>
              </a:r>
              <a:r>
                <a:rPr lang="en-US" altLang="zh-CN" sz="32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Q</a:t>
              </a:r>
            </a:p>
          </p:txBody>
        </p:sp>
        <p:grpSp>
          <p:nvGrpSpPr>
            <p:cNvPr id="53316" name="Group 41">
              <a:extLst>
                <a:ext uri="{FF2B5EF4-FFF2-40B4-BE49-F238E27FC236}">
                  <a16:creationId xmlns:a16="http://schemas.microsoft.com/office/drawing/2014/main" id="{0F56E8C0-F7C5-E052-A6E0-75BDD715E4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3216"/>
              <a:ext cx="624" cy="0"/>
              <a:chOff x="528" y="3360"/>
              <a:chExt cx="624" cy="0"/>
            </a:xfrm>
          </p:grpSpPr>
          <p:sp>
            <p:nvSpPr>
              <p:cNvPr id="53317" name="Line 42">
                <a:extLst>
                  <a:ext uri="{FF2B5EF4-FFF2-40B4-BE49-F238E27FC236}">
                    <a16:creationId xmlns:a16="http://schemas.microsoft.com/office/drawing/2014/main" id="{2877F67F-4DE1-D402-5160-ADE1776C42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360"/>
                <a:ext cx="240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8" name="Line 43">
                <a:extLst>
                  <a:ext uri="{FF2B5EF4-FFF2-40B4-BE49-F238E27FC236}">
                    <a16:creationId xmlns:a16="http://schemas.microsoft.com/office/drawing/2014/main" id="{ECC23991-E018-9F52-35F8-F8B43486C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2" y="3360"/>
                <a:ext cx="240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06924" name="Line 44">
            <a:extLst>
              <a:ext uri="{FF2B5EF4-FFF2-40B4-BE49-F238E27FC236}">
                <a16:creationId xmlns:a16="http://schemas.microsoft.com/office/drawing/2014/main" id="{B4D0490D-02A5-3685-C426-8E458090E1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5486400"/>
            <a:ext cx="0" cy="10668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6925" name="Group 45">
            <a:extLst>
              <a:ext uri="{FF2B5EF4-FFF2-40B4-BE49-F238E27FC236}">
                <a16:creationId xmlns:a16="http://schemas.microsoft.com/office/drawing/2014/main" id="{AA6AD9F0-C76E-60C4-87C7-49A976342C30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5943600"/>
            <a:ext cx="1905000" cy="838200"/>
            <a:chOff x="2208" y="3744"/>
            <a:chExt cx="1200" cy="528"/>
          </a:xfrm>
        </p:grpSpPr>
        <p:grpSp>
          <p:nvGrpSpPr>
            <p:cNvPr id="53309" name="Group 46">
              <a:extLst>
                <a:ext uri="{FF2B5EF4-FFF2-40B4-BE49-F238E27FC236}">
                  <a16:creationId xmlns:a16="http://schemas.microsoft.com/office/drawing/2014/main" id="{009C1816-7D71-7964-94AF-FCF767F78D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3744"/>
              <a:ext cx="720" cy="0"/>
              <a:chOff x="2352" y="3744"/>
              <a:chExt cx="720" cy="0"/>
            </a:xfrm>
          </p:grpSpPr>
          <p:sp>
            <p:nvSpPr>
              <p:cNvPr id="53313" name="Line 47">
                <a:extLst>
                  <a:ext uri="{FF2B5EF4-FFF2-40B4-BE49-F238E27FC236}">
                    <a16:creationId xmlns:a16="http://schemas.microsoft.com/office/drawing/2014/main" id="{7422827A-1002-4074-C874-FDF4B148A7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744"/>
                <a:ext cx="240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4" name="Line 48">
                <a:extLst>
                  <a:ext uri="{FF2B5EF4-FFF2-40B4-BE49-F238E27FC236}">
                    <a16:creationId xmlns:a16="http://schemas.microsoft.com/office/drawing/2014/main" id="{48F2F286-4B6D-8E18-EE88-C8A6BB10E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32" y="3744"/>
                <a:ext cx="240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310" name="Group 49">
              <a:extLst>
                <a:ext uri="{FF2B5EF4-FFF2-40B4-BE49-F238E27FC236}">
                  <a16:creationId xmlns:a16="http://schemas.microsoft.com/office/drawing/2014/main" id="{EC1E67EA-E760-32FF-CD83-B67657C16C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3907"/>
              <a:ext cx="1200" cy="365"/>
              <a:chOff x="384" y="2112"/>
              <a:chExt cx="1200" cy="365"/>
            </a:xfrm>
          </p:grpSpPr>
          <p:sp>
            <p:nvSpPr>
              <p:cNvPr id="506930" name="Rectangle 50">
                <a:extLst>
                  <a:ext uri="{FF2B5EF4-FFF2-40B4-BE49-F238E27FC236}">
                    <a16:creationId xmlns:a16="http://schemas.microsoft.com/office/drawing/2014/main" id="{50446C58-B1D6-128B-3DC6-882EF88D6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112"/>
                <a:ext cx="1200" cy="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8001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2573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1717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32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tp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3200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sym typeface="Symbol" panose="05050102010706020507" pitchFamily="18" charset="2"/>
                  </a:rPr>
                  <a:t>HL CPQ</a:t>
                </a:r>
              </a:p>
            </p:txBody>
          </p:sp>
          <p:sp>
            <p:nvSpPr>
              <p:cNvPr id="53312" name="Line 51">
                <a:extLst>
                  <a:ext uri="{FF2B5EF4-FFF2-40B4-BE49-F238E27FC236}">
                    <a16:creationId xmlns:a16="http://schemas.microsoft.com/office/drawing/2014/main" id="{8AD04C78-311A-26DD-991A-CA8AAE10A2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30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06932" name="Line 52">
            <a:extLst>
              <a:ext uri="{FF2B5EF4-FFF2-40B4-BE49-F238E27FC236}">
                <a16:creationId xmlns:a16="http://schemas.microsoft.com/office/drawing/2014/main" id="{92C32176-C9CA-B88F-4ADA-8817B942F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5638800"/>
            <a:ext cx="0" cy="762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6933" name="Line 53">
            <a:extLst>
              <a:ext uri="{FF2B5EF4-FFF2-40B4-BE49-F238E27FC236}">
                <a16:creationId xmlns:a16="http://schemas.microsoft.com/office/drawing/2014/main" id="{C52D757D-2D66-E05A-AD89-36E456BBC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4724400"/>
            <a:ext cx="0" cy="762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6934" name="Group 54">
            <a:extLst>
              <a:ext uri="{FF2B5EF4-FFF2-40B4-BE49-F238E27FC236}">
                <a16:creationId xmlns:a16="http://schemas.microsoft.com/office/drawing/2014/main" id="{28CA01BA-9F18-1AAA-B7C9-B2C731680C22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4267200"/>
            <a:ext cx="1828800" cy="914400"/>
            <a:chOff x="4032" y="2688"/>
            <a:chExt cx="1152" cy="576"/>
          </a:xfrm>
        </p:grpSpPr>
        <p:sp>
          <p:nvSpPr>
            <p:cNvPr id="506935" name="Rectangle 55">
              <a:extLst>
                <a:ext uri="{FF2B5EF4-FFF2-40B4-BE49-F238E27FC236}">
                  <a16:creationId xmlns:a16="http://schemas.microsoft.com/office/drawing/2014/main" id="{08B2C07A-60EC-A54F-DA9F-26170105F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688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32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tp</a:t>
              </a:r>
              <a:r>
                <a:rPr lang="en-US" altLang="zh-CN" sz="32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32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HL CPQ</a:t>
              </a:r>
            </a:p>
          </p:txBody>
        </p:sp>
        <p:sp>
          <p:nvSpPr>
            <p:cNvPr id="53308" name="Line 56">
              <a:extLst>
                <a:ext uri="{FF2B5EF4-FFF2-40B4-BE49-F238E27FC236}">
                  <a16:creationId xmlns:a16="http://schemas.microsoft.com/office/drawing/2014/main" id="{10541923-4C1B-19B1-B052-14BC53CCF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3264"/>
              <a:ext cx="576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6937" name="Group 57">
            <a:extLst>
              <a:ext uri="{FF2B5EF4-FFF2-40B4-BE49-F238E27FC236}">
                <a16:creationId xmlns:a16="http://schemas.microsoft.com/office/drawing/2014/main" id="{446697C8-190D-2FA0-F207-1D53DE12D646}"/>
              </a:ext>
            </a:extLst>
          </p:cNvPr>
          <p:cNvGrpSpPr>
            <a:grpSpLocks/>
          </p:cNvGrpSpPr>
          <p:nvPr/>
        </p:nvGrpSpPr>
        <p:grpSpPr bwMode="auto">
          <a:xfrm>
            <a:off x="6348413" y="5943600"/>
            <a:ext cx="1804987" cy="884238"/>
            <a:chOff x="3999" y="3744"/>
            <a:chExt cx="1137" cy="557"/>
          </a:xfrm>
        </p:grpSpPr>
        <p:sp>
          <p:nvSpPr>
            <p:cNvPr id="53303" name="Line 58">
              <a:extLst>
                <a:ext uri="{FF2B5EF4-FFF2-40B4-BE49-F238E27FC236}">
                  <a16:creationId xmlns:a16="http://schemas.microsoft.com/office/drawing/2014/main" id="{66A4EFDB-AC91-01EE-E5A3-B8D04D314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3744"/>
              <a:ext cx="432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304" name="Group 59">
              <a:extLst>
                <a:ext uri="{FF2B5EF4-FFF2-40B4-BE49-F238E27FC236}">
                  <a16:creationId xmlns:a16="http://schemas.microsoft.com/office/drawing/2014/main" id="{A185D963-2944-7D06-7CCC-A7E0C5A85D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9" y="3936"/>
              <a:ext cx="1137" cy="365"/>
              <a:chOff x="384" y="2995"/>
              <a:chExt cx="1137" cy="365"/>
            </a:xfrm>
          </p:grpSpPr>
          <p:sp>
            <p:nvSpPr>
              <p:cNvPr id="506940" name="Rectangle 60">
                <a:extLst>
                  <a:ext uri="{FF2B5EF4-FFF2-40B4-BE49-F238E27FC236}">
                    <a16:creationId xmlns:a16="http://schemas.microsoft.com/office/drawing/2014/main" id="{48E603F2-5868-F08E-7FEA-AC2A5F06B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995"/>
                <a:ext cx="1137" cy="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8001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2573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1717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32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tp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3200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sym typeface="Symbol" panose="05050102010706020507" pitchFamily="18" charset="2"/>
                  </a:rPr>
                  <a:t>LH CPQ</a:t>
                </a:r>
              </a:p>
            </p:txBody>
          </p:sp>
          <p:sp>
            <p:nvSpPr>
              <p:cNvPr id="53306" name="Line 61">
                <a:extLst>
                  <a:ext uri="{FF2B5EF4-FFF2-40B4-BE49-F238E27FC236}">
                    <a16:creationId xmlns:a16="http://schemas.microsoft.com/office/drawing/2014/main" id="{0DA0A26E-3F18-5F25-F8AF-4FC88884B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316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06942" name="Group 62">
            <a:extLst>
              <a:ext uri="{FF2B5EF4-FFF2-40B4-BE49-F238E27FC236}">
                <a16:creationId xmlns:a16="http://schemas.microsoft.com/office/drawing/2014/main" id="{DB19D96F-5E78-126A-17DE-0C9617DC60EB}"/>
              </a:ext>
            </a:extLst>
          </p:cNvPr>
          <p:cNvGrpSpPr>
            <a:grpSpLocks/>
          </p:cNvGrpSpPr>
          <p:nvPr/>
        </p:nvGrpSpPr>
        <p:grpSpPr bwMode="auto">
          <a:xfrm>
            <a:off x="2900363" y="3505200"/>
            <a:ext cx="4491037" cy="609600"/>
            <a:chOff x="1827" y="2208"/>
            <a:chExt cx="2829" cy="384"/>
          </a:xfrm>
        </p:grpSpPr>
        <p:grpSp>
          <p:nvGrpSpPr>
            <p:cNvPr id="53290" name="Group 63">
              <a:extLst>
                <a:ext uri="{FF2B5EF4-FFF2-40B4-BE49-F238E27FC236}">
                  <a16:creationId xmlns:a16="http://schemas.microsoft.com/office/drawing/2014/main" id="{519A87F6-E7C9-D40B-BCAF-2B1FD9C24C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208"/>
              <a:ext cx="2544" cy="336"/>
              <a:chOff x="2112" y="2208"/>
              <a:chExt cx="2544" cy="336"/>
            </a:xfrm>
          </p:grpSpPr>
          <p:sp>
            <p:nvSpPr>
              <p:cNvPr id="53292" name="Line 64">
                <a:extLst>
                  <a:ext uri="{FF2B5EF4-FFF2-40B4-BE49-F238E27FC236}">
                    <a16:creationId xmlns:a16="http://schemas.microsoft.com/office/drawing/2014/main" id="{456C9BB2-4058-2829-760C-BBA62FB77A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25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3" name="Line 65">
                <a:extLst>
                  <a:ext uri="{FF2B5EF4-FFF2-40B4-BE49-F238E27FC236}">
                    <a16:creationId xmlns:a16="http://schemas.microsoft.com/office/drawing/2014/main" id="{9B1EA571-BEEF-3649-730D-C24B53BB79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6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4" name="Line 66">
                <a:extLst>
                  <a:ext uri="{FF2B5EF4-FFF2-40B4-BE49-F238E27FC236}">
                    <a16:creationId xmlns:a16="http://schemas.microsoft.com/office/drawing/2014/main" id="{B3471E54-FCD7-3BF5-10BD-71FA284646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220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5" name="Line 67">
                <a:extLst>
                  <a:ext uri="{FF2B5EF4-FFF2-40B4-BE49-F238E27FC236}">
                    <a16:creationId xmlns:a16="http://schemas.microsoft.com/office/drawing/2014/main" id="{2EF7B5F1-E6D9-4482-7BBA-B3B09E84F8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6" name="Line 68">
                <a:extLst>
                  <a:ext uri="{FF2B5EF4-FFF2-40B4-BE49-F238E27FC236}">
                    <a16:creationId xmlns:a16="http://schemas.microsoft.com/office/drawing/2014/main" id="{EF1139D9-5C76-21E6-5136-2FE90DC219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25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7" name="Line 69">
                <a:extLst>
                  <a:ext uri="{FF2B5EF4-FFF2-40B4-BE49-F238E27FC236}">
                    <a16:creationId xmlns:a16="http://schemas.microsoft.com/office/drawing/2014/main" id="{EDDB531D-BE5B-0E6A-237F-A3B07CD85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2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8" name="Line 70">
                <a:extLst>
                  <a:ext uri="{FF2B5EF4-FFF2-40B4-BE49-F238E27FC236}">
                    <a16:creationId xmlns:a16="http://schemas.microsoft.com/office/drawing/2014/main" id="{FB77B594-7C0C-8664-49BF-EA7DE24750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2208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9" name="Line 71">
                <a:extLst>
                  <a:ext uri="{FF2B5EF4-FFF2-40B4-BE49-F238E27FC236}">
                    <a16:creationId xmlns:a16="http://schemas.microsoft.com/office/drawing/2014/main" id="{3CF94EE8-FEB4-C912-8618-1713477333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0" name="Line 72">
                <a:extLst>
                  <a:ext uri="{FF2B5EF4-FFF2-40B4-BE49-F238E27FC236}">
                    <a16:creationId xmlns:a16="http://schemas.microsoft.com/office/drawing/2014/main" id="{3CF490B4-DF73-8320-3064-7C494CB750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2544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1" name="Line 73">
                <a:extLst>
                  <a:ext uri="{FF2B5EF4-FFF2-40B4-BE49-F238E27FC236}">
                    <a16:creationId xmlns:a16="http://schemas.microsoft.com/office/drawing/2014/main" id="{36B57769-DC0F-49B6-8594-363C29570A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2" name="Line 74">
                <a:extLst>
                  <a:ext uri="{FF2B5EF4-FFF2-40B4-BE49-F238E27FC236}">
                    <a16:creationId xmlns:a16="http://schemas.microsoft.com/office/drawing/2014/main" id="{597638F3-1F56-9B6F-2B80-676630254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220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91" name="Rectangle 75">
              <a:extLst>
                <a:ext uri="{FF2B5EF4-FFF2-40B4-BE49-F238E27FC236}">
                  <a16:creationId xmlns:a16="http://schemas.microsoft.com/office/drawing/2014/main" id="{300774BD-984F-6003-D863-87590864F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7" y="2227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506956" name="Group 76">
            <a:extLst>
              <a:ext uri="{FF2B5EF4-FFF2-40B4-BE49-F238E27FC236}">
                <a16:creationId xmlns:a16="http://schemas.microsoft.com/office/drawing/2014/main" id="{8BDD024B-E303-4BF7-8047-4C20A6963832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876800"/>
            <a:ext cx="4953000" cy="609600"/>
            <a:chOff x="1824" y="3072"/>
            <a:chExt cx="3120" cy="384"/>
          </a:xfrm>
        </p:grpSpPr>
        <p:grpSp>
          <p:nvGrpSpPr>
            <p:cNvPr id="53283" name="Group 77">
              <a:extLst>
                <a:ext uri="{FF2B5EF4-FFF2-40B4-BE49-F238E27FC236}">
                  <a16:creationId xmlns:a16="http://schemas.microsoft.com/office/drawing/2014/main" id="{D79FF8DA-1B56-6529-6EAC-E5B73B0E30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3072"/>
              <a:ext cx="2880" cy="336"/>
              <a:chOff x="2064" y="3072"/>
              <a:chExt cx="2880" cy="336"/>
            </a:xfrm>
          </p:grpSpPr>
          <p:sp>
            <p:nvSpPr>
              <p:cNvPr id="53285" name="Line 78">
                <a:extLst>
                  <a:ext uri="{FF2B5EF4-FFF2-40B4-BE49-F238E27FC236}">
                    <a16:creationId xmlns:a16="http://schemas.microsoft.com/office/drawing/2014/main" id="{A5C2F3B5-E93A-3735-417B-0B4FE44AAB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408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6" name="Line 79">
                <a:extLst>
                  <a:ext uri="{FF2B5EF4-FFF2-40B4-BE49-F238E27FC236}">
                    <a16:creationId xmlns:a16="http://schemas.microsoft.com/office/drawing/2014/main" id="{0039C0E2-E7F2-C2A3-38A3-D70DF52EDC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6" y="307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7" name="Line 80">
                <a:extLst>
                  <a:ext uri="{FF2B5EF4-FFF2-40B4-BE49-F238E27FC236}">
                    <a16:creationId xmlns:a16="http://schemas.microsoft.com/office/drawing/2014/main" id="{F3CE8465-EE9E-43D6-66DC-7C233ED1B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3072"/>
                <a:ext cx="19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8" name="Line 81">
                <a:extLst>
                  <a:ext uri="{FF2B5EF4-FFF2-40B4-BE49-F238E27FC236}">
                    <a16:creationId xmlns:a16="http://schemas.microsoft.com/office/drawing/2014/main" id="{B8A041F1-1097-6A5C-E247-DA21BB430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07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9" name="Line 82">
                <a:extLst>
                  <a:ext uri="{FF2B5EF4-FFF2-40B4-BE49-F238E27FC236}">
                    <a16:creationId xmlns:a16="http://schemas.microsoft.com/office/drawing/2014/main" id="{A47F881A-BA12-8657-4AAC-B87E7F9E1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40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84" name="Rectangle 83">
              <a:extLst>
                <a:ext uri="{FF2B5EF4-FFF2-40B4-BE49-F238E27FC236}">
                  <a16:creationId xmlns:a16="http://schemas.microsoft.com/office/drawing/2014/main" id="{DE017E3B-F2C6-2E92-D9E8-CED6F928B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091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506964" name="Group 84">
            <a:extLst>
              <a:ext uri="{FF2B5EF4-FFF2-40B4-BE49-F238E27FC236}">
                <a16:creationId xmlns:a16="http://schemas.microsoft.com/office/drawing/2014/main" id="{89AD4EEB-AF6B-B944-9860-8518849F428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5562600"/>
            <a:ext cx="4953000" cy="609600"/>
            <a:chOff x="1824" y="3504"/>
            <a:chExt cx="3120" cy="384"/>
          </a:xfrm>
        </p:grpSpPr>
        <p:grpSp>
          <p:nvGrpSpPr>
            <p:cNvPr id="53274" name="Group 85">
              <a:extLst>
                <a:ext uri="{FF2B5EF4-FFF2-40B4-BE49-F238E27FC236}">
                  <a16:creationId xmlns:a16="http://schemas.microsoft.com/office/drawing/2014/main" id="{CDE5AB78-820C-32BA-5390-F1B3AFDD96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3552"/>
              <a:ext cx="2736" cy="336"/>
              <a:chOff x="2208" y="3552"/>
              <a:chExt cx="2736" cy="336"/>
            </a:xfrm>
          </p:grpSpPr>
          <p:sp>
            <p:nvSpPr>
              <p:cNvPr id="53278" name="Line 86">
                <a:extLst>
                  <a:ext uri="{FF2B5EF4-FFF2-40B4-BE49-F238E27FC236}">
                    <a16:creationId xmlns:a16="http://schemas.microsoft.com/office/drawing/2014/main" id="{A65F2B3D-3C18-2B3F-1EC7-179279F3DD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552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9" name="Line 87">
                <a:extLst>
                  <a:ext uri="{FF2B5EF4-FFF2-40B4-BE49-F238E27FC236}">
                    <a16:creationId xmlns:a16="http://schemas.microsoft.com/office/drawing/2014/main" id="{9EF0032D-D2B8-C5E5-89F0-575314A646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355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0" name="Line 88">
                <a:extLst>
                  <a:ext uri="{FF2B5EF4-FFF2-40B4-BE49-F238E27FC236}">
                    <a16:creationId xmlns:a16="http://schemas.microsoft.com/office/drawing/2014/main" id="{041A3296-9ECF-A8A3-2B44-E878F2D2C8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388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1" name="Line 89">
                <a:extLst>
                  <a:ext uri="{FF2B5EF4-FFF2-40B4-BE49-F238E27FC236}">
                    <a16:creationId xmlns:a16="http://schemas.microsoft.com/office/drawing/2014/main" id="{7FC423F0-61E6-0509-7FA1-0B3BE59CF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0" y="355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2" name="Line 90">
                <a:extLst>
                  <a:ext uri="{FF2B5EF4-FFF2-40B4-BE49-F238E27FC236}">
                    <a16:creationId xmlns:a16="http://schemas.microsoft.com/office/drawing/2014/main" id="{35F713A4-A6F4-80AE-46DC-258E51F669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0" y="355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275" name="Group 91">
              <a:extLst>
                <a:ext uri="{FF2B5EF4-FFF2-40B4-BE49-F238E27FC236}">
                  <a16:creationId xmlns:a16="http://schemas.microsoft.com/office/drawing/2014/main" id="{776A4262-4F03-04C6-9F65-A0E7D70F25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3504"/>
              <a:ext cx="301" cy="365"/>
              <a:chOff x="1824" y="3504"/>
              <a:chExt cx="301" cy="365"/>
            </a:xfrm>
          </p:grpSpPr>
          <p:sp>
            <p:nvSpPr>
              <p:cNvPr id="53276" name="Rectangle 92">
                <a:extLst>
                  <a:ext uri="{FF2B5EF4-FFF2-40B4-BE49-F238E27FC236}">
                    <a16:creationId xmlns:a16="http://schemas.microsoft.com/office/drawing/2014/main" id="{FD2EA9D4-0B90-5593-7502-C7A4CBF0F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3504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53277" name="Line 93">
                <a:extLst>
                  <a:ext uri="{FF2B5EF4-FFF2-40B4-BE49-F238E27FC236}">
                    <a16:creationId xmlns:a16="http://schemas.microsoft.com/office/drawing/2014/main" id="{9F5C90E6-6ECD-2601-70ED-9A1FC7BD1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55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0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06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0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0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0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0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0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0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0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0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06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06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50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0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50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0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50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0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7" dur="500"/>
                                        <p:tgtEl>
                                          <p:spTgt spid="50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06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灯片编号占位符 5">
            <a:extLst>
              <a:ext uri="{FF2B5EF4-FFF2-40B4-BE49-F238E27FC236}">
                <a16:creationId xmlns:a16="http://schemas.microsoft.com/office/drawing/2014/main" id="{B36E0941-C716-E120-0826-19F6D9C6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77831F0-0494-472B-A33A-67EBF5E2C549}" type="slidenum">
              <a:rPr lang="en-US" altLang="zh-CN" sz="1000" smtClean="0"/>
              <a:pPr>
                <a:defRPr/>
              </a:pPr>
              <a:t>48</a:t>
            </a:fld>
            <a:endParaRPr lang="en-US" altLang="zh-CN" sz="1000" dirty="0"/>
          </a:p>
        </p:txBody>
      </p:sp>
      <p:sp>
        <p:nvSpPr>
          <p:cNvPr id="504834" name="Rectangle 2">
            <a:extLst>
              <a:ext uri="{FF2B5EF4-FFF2-40B4-BE49-F238E27FC236}">
                <a16:creationId xmlns:a16="http://schemas.microsoft.com/office/drawing/2014/main" id="{60460131-5A49-38C4-92EA-B26A60785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04835" name="Rectangle 3">
            <a:extLst>
              <a:ext uri="{FF2B5EF4-FFF2-40B4-BE49-F238E27FC236}">
                <a16:creationId xmlns:a16="http://schemas.microsoft.com/office/drawing/2014/main" id="{CC04958C-D024-4A5F-4DE9-1D7123624C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正沿</a:t>
            </a:r>
            <a:r>
              <a:rPr lang="en-US" altLang="zh-CN" dirty="0"/>
              <a:t>D</a:t>
            </a:r>
            <a:r>
              <a:rPr lang="zh-CN" altLang="en-US" dirty="0"/>
              <a:t>觸發器的開關特性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54277" name="Rectangle 4">
            <a:extLst>
              <a:ext uri="{FF2B5EF4-FFF2-40B4-BE49-F238E27FC236}">
                <a16:creationId xmlns:a16="http://schemas.microsoft.com/office/drawing/2014/main" id="{C0E24668-8364-F5AB-ECBA-FB418B8A1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57400"/>
            <a:ext cx="49530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資料建立時間</a:t>
            </a:r>
            <a:r>
              <a:rPr lang="en-US" altLang="zh-CN" sz="3600" b="1" dirty="0" err="1">
                <a:latin typeface="Times New Roman" panose="02020603050405020304" pitchFamily="18" charset="0"/>
              </a:rPr>
              <a:t>t</a:t>
            </a:r>
            <a:r>
              <a:rPr lang="en-US" altLang="zh-CN" b="1" dirty="0" err="1">
                <a:latin typeface="Times New Roman" panose="02020603050405020304" pitchFamily="18" charset="0"/>
              </a:rPr>
              <a:t>su</a:t>
            </a:r>
            <a:r>
              <a:rPr lang="en-US" altLang="zh-CN" b="1" dirty="0">
                <a:latin typeface="Times New Roman" panose="02020603050405020304" pitchFamily="18" charset="0"/>
              </a:rPr>
              <a:t>(set up) </a:t>
            </a:r>
          </a:p>
          <a:p>
            <a:pPr lvl="2"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觸發器在正沿時接收資料，要穩定。</a:t>
            </a:r>
          </a:p>
          <a:p>
            <a:pPr lvl="2"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在</a:t>
            </a:r>
            <a:r>
              <a:rPr lang="en-US" altLang="zh-CN" b="1" dirty="0">
                <a:latin typeface="Times New Roman" panose="02020603050405020304" pitchFamily="18" charset="0"/>
              </a:rPr>
              <a:t>CP</a:t>
            </a:r>
            <a:r>
              <a:rPr lang="zh-CN" altLang="en-US" b="1" dirty="0">
                <a:latin typeface="Times New Roman" panose="02020603050405020304" pitchFamily="18" charset="0"/>
              </a:rPr>
              <a:t>正跳變期間，保證門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和門</a:t>
            </a: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接收資料。</a:t>
            </a:r>
          </a:p>
          <a:p>
            <a:pPr lvl="2"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傳輸延遲為門</a:t>
            </a:r>
            <a:r>
              <a:rPr lang="en-US" altLang="zh-CN" b="1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和門</a:t>
            </a:r>
            <a:r>
              <a:rPr lang="en-US" altLang="zh-CN" b="1" dirty="0">
                <a:latin typeface="Times New Roman" panose="02020603050405020304" pitchFamily="18" charset="0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</a:rPr>
              <a:t>的延遲之和。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600" b="1" dirty="0" err="1">
                <a:latin typeface="Times New Roman" panose="02020603050405020304" pitchFamily="18" charset="0"/>
              </a:rPr>
              <a:t>t</a:t>
            </a:r>
            <a:r>
              <a:rPr lang="en-US" altLang="zh-CN" b="1" dirty="0" err="1">
                <a:latin typeface="Times New Roman" panose="02020603050405020304" pitchFamily="18" charset="0"/>
              </a:rPr>
              <a:t>su</a:t>
            </a:r>
            <a:r>
              <a:rPr lang="en-US" altLang="zh-CN" b="1" dirty="0">
                <a:latin typeface="Times New Roman" panose="02020603050405020304" pitchFamily="18" charset="0"/>
              </a:rPr>
              <a:t> &gt;=tpd5+ tpd6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級門延遲）</a:t>
            </a:r>
          </a:p>
        </p:txBody>
      </p:sp>
      <p:grpSp>
        <p:nvGrpSpPr>
          <p:cNvPr id="504837" name="Group 5">
            <a:extLst>
              <a:ext uri="{FF2B5EF4-FFF2-40B4-BE49-F238E27FC236}">
                <a16:creationId xmlns:a16="http://schemas.microsoft.com/office/drawing/2014/main" id="{EECCA61D-46C7-01DD-8F31-D32B3FC693FB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928813"/>
            <a:ext cx="3925888" cy="4776787"/>
            <a:chOff x="2448" y="1200"/>
            <a:chExt cx="2857" cy="3009"/>
          </a:xfrm>
        </p:grpSpPr>
        <p:sp>
          <p:nvSpPr>
            <p:cNvPr id="54279" name="Line 6">
              <a:extLst>
                <a:ext uri="{FF2B5EF4-FFF2-40B4-BE49-F238E27FC236}">
                  <a16:creationId xmlns:a16="http://schemas.microsoft.com/office/drawing/2014/main" id="{014C5C2E-3258-E543-C54E-C6E91DB308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9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0" name="Line 7">
              <a:extLst>
                <a:ext uri="{FF2B5EF4-FFF2-40B4-BE49-F238E27FC236}">
                  <a16:creationId xmlns:a16="http://schemas.microsoft.com/office/drawing/2014/main" id="{9694065C-1015-02C1-27BB-E625682E4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6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1" name="Line 8">
              <a:extLst>
                <a:ext uri="{FF2B5EF4-FFF2-40B4-BE49-F238E27FC236}">
                  <a16:creationId xmlns:a16="http://schemas.microsoft.com/office/drawing/2014/main" id="{EBC017BD-0DB5-9DAA-6165-1D0E2F549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" y="150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2" name="Line 9">
              <a:extLst>
                <a:ext uri="{FF2B5EF4-FFF2-40B4-BE49-F238E27FC236}">
                  <a16:creationId xmlns:a16="http://schemas.microsoft.com/office/drawing/2014/main" id="{11C3B393-34E5-93C6-EB53-63CB7798A4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8" y="150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3" name="Line 10">
              <a:extLst>
                <a:ext uri="{FF2B5EF4-FFF2-40B4-BE49-F238E27FC236}">
                  <a16:creationId xmlns:a16="http://schemas.microsoft.com/office/drawing/2014/main" id="{8CBAA1AB-98E5-BACE-C5EF-51EAA5B01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3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4" name="Line 11">
              <a:extLst>
                <a:ext uri="{FF2B5EF4-FFF2-40B4-BE49-F238E27FC236}">
                  <a16:creationId xmlns:a16="http://schemas.microsoft.com/office/drawing/2014/main" id="{3789E100-0F6B-C57A-3F70-D5592D5964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2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5" name="Line 12">
              <a:extLst>
                <a:ext uri="{FF2B5EF4-FFF2-40B4-BE49-F238E27FC236}">
                  <a16:creationId xmlns:a16="http://schemas.microsoft.com/office/drawing/2014/main" id="{C7E4B6FE-20AB-1247-0A34-B3AEC5F6B5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6" name="Line 13">
              <a:extLst>
                <a:ext uri="{FF2B5EF4-FFF2-40B4-BE49-F238E27FC236}">
                  <a16:creationId xmlns:a16="http://schemas.microsoft.com/office/drawing/2014/main" id="{7343A6F5-2D95-E87C-68DD-60654906D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6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7" name="Line 14">
              <a:extLst>
                <a:ext uri="{FF2B5EF4-FFF2-40B4-BE49-F238E27FC236}">
                  <a16:creationId xmlns:a16="http://schemas.microsoft.com/office/drawing/2014/main" id="{0BBD7BEC-7834-CE0B-4D6C-A2ECAAD07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6" y="3183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8" name="Line 15">
              <a:extLst>
                <a:ext uri="{FF2B5EF4-FFF2-40B4-BE49-F238E27FC236}">
                  <a16:creationId xmlns:a16="http://schemas.microsoft.com/office/drawing/2014/main" id="{78531D44-1373-576C-EF31-E25542241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183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9" name="Line 16">
              <a:extLst>
                <a:ext uri="{FF2B5EF4-FFF2-40B4-BE49-F238E27FC236}">
                  <a16:creationId xmlns:a16="http://schemas.microsoft.com/office/drawing/2014/main" id="{4E99A3D0-BFAE-5811-94F1-35542E474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77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0" name="Line 17">
              <a:extLst>
                <a:ext uri="{FF2B5EF4-FFF2-40B4-BE49-F238E27FC236}">
                  <a16:creationId xmlns:a16="http://schemas.microsoft.com/office/drawing/2014/main" id="{BBB23639-91D9-B886-121B-789ED7D2D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5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1" name="Line 18">
              <a:extLst>
                <a:ext uri="{FF2B5EF4-FFF2-40B4-BE49-F238E27FC236}">
                  <a16:creationId xmlns:a16="http://schemas.microsoft.com/office/drawing/2014/main" id="{375D4620-AE0D-9012-1C5D-24ADAB453E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636"/>
              <a:ext cx="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2" name="Line 19">
              <a:extLst>
                <a:ext uri="{FF2B5EF4-FFF2-40B4-BE49-F238E27FC236}">
                  <a16:creationId xmlns:a16="http://schemas.microsoft.com/office/drawing/2014/main" id="{081713DF-9778-87E7-1443-227561057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3" name="Line 20">
              <a:extLst>
                <a:ext uri="{FF2B5EF4-FFF2-40B4-BE49-F238E27FC236}">
                  <a16:creationId xmlns:a16="http://schemas.microsoft.com/office/drawing/2014/main" id="{96BF9771-238A-CDE1-4E8B-98F1A1F3D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3092"/>
              <a:ext cx="2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4" name="Line 21">
              <a:extLst>
                <a:ext uri="{FF2B5EF4-FFF2-40B4-BE49-F238E27FC236}">
                  <a16:creationId xmlns:a16="http://schemas.microsoft.com/office/drawing/2014/main" id="{DF0055D9-79AB-9024-2D95-32AE32FA5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5" name="Line 22">
              <a:extLst>
                <a:ext uri="{FF2B5EF4-FFF2-40B4-BE49-F238E27FC236}">
                  <a16:creationId xmlns:a16="http://schemas.microsoft.com/office/drawing/2014/main" id="{583871AD-C1A2-22D7-372F-9776E1C01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77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6" name="Line 23">
              <a:extLst>
                <a:ext uri="{FF2B5EF4-FFF2-40B4-BE49-F238E27FC236}">
                  <a16:creationId xmlns:a16="http://schemas.microsoft.com/office/drawing/2014/main" id="{46C5435E-CAFE-8F68-EA3A-256B8D7DA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1" y="2366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7" name="Line 24">
              <a:extLst>
                <a:ext uri="{FF2B5EF4-FFF2-40B4-BE49-F238E27FC236}">
                  <a16:creationId xmlns:a16="http://schemas.microsoft.com/office/drawing/2014/main" id="{875A7741-C367-E000-AFEE-158B2A01B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36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8" name="Line 25">
              <a:extLst>
                <a:ext uri="{FF2B5EF4-FFF2-40B4-BE49-F238E27FC236}">
                  <a16:creationId xmlns:a16="http://schemas.microsoft.com/office/drawing/2014/main" id="{2F04147B-6A43-7800-08CF-968DF2216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3" y="2366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9" name="Line 26">
              <a:extLst>
                <a:ext uri="{FF2B5EF4-FFF2-40B4-BE49-F238E27FC236}">
                  <a16:creationId xmlns:a16="http://schemas.microsoft.com/office/drawing/2014/main" id="{26FABBEB-BC19-33BB-C2C8-FB79D9E751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3" y="2956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0" name="Line 27">
              <a:extLst>
                <a:ext uri="{FF2B5EF4-FFF2-40B4-BE49-F238E27FC236}">
                  <a16:creationId xmlns:a16="http://schemas.microsoft.com/office/drawing/2014/main" id="{D060B6E2-124D-456A-C17A-E30A462B3C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3" y="2865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1" name="Oval 28">
              <a:extLst>
                <a:ext uri="{FF2B5EF4-FFF2-40B4-BE49-F238E27FC236}">
                  <a16:creationId xmlns:a16="http://schemas.microsoft.com/office/drawing/2014/main" id="{5C7B3C31-8F1A-DDA8-A62F-D39218C93B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01" y="3137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302" name="Oval 29">
              <a:extLst>
                <a:ext uri="{FF2B5EF4-FFF2-40B4-BE49-F238E27FC236}">
                  <a16:creationId xmlns:a16="http://schemas.microsoft.com/office/drawing/2014/main" id="{57E8596E-431B-B33C-BF73-65CCB42519B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1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303" name="Line 30">
              <a:extLst>
                <a:ext uri="{FF2B5EF4-FFF2-40B4-BE49-F238E27FC236}">
                  <a16:creationId xmlns:a16="http://schemas.microsoft.com/office/drawing/2014/main" id="{7320695F-77C3-4811-8C1C-BEADFA44DB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636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4" name="Line 31">
              <a:extLst>
                <a:ext uri="{FF2B5EF4-FFF2-40B4-BE49-F238E27FC236}">
                  <a16:creationId xmlns:a16="http://schemas.microsoft.com/office/drawing/2014/main" id="{B5AFD1B2-2673-3E47-BDC4-36F5D46C0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818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5" name="Line 32">
              <a:extLst>
                <a:ext uri="{FF2B5EF4-FFF2-40B4-BE49-F238E27FC236}">
                  <a16:creationId xmlns:a16="http://schemas.microsoft.com/office/drawing/2014/main" id="{1F0C7957-48B6-7DA3-68D8-84A97E2C57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2366"/>
              <a:ext cx="0" cy="1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6" name="Line 33">
              <a:extLst>
                <a:ext uri="{FF2B5EF4-FFF2-40B4-BE49-F238E27FC236}">
                  <a16:creationId xmlns:a16="http://schemas.microsoft.com/office/drawing/2014/main" id="{F2A379C3-BC53-80CD-A868-7CE4C5868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7" name="Oval 34">
              <a:extLst>
                <a:ext uri="{FF2B5EF4-FFF2-40B4-BE49-F238E27FC236}">
                  <a16:creationId xmlns:a16="http://schemas.microsoft.com/office/drawing/2014/main" id="{590DD67B-0A04-6EE1-7AFA-1BA1E4C7ED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7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308" name="Line 35">
              <a:extLst>
                <a:ext uri="{FF2B5EF4-FFF2-40B4-BE49-F238E27FC236}">
                  <a16:creationId xmlns:a16="http://schemas.microsoft.com/office/drawing/2014/main" id="{8701ABBA-BEDB-63C2-A2D5-52160E093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9" name="Oval 36">
              <a:extLst>
                <a:ext uri="{FF2B5EF4-FFF2-40B4-BE49-F238E27FC236}">
                  <a16:creationId xmlns:a16="http://schemas.microsoft.com/office/drawing/2014/main" id="{6C877D48-C5D5-CA54-10CD-2A9A3A8383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07" y="3046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310" name="Oval 37">
              <a:extLst>
                <a:ext uri="{FF2B5EF4-FFF2-40B4-BE49-F238E27FC236}">
                  <a16:creationId xmlns:a16="http://schemas.microsoft.com/office/drawing/2014/main" id="{25D14F86-E86D-B063-737A-67B3228FDD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1460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311" name="Oval 38">
              <a:extLst>
                <a:ext uri="{FF2B5EF4-FFF2-40B4-BE49-F238E27FC236}">
                  <a16:creationId xmlns:a16="http://schemas.microsoft.com/office/drawing/2014/main" id="{AF89D332-F0E0-623F-FFEB-2E2D945001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3" y="1459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312" name="Line 39">
              <a:extLst>
                <a:ext uri="{FF2B5EF4-FFF2-40B4-BE49-F238E27FC236}">
                  <a16:creationId xmlns:a16="http://schemas.microsoft.com/office/drawing/2014/main" id="{CEF4C131-9029-9F48-86AC-B38C651F9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3" name="Line 40">
              <a:extLst>
                <a:ext uri="{FF2B5EF4-FFF2-40B4-BE49-F238E27FC236}">
                  <a16:creationId xmlns:a16="http://schemas.microsoft.com/office/drawing/2014/main" id="{D1163A7B-AC06-FB89-1F9C-181263748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4" name="Line 41">
              <a:extLst>
                <a:ext uri="{FF2B5EF4-FFF2-40B4-BE49-F238E27FC236}">
                  <a16:creationId xmlns:a16="http://schemas.microsoft.com/office/drawing/2014/main" id="{F78CF508-7D95-D5E8-B6AB-185C2B3F4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18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5" name="Line 42">
              <a:extLst>
                <a:ext uri="{FF2B5EF4-FFF2-40B4-BE49-F238E27FC236}">
                  <a16:creationId xmlns:a16="http://schemas.microsoft.com/office/drawing/2014/main" id="{81D086E7-0C9F-1511-B50E-7D8397B483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1" y="1504"/>
              <a:ext cx="317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6" name="Line 43">
              <a:extLst>
                <a:ext uri="{FF2B5EF4-FFF2-40B4-BE49-F238E27FC236}">
                  <a16:creationId xmlns:a16="http://schemas.microsoft.com/office/drawing/2014/main" id="{3BC4C2F5-B157-86A7-7290-45CCC0CB1A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18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7" name="Line 44">
              <a:extLst>
                <a:ext uri="{FF2B5EF4-FFF2-40B4-BE49-F238E27FC236}">
                  <a16:creationId xmlns:a16="http://schemas.microsoft.com/office/drawing/2014/main" id="{0EA34573-C7B4-46B6-8197-37649EC70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1" y="1504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8" name="Text Box 45">
              <a:extLst>
                <a:ext uri="{FF2B5EF4-FFF2-40B4-BE49-F238E27FC236}">
                  <a16:creationId xmlns:a16="http://schemas.microsoft.com/office/drawing/2014/main" id="{173CF552-FB18-6EEC-1730-A7C601ECF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8" y="1776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4319" name="Text Box 46">
              <a:extLst>
                <a:ext uri="{FF2B5EF4-FFF2-40B4-BE49-F238E27FC236}">
                  <a16:creationId xmlns:a16="http://schemas.microsoft.com/office/drawing/2014/main" id="{AF96C7EA-A4A8-9763-6295-E318E6EDF4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364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320" name="Text Box 47">
              <a:extLst>
                <a:ext uri="{FF2B5EF4-FFF2-40B4-BE49-F238E27FC236}">
                  <a16:creationId xmlns:a16="http://schemas.microsoft.com/office/drawing/2014/main" id="{3837716A-AF33-6ADC-BA79-5E0499CC6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64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321" name="Text Box 48">
              <a:extLst>
                <a:ext uri="{FF2B5EF4-FFF2-40B4-BE49-F238E27FC236}">
                  <a16:creationId xmlns:a16="http://schemas.microsoft.com/office/drawing/2014/main" id="{7EED40B1-0D7E-C26A-ABC7-D0EFA700E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2593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322" name="Text Box 49">
              <a:extLst>
                <a:ext uri="{FF2B5EF4-FFF2-40B4-BE49-F238E27FC236}">
                  <a16:creationId xmlns:a16="http://schemas.microsoft.com/office/drawing/2014/main" id="{DDAF16A1-8278-CA4F-53EB-059D57470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2593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4323" name="Text Box 50">
              <a:extLst>
                <a:ext uri="{FF2B5EF4-FFF2-40B4-BE49-F238E27FC236}">
                  <a16:creationId xmlns:a16="http://schemas.microsoft.com/office/drawing/2014/main" id="{3DF552F3-EE8D-069F-B5EA-7493F5CFB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" y="1776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4324" name="Text Box 51">
              <a:extLst>
                <a:ext uri="{FF2B5EF4-FFF2-40B4-BE49-F238E27FC236}">
                  <a16:creationId xmlns:a16="http://schemas.microsoft.com/office/drawing/2014/main" id="{E6E6E63A-8E6F-FB2D-6394-348DBBEC0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784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54325" name="Text Box 52">
              <a:extLst>
                <a:ext uri="{FF2B5EF4-FFF2-40B4-BE49-F238E27FC236}">
                  <a16:creationId xmlns:a16="http://schemas.microsoft.com/office/drawing/2014/main" id="{3E3212BA-F394-AF52-D536-E9E5AEFA6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3921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4326" name="Text Box 53">
              <a:extLst>
                <a:ext uri="{FF2B5EF4-FFF2-40B4-BE49-F238E27FC236}">
                  <a16:creationId xmlns:a16="http://schemas.microsoft.com/office/drawing/2014/main" id="{0D765865-A36A-D357-5631-3E6D116E1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4" y="1200"/>
              <a:ext cx="2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Q</a:t>
              </a:r>
            </a:p>
          </p:txBody>
        </p:sp>
        <p:grpSp>
          <p:nvGrpSpPr>
            <p:cNvPr id="54327" name="Group 55">
              <a:extLst>
                <a:ext uri="{FF2B5EF4-FFF2-40B4-BE49-F238E27FC236}">
                  <a16:creationId xmlns:a16="http://schemas.microsoft.com/office/drawing/2014/main" id="{3F51756B-656E-B45F-012F-DB32DDD40D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83" y="1678"/>
              <a:ext cx="462" cy="371"/>
              <a:chOff x="1482" y="1701"/>
              <a:chExt cx="462" cy="371"/>
            </a:xfrm>
          </p:grpSpPr>
          <p:sp>
            <p:nvSpPr>
              <p:cNvPr id="54359" name="AutoShape 56">
                <a:extLst>
                  <a:ext uri="{FF2B5EF4-FFF2-40B4-BE49-F238E27FC236}">
                    <a16:creationId xmlns:a16="http://schemas.microsoft.com/office/drawing/2014/main" id="{82573917-5550-830F-AB59-A0E0E6868CE9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60" name="Rectangle 57">
                <a:extLst>
                  <a:ext uri="{FF2B5EF4-FFF2-40B4-BE49-F238E27FC236}">
                    <a16:creationId xmlns:a16="http://schemas.microsoft.com/office/drawing/2014/main" id="{2F274096-E2DD-D394-605D-DB8649331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61" name="Oval 58">
                <a:extLst>
                  <a:ext uri="{FF2B5EF4-FFF2-40B4-BE49-F238E27FC236}">
                    <a16:creationId xmlns:a16="http://schemas.microsoft.com/office/drawing/2014/main" id="{1D063AD3-18D5-97E3-32C2-A66AD4EC27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62" name="Rectangle 59">
                <a:extLst>
                  <a:ext uri="{FF2B5EF4-FFF2-40B4-BE49-F238E27FC236}">
                    <a16:creationId xmlns:a16="http://schemas.microsoft.com/office/drawing/2014/main" id="{CCD40C63-02F2-EA78-8D7B-52FD108FB6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63" name="Oval 60">
                <a:extLst>
                  <a:ext uri="{FF2B5EF4-FFF2-40B4-BE49-F238E27FC236}">
                    <a16:creationId xmlns:a16="http://schemas.microsoft.com/office/drawing/2014/main" id="{A07C78E4-0074-1E40-2CB7-D41A4F80CA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4328" name="Group 61">
              <a:extLst>
                <a:ext uri="{FF2B5EF4-FFF2-40B4-BE49-F238E27FC236}">
                  <a16:creationId xmlns:a16="http://schemas.microsoft.com/office/drawing/2014/main" id="{CE8B4D7A-439D-7CEF-1853-E50F2058BE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99" y="1686"/>
              <a:ext cx="462" cy="371"/>
              <a:chOff x="1482" y="1701"/>
              <a:chExt cx="462" cy="371"/>
            </a:xfrm>
          </p:grpSpPr>
          <p:sp>
            <p:nvSpPr>
              <p:cNvPr id="54354" name="AutoShape 62">
                <a:extLst>
                  <a:ext uri="{FF2B5EF4-FFF2-40B4-BE49-F238E27FC236}">
                    <a16:creationId xmlns:a16="http://schemas.microsoft.com/office/drawing/2014/main" id="{AA657494-C020-E257-6F9C-E37DA36BF59C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5" name="Rectangle 63">
                <a:extLst>
                  <a:ext uri="{FF2B5EF4-FFF2-40B4-BE49-F238E27FC236}">
                    <a16:creationId xmlns:a16="http://schemas.microsoft.com/office/drawing/2014/main" id="{E1EC85E3-74BA-DEC0-592D-76DA97A10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56" name="Oval 64">
                <a:extLst>
                  <a:ext uri="{FF2B5EF4-FFF2-40B4-BE49-F238E27FC236}">
                    <a16:creationId xmlns:a16="http://schemas.microsoft.com/office/drawing/2014/main" id="{4CD7CAF3-36F1-2BA2-AB9B-18BA90F6D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57" name="Rectangle 65">
                <a:extLst>
                  <a:ext uri="{FF2B5EF4-FFF2-40B4-BE49-F238E27FC236}">
                    <a16:creationId xmlns:a16="http://schemas.microsoft.com/office/drawing/2014/main" id="{B13E7326-F03A-8328-104A-7AA5AB58FD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58" name="Oval 66">
                <a:extLst>
                  <a:ext uri="{FF2B5EF4-FFF2-40B4-BE49-F238E27FC236}">
                    <a16:creationId xmlns:a16="http://schemas.microsoft.com/office/drawing/2014/main" id="{63E4B7B7-D1DA-F7CB-7FD8-9CF8EF4C2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4329" name="Group 67">
              <a:extLst>
                <a:ext uri="{FF2B5EF4-FFF2-40B4-BE49-F238E27FC236}">
                  <a16:creationId xmlns:a16="http://schemas.microsoft.com/office/drawing/2014/main" id="{80B50D95-6D77-C439-0BD2-0D7B89B49E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56" y="2502"/>
              <a:ext cx="462" cy="371"/>
              <a:chOff x="1482" y="1701"/>
              <a:chExt cx="462" cy="371"/>
            </a:xfrm>
          </p:grpSpPr>
          <p:sp>
            <p:nvSpPr>
              <p:cNvPr id="54349" name="AutoShape 68">
                <a:extLst>
                  <a:ext uri="{FF2B5EF4-FFF2-40B4-BE49-F238E27FC236}">
                    <a16:creationId xmlns:a16="http://schemas.microsoft.com/office/drawing/2014/main" id="{AF979B0A-0A23-5DD9-3E09-79849361556B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0" name="Rectangle 69">
                <a:extLst>
                  <a:ext uri="{FF2B5EF4-FFF2-40B4-BE49-F238E27FC236}">
                    <a16:creationId xmlns:a16="http://schemas.microsoft.com/office/drawing/2014/main" id="{DA4A652A-AB8C-3F4B-1228-A7C9C2D9D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51" name="Oval 70">
                <a:extLst>
                  <a:ext uri="{FF2B5EF4-FFF2-40B4-BE49-F238E27FC236}">
                    <a16:creationId xmlns:a16="http://schemas.microsoft.com/office/drawing/2014/main" id="{41CC23FA-D171-2B22-147C-161E41F62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52" name="Rectangle 71">
                <a:extLst>
                  <a:ext uri="{FF2B5EF4-FFF2-40B4-BE49-F238E27FC236}">
                    <a16:creationId xmlns:a16="http://schemas.microsoft.com/office/drawing/2014/main" id="{77DF55B6-9D20-D60F-AE36-4B1750BD4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53" name="Oval 72">
                <a:extLst>
                  <a:ext uri="{FF2B5EF4-FFF2-40B4-BE49-F238E27FC236}">
                    <a16:creationId xmlns:a16="http://schemas.microsoft.com/office/drawing/2014/main" id="{DF27658A-79E8-4D51-D04D-74E351983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4330" name="Group 73">
              <a:extLst>
                <a:ext uri="{FF2B5EF4-FFF2-40B4-BE49-F238E27FC236}">
                  <a16:creationId xmlns:a16="http://schemas.microsoft.com/office/drawing/2014/main" id="{8B846791-AC08-6F2F-74A2-9357B295D6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35" y="2494"/>
              <a:ext cx="462" cy="371"/>
              <a:chOff x="1482" y="1701"/>
              <a:chExt cx="462" cy="371"/>
            </a:xfrm>
          </p:grpSpPr>
          <p:sp>
            <p:nvSpPr>
              <p:cNvPr id="54344" name="AutoShape 74">
                <a:extLst>
                  <a:ext uri="{FF2B5EF4-FFF2-40B4-BE49-F238E27FC236}">
                    <a16:creationId xmlns:a16="http://schemas.microsoft.com/office/drawing/2014/main" id="{F5F87BA8-26A7-D95C-E278-06AFFD8086AC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45" name="Rectangle 75">
                <a:extLst>
                  <a:ext uri="{FF2B5EF4-FFF2-40B4-BE49-F238E27FC236}">
                    <a16:creationId xmlns:a16="http://schemas.microsoft.com/office/drawing/2014/main" id="{E0FC3A05-894E-5737-8CB1-ABD60ECB0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46" name="Oval 76">
                <a:extLst>
                  <a:ext uri="{FF2B5EF4-FFF2-40B4-BE49-F238E27FC236}">
                    <a16:creationId xmlns:a16="http://schemas.microsoft.com/office/drawing/2014/main" id="{AE46C55E-A3C4-489A-351D-2795A40BD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47" name="Rectangle 77">
                <a:extLst>
                  <a:ext uri="{FF2B5EF4-FFF2-40B4-BE49-F238E27FC236}">
                    <a16:creationId xmlns:a16="http://schemas.microsoft.com/office/drawing/2014/main" id="{4867D66D-01AF-CA7F-4C40-571ED63C8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48" name="Oval 78">
                <a:extLst>
                  <a:ext uri="{FF2B5EF4-FFF2-40B4-BE49-F238E27FC236}">
                    <a16:creationId xmlns:a16="http://schemas.microsoft.com/office/drawing/2014/main" id="{2AA1B0AB-1363-836B-41E0-411E5E0BD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4331" name="Group 79">
              <a:extLst>
                <a:ext uri="{FF2B5EF4-FFF2-40B4-BE49-F238E27FC236}">
                  <a16:creationId xmlns:a16="http://schemas.microsoft.com/office/drawing/2014/main" id="{B7AC2CD5-3230-8822-DC53-279B9B424D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11" y="3265"/>
              <a:ext cx="462" cy="371"/>
              <a:chOff x="1482" y="1701"/>
              <a:chExt cx="462" cy="371"/>
            </a:xfrm>
          </p:grpSpPr>
          <p:sp>
            <p:nvSpPr>
              <p:cNvPr id="54339" name="AutoShape 80">
                <a:extLst>
                  <a:ext uri="{FF2B5EF4-FFF2-40B4-BE49-F238E27FC236}">
                    <a16:creationId xmlns:a16="http://schemas.microsoft.com/office/drawing/2014/main" id="{DCE0EEEC-6991-9DC5-7958-95990EE44C68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40" name="Rectangle 81">
                <a:extLst>
                  <a:ext uri="{FF2B5EF4-FFF2-40B4-BE49-F238E27FC236}">
                    <a16:creationId xmlns:a16="http://schemas.microsoft.com/office/drawing/2014/main" id="{655AC332-2DFB-F5DA-D57A-E2C7D10979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41" name="Oval 82">
                <a:extLst>
                  <a:ext uri="{FF2B5EF4-FFF2-40B4-BE49-F238E27FC236}">
                    <a16:creationId xmlns:a16="http://schemas.microsoft.com/office/drawing/2014/main" id="{4D7C7DD0-D1C8-6471-BC52-DDF4465FD9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42" name="Rectangle 83">
                <a:extLst>
                  <a:ext uri="{FF2B5EF4-FFF2-40B4-BE49-F238E27FC236}">
                    <a16:creationId xmlns:a16="http://schemas.microsoft.com/office/drawing/2014/main" id="{B81BAEEE-8CB1-5C1A-81CD-5D445FE39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43" name="Oval 84">
                <a:extLst>
                  <a:ext uri="{FF2B5EF4-FFF2-40B4-BE49-F238E27FC236}">
                    <a16:creationId xmlns:a16="http://schemas.microsoft.com/office/drawing/2014/main" id="{99980228-B145-A0D3-CBCD-3C62749DF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4332" name="Group 85">
              <a:extLst>
                <a:ext uri="{FF2B5EF4-FFF2-40B4-BE49-F238E27FC236}">
                  <a16:creationId xmlns:a16="http://schemas.microsoft.com/office/drawing/2014/main" id="{95205976-AB7F-FA75-5150-54343E84F6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936" y="3265"/>
              <a:ext cx="462" cy="371"/>
              <a:chOff x="1482" y="1701"/>
              <a:chExt cx="462" cy="371"/>
            </a:xfrm>
          </p:grpSpPr>
          <p:sp>
            <p:nvSpPr>
              <p:cNvPr id="54334" name="AutoShape 86">
                <a:extLst>
                  <a:ext uri="{FF2B5EF4-FFF2-40B4-BE49-F238E27FC236}">
                    <a16:creationId xmlns:a16="http://schemas.microsoft.com/office/drawing/2014/main" id="{AFCE8E4C-0949-0908-0178-FAEE1F21A72E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35" name="Rectangle 87">
                <a:extLst>
                  <a:ext uri="{FF2B5EF4-FFF2-40B4-BE49-F238E27FC236}">
                    <a16:creationId xmlns:a16="http://schemas.microsoft.com/office/drawing/2014/main" id="{92BEF6DF-3AA0-0B89-18E0-60060224E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36" name="Oval 88">
                <a:extLst>
                  <a:ext uri="{FF2B5EF4-FFF2-40B4-BE49-F238E27FC236}">
                    <a16:creationId xmlns:a16="http://schemas.microsoft.com/office/drawing/2014/main" id="{8AACE5D9-F54A-659A-CA3F-95B64C44C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37" name="Rectangle 89">
                <a:extLst>
                  <a:ext uri="{FF2B5EF4-FFF2-40B4-BE49-F238E27FC236}">
                    <a16:creationId xmlns:a16="http://schemas.microsoft.com/office/drawing/2014/main" id="{B7BC4335-6D0D-3962-A23F-4C96317D94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38" name="Oval 90">
                <a:extLst>
                  <a:ext uri="{FF2B5EF4-FFF2-40B4-BE49-F238E27FC236}">
                    <a16:creationId xmlns:a16="http://schemas.microsoft.com/office/drawing/2014/main" id="{B3FBA6B7-4974-E95C-7283-5DA5D20F0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54333" name="Line 91">
              <a:extLst>
                <a:ext uri="{FF2B5EF4-FFF2-40B4-BE49-F238E27FC236}">
                  <a16:creationId xmlns:a16="http://schemas.microsoft.com/office/drawing/2014/main" id="{10AEB91D-281D-B712-8F48-5E4217C31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2366"/>
              <a:ext cx="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灯片编号占位符 5">
            <a:extLst>
              <a:ext uri="{FF2B5EF4-FFF2-40B4-BE49-F238E27FC236}">
                <a16:creationId xmlns:a16="http://schemas.microsoft.com/office/drawing/2014/main" id="{828203BE-A5E6-4BB4-9FF7-F7856213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7403837-6C3F-4B61-B68B-30E0297BA854}" type="slidenum">
              <a:rPr lang="en-US" altLang="zh-CN" sz="1000" smtClean="0"/>
              <a:pPr>
                <a:defRPr/>
              </a:pPr>
              <a:t>49</a:t>
            </a:fld>
            <a:endParaRPr lang="en-US" altLang="zh-CN" sz="1000" dirty="0"/>
          </a:p>
        </p:txBody>
      </p:sp>
      <p:sp>
        <p:nvSpPr>
          <p:cNvPr id="505858" name="Rectangle 2">
            <a:extLst>
              <a:ext uri="{FF2B5EF4-FFF2-40B4-BE49-F238E27FC236}">
                <a16:creationId xmlns:a16="http://schemas.microsoft.com/office/drawing/2014/main" id="{0EB02DCC-44D3-C798-53AD-F79C79AE3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05859" name="Rectangle 3">
            <a:extLst>
              <a:ext uri="{FF2B5EF4-FFF2-40B4-BE49-F238E27FC236}">
                <a16:creationId xmlns:a16="http://schemas.microsoft.com/office/drawing/2014/main" id="{42F01B5B-A571-9A9F-DAD6-76AA4E401D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正沿</a:t>
            </a:r>
            <a:r>
              <a:rPr lang="en-US" altLang="zh-CN" dirty="0"/>
              <a:t>D</a:t>
            </a:r>
            <a:r>
              <a:rPr lang="zh-CN" altLang="en-US" dirty="0"/>
              <a:t>觸發器的開關特性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55301" name="Rectangle 4">
            <a:extLst>
              <a:ext uri="{FF2B5EF4-FFF2-40B4-BE49-F238E27FC236}">
                <a16:creationId xmlns:a16="http://schemas.microsoft.com/office/drawing/2014/main" id="{184CC489-F02F-9BB0-9B3B-95509DA49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057400"/>
            <a:ext cx="5029200" cy="437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資料保持時間</a:t>
            </a:r>
            <a:r>
              <a:rPr lang="en-US" altLang="zh-CN" b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(hold) 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</a:rPr>
              <a:t>CP</a:t>
            </a:r>
            <a:r>
              <a:rPr lang="zh-CN" altLang="en-US" sz="2400" b="1" dirty="0">
                <a:latin typeface="Times New Roman" panose="02020603050405020304" pitchFamily="18" charset="0"/>
              </a:rPr>
              <a:t>的正沿到來前，如果</a:t>
            </a:r>
            <a:r>
              <a:rPr lang="en-US" altLang="zh-CN" sz="2400" b="1" dirty="0">
                <a:latin typeface="Times New Roman" panose="02020603050405020304" pitchFamily="18" charset="0"/>
              </a:rPr>
              <a:t>D=“0”</a:t>
            </a:r>
            <a:r>
              <a:rPr lang="zh-CN" altLang="en-US" sz="2400" b="1" dirty="0">
                <a:latin typeface="Times New Roman" panose="02020603050405020304" pitchFamily="18" charset="0"/>
              </a:rPr>
              <a:t>。 </a:t>
            </a:r>
            <a:r>
              <a:rPr lang="en-US" altLang="zh-CN" sz="2400" b="1" dirty="0">
                <a:latin typeface="Times New Roman" panose="02020603050405020304" pitchFamily="18" charset="0"/>
              </a:rPr>
              <a:t>CP</a:t>
            </a:r>
            <a:r>
              <a:rPr lang="zh-CN" altLang="en-US" sz="2400" b="1" dirty="0">
                <a:latin typeface="Times New Roman" panose="02020603050405020304" pitchFamily="18" charset="0"/>
              </a:rPr>
              <a:t>的正沿到來後，資料必須等門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的輸出為“</a:t>
            </a:r>
            <a:r>
              <a:rPr lang="en-US" altLang="zh-CN" sz="2400" b="1" dirty="0">
                <a:latin typeface="Times New Roman" panose="02020603050405020304" pitchFamily="18" charset="0"/>
              </a:rPr>
              <a:t>0”</a:t>
            </a:r>
            <a:r>
              <a:rPr lang="zh-CN" altLang="en-US" sz="2400" b="1" dirty="0">
                <a:latin typeface="Times New Roman" panose="02020603050405020304" pitchFamily="18" charset="0"/>
              </a:rPr>
              <a:t>封鎖住門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</a:rPr>
              <a:t>後才能撤除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</a:rPr>
              <a:t>CP</a:t>
            </a:r>
            <a:r>
              <a:rPr lang="zh-CN" altLang="en-US" sz="2400" b="1" dirty="0">
                <a:latin typeface="Times New Roman" panose="02020603050405020304" pitchFamily="18" charset="0"/>
              </a:rPr>
              <a:t>的正沿到來前，如果</a:t>
            </a:r>
            <a:r>
              <a:rPr lang="en-US" altLang="zh-CN" sz="2400" b="1" dirty="0">
                <a:latin typeface="Times New Roman" panose="02020603050405020304" pitchFamily="18" charset="0"/>
              </a:rPr>
              <a:t>D=“1”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r>
              <a:rPr lang="en-US" altLang="zh-CN" sz="2400" b="1" dirty="0">
                <a:latin typeface="Times New Roman" panose="02020603050405020304" pitchFamily="18" charset="0"/>
              </a:rPr>
              <a:t>CP</a:t>
            </a:r>
            <a:r>
              <a:rPr lang="zh-CN" altLang="en-US" sz="2400" b="1" dirty="0">
                <a:latin typeface="Times New Roman" panose="02020603050405020304" pitchFamily="18" charset="0"/>
              </a:rPr>
              <a:t>的正沿到來後，門</a:t>
            </a: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</a:rPr>
              <a:t>的輸出為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，資料必須等門</a:t>
            </a: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</a:rPr>
              <a:t>的“</a:t>
            </a:r>
            <a:r>
              <a:rPr lang="en-US" altLang="zh-CN" sz="2400" b="1" dirty="0">
                <a:latin typeface="Times New Roman" panose="02020603050405020304" pitchFamily="18" charset="0"/>
              </a:rPr>
              <a:t>0”</a:t>
            </a:r>
            <a:r>
              <a:rPr lang="zh-CN" altLang="en-US" sz="2400" b="1" dirty="0">
                <a:latin typeface="Times New Roman" panose="02020603050405020304" pitchFamily="18" charset="0"/>
              </a:rPr>
              <a:t>封鎖住門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</a:rPr>
              <a:t>6</a:t>
            </a:r>
            <a:r>
              <a:rPr lang="zh-CN" altLang="en-US" sz="2400" b="1" dirty="0">
                <a:latin typeface="Times New Roman" panose="02020603050405020304" pitchFamily="18" charset="0"/>
              </a:rPr>
              <a:t>後才能撤除。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600" b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 &gt;=MAX(tpd3,tpd4)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級門延遲）</a:t>
            </a:r>
          </a:p>
        </p:txBody>
      </p:sp>
      <p:grpSp>
        <p:nvGrpSpPr>
          <p:cNvPr id="505861" name="Group 5">
            <a:extLst>
              <a:ext uri="{FF2B5EF4-FFF2-40B4-BE49-F238E27FC236}">
                <a16:creationId xmlns:a16="http://schemas.microsoft.com/office/drawing/2014/main" id="{EEDA0806-0182-98B3-3E04-143A1E695F59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928813"/>
            <a:ext cx="3925888" cy="4776787"/>
            <a:chOff x="2448" y="1200"/>
            <a:chExt cx="2857" cy="3009"/>
          </a:xfrm>
        </p:grpSpPr>
        <p:sp>
          <p:nvSpPr>
            <p:cNvPr id="55303" name="Line 6">
              <a:extLst>
                <a:ext uri="{FF2B5EF4-FFF2-40B4-BE49-F238E27FC236}">
                  <a16:creationId xmlns:a16="http://schemas.microsoft.com/office/drawing/2014/main" id="{43989731-F69F-8CFF-79C3-E2BEBA89E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9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4" name="Line 7">
              <a:extLst>
                <a:ext uri="{FF2B5EF4-FFF2-40B4-BE49-F238E27FC236}">
                  <a16:creationId xmlns:a16="http://schemas.microsoft.com/office/drawing/2014/main" id="{D3931D76-4D3A-E3BC-AB33-9ADB844AE6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6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5" name="Line 8">
              <a:extLst>
                <a:ext uri="{FF2B5EF4-FFF2-40B4-BE49-F238E27FC236}">
                  <a16:creationId xmlns:a16="http://schemas.microsoft.com/office/drawing/2014/main" id="{E79ABFAE-A998-6207-0A0E-7D91AFA82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" y="150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6" name="Line 9">
              <a:extLst>
                <a:ext uri="{FF2B5EF4-FFF2-40B4-BE49-F238E27FC236}">
                  <a16:creationId xmlns:a16="http://schemas.microsoft.com/office/drawing/2014/main" id="{DC97C92E-AF5C-ED33-0A68-2F02E3092E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8" y="150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Line 10">
              <a:extLst>
                <a:ext uri="{FF2B5EF4-FFF2-40B4-BE49-F238E27FC236}">
                  <a16:creationId xmlns:a16="http://schemas.microsoft.com/office/drawing/2014/main" id="{393455F1-3826-8C5C-9E17-1D8675D8AB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3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8" name="Line 11">
              <a:extLst>
                <a:ext uri="{FF2B5EF4-FFF2-40B4-BE49-F238E27FC236}">
                  <a16:creationId xmlns:a16="http://schemas.microsoft.com/office/drawing/2014/main" id="{F5F73A30-91CF-F724-0943-0C63E163AC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2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Line 12">
              <a:extLst>
                <a:ext uri="{FF2B5EF4-FFF2-40B4-BE49-F238E27FC236}">
                  <a16:creationId xmlns:a16="http://schemas.microsoft.com/office/drawing/2014/main" id="{5A5A8362-0534-45A3-1761-62B4CFBA32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0" name="Line 13">
              <a:extLst>
                <a:ext uri="{FF2B5EF4-FFF2-40B4-BE49-F238E27FC236}">
                  <a16:creationId xmlns:a16="http://schemas.microsoft.com/office/drawing/2014/main" id="{8D4A1B15-43FF-EC59-2EDA-6D8EE660B5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6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Line 14">
              <a:extLst>
                <a:ext uri="{FF2B5EF4-FFF2-40B4-BE49-F238E27FC236}">
                  <a16:creationId xmlns:a16="http://schemas.microsoft.com/office/drawing/2014/main" id="{629FC7F2-28A8-E55C-2BA2-BD6DCC83B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6" y="3183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Line 15">
              <a:extLst>
                <a:ext uri="{FF2B5EF4-FFF2-40B4-BE49-F238E27FC236}">
                  <a16:creationId xmlns:a16="http://schemas.microsoft.com/office/drawing/2014/main" id="{76697151-2A24-719E-57B0-3B7BA8FB7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183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3" name="Line 16">
              <a:extLst>
                <a:ext uri="{FF2B5EF4-FFF2-40B4-BE49-F238E27FC236}">
                  <a16:creationId xmlns:a16="http://schemas.microsoft.com/office/drawing/2014/main" id="{B58C6E3A-C223-44D7-A049-1064FF80B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77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Line 17">
              <a:extLst>
                <a:ext uri="{FF2B5EF4-FFF2-40B4-BE49-F238E27FC236}">
                  <a16:creationId xmlns:a16="http://schemas.microsoft.com/office/drawing/2014/main" id="{95578CC0-C6A1-14AF-D9B3-9390DCC1B8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5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Line 18">
              <a:extLst>
                <a:ext uri="{FF2B5EF4-FFF2-40B4-BE49-F238E27FC236}">
                  <a16:creationId xmlns:a16="http://schemas.microsoft.com/office/drawing/2014/main" id="{6937BE6D-2ECA-E834-06AB-20ABDEE0F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636"/>
              <a:ext cx="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6" name="Line 19">
              <a:extLst>
                <a:ext uri="{FF2B5EF4-FFF2-40B4-BE49-F238E27FC236}">
                  <a16:creationId xmlns:a16="http://schemas.microsoft.com/office/drawing/2014/main" id="{DE3D9C67-D8E9-C404-8979-A6121B2AE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7" name="Line 20">
              <a:extLst>
                <a:ext uri="{FF2B5EF4-FFF2-40B4-BE49-F238E27FC236}">
                  <a16:creationId xmlns:a16="http://schemas.microsoft.com/office/drawing/2014/main" id="{972C26C0-42CC-EE3F-0CBE-17BA8054C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3092"/>
              <a:ext cx="2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8" name="Line 21">
              <a:extLst>
                <a:ext uri="{FF2B5EF4-FFF2-40B4-BE49-F238E27FC236}">
                  <a16:creationId xmlns:a16="http://schemas.microsoft.com/office/drawing/2014/main" id="{728917B9-1BF4-91A2-BE5F-BA8682E5B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9" name="Line 22">
              <a:extLst>
                <a:ext uri="{FF2B5EF4-FFF2-40B4-BE49-F238E27FC236}">
                  <a16:creationId xmlns:a16="http://schemas.microsoft.com/office/drawing/2014/main" id="{C03DA8E9-DB39-DE10-8C31-12B90DB60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77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0" name="Line 23">
              <a:extLst>
                <a:ext uri="{FF2B5EF4-FFF2-40B4-BE49-F238E27FC236}">
                  <a16:creationId xmlns:a16="http://schemas.microsoft.com/office/drawing/2014/main" id="{B83346CD-0ABA-3890-4CE6-3A6EA3B649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1" y="2366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1" name="Line 24">
              <a:extLst>
                <a:ext uri="{FF2B5EF4-FFF2-40B4-BE49-F238E27FC236}">
                  <a16:creationId xmlns:a16="http://schemas.microsoft.com/office/drawing/2014/main" id="{E55BB23E-2491-098F-3201-0736A34BCF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36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2" name="Line 25">
              <a:extLst>
                <a:ext uri="{FF2B5EF4-FFF2-40B4-BE49-F238E27FC236}">
                  <a16:creationId xmlns:a16="http://schemas.microsoft.com/office/drawing/2014/main" id="{20DA850C-A5E9-F099-667E-FCA94638A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3" y="2366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3" name="Line 26">
              <a:extLst>
                <a:ext uri="{FF2B5EF4-FFF2-40B4-BE49-F238E27FC236}">
                  <a16:creationId xmlns:a16="http://schemas.microsoft.com/office/drawing/2014/main" id="{36ACBB12-6641-DC28-4496-45B4A22F28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3" y="2956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4" name="Line 27">
              <a:extLst>
                <a:ext uri="{FF2B5EF4-FFF2-40B4-BE49-F238E27FC236}">
                  <a16:creationId xmlns:a16="http://schemas.microsoft.com/office/drawing/2014/main" id="{711F0E6E-C91F-2BAF-EE30-5A6C3DCD68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3" y="2865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5" name="Oval 28">
              <a:extLst>
                <a:ext uri="{FF2B5EF4-FFF2-40B4-BE49-F238E27FC236}">
                  <a16:creationId xmlns:a16="http://schemas.microsoft.com/office/drawing/2014/main" id="{79ECCACC-D7EC-7842-2356-BCCF359409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01" y="3137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5326" name="Oval 29">
              <a:extLst>
                <a:ext uri="{FF2B5EF4-FFF2-40B4-BE49-F238E27FC236}">
                  <a16:creationId xmlns:a16="http://schemas.microsoft.com/office/drawing/2014/main" id="{9DC9CDC6-58ED-DCE4-C708-11140965D5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1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5327" name="Line 30">
              <a:extLst>
                <a:ext uri="{FF2B5EF4-FFF2-40B4-BE49-F238E27FC236}">
                  <a16:creationId xmlns:a16="http://schemas.microsoft.com/office/drawing/2014/main" id="{06AB95E5-3A12-D136-7A76-6E19D0282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636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8" name="Line 31">
              <a:extLst>
                <a:ext uri="{FF2B5EF4-FFF2-40B4-BE49-F238E27FC236}">
                  <a16:creationId xmlns:a16="http://schemas.microsoft.com/office/drawing/2014/main" id="{E12D4325-6763-851A-4D8A-0C5E07720D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818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9" name="Line 32">
              <a:extLst>
                <a:ext uri="{FF2B5EF4-FFF2-40B4-BE49-F238E27FC236}">
                  <a16:creationId xmlns:a16="http://schemas.microsoft.com/office/drawing/2014/main" id="{BAD4F915-6A38-1E4D-B88B-30E13BD03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2366"/>
              <a:ext cx="0" cy="1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0" name="Line 33">
              <a:extLst>
                <a:ext uri="{FF2B5EF4-FFF2-40B4-BE49-F238E27FC236}">
                  <a16:creationId xmlns:a16="http://schemas.microsoft.com/office/drawing/2014/main" id="{028C91AF-4D08-56B2-55F9-66D408385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1" name="Oval 34">
              <a:extLst>
                <a:ext uri="{FF2B5EF4-FFF2-40B4-BE49-F238E27FC236}">
                  <a16:creationId xmlns:a16="http://schemas.microsoft.com/office/drawing/2014/main" id="{74078227-A0A1-781B-D5FD-3351E95062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7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5332" name="Line 35">
              <a:extLst>
                <a:ext uri="{FF2B5EF4-FFF2-40B4-BE49-F238E27FC236}">
                  <a16:creationId xmlns:a16="http://schemas.microsoft.com/office/drawing/2014/main" id="{3EAB9739-647A-32F1-815D-DEBCC7E05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3" name="Oval 36">
              <a:extLst>
                <a:ext uri="{FF2B5EF4-FFF2-40B4-BE49-F238E27FC236}">
                  <a16:creationId xmlns:a16="http://schemas.microsoft.com/office/drawing/2014/main" id="{EF880CBE-C8B4-36EE-4E6B-D0740D11CC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07" y="3046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5334" name="Oval 37">
              <a:extLst>
                <a:ext uri="{FF2B5EF4-FFF2-40B4-BE49-F238E27FC236}">
                  <a16:creationId xmlns:a16="http://schemas.microsoft.com/office/drawing/2014/main" id="{30C0C7E2-4183-C1FA-5669-2EF91FBACD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1460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5335" name="Oval 38">
              <a:extLst>
                <a:ext uri="{FF2B5EF4-FFF2-40B4-BE49-F238E27FC236}">
                  <a16:creationId xmlns:a16="http://schemas.microsoft.com/office/drawing/2014/main" id="{782A4D4E-F342-57DC-893D-D4C1439A3D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3" y="1459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5336" name="Line 39">
              <a:extLst>
                <a:ext uri="{FF2B5EF4-FFF2-40B4-BE49-F238E27FC236}">
                  <a16:creationId xmlns:a16="http://schemas.microsoft.com/office/drawing/2014/main" id="{B3E76F50-E724-2023-0DCB-D294455B2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7" name="Line 40">
              <a:extLst>
                <a:ext uri="{FF2B5EF4-FFF2-40B4-BE49-F238E27FC236}">
                  <a16:creationId xmlns:a16="http://schemas.microsoft.com/office/drawing/2014/main" id="{B29752D4-2ACD-8CCB-56A5-1CAF6E8E8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8" name="Line 41">
              <a:extLst>
                <a:ext uri="{FF2B5EF4-FFF2-40B4-BE49-F238E27FC236}">
                  <a16:creationId xmlns:a16="http://schemas.microsoft.com/office/drawing/2014/main" id="{73FA70AD-42BC-F9A0-3D36-19C2A36E9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18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9" name="Line 42">
              <a:extLst>
                <a:ext uri="{FF2B5EF4-FFF2-40B4-BE49-F238E27FC236}">
                  <a16:creationId xmlns:a16="http://schemas.microsoft.com/office/drawing/2014/main" id="{A4375481-577E-FBCB-456B-ED1609E5AC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1" y="1504"/>
              <a:ext cx="317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0" name="Line 43">
              <a:extLst>
                <a:ext uri="{FF2B5EF4-FFF2-40B4-BE49-F238E27FC236}">
                  <a16:creationId xmlns:a16="http://schemas.microsoft.com/office/drawing/2014/main" id="{8074D9D2-2FBD-40E4-0610-6A0F0286E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18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1" name="Line 44">
              <a:extLst>
                <a:ext uri="{FF2B5EF4-FFF2-40B4-BE49-F238E27FC236}">
                  <a16:creationId xmlns:a16="http://schemas.microsoft.com/office/drawing/2014/main" id="{E7ACF6B4-ECB2-7323-64DE-38562DEE0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1" y="1504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2" name="Text Box 45">
              <a:extLst>
                <a:ext uri="{FF2B5EF4-FFF2-40B4-BE49-F238E27FC236}">
                  <a16:creationId xmlns:a16="http://schemas.microsoft.com/office/drawing/2014/main" id="{E32E5CCE-A027-57ED-8CEA-821DB2596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8" y="1776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5343" name="Text Box 46">
              <a:extLst>
                <a:ext uri="{FF2B5EF4-FFF2-40B4-BE49-F238E27FC236}">
                  <a16:creationId xmlns:a16="http://schemas.microsoft.com/office/drawing/2014/main" id="{0787B26C-F8B5-2D9A-A2A4-B11C65CB4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364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5344" name="Text Box 47">
              <a:extLst>
                <a:ext uri="{FF2B5EF4-FFF2-40B4-BE49-F238E27FC236}">
                  <a16:creationId xmlns:a16="http://schemas.microsoft.com/office/drawing/2014/main" id="{5D8DDB3B-1022-006D-BC87-EC27DEFC9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64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5345" name="Text Box 48">
              <a:extLst>
                <a:ext uri="{FF2B5EF4-FFF2-40B4-BE49-F238E27FC236}">
                  <a16:creationId xmlns:a16="http://schemas.microsoft.com/office/drawing/2014/main" id="{A7605BD3-90B7-DA6B-6688-EED07419D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2593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5346" name="Text Box 49">
              <a:extLst>
                <a:ext uri="{FF2B5EF4-FFF2-40B4-BE49-F238E27FC236}">
                  <a16:creationId xmlns:a16="http://schemas.microsoft.com/office/drawing/2014/main" id="{92FC9D93-BA87-E75A-6E3A-417F918BE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2593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5347" name="Text Box 50">
              <a:extLst>
                <a:ext uri="{FF2B5EF4-FFF2-40B4-BE49-F238E27FC236}">
                  <a16:creationId xmlns:a16="http://schemas.microsoft.com/office/drawing/2014/main" id="{EE4C504F-D436-F493-8A92-533C2B347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" y="1776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5348" name="Text Box 51">
              <a:extLst>
                <a:ext uri="{FF2B5EF4-FFF2-40B4-BE49-F238E27FC236}">
                  <a16:creationId xmlns:a16="http://schemas.microsoft.com/office/drawing/2014/main" id="{45E75E70-834C-C4ED-3AEB-2408AA67B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784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55349" name="Text Box 52">
              <a:extLst>
                <a:ext uri="{FF2B5EF4-FFF2-40B4-BE49-F238E27FC236}">
                  <a16:creationId xmlns:a16="http://schemas.microsoft.com/office/drawing/2014/main" id="{6B9367A0-13B8-F92C-DCD9-A4CD3BCCE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3921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5350" name="Text Box 53">
              <a:extLst>
                <a:ext uri="{FF2B5EF4-FFF2-40B4-BE49-F238E27FC236}">
                  <a16:creationId xmlns:a16="http://schemas.microsoft.com/office/drawing/2014/main" id="{E2EE3FC9-B4D5-4D9F-83AA-E3C08D3B31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4" y="1200"/>
              <a:ext cx="2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Q</a:t>
              </a:r>
            </a:p>
          </p:txBody>
        </p:sp>
        <p:grpSp>
          <p:nvGrpSpPr>
            <p:cNvPr id="55351" name="Group 55">
              <a:extLst>
                <a:ext uri="{FF2B5EF4-FFF2-40B4-BE49-F238E27FC236}">
                  <a16:creationId xmlns:a16="http://schemas.microsoft.com/office/drawing/2014/main" id="{767DCFE2-6F53-56A6-58ED-9EBF75904C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83" y="1678"/>
              <a:ext cx="462" cy="371"/>
              <a:chOff x="1482" y="1701"/>
              <a:chExt cx="462" cy="371"/>
            </a:xfrm>
          </p:grpSpPr>
          <p:sp>
            <p:nvSpPr>
              <p:cNvPr id="55383" name="AutoShape 56">
                <a:extLst>
                  <a:ext uri="{FF2B5EF4-FFF2-40B4-BE49-F238E27FC236}">
                    <a16:creationId xmlns:a16="http://schemas.microsoft.com/office/drawing/2014/main" id="{6168BE36-D6B3-AACD-5401-D12A9FCCA239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4" name="Rectangle 57">
                <a:extLst>
                  <a:ext uri="{FF2B5EF4-FFF2-40B4-BE49-F238E27FC236}">
                    <a16:creationId xmlns:a16="http://schemas.microsoft.com/office/drawing/2014/main" id="{96914E32-B555-42C0-E8D5-077DFAB47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85" name="Oval 58">
                <a:extLst>
                  <a:ext uri="{FF2B5EF4-FFF2-40B4-BE49-F238E27FC236}">
                    <a16:creationId xmlns:a16="http://schemas.microsoft.com/office/drawing/2014/main" id="{67711BF2-AB73-43E1-5660-94D05D995A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86" name="Rectangle 59">
                <a:extLst>
                  <a:ext uri="{FF2B5EF4-FFF2-40B4-BE49-F238E27FC236}">
                    <a16:creationId xmlns:a16="http://schemas.microsoft.com/office/drawing/2014/main" id="{8B5AABAD-9231-264D-53A6-6DFFD6856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87" name="Oval 60">
                <a:extLst>
                  <a:ext uri="{FF2B5EF4-FFF2-40B4-BE49-F238E27FC236}">
                    <a16:creationId xmlns:a16="http://schemas.microsoft.com/office/drawing/2014/main" id="{DFA4EA13-2A98-628D-087F-D44A15759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5352" name="Group 61">
              <a:extLst>
                <a:ext uri="{FF2B5EF4-FFF2-40B4-BE49-F238E27FC236}">
                  <a16:creationId xmlns:a16="http://schemas.microsoft.com/office/drawing/2014/main" id="{2B008131-B392-E8AB-540A-0541BD63A9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99" y="1686"/>
              <a:ext cx="462" cy="371"/>
              <a:chOff x="1482" y="1701"/>
              <a:chExt cx="462" cy="371"/>
            </a:xfrm>
          </p:grpSpPr>
          <p:sp>
            <p:nvSpPr>
              <p:cNvPr id="55378" name="AutoShape 62">
                <a:extLst>
                  <a:ext uri="{FF2B5EF4-FFF2-40B4-BE49-F238E27FC236}">
                    <a16:creationId xmlns:a16="http://schemas.microsoft.com/office/drawing/2014/main" id="{AAE2C490-5EC7-BF95-7523-2A7E8BF332E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9" name="Rectangle 63">
                <a:extLst>
                  <a:ext uri="{FF2B5EF4-FFF2-40B4-BE49-F238E27FC236}">
                    <a16:creationId xmlns:a16="http://schemas.microsoft.com/office/drawing/2014/main" id="{A280478B-D88F-B6AD-2329-365720313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80" name="Oval 64">
                <a:extLst>
                  <a:ext uri="{FF2B5EF4-FFF2-40B4-BE49-F238E27FC236}">
                    <a16:creationId xmlns:a16="http://schemas.microsoft.com/office/drawing/2014/main" id="{3883E987-CFC4-7244-3EB6-DF1B2F98B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81" name="Rectangle 65">
                <a:extLst>
                  <a:ext uri="{FF2B5EF4-FFF2-40B4-BE49-F238E27FC236}">
                    <a16:creationId xmlns:a16="http://schemas.microsoft.com/office/drawing/2014/main" id="{450C9C24-27AE-1397-0A5A-2B2ED592D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82" name="Oval 66">
                <a:extLst>
                  <a:ext uri="{FF2B5EF4-FFF2-40B4-BE49-F238E27FC236}">
                    <a16:creationId xmlns:a16="http://schemas.microsoft.com/office/drawing/2014/main" id="{883D6EC3-5B88-F703-84E5-F024F941B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5353" name="Group 67">
              <a:extLst>
                <a:ext uri="{FF2B5EF4-FFF2-40B4-BE49-F238E27FC236}">
                  <a16:creationId xmlns:a16="http://schemas.microsoft.com/office/drawing/2014/main" id="{9330A059-AB5B-A6BB-A915-37D6B0EB4E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56" y="2502"/>
              <a:ext cx="462" cy="371"/>
              <a:chOff x="1482" y="1701"/>
              <a:chExt cx="462" cy="371"/>
            </a:xfrm>
          </p:grpSpPr>
          <p:sp>
            <p:nvSpPr>
              <p:cNvPr id="55373" name="AutoShape 68">
                <a:extLst>
                  <a:ext uri="{FF2B5EF4-FFF2-40B4-BE49-F238E27FC236}">
                    <a16:creationId xmlns:a16="http://schemas.microsoft.com/office/drawing/2014/main" id="{40779889-B6BC-E8AA-440B-892D8B6E6A3F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4" name="Rectangle 69">
                <a:extLst>
                  <a:ext uri="{FF2B5EF4-FFF2-40B4-BE49-F238E27FC236}">
                    <a16:creationId xmlns:a16="http://schemas.microsoft.com/office/drawing/2014/main" id="{7E72788A-8A8A-85CA-8058-DBE8EE65FB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75" name="Oval 70">
                <a:extLst>
                  <a:ext uri="{FF2B5EF4-FFF2-40B4-BE49-F238E27FC236}">
                    <a16:creationId xmlns:a16="http://schemas.microsoft.com/office/drawing/2014/main" id="{669588CC-A112-2243-2BC1-E5DB6D345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76" name="Rectangle 71">
                <a:extLst>
                  <a:ext uri="{FF2B5EF4-FFF2-40B4-BE49-F238E27FC236}">
                    <a16:creationId xmlns:a16="http://schemas.microsoft.com/office/drawing/2014/main" id="{546049B2-5507-DCCB-B84E-00595DB67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77" name="Oval 72">
                <a:extLst>
                  <a:ext uri="{FF2B5EF4-FFF2-40B4-BE49-F238E27FC236}">
                    <a16:creationId xmlns:a16="http://schemas.microsoft.com/office/drawing/2014/main" id="{79679C86-842F-C913-1297-7A9130005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5354" name="Group 73">
              <a:extLst>
                <a:ext uri="{FF2B5EF4-FFF2-40B4-BE49-F238E27FC236}">
                  <a16:creationId xmlns:a16="http://schemas.microsoft.com/office/drawing/2014/main" id="{301CB8C8-1FB6-63C2-2679-C16B1D6167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35" y="2494"/>
              <a:ext cx="462" cy="371"/>
              <a:chOff x="1482" y="1701"/>
              <a:chExt cx="462" cy="371"/>
            </a:xfrm>
          </p:grpSpPr>
          <p:sp>
            <p:nvSpPr>
              <p:cNvPr id="55368" name="AutoShape 74">
                <a:extLst>
                  <a:ext uri="{FF2B5EF4-FFF2-40B4-BE49-F238E27FC236}">
                    <a16:creationId xmlns:a16="http://schemas.microsoft.com/office/drawing/2014/main" id="{E18F4E82-1326-235E-C306-324F96E6058F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9" name="Rectangle 75">
                <a:extLst>
                  <a:ext uri="{FF2B5EF4-FFF2-40B4-BE49-F238E27FC236}">
                    <a16:creationId xmlns:a16="http://schemas.microsoft.com/office/drawing/2014/main" id="{FB438ADD-731B-5667-988E-A5C7E4EE14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70" name="Oval 76">
                <a:extLst>
                  <a:ext uri="{FF2B5EF4-FFF2-40B4-BE49-F238E27FC236}">
                    <a16:creationId xmlns:a16="http://schemas.microsoft.com/office/drawing/2014/main" id="{4967DEA7-F15C-1DE5-6795-08B5070CC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71" name="Rectangle 77">
                <a:extLst>
                  <a:ext uri="{FF2B5EF4-FFF2-40B4-BE49-F238E27FC236}">
                    <a16:creationId xmlns:a16="http://schemas.microsoft.com/office/drawing/2014/main" id="{9FEC11A7-3284-1097-40DA-484564340C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72" name="Oval 78">
                <a:extLst>
                  <a:ext uri="{FF2B5EF4-FFF2-40B4-BE49-F238E27FC236}">
                    <a16:creationId xmlns:a16="http://schemas.microsoft.com/office/drawing/2014/main" id="{4ACD5A3D-2FC6-CDC8-1F2E-DB01A8900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5355" name="Group 79">
              <a:extLst>
                <a:ext uri="{FF2B5EF4-FFF2-40B4-BE49-F238E27FC236}">
                  <a16:creationId xmlns:a16="http://schemas.microsoft.com/office/drawing/2014/main" id="{9FFF4DF6-CB3C-B587-CAFD-FC73FB9405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11" y="3265"/>
              <a:ext cx="462" cy="371"/>
              <a:chOff x="1482" y="1701"/>
              <a:chExt cx="462" cy="371"/>
            </a:xfrm>
          </p:grpSpPr>
          <p:sp>
            <p:nvSpPr>
              <p:cNvPr id="55363" name="AutoShape 80">
                <a:extLst>
                  <a:ext uri="{FF2B5EF4-FFF2-40B4-BE49-F238E27FC236}">
                    <a16:creationId xmlns:a16="http://schemas.microsoft.com/office/drawing/2014/main" id="{9C2B31C9-B59D-9ECC-07C0-616B26435CED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4" name="Rectangle 81">
                <a:extLst>
                  <a:ext uri="{FF2B5EF4-FFF2-40B4-BE49-F238E27FC236}">
                    <a16:creationId xmlns:a16="http://schemas.microsoft.com/office/drawing/2014/main" id="{D0A7BDCA-F5EB-ECAE-E90A-6ACAC0863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65" name="Oval 82">
                <a:extLst>
                  <a:ext uri="{FF2B5EF4-FFF2-40B4-BE49-F238E27FC236}">
                    <a16:creationId xmlns:a16="http://schemas.microsoft.com/office/drawing/2014/main" id="{410492A2-1EF7-8FF7-1700-40E5B3E8D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66" name="Rectangle 83">
                <a:extLst>
                  <a:ext uri="{FF2B5EF4-FFF2-40B4-BE49-F238E27FC236}">
                    <a16:creationId xmlns:a16="http://schemas.microsoft.com/office/drawing/2014/main" id="{A1EC760F-F26D-DAD8-78CD-D5D011854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67" name="Oval 84">
                <a:extLst>
                  <a:ext uri="{FF2B5EF4-FFF2-40B4-BE49-F238E27FC236}">
                    <a16:creationId xmlns:a16="http://schemas.microsoft.com/office/drawing/2014/main" id="{6457CE28-C3B1-776D-D429-F27002563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5356" name="Group 85">
              <a:extLst>
                <a:ext uri="{FF2B5EF4-FFF2-40B4-BE49-F238E27FC236}">
                  <a16:creationId xmlns:a16="http://schemas.microsoft.com/office/drawing/2014/main" id="{FBBD83F9-558A-9FA1-4BC6-85C2201363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936" y="3265"/>
              <a:ext cx="462" cy="371"/>
              <a:chOff x="1482" y="1701"/>
              <a:chExt cx="462" cy="371"/>
            </a:xfrm>
          </p:grpSpPr>
          <p:sp>
            <p:nvSpPr>
              <p:cNvPr id="55358" name="AutoShape 86">
                <a:extLst>
                  <a:ext uri="{FF2B5EF4-FFF2-40B4-BE49-F238E27FC236}">
                    <a16:creationId xmlns:a16="http://schemas.microsoft.com/office/drawing/2014/main" id="{D98F81FA-1AEE-1D44-70A5-365A685DD3EA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59" name="Rectangle 87">
                <a:extLst>
                  <a:ext uri="{FF2B5EF4-FFF2-40B4-BE49-F238E27FC236}">
                    <a16:creationId xmlns:a16="http://schemas.microsoft.com/office/drawing/2014/main" id="{90F536DB-6A15-7338-79B8-A6BD639C0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60" name="Oval 88">
                <a:extLst>
                  <a:ext uri="{FF2B5EF4-FFF2-40B4-BE49-F238E27FC236}">
                    <a16:creationId xmlns:a16="http://schemas.microsoft.com/office/drawing/2014/main" id="{73B2D2AA-477B-2C88-2745-C456469A6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61" name="Rectangle 89">
                <a:extLst>
                  <a:ext uri="{FF2B5EF4-FFF2-40B4-BE49-F238E27FC236}">
                    <a16:creationId xmlns:a16="http://schemas.microsoft.com/office/drawing/2014/main" id="{A7D3CC9C-4067-9875-7009-D93C5FF11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62" name="Oval 90">
                <a:extLst>
                  <a:ext uri="{FF2B5EF4-FFF2-40B4-BE49-F238E27FC236}">
                    <a16:creationId xmlns:a16="http://schemas.microsoft.com/office/drawing/2014/main" id="{ACB50355-E131-02DA-2C47-FDC78C4E2C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55357" name="Line 91">
              <a:extLst>
                <a:ext uri="{FF2B5EF4-FFF2-40B4-BE49-F238E27FC236}">
                  <a16:creationId xmlns:a16="http://schemas.microsoft.com/office/drawing/2014/main" id="{783FB77A-4B30-A033-CF22-E9FD5C57E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2366"/>
              <a:ext cx="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5">
            <a:extLst>
              <a:ext uri="{FF2B5EF4-FFF2-40B4-BE49-F238E27FC236}">
                <a16:creationId xmlns:a16="http://schemas.microsoft.com/office/drawing/2014/main" id="{03D31F86-B374-FB49-7C5F-D5C60CD3E8D4}"/>
              </a:ext>
            </a:extLst>
          </p:cNvPr>
          <p:cNvGrpSpPr>
            <a:grpSpLocks/>
          </p:cNvGrpSpPr>
          <p:nvPr/>
        </p:nvGrpSpPr>
        <p:grpSpPr bwMode="auto">
          <a:xfrm>
            <a:off x="5303838" y="1049338"/>
            <a:ext cx="3925887" cy="4776787"/>
            <a:chOff x="2448" y="1200"/>
            <a:chExt cx="2857" cy="3009"/>
          </a:xfrm>
        </p:grpSpPr>
        <p:sp>
          <p:nvSpPr>
            <p:cNvPr id="56350" name="Line 6">
              <a:extLst>
                <a:ext uri="{FF2B5EF4-FFF2-40B4-BE49-F238E27FC236}">
                  <a16:creationId xmlns:a16="http://schemas.microsoft.com/office/drawing/2014/main" id="{0307F5BC-1A44-4A24-F768-E5644D9A3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9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1" name="Line 7">
              <a:extLst>
                <a:ext uri="{FF2B5EF4-FFF2-40B4-BE49-F238E27FC236}">
                  <a16:creationId xmlns:a16="http://schemas.microsoft.com/office/drawing/2014/main" id="{6A957E6D-0D3E-BDEB-FAC1-5DFB1083C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6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2" name="Line 8">
              <a:extLst>
                <a:ext uri="{FF2B5EF4-FFF2-40B4-BE49-F238E27FC236}">
                  <a16:creationId xmlns:a16="http://schemas.microsoft.com/office/drawing/2014/main" id="{045F48C9-0AE9-4244-67D5-8C4D24038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" y="150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3" name="Line 9">
              <a:extLst>
                <a:ext uri="{FF2B5EF4-FFF2-40B4-BE49-F238E27FC236}">
                  <a16:creationId xmlns:a16="http://schemas.microsoft.com/office/drawing/2014/main" id="{0FCB011E-6925-35EA-FEFD-B0A2577D4D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8" y="150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4" name="Line 10">
              <a:extLst>
                <a:ext uri="{FF2B5EF4-FFF2-40B4-BE49-F238E27FC236}">
                  <a16:creationId xmlns:a16="http://schemas.microsoft.com/office/drawing/2014/main" id="{ACC0B483-23BA-95CB-B1A4-4A03263C6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3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5" name="Line 11">
              <a:extLst>
                <a:ext uri="{FF2B5EF4-FFF2-40B4-BE49-F238E27FC236}">
                  <a16:creationId xmlns:a16="http://schemas.microsoft.com/office/drawing/2014/main" id="{2559DB6F-D1B6-FBE8-980D-CE9B87F253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2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6" name="Line 12">
              <a:extLst>
                <a:ext uri="{FF2B5EF4-FFF2-40B4-BE49-F238E27FC236}">
                  <a16:creationId xmlns:a16="http://schemas.microsoft.com/office/drawing/2014/main" id="{19F787ED-6335-D251-F57E-B829F453C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7" name="Line 13">
              <a:extLst>
                <a:ext uri="{FF2B5EF4-FFF2-40B4-BE49-F238E27FC236}">
                  <a16:creationId xmlns:a16="http://schemas.microsoft.com/office/drawing/2014/main" id="{FD94417E-EFE0-6AB3-C909-C01335C47D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6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8" name="Line 14">
              <a:extLst>
                <a:ext uri="{FF2B5EF4-FFF2-40B4-BE49-F238E27FC236}">
                  <a16:creationId xmlns:a16="http://schemas.microsoft.com/office/drawing/2014/main" id="{EE0609F3-4E67-09E8-A75D-014ABFA2C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6" y="3183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9" name="Line 15">
              <a:extLst>
                <a:ext uri="{FF2B5EF4-FFF2-40B4-BE49-F238E27FC236}">
                  <a16:creationId xmlns:a16="http://schemas.microsoft.com/office/drawing/2014/main" id="{21471F2D-704E-0341-944E-569472595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183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0" name="Line 16">
              <a:extLst>
                <a:ext uri="{FF2B5EF4-FFF2-40B4-BE49-F238E27FC236}">
                  <a16:creationId xmlns:a16="http://schemas.microsoft.com/office/drawing/2014/main" id="{CFD85603-0490-6E14-FEED-D3FDFCE76B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77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1" name="Line 17">
              <a:extLst>
                <a:ext uri="{FF2B5EF4-FFF2-40B4-BE49-F238E27FC236}">
                  <a16:creationId xmlns:a16="http://schemas.microsoft.com/office/drawing/2014/main" id="{EE2C2393-6C0E-6FB6-6673-F5885B65E5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5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2" name="Line 18">
              <a:extLst>
                <a:ext uri="{FF2B5EF4-FFF2-40B4-BE49-F238E27FC236}">
                  <a16:creationId xmlns:a16="http://schemas.microsoft.com/office/drawing/2014/main" id="{D4EA1D86-93E3-C6F0-89AF-D11361CE4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636"/>
              <a:ext cx="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3" name="Line 19">
              <a:extLst>
                <a:ext uri="{FF2B5EF4-FFF2-40B4-BE49-F238E27FC236}">
                  <a16:creationId xmlns:a16="http://schemas.microsoft.com/office/drawing/2014/main" id="{A200769B-B409-79D7-AF16-56EEE5F9F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4" name="Line 20">
              <a:extLst>
                <a:ext uri="{FF2B5EF4-FFF2-40B4-BE49-F238E27FC236}">
                  <a16:creationId xmlns:a16="http://schemas.microsoft.com/office/drawing/2014/main" id="{7FC51021-9AE7-6068-45E6-0A8A1D09CB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3092"/>
              <a:ext cx="2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5" name="Line 21">
              <a:extLst>
                <a:ext uri="{FF2B5EF4-FFF2-40B4-BE49-F238E27FC236}">
                  <a16:creationId xmlns:a16="http://schemas.microsoft.com/office/drawing/2014/main" id="{F63C54D1-8012-242A-2E93-A4B4B0143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6" name="Line 22">
              <a:extLst>
                <a:ext uri="{FF2B5EF4-FFF2-40B4-BE49-F238E27FC236}">
                  <a16:creationId xmlns:a16="http://schemas.microsoft.com/office/drawing/2014/main" id="{E645A88B-67C1-8480-4036-D81A26D2E9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77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7" name="Line 23">
              <a:extLst>
                <a:ext uri="{FF2B5EF4-FFF2-40B4-BE49-F238E27FC236}">
                  <a16:creationId xmlns:a16="http://schemas.microsoft.com/office/drawing/2014/main" id="{4E6B0898-4B17-D793-BC7E-CB73F0B6D7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1" y="2366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8" name="Line 24">
              <a:extLst>
                <a:ext uri="{FF2B5EF4-FFF2-40B4-BE49-F238E27FC236}">
                  <a16:creationId xmlns:a16="http://schemas.microsoft.com/office/drawing/2014/main" id="{0329A912-6037-BC82-6B07-F8769F0A5B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36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9" name="Line 25">
              <a:extLst>
                <a:ext uri="{FF2B5EF4-FFF2-40B4-BE49-F238E27FC236}">
                  <a16:creationId xmlns:a16="http://schemas.microsoft.com/office/drawing/2014/main" id="{50475AD5-F331-894C-AEE0-487EADAA0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3" y="2366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0" name="Line 26">
              <a:extLst>
                <a:ext uri="{FF2B5EF4-FFF2-40B4-BE49-F238E27FC236}">
                  <a16:creationId xmlns:a16="http://schemas.microsoft.com/office/drawing/2014/main" id="{4B549663-260D-EA31-809B-6D7D279869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3" y="2956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1" name="Line 27">
              <a:extLst>
                <a:ext uri="{FF2B5EF4-FFF2-40B4-BE49-F238E27FC236}">
                  <a16:creationId xmlns:a16="http://schemas.microsoft.com/office/drawing/2014/main" id="{0E2E7C29-9535-D6AC-02F5-D8BFF6B03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3" y="2865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2" name="Oval 28">
              <a:extLst>
                <a:ext uri="{FF2B5EF4-FFF2-40B4-BE49-F238E27FC236}">
                  <a16:creationId xmlns:a16="http://schemas.microsoft.com/office/drawing/2014/main" id="{C22CA0A5-335A-AE09-7D94-5EC59D44AB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01" y="3137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73" name="Oval 29">
              <a:extLst>
                <a:ext uri="{FF2B5EF4-FFF2-40B4-BE49-F238E27FC236}">
                  <a16:creationId xmlns:a16="http://schemas.microsoft.com/office/drawing/2014/main" id="{C94B350D-82E1-714E-4BA8-C6032FB78B8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1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74" name="Line 30">
              <a:extLst>
                <a:ext uri="{FF2B5EF4-FFF2-40B4-BE49-F238E27FC236}">
                  <a16:creationId xmlns:a16="http://schemas.microsoft.com/office/drawing/2014/main" id="{DA4ADE99-CF81-879D-7CD1-2D66EA53F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636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5" name="Line 31">
              <a:extLst>
                <a:ext uri="{FF2B5EF4-FFF2-40B4-BE49-F238E27FC236}">
                  <a16:creationId xmlns:a16="http://schemas.microsoft.com/office/drawing/2014/main" id="{5B339A6B-934B-55B7-4773-8C02D0C175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818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6" name="Line 32">
              <a:extLst>
                <a:ext uri="{FF2B5EF4-FFF2-40B4-BE49-F238E27FC236}">
                  <a16:creationId xmlns:a16="http://schemas.microsoft.com/office/drawing/2014/main" id="{4B235ABD-1225-86CC-8702-A46FD25DCE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2366"/>
              <a:ext cx="0" cy="1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7" name="Line 33">
              <a:extLst>
                <a:ext uri="{FF2B5EF4-FFF2-40B4-BE49-F238E27FC236}">
                  <a16:creationId xmlns:a16="http://schemas.microsoft.com/office/drawing/2014/main" id="{F467E23B-D795-7ECC-4EA2-E5F63FD5C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8" name="Oval 34">
              <a:extLst>
                <a:ext uri="{FF2B5EF4-FFF2-40B4-BE49-F238E27FC236}">
                  <a16:creationId xmlns:a16="http://schemas.microsoft.com/office/drawing/2014/main" id="{71FAD452-CB4A-D140-C466-99481AB83A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7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79" name="Line 35">
              <a:extLst>
                <a:ext uri="{FF2B5EF4-FFF2-40B4-BE49-F238E27FC236}">
                  <a16:creationId xmlns:a16="http://schemas.microsoft.com/office/drawing/2014/main" id="{51B7CBE8-2826-26FE-8154-82C56CF14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0" name="Oval 36">
              <a:extLst>
                <a:ext uri="{FF2B5EF4-FFF2-40B4-BE49-F238E27FC236}">
                  <a16:creationId xmlns:a16="http://schemas.microsoft.com/office/drawing/2014/main" id="{8B3CF0AB-6DEF-46D5-12E4-CB18BE82D6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07" y="3046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81" name="Oval 37">
              <a:extLst>
                <a:ext uri="{FF2B5EF4-FFF2-40B4-BE49-F238E27FC236}">
                  <a16:creationId xmlns:a16="http://schemas.microsoft.com/office/drawing/2014/main" id="{3176BFBB-A363-A7E6-B579-2733E17986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1460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82" name="Oval 38">
              <a:extLst>
                <a:ext uri="{FF2B5EF4-FFF2-40B4-BE49-F238E27FC236}">
                  <a16:creationId xmlns:a16="http://schemas.microsoft.com/office/drawing/2014/main" id="{16455570-22FF-0B20-CA4A-CA8459A8DC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3" y="1459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83" name="Line 39">
              <a:extLst>
                <a:ext uri="{FF2B5EF4-FFF2-40B4-BE49-F238E27FC236}">
                  <a16:creationId xmlns:a16="http://schemas.microsoft.com/office/drawing/2014/main" id="{E1BE7651-53F6-B61E-7974-D48AAA9156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4" name="Line 40">
              <a:extLst>
                <a:ext uri="{FF2B5EF4-FFF2-40B4-BE49-F238E27FC236}">
                  <a16:creationId xmlns:a16="http://schemas.microsoft.com/office/drawing/2014/main" id="{02344264-13DA-57EC-2281-F87081576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5" name="Line 41">
              <a:extLst>
                <a:ext uri="{FF2B5EF4-FFF2-40B4-BE49-F238E27FC236}">
                  <a16:creationId xmlns:a16="http://schemas.microsoft.com/office/drawing/2014/main" id="{327BCF46-B23A-A929-C4B4-E3AFBF884A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18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6" name="Line 42">
              <a:extLst>
                <a:ext uri="{FF2B5EF4-FFF2-40B4-BE49-F238E27FC236}">
                  <a16:creationId xmlns:a16="http://schemas.microsoft.com/office/drawing/2014/main" id="{C557F46C-A978-073A-B7C2-5F8563C2B5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1" y="1504"/>
              <a:ext cx="317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7" name="Line 43">
              <a:extLst>
                <a:ext uri="{FF2B5EF4-FFF2-40B4-BE49-F238E27FC236}">
                  <a16:creationId xmlns:a16="http://schemas.microsoft.com/office/drawing/2014/main" id="{5713289D-4249-2D62-DBF8-1F11785D66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18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8" name="Line 44">
              <a:extLst>
                <a:ext uri="{FF2B5EF4-FFF2-40B4-BE49-F238E27FC236}">
                  <a16:creationId xmlns:a16="http://schemas.microsoft.com/office/drawing/2014/main" id="{87EDAD19-9BC3-3739-6A4A-D76C28499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1" y="1504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9" name="Text Box 45">
              <a:extLst>
                <a:ext uri="{FF2B5EF4-FFF2-40B4-BE49-F238E27FC236}">
                  <a16:creationId xmlns:a16="http://schemas.microsoft.com/office/drawing/2014/main" id="{52BD33E9-9F70-9D71-5879-9FDA5DEECA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8" y="1776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6390" name="Text Box 46">
              <a:extLst>
                <a:ext uri="{FF2B5EF4-FFF2-40B4-BE49-F238E27FC236}">
                  <a16:creationId xmlns:a16="http://schemas.microsoft.com/office/drawing/2014/main" id="{A1456E2C-BE04-2878-EE24-71078FE94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364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6391" name="Text Box 47">
              <a:extLst>
                <a:ext uri="{FF2B5EF4-FFF2-40B4-BE49-F238E27FC236}">
                  <a16:creationId xmlns:a16="http://schemas.microsoft.com/office/drawing/2014/main" id="{0464B803-C0DE-282F-1FF0-75CEB9620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64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6392" name="Text Box 48">
              <a:extLst>
                <a:ext uri="{FF2B5EF4-FFF2-40B4-BE49-F238E27FC236}">
                  <a16:creationId xmlns:a16="http://schemas.microsoft.com/office/drawing/2014/main" id="{F328021A-3B02-CD0A-0AFC-AF4E3F0F3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2593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6393" name="Text Box 49">
              <a:extLst>
                <a:ext uri="{FF2B5EF4-FFF2-40B4-BE49-F238E27FC236}">
                  <a16:creationId xmlns:a16="http://schemas.microsoft.com/office/drawing/2014/main" id="{45774FF0-0831-9AC1-8384-A5FD0298A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2593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6394" name="Text Box 50">
              <a:extLst>
                <a:ext uri="{FF2B5EF4-FFF2-40B4-BE49-F238E27FC236}">
                  <a16:creationId xmlns:a16="http://schemas.microsoft.com/office/drawing/2014/main" id="{A513B4E4-0044-C7EC-E8AF-5E2941B758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" y="1776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6395" name="Text Box 51">
              <a:extLst>
                <a:ext uri="{FF2B5EF4-FFF2-40B4-BE49-F238E27FC236}">
                  <a16:creationId xmlns:a16="http://schemas.microsoft.com/office/drawing/2014/main" id="{663B1D9C-B011-4A4C-9618-CDA13E269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784"/>
              <a:ext cx="4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56396" name="Text Box 52">
              <a:extLst>
                <a:ext uri="{FF2B5EF4-FFF2-40B4-BE49-F238E27FC236}">
                  <a16:creationId xmlns:a16="http://schemas.microsoft.com/office/drawing/2014/main" id="{BF0FE71F-3FA0-3C1E-7DFA-375E379C3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3921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6397" name="Text Box 53">
              <a:extLst>
                <a:ext uri="{FF2B5EF4-FFF2-40B4-BE49-F238E27FC236}">
                  <a16:creationId xmlns:a16="http://schemas.microsoft.com/office/drawing/2014/main" id="{ED831360-A6CA-2BBF-BE5A-23CB5E302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4" y="1200"/>
              <a:ext cx="2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Q</a:t>
              </a:r>
            </a:p>
          </p:txBody>
        </p:sp>
        <p:graphicFrame>
          <p:nvGraphicFramePr>
            <p:cNvPr id="56398" name="Object 54">
              <a:extLst>
                <a:ext uri="{FF2B5EF4-FFF2-40B4-BE49-F238E27FC236}">
                  <a16:creationId xmlns:a16="http://schemas.microsoft.com/office/drawing/2014/main" id="{E00FE151-F762-E69A-5FF8-B6D866FE0B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1" y="1232"/>
            <a:ext cx="22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0" imgH="38162" progId="Equation.3">
                    <p:embed/>
                  </p:oleObj>
                </mc:Choice>
                <mc:Fallback>
                  <p:oleObj name="公式" r:id="rId3" imgW="0" imgH="38162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1" y="1232"/>
                          <a:ext cx="225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6399" name="Group 55">
              <a:extLst>
                <a:ext uri="{FF2B5EF4-FFF2-40B4-BE49-F238E27FC236}">
                  <a16:creationId xmlns:a16="http://schemas.microsoft.com/office/drawing/2014/main" id="{C4CE2476-34E5-FFDA-4960-39977AFC10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83" y="1678"/>
              <a:ext cx="462" cy="371"/>
              <a:chOff x="1482" y="1701"/>
              <a:chExt cx="462" cy="371"/>
            </a:xfrm>
          </p:grpSpPr>
          <p:sp>
            <p:nvSpPr>
              <p:cNvPr id="56431" name="AutoShape 56">
                <a:extLst>
                  <a:ext uri="{FF2B5EF4-FFF2-40B4-BE49-F238E27FC236}">
                    <a16:creationId xmlns:a16="http://schemas.microsoft.com/office/drawing/2014/main" id="{E64DA1D5-7F6C-2740-966B-08AC0E779CBC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32" name="Rectangle 57">
                <a:extLst>
                  <a:ext uri="{FF2B5EF4-FFF2-40B4-BE49-F238E27FC236}">
                    <a16:creationId xmlns:a16="http://schemas.microsoft.com/office/drawing/2014/main" id="{9F611EEC-A11D-6E40-C0A2-B00330F9A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33" name="Oval 58">
                <a:extLst>
                  <a:ext uri="{FF2B5EF4-FFF2-40B4-BE49-F238E27FC236}">
                    <a16:creationId xmlns:a16="http://schemas.microsoft.com/office/drawing/2014/main" id="{2212CC57-D796-8E92-4ADC-3AC34B786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34" name="Rectangle 59">
                <a:extLst>
                  <a:ext uri="{FF2B5EF4-FFF2-40B4-BE49-F238E27FC236}">
                    <a16:creationId xmlns:a16="http://schemas.microsoft.com/office/drawing/2014/main" id="{63B57048-5C45-8D1C-64AC-B4546F7616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35" name="Oval 60">
                <a:extLst>
                  <a:ext uri="{FF2B5EF4-FFF2-40B4-BE49-F238E27FC236}">
                    <a16:creationId xmlns:a16="http://schemas.microsoft.com/office/drawing/2014/main" id="{3D874113-961F-D531-E69F-4D94A9F5A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6400" name="Group 61">
              <a:extLst>
                <a:ext uri="{FF2B5EF4-FFF2-40B4-BE49-F238E27FC236}">
                  <a16:creationId xmlns:a16="http://schemas.microsoft.com/office/drawing/2014/main" id="{06C0AA1F-1CD4-3A1C-4392-D99D0F0F75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99" y="1686"/>
              <a:ext cx="462" cy="371"/>
              <a:chOff x="1482" y="1701"/>
              <a:chExt cx="462" cy="371"/>
            </a:xfrm>
          </p:grpSpPr>
          <p:sp>
            <p:nvSpPr>
              <p:cNvPr id="56426" name="AutoShape 62">
                <a:extLst>
                  <a:ext uri="{FF2B5EF4-FFF2-40B4-BE49-F238E27FC236}">
                    <a16:creationId xmlns:a16="http://schemas.microsoft.com/office/drawing/2014/main" id="{63800B63-1418-D0C7-81DB-0BAD58FFB08C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27" name="Rectangle 63">
                <a:extLst>
                  <a:ext uri="{FF2B5EF4-FFF2-40B4-BE49-F238E27FC236}">
                    <a16:creationId xmlns:a16="http://schemas.microsoft.com/office/drawing/2014/main" id="{538BF785-B348-0887-BE30-7AE9753C4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28" name="Oval 64">
                <a:extLst>
                  <a:ext uri="{FF2B5EF4-FFF2-40B4-BE49-F238E27FC236}">
                    <a16:creationId xmlns:a16="http://schemas.microsoft.com/office/drawing/2014/main" id="{6C168AC7-5EE5-2239-44D3-1B68BC499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29" name="Rectangle 65">
                <a:extLst>
                  <a:ext uri="{FF2B5EF4-FFF2-40B4-BE49-F238E27FC236}">
                    <a16:creationId xmlns:a16="http://schemas.microsoft.com/office/drawing/2014/main" id="{0044848F-F837-48E0-DAF1-BB5879F37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30" name="Oval 66">
                <a:extLst>
                  <a:ext uri="{FF2B5EF4-FFF2-40B4-BE49-F238E27FC236}">
                    <a16:creationId xmlns:a16="http://schemas.microsoft.com/office/drawing/2014/main" id="{B4E46D6E-B116-554B-326B-F425AC5E0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6401" name="Group 67">
              <a:extLst>
                <a:ext uri="{FF2B5EF4-FFF2-40B4-BE49-F238E27FC236}">
                  <a16:creationId xmlns:a16="http://schemas.microsoft.com/office/drawing/2014/main" id="{8F23E609-9AFA-8812-E0D9-E8765BACE7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56" y="2502"/>
              <a:ext cx="462" cy="371"/>
              <a:chOff x="1482" y="1701"/>
              <a:chExt cx="462" cy="371"/>
            </a:xfrm>
          </p:grpSpPr>
          <p:sp>
            <p:nvSpPr>
              <p:cNvPr id="56421" name="AutoShape 68">
                <a:extLst>
                  <a:ext uri="{FF2B5EF4-FFF2-40B4-BE49-F238E27FC236}">
                    <a16:creationId xmlns:a16="http://schemas.microsoft.com/office/drawing/2014/main" id="{68F9AB0A-405B-ECC3-0A82-198C34EBB80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22" name="Rectangle 69">
                <a:extLst>
                  <a:ext uri="{FF2B5EF4-FFF2-40B4-BE49-F238E27FC236}">
                    <a16:creationId xmlns:a16="http://schemas.microsoft.com/office/drawing/2014/main" id="{672DB64B-B250-F62C-4A07-651371FD8F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23" name="Oval 70">
                <a:extLst>
                  <a:ext uri="{FF2B5EF4-FFF2-40B4-BE49-F238E27FC236}">
                    <a16:creationId xmlns:a16="http://schemas.microsoft.com/office/drawing/2014/main" id="{2E70756A-6741-B1DC-E5BB-C2594A38EE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24" name="Rectangle 71">
                <a:extLst>
                  <a:ext uri="{FF2B5EF4-FFF2-40B4-BE49-F238E27FC236}">
                    <a16:creationId xmlns:a16="http://schemas.microsoft.com/office/drawing/2014/main" id="{CF04BAAA-F9B3-FC87-1652-7E652FB51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25" name="Oval 72">
                <a:extLst>
                  <a:ext uri="{FF2B5EF4-FFF2-40B4-BE49-F238E27FC236}">
                    <a16:creationId xmlns:a16="http://schemas.microsoft.com/office/drawing/2014/main" id="{563DA373-ACEA-1EA4-CFDF-A35864E9A4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6402" name="Group 73">
              <a:extLst>
                <a:ext uri="{FF2B5EF4-FFF2-40B4-BE49-F238E27FC236}">
                  <a16:creationId xmlns:a16="http://schemas.microsoft.com/office/drawing/2014/main" id="{8BD7BF65-50F7-C92E-F9AF-4E3CC64721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35" y="2494"/>
              <a:ext cx="462" cy="371"/>
              <a:chOff x="1482" y="1701"/>
              <a:chExt cx="462" cy="371"/>
            </a:xfrm>
          </p:grpSpPr>
          <p:sp>
            <p:nvSpPr>
              <p:cNvPr id="56416" name="AutoShape 74">
                <a:extLst>
                  <a:ext uri="{FF2B5EF4-FFF2-40B4-BE49-F238E27FC236}">
                    <a16:creationId xmlns:a16="http://schemas.microsoft.com/office/drawing/2014/main" id="{D57F03AD-4BB8-2EE7-D0B1-5EBFE0701EFF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17" name="Rectangle 75">
                <a:extLst>
                  <a:ext uri="{FF2B5EF4-FFF2-40B4-BE49-F238E27FC236}">
                    <a16:creationId xmlns:a16="http://schemas.microsoft.com/office/drawing/2014/main" id="{39361721-0449-9849-1152-C518E818B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8" name="Oval 76">
                <a:extLst>
                  <a:ext uri="{FF2B5EF4-FFF2-40B4-BE49-F238E27FC236}">
                    <a16:creationId xmlns:a16="http://schemas.microsoft.com/office/drawing/2014/main" id="{30CB7CE4-CBC4-3856-1DE4-1249571C09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9" name="Rectangle 77">
                <a:extLst>
                  <a:ext uri="{FF2B5EF4-FFF2-40B4-BE49-F238E27FC236}">
                    <a16:creationId xmlns:a16="http://schemas.microsoft.com/office/drawing/2014/main" id="{D3D27621-4631-CC69-334F-7339836CB2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20" name="Oval 78">
                <a:extLst>
                  <a:ext uri="{FF2B5EF4-FFF2-40B4-BE49-F238E27FC236}">
                    <a16:creationId xmlns:a16="http://schemas.microsoft.com/office/drawing/2014/main" id="{8B817566-211B-77C7-D710-DF55BCF92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6403" name="Group 79">
              <a:extLst>
                <a:ext uri="{FF2B5EF4-FFF2-40B4-BE49-F238E27FC236}">
                  <a16:creationId xmlns:a16="http://schemas.microsoft.com/office/drawing/2014/main" id="{BA48AA9B-126C-7E2E-16CB-CCB5228A5F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11" y="3265"/>
              <a:ext cx="462" cy="371"/>
              <a:chOff x="1482" y="1701"/>
              <a:chExt cx="462" cy="371"/>
            </a:xfrm>
          </p:grpSpPr>
          <p:sp>
            <p:nvSpPr>
              <p:cNvPr id="56411" name="AutoShape 80">
                <a:extLst>
                  <a:ext uri="{FF2B5EF4-FFF2-40B4-BE49-F238E27FC236}">
                    <a16:creationId xmlns:a16="http://schemas.microsoft.com/office/drawing/2014/main" id="{C386B3DB-04AE-31F8-7E2C-58058758F956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12" name="Rectangle 81">
                <a:extLst>
                  <a:ext uri="{FF2B5EF4-FFF2-40B4-BE49-F238E27FC236}">
                    <a16:creationId xmlns:a16="http://schemas.microsoft.com/office/drawing/2014/main" id="{2B2CF0EA-73EC-3BCC-998E-6E93BC5CF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3" name="Oval 82">
                <a:extLst>
                  <a:ext uri="{FF2B5EF4-FFF2-40B4-BE49-F238E27FC236}">
                    <a16:creationId xmlns:a16="http://schemas.microsoft.com/office/drawing/2014/main" id="{78ED881B-B555-6FAC-8BA6-63C97D5A5E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4" name="Rectangle 83">
                <a:extLst>
                  <a:ext uri="{FF2B5EF4-FFF2-40B4-BE49-F238E27FC236}">
                    <a16:creationId xmlns:a16="http://schemas.microsoft.com/office/drawing/2014/main" id="{1A8F5B73-F216-2C43-FCA5-38DEA62D5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5" name="Oval 84">
                <a:extLst>
                  <a:ext uri="{FF2B5EF4-FFF2-40B4-BE49-F238E27FC236}">
                    <a16:creationId xmlns:a16="http://schemas.microsoft.com/office/drawing/2014/main" id="{254D85FD-1BE6-F67C-D329-F14896A71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6404" name="Group 85">
              <a:extLst>
                <a:ext uri="{FF2B5EF4-FFF2-40B4-BE49-F238E27FC236}">
                  <a16:creationId xmlns:a16="http://schemas.microsoft.com/office/drawing/2014/main" id="{E254E77B-A0F8-951D-CAE0-EDEDCB9E5A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936" y="3265"/>
              <a:ext cx="462" cy="371"/>
              <a:chOff x="1482" y="1701"/>
              <a:chExt cx="462" cy="371"/>
            </a:xfrm>
          </p:grpSpPr>
          <p:sp>
            <p:nvSpPr>
              <p:cNvPr id="56406" name="AutoShape 86">
                <a:extLst>
                  <a:ext uri="{FF2B5EF4-FFF2-40B4-BE49-F238E27FC236}">
                    <a16:creationId xmlns:a16="http://schemas.microsoft.com/office/drawing/2014/main" id="{07C0CB1B-D078-0E38-328A-8F47315E44C8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07" name="Rectangle 87">
                <a:extLst>
                  <a:ext uri="{FF2B5EF4-FFF2-40B4-BE49-F238E27FC236}">
                    <a16:creationId xmlns:a16="http://schemas.microsoft.com/office/drawing/2014/main" id="{0A820D5D-579C-82F1-5C52-B35198AE5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08" name="Oval 88">
                <a:extLst>
                  <a:ext uri="{FF2B5EF4-FFF2-40B4-BE49-F238E27FC236}">
                    <a16:creationId xmlns:a16="http://schemas.microsoft.com/office/drawing/2014/main" id="{991E07EB-6B4B-951E-961B-CB0A544E1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09" name="Rectangle 89">
                <a:extLst>
                  <a:ext uri="{FF2B5EF4-FFF2-40B4-BE49-F238E27FC236}">
                    <a16:creationId xmlns:a16="http://schemas.microsoft.com/office/drawing/2014/main" id="{1DCA0591-50BD-636C-7BD0-8A5C73E73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0" name="Oval 90">
                <a:extLst>
                  <a:ext uri="{FF2B5EF4-FFF2-40B4-BE49-F238E27FC236}">
                    <a16:creationId xmlns:a16="http://schemas.microsoft.com/office/drawing/2014/main" id="{9F08F6A1-3D97-28AD-50A3-5F4BAFE5C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6405" name="Line 91">
              <a:extLst>
                <a:ext uri="{FF2B5EF4-FFF2-40B4-BE49-F238E27FC236}">
                  <a16:creationId xmlns:a16="http://schemas.microsoft.com/office/drawing/2014/main" id="{37FA8E0A-D092-2954-C5E2-41937AC21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2366"/>
              <a:ext cx="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395" name="灯片编号占位符 5">
            <a:extLst>
              <a:ext uri="{FF2B5EF4-FFF2-40B4-BE49-F238E27FC236}">
                <a16:creationId xmlns:a16="http://schemas.microsoft.com/office/drawing/2014/main" id="{6B935264-5C94-C332-6DE3-40481FA2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86C2956A-EEA1-401A-9116-85E233D8959B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50</a:t>
            </a:fld>
            <a:endParaRPr lang="en-US" altLang="zh-CN" sz="1000" dirty="0">
              <a:latin typeface="Times New Roman" panose="02020603050405020304" pitchFamily="18" charset="0"/>
            </a:endParaRPr>
          </a:p>
        </p:txBody>
      </p:sp>
      <p:sp>
        <p:nvSpPr>
          <p:cNvPr id="573442" name="Rectangle 2">
            <a:extLst>
              <a:ext uri="{FF2B5EF4-FFF2-40B4-BE49-F238E27FC236}">
                <a16:creationId xmlns:a16="http://schemas.microsoft.com/office/drawing/2014/main" id="{BF06D23F-D709-60F8-2092-382FE9AA3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411D73A3-9579-B704-58D3-96368D1BB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131888"/>
            <a:ext cx="81534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正沿</a:t>
            </a:r>
            <a:r>
              <a:rPr lang="en-US" altLang="zh-CN" dirty="0"/>
              <a:t>D</a:t>
            </a:r>
            <a:r>
              <a:rPr lang="zh-CN" altLang="en-US" dirty="0"/>
              <a:t>觸發器的開關特性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56326" name="Rectangle 4">
            <a:extLst>
              <a:ext uri="{FF2B5EF4-FFF2-40B4-BE49-F238E27FC236}">
                <a16:creationId xmlns:a16="http://schemas.microsoft.com/office/drawing/2014/main" id="{29110AF1-4D32-7B6A-CDBF-BD2902595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3" y="1768475"/>
            <a:ext cx="4540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建立時間</a:t>
            </a:r>
            <a:r>
              <a:rPr kumimoji="1" lang="en-US" altLang="zh-CN" sz="2800" b="1" dirty="0" err="1"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</a:rPr>
              <a:t>su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和保持時間</a:t>
            </a:r>
            <a:r>
              <a:rPr kumimoji="1" lang="en-US" altLang="zh-CN" sz="2800" b="1" dirty="0" err="1"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</a:rPr>
              <a:t>h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73619" name="Rectangle 179">
            <a:extLst>
              <a:ext uri="{FF2B5EF4-FFF2-40B4-BE49-F238E27FC236}">
                <a16:creationId xmlns:a16="http://schemas.microsoft.com/office/drawing/2014/main" id="{475FC48A-9947-C854-E769-113FB7137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2235200"/>
            <a:ext cx="5056188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由於在時鐘的高電平期間，線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A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或線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B</a:t>
            </a:r>
            <a:r>
              <a:rPr kumimoji="1" lang="zh-CN" altLang="en-US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有一條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為“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0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”，數據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D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只能在門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5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或閘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6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的輸入端等待。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72B27D8-EE0D-CDFE-EF0F-68246EFC1661}"/>
              </a:ext>
            </a:extLst>
          </p:cNvPr>
          <p:cNvGrpSpPr>
            <a:grpSpLocks/>
          </p:cNvGrpSpPr>
          <p:nvPr/>
        </p:nvGrpSpPr>
        <p:grpSpPr bwMode="auto">
          <a:xfrm>
            <a:off x="5314950" y="2447925"/>
            <a:ext cx="974725" cy="2770188"/>
            <a:chOff x="5179488" y="3301534"/>
            <a:chExt cx="973733" cy="2769066"/>
          </a:xfrm>
        </p:grpSpPr>
        <p:grpSp>
          <p:nvGrpSpPr>
            <p:cNvPr id="56343" name="组合 3">
              <a:extLst>
                <a:ext uri="{FF2B5EF4-FFF2-40B4-BE49-F238E27FC236}">
                  <a16:creationId xmlns:a16="http://schemas.microsoft.com/office/drawing/2014/main" id="{F21AA7FE-F62B-6E7C-231E-462E1C0ACC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79488" y="3765550"/>
              <a:ext cx="872572" cy="2305050"/>
              <a:chOff x="2999482" y="3850104"/>
              <a:chExt cx="872572" cy="2305050"/>
            </a:xfrm>
          </p:grpSpPr>
          <p:grpSp>
            <p:nvGrpSpPr>
              <p:cNvPr id="56345" name="组合 2">
                <a:extLst>
                  <a:ext uri="{FF2B5EF4-FFF2-40B4-BE49-F238E27FC236}">
                    <a16:creationId xmlns:a16="http://schemas.microsoft.com/office/drawing/2014/main" id="{177498FE-1948-0532-4524-38BB2C73E5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9482" y="3850104"/>
                <a:ext cx="560645" cy="2305050"/>
                <a:chOff x="5181600" y="3779838"/>
                <a:chExt cx="560645" cy="2305050"/>
              </a:xfrm>
            </p:grpSpPr>
            <p:sp>
              <p:nvSpPr>
                <p:cNvPr id="56347" name="Line 117">
                  <a:extLst>
                    <a:ext uri="{FF2B5EF4-FFF2-40B4-BE49-F238E27FC236}">
                      <a16:creationId xmlns:a16="http://schemas.microsoft.com/office/drawing/2014/main" id="{F1930742-AA96-7782-5638-142EF6FB3B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42245" y="5795963"/>
                  <a:ext cx="0" cy="288925"/>
                </a:xfrm>
                <a:prstGeom prst="line">
                  <a:avLst/>
                </a:prstGeom>
                <a:noFill/>
                <a:ln w="25400">
                  <a:solidFill>
                    <a:srgbClr val="FF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48" name="Line 118">
                  <a:extLst>
                    <a:ext uri="{FF2B5EF4-FFF2-40B4-BE49-F238E27FC236}">
                      <a16:creationId xmlns:a16="http://schemas.microsoft.com/office/drawing/2014/main" id="{2E580899-FE8A-682C-4228-092BD8EF33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181600" y="6084888"/>
                  <a:ext cx="560645" cy="0"/>
                </a:xfrm>
                <a:prstGeom prst="line">
                  <a:avLst/>
                </a:prstGeom>
                <a:noFill/>
                <a:ln w="25400">
                  <a:solidFill>
                    <a:srgbClr val="FF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49" name="Line 119">
                  <a:extLst>
                    <a:ext uri="{FF2B5EF4-FFF2-40B4-BE49-F238E27FC236}">
                      <a16:creationId xmlns:a16="http://schemas.microsoft.com/office/drawing/2014/main" id="{27509D8D-4327-8B4C-F83B-776E8C686C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81600" y="3779838"/>
                  <a:ext cx="0" cy="2305050"/>
                </a:xfrm>
                <a:prstGeom prst="line">
                  <a:avLst/>
                </a:prstGeom>
                <a:noFill/>
                <a:ln w="25400">
                  <a:solidFill>
                    <a:srgbClr val="FF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6346" name="Line 120">
                <a:extLst>
                  <a:ext uri="{FF2B5EF4-FFF2-40B4-BE49-F238E27FC236}">
                    <a16:creationId xmlns:a16="http://schemas.microsoft.com/office/drawing/2014/main" id="{043FCE50-1C0F-B74C-79D2-5AB75C12C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9482" y="3850104"/>
                <a:ext cx="872572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344" name="文本框 5">
              <a:extLst>
                <a:ext uri="{FF2B5EF4-FFF2-40B4-BE49-F238E27FC236}">
                  <a16:creationId xmlns:a16="http://schemas.microsoft.com/office/drawing/2014/main" id="{B277C370-966B-4F68-C9A1-6A0378A59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117" y="3301534"/>
              <a:ext cx="936104" cy="3999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000" dirty="0">
                  <a:solidFill>
                    <a:srgbClr val="FFFF00"/>
                  </a:solidFill>
                </a:rPr>
                <a:t>線</a:t>
              </a:r>
              <a:r>
                <a:rPr kumimoji="1" lang="en-US" altLang="zh-CN" sz="2000" dirty="0">
                  <a:solidFill>
                    <a:srgbClr val="FFFF00"/>
                  </a:solidFill>
                </a:rPr>
                <a:t>A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0E909A6-44C8-21AE-B561-744E4130C93D}"/>
              </a:ext>
            </a:extLst>
          </p:cNvPr>
          <p:cNvGrpSpPr>
            <a:grpSpLocks/>
          </p:cNvGrpSpPr>
          <p:nvPr/>
        </p:nvGrpSpPr>
        <p:grpSpPr bwMode="auto">
          <a:xfrm>
            <a:off x="6321425" y="2416175"/>
            <a:ext cx="2476500" cy="2722563"/>
            <a:chOff x="2294712" y="3753496"/>
            <a:chExt cx="2475887" cy="2723211"/>
          </a:xfrm>
        </p:grpSpPr>
        <p:grpSp>
          <p:nvGrpSpPr>
            <p:cNvPr id="56333" name="组合 4">
              <a:extLst>
                <a:ext uri="{FF2B5EF4-FFF2-40B4-BE49-F238E27FC236}">
                  <a16:creationId xmlns:a16="http://schemas.microsoft.com/office/drawing/2014/main" id="{057D6701-0BFA-D3DE-CA1E-46350C7AF4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4712" y="4215967"/>
              <a:ext cx="2182118" cy="2260740"/>
              <a:chOff x="6177844" y="3751123"/>
              <a:chExt cx="2182118" cy="2260740"/>
            </a:xfrm>
          </p:grpSpPr>
          <p:sp>
            <p:nvSpPr>
              <p:cNvPr id="56335" name="Line 108">
                <a:extLst>
                  <a:ext uri="{FF2B5EF4-FFF2-40B4-BE49-F238E27FC236}">
                    <a16:creationId xmlns:a16="http://schemas.microsoft.com/office/drawing/2014/main" id="{DE0826CF-2A27-AD79-1C70-881F9C54E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12435" y="5795963"/>
                <a:ext cx="0" cy="21590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36" name="Line 109">
                <a:extLst>
                  <a:ext uri="{FF2B5EF4-FFF2-40B4-BE49-F238E27FC236}">
                    <a16:creationId xmlns:a16="http://schemas.microsoft.com/office/drawing/2014/main" id="{9A02824E-9E15-DCDF-E606-EE5C5D537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12435" y="6011863"/>
                <a:ext cx="747526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37" name="Line 110">
                <a:extLst>
                  <a:ext uri="{FF2B5EF4-FFF2-40B4-BE49-F238E27FC236}">
                    <a16:creationId xmlns:a16="http://schemas.microsoft.com/office/drawing/2014/main" id="{0EE0A00F-C478-10B5-4451-A846C3F53D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59962" y="3751123"/>
                <a:ext cx="0" cy="2232025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38" name="Line 111">
                <a:extLst>
                  <a:ext uri="{FF2B5EF4-FFF2-40B4-BE49-F238E27FC236}">
                    <a16:creationId xmlns:a16="http://schemas.microsoft.com/office/drawing/2014/main" id="{79ED0AF1-E9B6-EDDC-695A-B5A615D73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988580" y="3779838"/>
                <a:ext cx="685691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39" name="Line 112">
                <a:extLst>
                  <a:ext uri="{FF2B5EF4-FFF2-40B4-BE49-F238E27FC236}">
                    <a16:creationId xmlns:a16="http://schemas.microsoft.com/office/drawing/2014/main" id="{65881E39-29CF-F521-A321-90B068170B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88580" y="3779838"/>
                <a:ext cx="0" cy="936625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40" name="Line 113">
                <a:extLst>
                  <a:ext uri="{FF2B5EF4-FFF2-40B4-BE49-F238E27FC236}">
                    <a16:creationId xmlns:a16="http://schemas.microsoft.com/office/drawing/2014/main" id="{1036FCAF-9C80-5FED-06C2-B023AD3EBC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77844" y="4716463"/>
                <a:ext cx="810736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41" name="Line 114">
                <a:extLst>
                  <a:ext uri="{FF2B5EF4-FFF2-40B4-BE49-F238E27FC236}">
                    <a16:creationId xmlns:a16="http://schemas.microsoft.com/office/drawing/2014/main" id="{78BEB2D0-AA98-A24E-7D5F-1CD2E365DD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77844" y="4572000"/>
                <a:ext cx="0" cy="144462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42" name="Line 178">
                <a:extLst>
                  <a:ext uri="{FF2B5EF4-FFF2-40B4-BE49-F238E27FC236}">
                    <a16:creationId xmlns:a16="http://schemas.microsoft.com/office/drawing/2014/main" id="{FDE091FB-C7B3-DB67-7093-D667E72AA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4271" y="3779838"/>
                <a:ext cx="685691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334" name="文本框 101">
              <a:extLst>
                <a:ext uri="{FF2B5EF4-FFF2-40B4-BE49-F238E27FC236}">
                  <a16:creationId xmlns:a16="http://schemas.microsoft.com/office/drawing/2014/main" id="{00D0C68F-E898-1928-F69B-0C8306B3C1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4173" y="3753496"/>
              <a:ext cx="906426" cy="400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000" dirty="0">
                  <a:solidFill>
                    <a:srgbClr val="FFFF00"/>
                  </a:solidFill>
                </a:rPr>
                <a:t>線</a:t>
              </a:r>
              <a:r>
                <a:rPr kumimoji="1" lang="en-US" altLang="zh-CN" sz="2000" dirty="0">
                  <a:solidFill>
                    <a:srgbClr val="FFFF00"/>
                  </a:solidFill>
                </a:rPr>
                <a:t>B</a:t>
              </a:r>
            </a:p>
          </p:txBody>
        </p:sp>
      </p:grpSp>
      <p:sp>
        <p:nvSpPr>
          <p:cNvPr id="191" name="Rectangle 182">
            <a:extLst>
              <a:ext uri="{FF2B5EF4-FFF2-40B4-BE49-F238E27FC236}">
                <a16:creationId xmlns:a16="http://schemas.microsoft.com/office/drawing/2014/main" id="{A5B60C5D-3421-B8A4-230F-E540971D9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4460875"/>
            <a:ext cx="5122863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1" lang="zh-CN" altLang="en-US" sz="2400" dirty="0"/>
              <a:t>如果時鐘的低電平時間太短，不能保證</a:t>
            </a:r>
            <a:r>
              <a:rPr kumimoji="1" lang="en-US" altLang="zh-CN" sz="2400" dirty="0"/>
              <a:t>D</a:t>
            </a:r>
            <a:r>
              <a:rPr kumimoji="1" lang="zh-CN" altLang="en-US" sz="2400" dirty="0"/>
              <a:t>有足夠的時間通過門</a:t>
            </a:r>
            <a:r>
              <a:rPr kumimoji="1" lang="en-US" altLang="zh-CN" sz="2400" dirty="0"/>
              <a:t>5</a:t>
            </a:r>
            <a:r>
              <a:rPr kumimoji="1" lang="zh-CN" altLang="en-US" sz="2400" dirty="0"/>
              <a:t>和門</a:t>
            </a:r>
            <a:r>
              <a:rPr kumimoji="1" lang="en-US" altLang="zh-CN" sz="2400" dirty="0"/>
              <a:t>6</a:t>
            </a:r>
            <a:r>
              <a:rPr kumimoji="1" lang="zh-CN" altLang="en-US" sz="2400" dirty="0"/>
              <a:t>。所以時鐘的低電平時間要大於等於</a:t>
            </a:r>
            <a:r>
              <a:rPr kumimoji="1" lang="en-US" altLang="zh-CN" sz="2400" dirty="0" err="1"/>
              <a:t>t</a:t>
            </a:r>
            <a:r>
              <a:rPr kumimoji="1" lang="en-US" altLang="zh-CN" sz="2400" baseline="-25000" dirty="0" err="1"/>
              <a:t>su</a:t>
            </a:r>
            <a:r>
              <a:rPr kumimoji="1" lang="zh-CN" altLang="en-US" sz="2400" dirty="0"/>
              <a:t>！反過來，</a:t>
            </a:r>
            <a:r>
              <a:rPr kumimoji="1" lang="en-US" altLang="zh-CN" sz="2400" b="1" dirty="0" err="1">
                <a:solidFill>
                  <a:srgbClr val="FFFF00"/>
                </a:solidFill>
              </a:rPr>
              <a:t>t</a:t>
            </a:r>
            <a:r>
              <a:rPr kumimoji="1" lang="en-US" altLang="zh-CN" sz="2400" b="1" baseline="-25000" dirty="0" err="1">
                <a:solidFill>
                  <a:srgbClr val="FFFF00"/>
                </a:solidFill>
              </a:rPr>
              <a:t>su</a:t>
            </a:r>
            <a:r>
              <a:rPr kumimoji="1" lang="zh-CN" altLang="en-US" sz="2400" b="1" dirty="0">
                <a:solidFill>
                  <a:srgbClr val="FFFF00"/>
                </a:solidFill>
              </a:rPr>
              <a:t>必須在時鐘的低電平期間。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5B5FF7-DC62-326E-3848-C5A9FE999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6246813"/>
            <a:ext cx="51637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1" lang="zh-CN" altLang="en-US" sz="2400" dirty="0"/>
              <a:t>同理</a:t>
            </a:r>
            <a:r>
              <a:rPr kumimoji="1" lang="en-US" altLang="zh-CN" sz="2400" b="1" dirty="0" err="1">
                <a:solidFill>
                  <a:srgbClr val="FFFF00"/>
                </a:solidFill>
              </a:rPr>
              <a:t>t</a:t>
            </a:r>
            <a:r>
              <a:rPr kumimoji="1" lang="en-US" altLang="zh-CN" sz="2400" b="1" baseline="-25000" dirty="0" err="1">
                <a:solidFill>
                  <a:srgbClr val="FFFF00"/>
                </a:solidFill>
              </a:rPr>
              <a:t>h</a:t>
            </a:r>
            <a:r>
              <a:rPr kumimoji="1" lang="en-US" altLang="zh-CN" sz="2400" b="1" dirty="0">
                <a:solidFill>
                  <a:srgbClr val="FFFF00"/>
                </a:solidFill>
              </a:rPr>
              <a:t> </a:t>
            </a:r>
            <a:r>
              <a:rPr kumimoji="1" lang="zh-CN" altLang="en-US" sz="2400" b="1" dirty="0">
                <a:solidFill>
                  <a:srgbClr val="FFFF00"/>
                </a:solidFill>
              </a:rPr>
              <a:t>必須在時鐘的高電平期間。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10677921-55DB-1075-56EF-AB9BFEE55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3338513"/>
            <a:ext cx="4899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1" lang="zh-CN" altLang="en-US" sz="2400" dirty="0"/>
              <a:t>只有當時鐘低電平時，線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和線</a:t>
            </a:r>
            <a:r>
              <a:rPr kumimoji="1" lang="en-US" altLang="zh-CN" sz="2400" dirty="0"/>
              <a:t>B</a:t>
            </a:r>
            <a:r>
              <a:rPr kumimoji="1" lang="zh-CN" altLang="en-US" sz="2400" dirty="0">
                <a:solidFill>
                  <a:srgbClr val="FFFF00"/>
                </a:solidFill>
              </a:rPr>
              <a:t>同時為</a:t>
            </a:r>
            <a:r>
              <a:rPr kumimoji="1" lang="en-US" altLang="zh-CN" sz="2400" dirty="0">
                <a:solidFill>
                  <a:srgbClr val="FFFF00"/>
                </a:solidFill>
              </a:rPr>
              <a:t>1</a:t>
            </a:r>
            <a:r>
              <a:rPr kumimoji="1" lang="zh-CN" altLang="en-US" sz="2400" dirty="0"/>
              <a:t>，門</a:t>
            </a:r>
            <a:r>
              <a:rPr kumimoji="1" lang="en-US" altLang="zh-CN" sz="2400" dirty="0"/>
              <a:t>5</a:t>
            </a:r>
            <a:r>
              <a:rPr kumimoji="1" lang="zh-CN" altLang="en-US" sz="2400" dirty="0"/>
              <a:t>和門</a:t>
            </a:r>
            <a:r>
              <a:rPr kumimoji="1" lang="en-US" altLang="zh-CN" sz="2400" dirty="0"/>
              <a:t>6</a:t>
            </a:r>
            <a:r>
              <a:rPr kumimoji="1" lang="zh-CN" altLang="en-US" sz="2400" dirty="0"/>
              <a:t>都打開，允許資料進入。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619" grpId="0" autoUpdateAnimBg="0"/>
      <p:bldP spid="191" grpId="0" autoUpdateAnimBg="0"/>
      <p:bldP spid="9" grpId="0"/>
      <p:bldP spid="11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>
            <a:extLst>
              <a:ext uri="{FF2B5EF4-FFF2-40B4-BE49-F238E27FC236}">
                <a16:creationId xmlns:a16="http://schemas.microsoft.com/office/drawing/2014/main" id="{05C4AD8F-EEF2-F203-E69C-E77D70A3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2282A10C-14BD-474A-B6AC-09BBF72B053D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51</a:t>
            </a:fld>
            <a:endParaRPr lang="en-US" altLang="zh-CN" sz="1000" dirty="0">
              <a:latin typeface="Times New Roman" panose="02020603050405020304" pitchFamily="18" charset="0"/>
            </a:endParaRPr>
          </a:p>
        </p:txBody>
      </p:sp>
      <p:sp>
        <p:nvSpPr>
          <p:cNvPr id="574466" name="Rectangle 2">
            <a:extLst>
              <a:ext uri="{FF2B5EF4-FFF2-40B4-BE49-F238E27FC236}">
                <a16:creationId xmlns:a16="http://schemas.microsoft.com/office/drawing/2014/main" id="{F32D89D3-D7A7-40A2-5701-2467D16BF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E314A5BB-1B32-8EB2-2F73-457E12251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正沿</a:t>
            </a:r>
            <a:r>
              <a:rPr lang="en-US" altLang="zh-CN" dirty="0"/>
              <a:t>D</a:t>
            </a:r>
            <a:r>
              <a:rPr lang="zh-CN" altLang="en-US" dirty="0"/>
              <a:t>觸發器的開關特性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574468" name="Rectangle 4">
            <a:extLst>
              <a:ext uri="{FF2B5EF4-FFF2-40B4-BE49-F238E27FC236}">
                <a16:creationId xmlns:a16="http://schemas.microsoft.com/office/drawing/2014/main" id="{469C22CD-C94F-FC1D-6441-AF1E02B56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057400"/>
            <a:ext cx="50292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資料保持時間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t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</a:rPr>
              <a:t>pd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</a:rPr>
              <a:t>cp</a:t>
            </a:r>
            <a:r>
              <a:rPr lang="en-US" altLang="zh-CN" sz="2800" baseline="-25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</a:rPr>
              <a:t>Q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58374" name="Group 5">
            <a:extLst>
              <a:ext uri="{FF2B5EF4-FFF2-40B4-BE49-F238E27FC236}">
                <a16:creationId xmlns:a16="http://schemas.microsoft.com/office/drawing/2014/main" id="{73616EDC-2C4E-4716-3080-153E22C2B376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928813"/>
            <a:ext cx="3925888" cy="4776787"/>
            <a:chOff x="2448" y="1200"/>
            <a:chExt cx="2857" cy="3009"/>
          </a:xfrm>
        </p:grpSpPr>
        <p:sp>
          <p:nvSpPr>
            <p:cNvPr id="58378" name="Line 6">
              <a:extLst>
                <a:ext uri="{FF2B5EF4-FFF2-40B4-BE49-F238E27FC236}">
                  <a16:creationId xmlns:a16="http://schemas.microsoft.com/office/drawing/2014/main" id="{66468664-1561-26CA-8004-27C92196E6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9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9" name="Line 7">
              <a:extLst>
                <a:ext uri="{FF2B5EF4-FFF2-40B4-BE49-F238E27FC236}">
                  <a16:creationId xmlns:a16="http://schemas.microsoft.com/office/drawing/2014/main" id="{0F68A243-B6BF-44A3-A5E8-508333CC3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6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0" name="Line 8">
              <a:extLst>
                <a:ext uri="{FF2B5EF4-FFF2-40B4-BE49-F238E27FC236}">
                  <a16:creationId xmlns:a16="http://schemas.microsoft.com/office/drawing/2014/main" id="{B56F0682-7947-0F40-FD9C-B75B80F3C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" y="150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1" name="Line 9">
              <a:extLst>
                <a:ext uri="{FF2B5EF4-FFF2-40B4-BE49-F238E27FC236}">
                  <a16:creationId xmlns:a16="http://schemas.microsoft.com/office/drawing/2014/main" id="{AAE8309A-5CF2-69B1-2D1C-25FC646F10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8" y="150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2" name="Line 10">
              <a:extLst>
                <a:ext uri="{FF2B5EF4-FFF2-40B4-BE49-F238E27FC236}">
                  <a16:creationId xmlns:a16="http://schemas.microsoft.com/office/drawing/2014/main" id="{59838E9B-4826-0B93-D7F5-F31DD44F7A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3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3" name="Line 11">
              <a:extLst>
                <a:ext uri="{FF2B5EF4-FFF2-40B4-BE49-F238E27FC236}">
                  <a16:creationId xmlns:a16="http://schemas.microsoft.com/office/drawing/2014/main" id="{87F2E61C-6935-EC69-8FFD-6A417AE241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2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4" name="Line 12">
              <a:extLst>
                <a:ext uri="{FF2B5EF4-FFF2-40B4-BE49-F238E27FC236}">
                  <a16:creationId xmlns:a16="http://schemas.microsoft.com/office/drawing/2014/main" id="{FEDBCB45-C930-A62E-9F61-BA4B359F5B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5" name="Line 13">
              <a:extLst>
                <a:ext uri="{FF2B5EF4-FFF2-40B4-BE49-F238E27FC236}">
                  <a16:creationId xmlns:a16="http://schemas.microsoft.com/office/drawing/2014/main" id="{515B67DB-3DAC-785A-BBF7-A685F4C986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6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6" name="Line 14">
              <a:extLst>
                <a:ext uri="{FF2B5EF4-FFF2-40B4-BE49-F238E27FC236}">
                  <a16:creationId xmlns:a16="http://schemas.microsoft.com/office/drawing/2014/main" id="{0119E779-C180-57BE-C61F-023316CA6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6" y="3183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7" name="Line 15">
              <a:extLst>
                <a:ext uri="{FF2B5EF4-FFF2-40B4-BE49-F238E27FC236}">
                  <a16:creationId xmlns:a16="http://schemas.microsoft.com/office/drawing/2014/main" id="{D09DBEA5-F477-18B5-A927-4B0D6CA9C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183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8" name="Line 16">
              <a:extLst>
                <a:ext uri="{FF2B5EF4-FFF2-40B4-BE49-F238E27FC236}">
                  <a16:creationId xmlns:a16="http://schemas.microsoft.com/office/drawing/2014/main" id="{C5596DC9-BE99-A428-8F44-DF1E96977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77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9" name="Line 17">
              <a:extLst>
                <a:ext uri="{FF2B5EF4-FFF2-40B4-BE49-F238E27FC236}">
                  <a16:creationId xmlns:a16="http://schemas.microsoft.com/office/drawing/2014/main" id="{2455B36E-CCA6-93CF-7175-F4656F893E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5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0" name="Line 18">
              <a:extLst>
                <a:ext uri="{FF2B5EF4-FFF2-40B4-BE49-F238E27FC236}">
                  <a16:creationId xmlns:a16="http://schemas.microsoft.com/office/drawing/2014/main" id="{CBB54897-F3C7-AEA0-9ED7-6884FE13E4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636"/>
              <a:ext cx="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1" name="Line 19">
              <a:extLst>
                <a:ext uri="{FF2B5EF4-FFF2-40B4-BE49-F238E27FC236}">
                  <a16:creationId xmlns:a16="http://schemas.microsoft.com/office/drawing/2014/main" id="{87CCAA3A-5325-9024-2A2F-FD7F5D23C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2" name="Line 20">
              <a:extLst>
                <a:ext uri="{FF2B5EF4-FFF2-40B4-BE49-F238E27FC236}">
                  <a16:creationId xmlns:a16="http://schemas.microsoft.com/office/drawing/2014/main" id="{DBE8C6E1-A78A-46F2-CA43-4358AC2A2E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3092"/>
              <a:ext cx="2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3" name="Line 21">
              <a:extLst>
                <a:ext uri="{FF2B5EF4-FFF2-40B4-BE49-F238E27FC236}">
                  <a16:creationId xmlns:a16="http://schemas.microsoft.com/office/drawing/2014/main" id="{780BA6B0-0BD9-92EC-1A57-FA3F3B2F1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4" name="Line 22">
              <a:extLst>
                <a:ext uri="{FF2B5EF4-FFF2-40B4-BE49-F238E27FC236}">
                  <a16:creationId xmlns:a16="http://schemas.microsoft.com/office/drawing/2014/main" id="{96173B85-7A1A-D683-8A90-2BE95B3F2E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77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5" name="Line 23">
              <a:extLst>
                <a:ext uri="{FF2B5EF4-FFF2-40B4-BE49-F238E27FC236}">
                  <a16:creationId xmlns:a16="http://schemas.microsoft.com/office/drawing/2014/main" id="{D8095511-B1DF-C6CD-7F4D-B7A4EFB56D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1" y="2366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6" name="Line 24">
              <a:extLst>
                <a:ext uri="{FF2B5EF4-FFF2-40B4-BE49-F238E27FC236}">
                  <a16:creationId xmlns:a16="http://schemas.microsoft.com/office/drawing/2014/main" id="{1886CD25-74D2-E3DE-AEF4-D2134AED73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36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7" name="Line 25">
              <a:extLst>
                <a:ext uri="{FF2B5EF4-FFF2-40B4-BE49-F238E27FC236}">
                  <a16:creationId xmlns:a16="http://schemas.microsoft.com/office/drawing/2014/main" id="{CA880D7C-C6AB-6547-B502-8F40C4D6A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3" y="2366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8" name="Line 26">
              <a:extLst>
                <a:ext uri="{FF2B5EF4-FFF2-40B4-BE49-F238E27FC236}">
                  <a16:creationId xmlns:a16="http://schemas.microsoft.com/office/drawing/2014/main" id="{A5DFE296-0859-F2B3-7A0C-847A9B49EE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3" y="2956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9" name="Line 27">
              <a:extLst>
                <a:ext uri="{FF2B5EF4-FFF2-40B4-BE49-F238E27FC236}">
                  <a16:creationId xmlns:a16="http://schemas.microsoft.com/office/drawing/2014/main" id="{B9A28C85-F781-9FA1-5D7E-7F915F0B30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3" y="2865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0" name="Oval 28">
              <a:extLst>
                <a:ext uri="{FF2B5EF4-FFF2-40B4-BE49-F238E27FC236}">
                  <a16:creationId xmlns:a16="http://schemas.microsoft.com/office/drawing/2014/main" id="{FC924ECF-6D24-8B7F-86CF-6887DFDBF7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01" y="3137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401" name="Oval 29">
              <a:extLst>
                <a:ext uri="{FF2B5EF4-FFF2-40B4-BE49-F238E27FC236}">
                  <a16:creationId xmlns:a16="http://schemas.microsoft.com/office/drawing/2014/main" id="{CEC2A241-895F-1A41-A287-C14485CCDF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1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402" name="Line 30">
              <a:extLst>
                <a:ext uri="{FF2B5EF4-FFF2-40B4-BE49-F238E27FC236}">
                  <a16:creationId xmlns:a16="http://schemas.microsoft.com/office/drawing/2014/main" id="{C83B13FB-3C01-048A-1EFB-68FAA464A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636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3" name="Line 31">
              <a:extLst>
                <a:ext uri="{FF2B5EF4-FFF2-40B4-BE49-F238E27FC236}">
                  <a16:creationId xmlns:a16="http://schemas.microsoft.com/office/drawing/2014/main" id="{2E35FD80-D57E-103F-6303-9E53CE5A5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818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4" name="Line 32">
              <a:extLst>
                <a:ext uri="{FF2B5EF4-FFF2-40B4-BE49-F238E27FC236}">
                  <a16:creationId xmlns:a16="http://schemas.microsoft.com/office/drawing/2014/main" id="{C64C39E6-1604-1398-8BC7-A15FE513EC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2366"/>
              <a:ext cx="0" cy="1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5" name="Line 33">
              <a:extLst>
                <a:ext uri="{FF2B5EF4-FFF2-40B4-BE49-F238E27FC236}">
                  <a16:creationId xmlns:a16="http://schemas.microsoft.com/office/drawing/2014/main" id="{F01FA1E1-DB5A-8DCE-AB3D-4ABD75579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6" name="Oval 34">
              <a:extLst>
                <a:ext uri="{FF2B5EF4-FFF2-40B4-BE49-F238E27FC236}">
                  <a16:creationId xmlns:a16="http://schemas.microsoft.com/office/drawing/2014/main" id="{A27CAAF9-49B8-AD31-C6B6-EE788AD7EBA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7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407" name="Line 35">
              <a:extLst>
                <a:ext uri="{FF2B5EF4-FFF2-40B4-BE49-F238E27FC236}">
                  <a16:creationId xmlns:a16="http://schemas.microsoft.com/office/drawing/2014/main" id="{2F68CCF0-37B6-2521-6361-0A4816EE0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8" name="Oval 36">
              <a:extLst>
                <a:ext uri="{FF2B5EF4-FFF2-40B4-BE49-F238E27FC236}">
                  <a16:creationId xmlns:a16="http://schemas.microsoft.com/office/drawing/2014/main" id="{F7F110AD-5CEC-E59F-5AB5-3402708263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07" y="3046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409" name="Oval 37">
              <a:extLst>
                <a:ext uri="{FF2B5EF4-FFF2-40B4-BE49-F238E27FC236}">
                  <a16:creationId xmlns:a16="http://schemas.microsoft.com/office/drawing/2014/main" id="{DF57685E-F0FF-5749-C348-60FB271938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1460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410" name="Oval 38">
              <a:extLst>
                <a:ext uri="{FF2B5EF4-FFF2-40B4-BE49-F238E27FC236}">
                  <a16:creationId xmlns:a16="http://schemas.microsoft.com/office/drawing/2014/main" id="{191239F0-AD4F-EB92-3D6B-C94D5E3C5C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3" y="1459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411" name="Line 39">
              <a:extLst>
                <a:ext uri="{FF2B5EF4-FFF2-40B4-BE49-F238E27FC236}">
                  <a16:creationId xmlns:a16="http://schemas.microsoft.com/office/drawing/2014/main" id="{5A02B956-E168-A35B-240F-5325F0C7E3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2" name="Line 40">
              <a:extLst>
                <a:ext uri="{FF2B5EF4-FFF2-40B4-BE49-F238E27FC236}">
                  <a16:creationId xmlns:a16="http://schemas.microsoft.com/office/drawing/2014/main" id="{0329ACE6-933B-F95D-613C-B5456847C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3" name="Line 41">
              <a:extLst>
                <a:ext uri="{FF2B5EF4-FFF2-40B4-BE49-F238E27FC236}">
                  <a16:creationId xmlns:a16="http://schemas.microsoft.com/office/drawing/2014/main" id="{72499B1E-2168-2DB2-7F0C-9618BDFBE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18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4" name="Line 42">
              <a:extLst>
                <a:ext uri="{FF2B5EF4-FFF2-40B4-BE49-F238E27FC236}">
                  <a16:creationId xmlns:a16="http://schemas.microsoft.com/office/drawing/2014/main" id="{B24E8C01-67B7-DE57-DE4B-5E2D6D55D4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1" y="1504"/>
              <a:ext cx="317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5" name="Line 43">
              <a:extLst>
                <a:ext uri="{FF2B5EF4-FFF2-40B4-BE49-F238E27FC236}">
                  <a16:creationId xmlns:a16="http://schemas.microsoft.com/office/drawing/2014/main" id="{8BDBE999-5D18-863E-C2E2-3DAB7CC4B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18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6" name="Line 44">
              <a:extLst>
                <a:ext uri="{FF2B5EF4-FFF2-40B4-BE49-F238E27FC236}">
                  <a16:creationId xmlns:a16="http://schemas.microsoft.com/office/drawing/2014/main" id="{4A84C04D-A446-BA7C-F87B-42F213D80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1" y="1504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7" name="Text Box 45">
              <a:extLst>
                <a:ext uri="{FF2B5EF4-FFF2-40B4-BE49-F238E27FC236}">
                  <a16:creationId xmlns:a16="http://schemas.microsoft.com/office/drawing/2014/main" id="{EA18E2D8-7B28-39C8-BE8F-135199C03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8" y="1776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8418" name="Text Box 46">
              <a:extLst>
                <a:ext uri="{FF2B5EF4-FFF2-40B4-BE49-F238E27FC236}">
                  <a16:creationId xmlns:a16="http://schemas.microsoft.com/office/drawing/2014/main" id="{5DD7F023-ED08-7F7C-A763-B0FAE12C8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364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8419" name="Text Box 47">
              <a:extLst>
                <a:ext uri="{FF2B5EF4-FFF2-40B4-BE49-F238E27FC236}">
                  <a16:creationId xmlns:a16="http://schemas.microsoft.com/office/drawing/2014/main" id="{8173BC9A-379C-84B6-8B6F-146746117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64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8420" name="Text Box 48">
              <a:extLst>
                <a:ext uri="{FF2B5EF4-FFF2-40B4-BE49-F238E27FC236}">
                  <a16:creationId xmlns:a16="http://schemas.microsoft.com/office/drawing/2014/main" id="{053E65DF-C834-F95F-70EC-31D8BD675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2593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8421" name="Text Box 49">
              <a:extLst>
                <a:ext uri="{FF2B5EF4-FFF2-40B4-BE49-F238E27FC236}">
                  <a16:creationId xmlns:a16="http://schemas.microsoft.com/office/drawing/2014/main" id="{0EEA50B5-3BF9-1DEA-941F-5ADE30730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2593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8422" name="Text Box 50">
              <a:extLst>
                <a:ext uri="{FF2B5EF4-FFF2-40B4-BE49-F238E27FC236}">
                  <a16:creationId xmlns:a16="http://schemas.microsoft.com/office/drawing/2014/main" id="{94714781-25B3-A732-542B-CF6977186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" y="1776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8423" name="Text Box 51">
              <a:extLst>
                <a:ext uri="{FF2B5EF4-FFF2-40B4-BE49-F238E27FC236}">
                  <a16:creationId xmlns:a16="http://schemas.microsoft.com/office/drawing/2014/main" id="{D77006A7-FB21-796F-FD62-8D36D3B6C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784"/>
              <a:ext cx="4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58424" name="Text Box 52">
              <a:extLst>
                <a:ext uri="{FF2B5EF4-FFF2-40B4-BE49-F238E27FC236}">
                  <a16:creationId xmlns:a16="http://schemas.microsoft.com/office/drawing/2014/main" id="{F5C7A551-8C16-A0A1-5D85-05C790FF9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3921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8425" name="Text Box 53">
              <a:extLst>
                <a:ext uri="{FF2B5EF4-FFF2-40B4-BE49-F238E27FC236}">
                  <a16:creationId xmlns:a16="http://schemas.microsoft.com/office/drawing/2014/main" id="{EABD6746-4A38-81D8-A14D-E8AF6A60C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4" y="1200"/>
              <a:ext cx="2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Q</a:t>
              </a:r>
            </a:p>
          </p:txBody>
        </p:sp>
        <p:graphicFrame>
          <p:nvGraphicFramePr>
            <p:cNvPr id="58426" name="Object 54">
              <a:extLst>
                <a:ext uri="{FF2B5EF4-FFF2-40B4-BE49-F238E27FC236}">
                  <a16:creationId xmlns:a16="http://schemas.microsoft.com/office/drawing/2014/main" id="{6EE3F8AA-5792-E77F-0C78-01F371DA1F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1" y="1232"/>
            <a:ext cx="22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0" imgH="38162" progId="Equation.3">
                    <p:embed/>
                  </p:oleObj>
                </mc:Choice>
                <mc:Fallback>
                  <p:oleObj name="公式" r:id="rId2" imgW="0" imgH="38162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1" y="1232"/>
                          <a:ext cx="225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8427" name="Group 55">
              <a:extLst>
                <a:ext uri="{FF2B5EF4-FFF2-40B4-BE49-F238E27FC236}">
                  <a16:creationId xmlns:a16="http://schemas.microsoft.com/office/drawing/2014/main" id="{D55DD729-E30C-437E-974A-AA98C6AEDD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83" y="1678"/>
              <a:ext cx="462" cy="371"/>
              <a:chOff x="1482" y="1701"/>
              <a:chExt cx="462" cy="371"/>
            </a:xfrm>
          </p:grpSpPr>
          <p:sp>
            <p:nvSpPr>
              <p:cNvPr id="58459" name="AutoShape 56">
                <a:extLst>
                  <a:ext uri="{FF2B5EF4-FFF2-40B4-BE49-F238E27FC236}">
                    <a16:creationId xmlns:a16="http://schemas.microsoft.com/office/drawing/2014/main" id="{86BC751B-8915-1592-4AC0-415E067FFDD7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60" name="Rectangle 57">
                <a:extLst>
                  <a:ext uri="{FF2B5EF4-FFF2-40B4-BE49-F238E27FC236}">
                    <a16:creationId xmlns:a16="http://schemas.microsoft.com/office/drawing/2014/main" id="{D455567D-F12D-E11E-463C-F71220E58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61" name="Oval 58">
                <a:extLst>
                  <a:ext uri="{FF2B5EF4-FFF2-40B4-BE49-F238E27FC236}">
                    <a16:creationId xmlns:a16="http://schemas.microsoft.com/office/drawing/2014/main" id="{FB0837D7-FF70-210E-1E7A-54A967EF5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62" name="Rectangle 59">
                <a:extLst>
                  <a:ext uri="{FF2B5EF4-FFF2-40B4-BE49-F238E27FC236}">
                    <a16:creationId xmlns:a16="http://schemas.microsoft.com/office/drawing/2014/main" id="{F6B4939D-FD1C-872D-86F7-3EFA24381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63" name="Oval 60">
                <a:extLst>
                  <a:ext uri="{FF2B5EF4-FFF2-40B4-BE49-F238E27FC236}">
                    <a16:creationId xmlns:a16="http://schemas.microsoft.com/office/drawing/2014/main" id="{15439D5C-53A3-64BA-6F7E-29722C6F6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8" name="Group 61">
              <a:extLst>
                <a:ext uri="{FF2B5EF4-FFF2-40B4-BE49-F238E27FC236}">
                  <a16:creationId xmlns:a16="http://schemas.microsoft.com/office/drawing/2014/main" id="{BA2A890D-5856-7968-21A3-B7A62407CF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99" y="1686"/>
              <a:ext cx="462" cy="371"/>
              <a:chOff x="1482" y="1701"/>
              <a:chExt cx="462" cy="371"/>
            </a:xfrm>
          </p:grpSpPr>
          <p:sp>
            <p:nvSpPr>
              <p:cNvPr id="58454" name="AutoShape 62">
                <a:extLst>
                  <a:ext uri="{FF2B5EF4-FFF2-40B4-BE49-F238E27FC236}">
                    <a16:creationId xmlns:a16="http://schemas.microsoft.com/office/drawing/2014/main" id="{D15E3884-7EFB-2630-177F-D8655D5D470D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55" name="Rectangle 63">
                <a:extLst>
                  <a:ext uri="{FF2B5EF4-FFF2-40B4-BE49-F238E27FC236}">
                    <a16:creationId xmlns:a16="http://schemas.microsoft.com/office/drawing/2014/main" id="{0D4BB41B-4AA4-6A7F-3590-BFFAEE590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6" name="Oval 64">
                <a:extLst>
                  <a:ext uri="{FF2B5EF4-FFF2-40B4-BE49-F238E27FC236}">
                    <a16:creationId xmlns:a16="http://schemas.microsoft.com/office/drawing/2014/main" id="{BCA1B002-D50C-45AE-BFAA-B8DA3F015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7" name="Rectangle 65">
                <a:extLst>
                  <a:ext uri="{FF2B5EF4-FFF2-40B4-BE49-F238E27FC236}">
                    <a16:creationId xmlns:a16="http://schemas.microsoft.com/office/drawing/2014/main" id="{7E7B803C-CD8D-B396-42EC-D06A37C7D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8" name="Oval 66">
                <a:extLst>
                  <a:ext uri="{FF2B5EF4-FFF2-40B4-BE49-F238E27FC236}">
                    <a16:creationId xmlns:a16="http://schemas.microsoft.com/office/drawing/2014/main" id="{7E7C1EFF-3B30-7597-FC8F-62F611B14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9" name="Group 67">
              <a:extLst>
                <a:ext uri="{FF2B5EF4-FFF2-40B4-BE49-F238E27FC236}">
                  <a16:creationId xmlns:a16="http://schemas.microsoft.com/office/drawing/2014/main" id="{216385C9-891C-8C53-9100-8D1176E6FE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56" y="2502"/>
              <a:ext cx="462" cy="371"/>
              <a:chOff x="1482" y="1701"/>
              <a:chExt cx="462" cy="371"/>
            </a:xfrm>
          </p:grpSpPr>
          <p:sp>
            <p:nvSpPr>
              <p:cNvPr id="58449" name="AutoShape 68">
                <a:extLst>
                  <a:ext uri="{FF2B5EF4-FFF2-40B4-BE49-F238E27FC236}">
                    <a16:creationId xmlns:a16="http://schemas.microsoft.com/office/drawing/2014/main" id="{9E78C944-58AA-3E66-78A4-1FF872AFD25F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50" name="Rectangle 69">
                <a:extLst>
                  <a:ext uri="{FF2B5EF4-FFF2-40B4-BE49-F238E27FC236}">
                    <a16:creationId xmlns:a16="http://schemas.microsoft.com/office/drawing/2014/main" id="{35079FDE-EBC9-D0DE-BB04-2537BA117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1" name="Oval 70">
                <a:extLst>
                  <a:ext uri="{FF2B5EF4-FFF2-40B4-BE49-F238E27FC236}">
                    <a16:creationId xmlns:a16="http://schemas.microsoft.com/office/drawing/2014/main" id="{1BF3B8BD-4C83-5A00-C5BE-3042E820E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2" name="Rectangle 71">
                <a:extLst>
                  <a:ext uri="{FF2B5EF4-FFF2-40B4-BE49-F238E27FC236}">
                    <a16:creationId xmlns:a16="http://schemas.microsoft.com/office/drawing/2014/main" id="{8CD1385A-15E2-926D-0D17-E33C32AAFF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3" name="Oval 72">
                <a:extLst>
                  <a:ext uri="{FF2B5EF4-FFF2-40B4-BE49-F238E27FC236}">
                    <a16:creationId xmlns:a16="http://schemas.microsoft.com/office/drawing/2014/main" id="{1A8E5A71-DA0A-6590-254A-262CAE3E29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0" name="Group 73">
              <a:extLst>
                <a:ext uri="{FF2B5EF4-FFF2-40B4-BE49-F238E27FC236}">
                  <a16:creationId xmlns:a16="http://schemas.microsoft.com/office/drawing/2014/main" id="{B93D04C3-75AF-0CED-3ECF-C71998DC78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35" y="2494"/>
              <a:ext cx="462" cy="371"/>
              <a:chOff x="1482" y="1701"/>
              <a:chExt cx="462" cy="371"/>
            </a:xfrm>
          </p:grpSpPr>
          <p:sp>
            <p:nvSpPr>
              <p:cNvPr id="58444" name="AutoShape 74">
                <a:extLst>
                  <a:ext uri="{FF2B5EF4-FFF2-40B4-BE49-F238E27FC236}">
                    <a16:creationId xmlns:a16="http://schemas.microsoft.com/office/drawing/2014/main" id="{953E295C-8494-8E1E-FBA5-D7838E0DDB1F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45" name="Rectangle 75">
                <a:extLst>
                  <a:ext uri="{FF2B5EF4-FFF2-40B4-BE49-F238E27FC236}">
                    <a16:creationId xmlns:a16="http://schemas.microsoft.com/office/drawing/2014/main" id="{E0793778-36C5-0A66-8BB1-64AB697EA5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6" name="Oval 76">
                <a:extLst>
                  <a:ext uri="{FF2B5EF4-FFF2-40B4-BE49-F238E27FC236}">
                    <a16:creationId xmlns:a16="http://schemas.microsoft.com/office/drawing/2014/main" id="{051A886E-11D6-10A4-685C-65DB5FAA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7" name="Rectangle 77">
                <a:extLst>
                  <a:ext uri="{FF2B5EF4-FFF2-40B4-BE49-F238E27FC236}">
                    <a16:creationId xmlns:a16="http://schemas.microsoft.com/office/drawing/2014/main" id="{C038A0F9-885E-522E-9D67-0F76F7AD6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8" name="Oval 78">
                <a:extLst>
                  <a:ext uri="{FF2B5EF4-FFF2-40B4-BE49-F238E27FC236}">
                    <a16:creationId xmlns:a16="http://schemas.microsoft.com/office/drawing/2014/main" id="{84DFF877-AFD2-E759-68CE-C1BBCE66B2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1" name="Group 79">
              <a:extLst>
                <a:ext uri="{FF2B5EF4-FFF2-40B4-BE49-F238E27FC236}">
                  <a16:creationId xmlns:a16="http://schemas.microsoft.com/office/drawing/2014/main" id="{7F367420-97EB-4A26-C40D-111EBD93BA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11" y="3265"/>
              <a:ext cx="462" cy="371"/>
              <a:chOff x="1482" y="1701"/>
              <a:chExt cx="462" cy="371"/>
            </a:xfrm>
          </p:grpSpPr>
          <p:sp>
            <p:nvSpPr>
              <p:cNvPr id="58439" name="AutoShape 80">
                <a:extLst>
                  <a:ext uri="{FF2B5EF4-FFF2-40B4-BE49-F238E27FC236}">
                    <a16:creationId xmlns:a16="http://schemas.microsoft.com/office/drawing/2014/main" id="{C1C846C0-0C45-496E-4ADD-E4A5282F430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40" name="Rectangle 81">
                <a:extLst>
                  <a:ext uri="{FF2B5EF4-FFF2-40B4-BE49-F238E27FC236}">
                    <a16:creationId xmlns:a16="http://schemas.microsoft.com/office/drawing/2014/main" id="{076CCD18-EA7C-38FE-326F-1467719D1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1" name="Oval 82">
                <a:extLst>
                  <a:ext uri="{FF2B5EF4-FFF2-40B4-BE49-F238E27FC236}">
                    <a16:creationId xmlns:a16="http://schemas.microsoft.com/office/drawing/2014/main" id="{13491705-0DD2-702E-44BA-5421AA6BD8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2" name="Rectangle 83">
                <a:extLst>
                  <a:ext uri="{FF2B5EF4-FFF2-40B4-BE49-F238E27FC236}">
                    <a16:creationId xmlns:a16="http://schemas.microsoft.com/office/drawing/2014/main" id="{A41EACF8-6B87-30B3-F6DE-5CC027CE2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3" name="Oval 84">
                <a:extLst>
                  <a:ext uri="{FF2B5EF4-FFF2-40B4-BE49-F238E27FC236}">
                    <a16:creationId xmlns:a16="http://schemas.microsoft.com/office/drawing/2014/main" id="{E1B00CEF-AACE-84E1-BB2A-E25A37CCD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2" name="Group 85">
              <a:extLst>
                <a:ext uri="{FF2B5EF4-FFF2-40B4-BE49-F238E27FC236}">
                  <a16:creationId xmlns:a16="http://schemas.microsoft.com/office/drawing/2014/main" id="{CCE63FA6-86EC-3769-2724-9FD547EFA2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936" y="3265"/>
              <a:ext cx="462" cy="371"/>
              <a:chOff x="1482" y="1701"/>
              <a:chExt cx="462" cy="371"/>
            </a:xfrm>
          </p:grpSpPr>
          <p:sp>
            <p:nvSpPr>
              <p:cNvPr id="58434" name="AutoShape 86">
                <a:extLst>
                  <a:ext uri="{FF2B5EF4-FFF2-40B4-BE49-F238E27FC236}">
                    <a16:creationId xmlns:a16="http://schemas.microsoft.com/office/drawing/2014/main" id="{54E0361D-3D6E-0BCC-FB67-3BFC6D920F94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35" name="Rectangle 87">
                <a:extLst>
                  <a:ext uri="{FF2B5EF4-FFF2-40B4-BE49-F238E27FC236}">
                    <a16:creationId xmlns:a16="http://schemas.microsoft.com/office/drawing/2014/main" id="{226AE660-622A-DAD7-08BD-BC5E97187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36" name="Oval 88">
                <a:extLst>
                  <a:ext uri="{FF2B5EF4-FFF2-40B4-BE49-F238E27FC236}">
                    <a16:creationId xmlns:a16="http://schemas.microsoft.com/office/drawing/2014/main" id="{F8EC002F-3E15-786F-2904-3D071EC44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37" name="Rectangle 89">
                <a:extLst>
                  <a:ext uri="{FF2B5EF4-FFF2-40B4-BE49-F238E27FC236}">
                    <a16:creationId xmlns:a16="http://schemas.microsoft.com/office/drawing/2014/main" id="{6A8FD7A7-C3E9-3C09-7060-2F6BA210B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38" name="Oval 90">
                <a:extLst>
                  <a:ext uri="{FF2B5EF4-FFF2-40B4-BE49-F238E27FC236}">
                    <a16:creationId xmlns:a16="http://schemas.microsoft.com/office/drawing/2014/main" id="{B5DFF5AB-6428-0576-9299-F1E3C6C8D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8433" name="Line 91">
              <a:extLst>
                <a:ext uri="{FF2B5EF4-FFF2-40B4-BE49-F238E27FC236}">
                  <a16:creationId xmlns:a16="http://schemas.microsoft.com/office/drawing/2014/main" id="{68E6F629-285C-C93E-8AF7-08682E7FC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2366"/>
              <a:ext cx="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7" name="Rectangle 179">
            <a:extLst>
              <a:ext uri="{FF2B5EF4-FFF2-40B4-BE49-F238E27FC236}">
                <a16:creationId xmlns:a16="http://schemas.microsoft.com/office/drawing/2014/main" id="{E4915DB8-DAA2-CB4E-CA45-6AC01A3E9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8" y="2586038"/>
            <a:ext cx="5056187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由於在時鐘的高電平期間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,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門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和門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接收資料，最上端的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RS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觸發器接收資料。</a:t>
            </a:r>
          </a:p>
        </p:txBody>
      </p:sp>
      <p:sp>
        <p:nvSpPr>
          <p:cNvPr id="98" name="Rectangle 179">
            <a:extLst>
              <a:ext uri="{FF2B5EF4-FFF2-40B4-BE49-F238E27FC236}">
                <a16:creationId xmlns:a16="http://schemas.microsoft.com/office/drawing/2014/main" id="{F77AD218-9D3F-CEF0-1ECB-1B97D8958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8" y="3802063"/>
            <a:ext cx="505777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只有當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RS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觸發器傳遞資料，並在輸出穩定後，才可以讓時鐘從高電平變成低電平，使得門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和門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4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的輸出都為“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”，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RS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觸發器進入保持狀態。</a:t>
            </a:r>
          </a:p>
        </p:txBody>
      </p:sp>
      <p:sp>
        <p:nvSpPr>
          <p:cNvPr id="100" name="Rectangle 179">
            <a:extLst>
              <a:ext uri="{FF2B5EF4-FFF2-40B4-BE49-F238E27FC236}">
                <a16:creationId xmlns:a16="http://schemas.microsoft.com/office/drawing/2014/main" id="{EB03399B-EB94-C0E7-6A1D-5870810EE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" y="5735638"/>
            <a:ext cx="5057775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1"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pd </a:t>
            </a:r>
            <a:r>
              <a:rPr kumimoji="1" lang="en-US" altLang="zh-CN" sz="2400" b="1" baseline="-25000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sz="2400" baseline="-25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400" b="1" baseline="-25000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必須在時鐘的高電平期間。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8" grpId="0" autoUpdateAnimBg="0"/>
      <p:bldP spid="97" grpId="0" autoUpdateAnimBg="0"/>
      <p:bldP spid="98" grpId="0" autoUpdateAnimBg="0"/>
      <p:bldP spid="100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51B125-1CCA-743A-AB43-EEA0CE1B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1A80664-0C94-4CEA-AE39-877884723CD5}" type="slidenum">
              <a:rPr lang="en-US" altLang="zh-CN" sz="1000" smtClean="0"/>
              <a:pPr>
                <a:defRPr/>
              </a:pPr>
              <a:t>52</a:t>
            </a:fld>
            <a:endParaRPr lang="en-US" altLang="zh-CN" sz="1000" dirty="0"/>
          </a:p>
        </p:txBody>
      </p:sp>
      <p:sp>
        <p:nvSpPr>
          <p:cNvPr id="560130" name="Rectangle 2">
            <a:extLst>
              <a:ext uri="{FF2B5EF4-FFF2-40B4-BE49-F238E27FC236}">
                <a16:creationId xmlns:a16="http://schemas.microsoft.com/office/drawing/2014/main" id="{A498EBCD-C355-9EB1-C251-08D8B2AAB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60131" name="Rectangle 3">
            <a:extLst>
              <a:ext uri="{FF2B5EF4-FFF2-40B4-BE49-F238E27FC236}">
                <a16:creationId xmlns:a16="http://schemas.microsoft.com/office/drawing/2014/main" id="{B9892704-DD58-EE50-346F-0A2B337223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觸發器中需要瞭解的一些實際問題</a:t>
            </a:r>
          </a:p>
          <a:p>
            <a:pPr lvl="1" eaLnBrk="1" hangingPunct="1">
              <a:defRPr/>
            </a:pPr>
            <a:r>
              <a:rPr lang="zh-CN" altLang="en-US" dirty="0"/>
              <a:t>多個觸發器組成的電路最高時鐘頻率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92" name="Rectangle 44">
            <a:extLst>
              <a:ext uri="{FF2B5EF4-FFF2-40B4-BE49-F238E27FC236}">
                <a16:creationId xmlns:a16="http://schemas.microsoft.com/office/drawing/2014/main" id="{A48E653A-0A5C-C02A-EA0E-79F6B54B1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1534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多個觸發器組成的電路最高時鐘頻率</a:t>
            </a:r>
          </a:p>
        </p:txBody>
      </p:sp>
      <p:sp>
        <p:nvSpPr>
          <p:cNvPr id="47" name="灯片编号占位符 5">
            <a:extLst>
              <a:ext uri="{FF2B5EF4-FFF2-40B4-BE49-F238E27FC236}">
                <a16:creationId xmlns:a16="http://schemas.microsoft.com/office/drawing/2014/main" id="{06E5B970-B2C9-AC81-EFE9-81EF502F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95A45D3-ECC5-4C45-826A-608FC5D691B1}" type="slidenum">
              <a:rPr lang="en-US" altLang="zh-CN" sz="1000" smtClean="0"/>
              <a:pPr>
                <a:defRPr/>
              </a:pPr>
              <a:t>53</a:t>
            </a:fld>
            <a:endParaRPr lang="en-US" altLang="zh-CN" sz="1000" dirty="0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7DFFFD50-3032-1933-F862-EA0BEF078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grpSp>
        <p:nvGrpSpPr>
          <p:cNvPr id="60421" name="组合 1">
            <a:extLst>
              <a:ext uri="{FF2B5EF4-FFF2-40B4-BE49-F238E27FC236}">
                <a16:creationId xmlns:a16="http://schemas.microsoft.com/office/drawing/2014/main" id="{29032370-299B-473C-724A-BDC991028252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1916113"/>
            <a:ext cx="5289550" cy="2368550"/>
            <a:chOff x="2846668" y="2278062"/>
            <a:chExt cx="5290857" cy="2367600"/>
          </a:xfrm>
        </p:grpSpPr>
        <p:sp>
          <p:nvSpPr>
            <p:cNvPr id="60422" name="AutoShape 4">
              <a:extLst>
                <a:ext uri="{FF2B5EF4-FFF2-40B4-BE49-F238E27FC236}">
                  <a16:creationId xmlns:a16="http://schemas.microsoft.com/office/drawing/2014/main" id="{77A526EA-D553-1063-C711-37D6893D59F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41731" y="2709069"/>
              <a:ext cx="1962150" cy="153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3" name="Rectangle 5">
              <a:extLst>
                <a:ext uri="{FF2B5EF4-FFF2-40B4-BE49-F238E27FC236}">
                  <a16:creationId xmlns:a16="http://schemas.microsoft.com/office/drawing/2014/main" id="{B8626097-DC1E-1BE3-67ED-B4F0DFD81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305" y="2705100"/>
              <a:ext cx="1081088" cy="1512888"/>
            </a:xfrm>
            <a:prstGeom prst="rect">
              <a:avLst/>
            </a:prstGeom>
            <a:noFill/>
            <a:ln w="952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0424" name="Rectangle 6">
              <a:extLst>
                <a:ext uri="{FF2B5EF4-FFF2-40B4-BE49-F238E27FC236}">
                  <a16:creationId xmlns:a16="http://schemas.microsoft.com/office/drawing/2014/main" id="{BD34CC84-FF2D-9F79-0410-483C53A3E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668" y="2938462"/>
              <a:ext cx="6812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Georgia" panose="02040502050405020303" pitchFamily="18" charset="0"/>
                </a:rPr>
                <a:t>D   Q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60425" name="Rectangle 7">
              <a:extLst>
                <a:ext uri="{FF2B5EF4-FFF2-40B4-BE49-F238E27FC236}">
                  <a16:creationId xmlns:a16="http://schemas.microsoft.com/office/drawing/2014/main" id="{E0D89DE2-F163-81B4-8437-B3970FE9E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668" y="3671887"/>
              <a:ext cx="381000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Georgia" panose="02040502050405020303" pitchFamily="18" charset="0"/>
                </a:rPr>
                <a:t>CP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60426" name="Line 8">
              <a:extLst>
                <a:ext uri="{FF2B5EF4-FFF2-40B4-BE49-F238E27FC236}">
                  <a16:creationId xmlns:a16="http://schemas.microsoft.com/office/drawing/2014/main" id="{671A4B39-EB1D-D5AD-B612-6205827B7B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9330" y="3115131"/>
              <a:ext cx="1360208" cy="1131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7" name="Line 9">
              <a:extLst>
                <a:ext uri="{FF2B5EF4-FFF2-40B4-BE49-F238E27FC236}">
                  <a16:creationId xmlns:a16="http://schemas.microsoft.com/office/drawing/2014/main" id="{7C698163-D5BE-71DF-56E8-DE742F4C6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968" y="3857625"/>
              <a:ext cx="287338" cy="1588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0428" name="Group 10">
              <a:extLst>
                <a:ext uri="{FF2B5EF4-FFF2-40B4-BE49-F238E27FC236}">
                  <a16:creationId xmlns:a16="http://schemas.microsoft.com/office/drawing/2014/main" id="{2D6AFF5A-951D-C29A-9AFF-D5E9A12B99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72200" y="2754768"/>
              <a:ext cx="1965325" cy="1538288"/>
              <a:chOff x="2260" y="1674"/>
              <a:chExt cx="1238" cy="969"/>
            </a:xfrm>
          </p:grpSpPr>
          <p:sp>
            <p:nvSpPr>
              <p:cNvPr id="60438" name="AutoShape 11">
                <a:extLst>
                  <a:ext uri="{FF2B5EF4-FFF2-40B4-BE49-F238E27FC236}">
                    <a16:creationId xmlns:a16="http://schemas.microsoft.com/office/drawing/2014/main" id="{9693EC59-D9B0-BA66-4FED-60B9C9CC7048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262" y="1677"/>
                <a:ext cx="1236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39" name="Rectangle 12">
                <a:extLst>
                  <a:ext uri="{FF2B5EF4-FFF2-40B4-BE49-F238E27FC236}">
                    <a16:creationId xmlns:a16="http://schemas.microsoft.com/office/drawing/2014/main" id="{BB5CB03F-2D7E-76E2-E4BD-B5D7A4E2D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1" y="1674"/>
                <a:ext cx="681" cy="953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0440" name="Rectangle 13">
                <a:extLst>
                  <a:ext uri="{FF2B5EF4-FFF2-40B4-BE49-F238E27FC236}">
                    <a16:creationId xmlns:a16="http://schemas.microsoft.com/office/drawing/2014/main" id="{C4998EBE-1797-F26B-B896-77D21C736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821"/>
                <a:ext cx="5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D     Q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0441" name="Rectangle 14">
                <a:extLst>
                  <a:ext uri="{FF2B5EF4-FFF2-40B4-BE49-F238E27FC236}">
                    <a16:creationId xmlns:a16="http://schemas.microsoft.com/office/drawing/2014/main" id="{FDCF424D-F556-6B06-CD0F-52D8D9541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2283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CP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0442" name="Line 15">
                <a:extLst>
                  <a:ext uri="{FF2B5EF4-FFF2-40B4-BE49-F238E27FC236}">
                    <a16:creationId xmlns:a16="http://schemas.microsoft.com/office/drawing/2014/main" id="{260A9DFE-3835-022E-876B-C7BEE27E54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1901"/>
                <a:ext cx="363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43" name="Line 16">
                <a:extLst>
                  <a:ext uri="{FF2B5EF4-FFF2-40B4-BE49-F238E27FC236}">
                    <a16:creationId xmlns:a16="http://schemas.microsoft.com/office/drawing/2014/main" id="{78B88860-3FEF-A837-E84D-353E71275B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400"/>
                <a:ext cx="181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29" name="Line 25">
              <a:extLst>
                <a:ext uri="{FF2B5EF4-FFF2-40B4-BE49-F238E27FC236}">
                  <a16:creationId xmlns:a16="http://schemas.microsoft.com/office/drawing/2014/main" id="{BA7A34DD-3434-A91B-5686-CC9C4D392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5780" y="3068637"/>
              <a:ext cx="649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0" name="Line 26">
              <a:extLst>
                <a:ext uri="{FF2B5EF4-FFF2-40B4-BE49-F238E27FC236}">
                  <a16:creationId xmlns:a16="http://schemas.microsoft.com/office/drawing/2014/main" id="{82E71C53-B9C0-2510-B0D5-BBC1034B3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5816" y="4554992"/>
              <a:ext cx="3256384" cy="170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1" name="Line 27">
              <a:extLst>
                <a:ext uri="{FF2B5EF4-FFF2-40B4-BE49-F238E27FC236}">
                  <a16:creationId xmlns:a16="http://schemas.microsoft.com/office/drawing/2014/main" id="{892A6206-ECCD-0C66-B0EF-F43577B8B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143" y="3860800"/>
              <a:ext cx="1588" cy="703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28">
              <a:extLst>
                <a:ext uri="{FF2B5EF4-FFF2-40B4-BE49-F238E27FC236}">
                  <a16:creationId xmlns:a16="http://schemas.microsoft.com/office/drawing/2014/main" id="{604634E7-677C-6EBD-4D16-7F6E50451E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72200" y="3913188"/>
              <a:ext cx="0" cy="658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3" name="Text Box 29">
              <a:extLst>
                <a:ext uri="{FF2B5EF4-FFF2-40B4-BE49-F238E27FC236}">
                  <a16:creationId xmlns:a16="http://schemas.microsoft.com/office/drawing/2014/main" id="{288AE07E-25DF-DC3B-DDC3-586EDF872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443" y="2657931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60434" name="Text Box 30">
              <a:extLst>
                <a:ext uri="{FF2B5EF4-FFF2-40B4-BE49-F238E27FC236}">
                  <a16:creationId xmlns:a16="http://schemas.microsoft.com/office/drawing/2014/main" id="{272AE29F-E025-51DB-DB52-4DBD45856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668" y="4188462"/>
              <a:ext cx="565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0435" name="Text Box 42">
              <a:extLst>
                <a:ext uri="{FF2B5EF4-FFF2-40B4-BE49-F238E27FC236}">
                  <a16:creationId xmlns:a16="http://schemas.microsoft.com/office/drawing/2014/main" id="{316637CF-53DA-145E-5534-6CDB80C6A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4930" y="2278062"/>
              <a:ext cx="76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FF1</a:t>
              </a:r>
            </a:p>
          </p:txBody>
        </p:sp>
        <p:sp>
          <p:nvSpPr>
            <p:cNvPr id="60436" name="Text Box 43">
              <a:extLst>
                <a:ext uri="{FF2B5EF4-FFF2-40B4-BE49-F238E27FC236}">
                  <a16:creationId xmlns:a16="http://schemas.microsoft.com/office/drawing/2014/main" id="{A2ECF152-BA53-8CDA-23A1-918E0F3E1C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2362200"/>
              <a:ext cx="76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FF2</a:t>
              </a:r>
            </a:p>
          </p:txBody>
        </p:sp>
        <p:sp>
          <p:nvSpPr>
            <p:cNvPr id="60437" name="Text Box 29">
              <a:extLst>
                <a:ext uri="{FF2B5EF4-FFF2-40B4-BE49-F238E27FC236}">
                  <a16:creationId xmlns:a16="http://schemas.microsoft.com/office/drawing/2014/main" id="{3BA9D240-674B-D282-3E82-77C5FE3CD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7964" y="2669184"/>
              <a:ext cx="5870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D2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Box 29">
            <a:extLst>
              <a:ext uri="{FF2B5EF4-FFF2-40B4-BE49-F238E27FC236}">
                <a16:creationId xmlns:a16="http://schemas.microsoft.com/office/drawing/2014/main" id="{244E1167-D235-45F1-FF26-52D64B8E9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3938" y="4543425"/>
            <a:ext cx="6016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err="1">
                <a:latin typeface="Georgia" panose="02040502050405020303" pitchFamily="18" charset="0"/>
              </a:rPr>
              <a:t>t</a:t>
            </a:r>
            <a:r>
              <a:rPr lang="en-US" altLang="zh-CN" baseline="-10000" dirty="0" err="1">
                <a:latin typeface="Georgia" panose="02040502050405020303" pitchFamily="18" charset="0"/>
              </a:rPr>
              <a:t>su</a:t>
            </a:r>
            <a:endParaRPr lang="en-US" altLang="zh-CN" baseline="-10000" dirty="0">
              <a:latin typeface="Georgia" panose="0204050205040502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B3BD58-678A-46BB-7273-287F9684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D226A43-1BEC-4CE7-A47A-EB71DA4D5C59}" type="slidenum">
              <a:rPr lang="en-US" altLang="zh-CN" sz="1000" smtClean="0"/>
              <a:pPr>
                <a:defRPr/>
              </a:pPr>
              <a:t>54</a:t>
            </a:fld>
            <a:endParaRPr lang="en-US" altLang="zh-CN" sz="1000" dirty="0"/>
          </a:p>
        </p:txBody>
      </p: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2A5A799B-7B27-A4BA-2550-B77E92C655D9}"/>
              </a:ext>
            </a:extLst>
          </p:cNvPr>
          <p:cNvGrpSpPr>
            <a:grpSpLocks/>
          </p:cNvGrpSpPr>
          <p:nvPr/>
        </p:nvGrpSpPr>
        <p:grpSpPr bwMode="auto">
          <a:xfrm>
            <a:off x="1144588" y="2678113"/>
            <a:ext cx="6851650" cy="503237"/>
            <a:chOff x="648960" y="3087967"/>
            <a:chExt cx="6851192" cy="503477"/>
          </a:xfrm>
        </p:grpSpPr>
        <p:grpSp>
          <p:nvGrpSpPr>
            <p:cNvPr id="62536" name="组合 95">
              <a:extLst>
                <a:ext uri="{FF2B5EF4-FFF2-40B4-BE49-F238E27FC236}">
                  <a16:creationId xmlns:a16="http://schemas.microsoft.com/office/drawing/2014/main" id="{207F545B-A171-5B5D-BDAA-FD841960AA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7274" y="3087967"/>
              <a:ext cx="6282878" cy="432048"/>
              <a:chOff x="1619672" y="3284984"/>
              <a:chExt cx="6282878" cy="432048"/>
            </a:xfrm>
          </p:grpSpPr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DF17A599-C24B-9DB5-3080-7FC4FB7CD244}"/>
                  </a:ext>
                </a:extLst>
              </p:cNvPr>
              <p:cNvCxnSpPr/>
              <p:nvPr/>
            </p:nvCxnSpPr>
            <p:spPr>
              <a:xfrm>
                <a:off x="1619645" y="3716990"/>
                <a:ext cx="101434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E7E585D3-08CA-8662-100E-7ECA800A90EA}"/>
                  </a:ext>
                </a:extLst>
              </p:cNvPr>
              <p:cNvCxnSpPr/>
              <p:nvPr/>
            </p:nvCxnSpPr>
            <p:spPr>
              <a:xfrm flipV="1">
                <a:off x="2633989" y="3284984"/>
                <a:ext cx="0" cy="4320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750D4F10-B7A4-09FA-C530-32EC91599B8E}"/>
                  </a:ext>
                </a:extLst>
              </p:cNvPr>
              <p:cNvCxnSpPr/>
              <p:nvPr/>
            </p:nvCxnSpPr>
            <p:spPr>
              <a:xfrm>
                <a:off x="2627640" y="3284984"/>
                <a:ext cx="527491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537" name="Text Box 29">
              <a:extLst>
                <a:ext uri="{FF2B5EF4-FFF2-40B4-BE49-F238E27FC236}">
                  <a16:creationId xmlns:a16="http://schemas.microsoft.com/office/drawing/2014/main" id="{E92D7CDC-182C-6FE9-51ED-7123DBC87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960" y="3129779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D1</a:t>
              </a: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157F04F8-E5B6-4D59-27D0-710B1498BD86}"/>
              </a:ext>
            </a:extLst>
          </p:cNvPr>
          <p:cNvGrpSpPr>
            <a:grpSpLocks/>
          </p:cNvGrpSpPr>
          <p:nvPr/>
        </p:nvGrpSpPr>
        <p:grpSpPr bwMode="auto">
          <a:xfrm>
            <a:off x="1163638" y="2060575"/>
            <a:ext cx="6769100" cy="493713"/>
            <a:chOff x="668726" y="2470882"/>
            <a:chExt cx="6769195" cy="493761"/>
          </a:xfrm>
        </p:grpSpPr>
        <p:grpSp>
          <p:nvGrpSpPr>
            <p:cNvPr id="62527" name="组合 94">
              <a:extLst>
                <a:ext uri="{FF2B5EF4-FFF2-40B4-BE49-F238E27FC236}">
                  <a16:creationId xmlns:a16="http://schemas.microsoft.com/office/drawing/2014/main" id="{ECB351D1-C5DA-1979-5CF1-DD224BBBEE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624" y="2470882"/>
              <a:ext cx="6250297" cy="432048"/>
              <a:chOff x="1619672" y="2492896"/>
              <a:chExt cx="6250297" cy="432048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6D054D9E-73F9-456D-36ED-2E7E8FB2F295}"/>
                  </a:ext>
                </a:extLst>
              </p:cNvPr>
              <p:cNvCxnSpPr/>
              <p:nvPr/>
            </p:nvCxnSpPr>
            <p:spPr>
              <a:xfrm>
                <a:off x="1619893" y="2924738"/>
                <a:ext cx="74772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034F1AC6-C329-ABB0-9315-9F81353F2420}"/>
                  </a:ext>
                </a:extLst>
              </p:cNvPr>
              <p:cNvCxnSpPr/>
              <p:nvPr/>
            </p:nvCxnSpPr>
            <p:spPr>
              <a:xfrm flipV="1">
                <a:off x="2367617" y="2492896"/>
                <a:ext cx="0" cy="4318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DF1DB903-7EDB-99F2-B811-AD568442E209}"/>
                  </a:ext>
                </a:extLst>
              </p:cNvPr>
              <p:cNvCxnSpPr/>
              <p:nvPr/>
            </p:nvCxnSpPr>
            <p:spPr>
              <a:xfrm>
                <a:off x="2361266" y="2492896"/>
                <a:ext cx="228761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8837CB5B-BBB0-F410-AF72-CC322C883683}"/>
                  </a:ext>
                </a:extLst>
              </p:cNvPr>
              <p:cNvCxnSpPr/>
              <p:nvPr/>
            </p:nvCxnSpPr>
            <p:spPr>
              <a:xfrm>
                <a:off x="4636185" y="2492896"/>
                <a:ext cx="0" cy="4318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D71805B5-E5E0-F27C-31DF-A1C7544B7750}"/>
                  </a:ext>
                </a:extLst>
              </p:cNvPr>
              <p:cNvCxnSpPr/>
              <p:nvPr/>
            </p:nvCxnSpPr>
            <p:spPr>
              <a:xfrm>
                <a:off x="4648886" y="2924738"/>
                <a:ext cx="205742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5EF008B4-3984-5494-B73C-0FA3A06ADEEA}"/>
                  </a:ext>
                </a:extLst>
              </p:cNvPr>
              <p:cNvCxnSpPr/>
              <p:nvPr/>
            </p:nvCxnSpPr>
            <p:spPr>
              <a:xfrm flipV="1">
                <a:off x="6706315" y="2492896"/>
                <a:ext cx="0" cy="4318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A58329A1-53B5-114D-8786-6A4042E82CC1}"/>
                  </a:ext>
                </a:extLst>
              </p:cNvPr>
              <p:cNvCxnSpPr/>
              <p:nvPr/>
            </p:nvCxnSpPr>
            <p:spPr>
              <a:xfrm>
                <a:off x="6688852" y="2492896"/>
                <a:ext cx="118111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528" name="Text Box 29">
              <a:extLst>
                <a:ext uri="{FF2B5EF4-FFF2-40B4-BE49-F238E27FC236}">
                  <a16:creationId xmlns:a16="http://schemas.microsoft.com/office/drawing/2014/main" id="{F74551B1-31C5-DDFC-4DA4-AAD44D6183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726" y="2502978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D229ED2C-2AA4-7337-65AF-11EE60ECEB0E}"/>
              </a:ext>
            </a:extLst>
          </p:cNvPr>
          <p:cNvGrpSpPr>
            <a:grpSpLocks/>
          </p:cNvGrpSpPr>
          <p:nvPr/>
        </p:nvGrpSpPr>
        <p:grpSpPr bwMode="auto">
          <a:xfrm>
            <a:off x="1128713" y="3279775"/>
            <a:ext cx="6858000" cy="520700"/>
            <a:chOff x="632935" y="3688925"/>
            <a:chExt cx="6858173" cy="520349"/>
          </a:xfrm>
        </p:grpSpPr>
        <p:grpSp>
          <p:nvGrpSpPr>
            <p:cNvPr id="62520" name="组合 96">
              <a:extLst>
                <a:ext uri="{FF2B5EF4-FFF2-40B4-BE49-F238E27FC236}">
                  <a16:creationId xmlns:a16="http://schemas.microsoft.com/office/drawing/2014/main" id="{EABC0BA3-6BF8-0232-392A-9A8719C495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880" y="3688925"/>
              <a:ext cx="6253228" cy="504056"/>
              <a:chOff x="1649322" y="3933056"/>
              <a:chExt cx="6253228" cy="504056"/>
            </a:xfrm>
          </p:grpSpPr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87D70627-3D9B-0D21-EB02-3A65EF30F0D6}"/>
                  </a:ext>
                </a:extLst>
              </p:cNvPr>
              <p:cNvCxnSpPr/>
              <p:nvPr/>
            </p:nvCxnSpPr>
            <p:spPr>
              <a:xfrm>
                <a:off x="1649229" y="4004446"/>
                <a:ext cx="1230344" cy="793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2E070FD3-7B22-7E41-5CE9-8510B3EA1258}"/>
                  </a:ext>
                </a:extLst>
              </p:cNvPr>
              <p:cNvCxnSpPr/>
              <p:nvPr/>
            </p:nvCxnSpPr>
            <p:spPr>
              <a:xfrm flipV="1">
                <a:off x="2885923" y="4004446"/>
                <a:ext cx="0" cy="43309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897E7515-CDB6-C7C2-95D9-58B9C0177DAC}"/>
                  </a:ext>
                </a:extLst>
              </p:cNvPr>
              <p:cNvCxnSpPr/>
              <p:nvPr/>
            </p:nvCxnSpPr>
            <p:spPr>
              <a:xfrm>
                <a:off x="2879573" y="4437541"/>
                <a:ext cx="441653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976FADA4-8679-762A-DA28-6E6CC2A81F5C}"/>
                  </a:ext>
                </a:extLst>
              </p:cNvPr>
              <p:cNvCxnSpPr/>
              <p:nvPr/>
            </p:nvCxnSpPr>
            <p:spPr>
              <a:xfrm flipV="1">
                <a:off x="7296110" y="3933056"/>
                <a:ext cx="0" cy="5044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D75F1155-C147-3949-E16E-1997DDED97DE}"/>
                  </a:ext>
                </a:extLst>
              </p:cNvPr>
              <p:cNvCxnSpPr/>
              <p:nvPr/>
            </p:nvCxnSpPr>
            <p:spPr>
              <a:xfrm>
                <a:off x="7311985" y="3933056"/>
                <a:ext cx="59056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521" name="Text Box 29">
              <a:extLst>
                <a:ext uri="{FF2B5EF4-FFF2-40B4-BE49-F238E27FC236}">
                  <a16:creationId xmlns:a16="http://schemas.microsoft.com/office/drawing/2014/main" id="{144FC068-AA16-6140-43E7-74694DF16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935" y="3747609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Q1</a:t>
              </a:r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99C812F6-9EC6-628F-5661-15EAF9E772F3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3863975"/>
            <a:ext cx="6946900" cy="573088"/>
            <a:chOff x="553799" y="4271082"/>
            <a:chExt cx="6911130" cy="575484"/>
          </a:xfrm>
        </p:grpSpPr>
        <p:grpSp>
          <p:nvGrpSpPr>
            <p:cNvPr id="62513" name="组合 97">
              <a:extLst>
                <a:ext uri="{FF2B5EF4-FFF2-40B4-BE49-F238E27FC236}">
                  <a16:creationId xmlns:a16="http://schemas.microsoft.com/office/drawing/2014/main" id="{1319F8CB-4FCC-3F60-1D15-D1F02C55A4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3140" y="4271082"/>
              <a:ext cx="6361789" cy="504143"/>
              <a:chOff x="1620465" y="4769022"/>
              <a:chExt cx="6361789" cy="504143"/>
            </a:xfrm>
          </p:grpSpPr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E2E69F09-27D4-CDD5-9790-B1D26C411317}"/>
                  </a:ext>
                </a:extLst>
              </p:cNvPr>
              <p:cNvCxnSpPr/>
              <p:nvPr/>
            </p:nvCxnSpPr>
            <p:spPr>
              <a:xfrm>
                <a:off x="1620730" y="4840759"/>
                <a:ext cx="139138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04E0A974-FFD0-2739-3DC4-A7E8F4E133ED}"/>
                  </a:ext>
                </a:extLst>
              </p:cNvPr>
              <p:cNvCxnSpPr/>
              <p:nvPr/>
            </p:nvCxnSpPr>
            <p:spPr>
              <a:xfrm flipV="1">
                <a:off x="3018432" y="4840759"/>
                <a:ext cx="0" cy="43201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B37804C2-35ED-7F3C-5F0B-5292D8CD3100}"/>
                  </a:ext>
                </a:extLst>
              </p:cNvPr>
              <p:cNvCxnSpPr/>
              <p:nvPr/>
            </p:nvCxnSpPr>
            <p:spPr>
              <a:xfrm>
                <a:off x="3051599" y="5272769"/>
                <a:ext cx="436683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4C3945AB-BAAB-ADD3-BF04-FA8612521AF4}"/>
                  </a:ext>
                </a:extLst>
              </p:cNvPr>
              <p:cNvCxnSpPr/>
              <p:nvPr/>
            </p:nvCxnSpPr>
            <p:spPr>
              <a:xfrm flipV="1">
                <a:off x="7418434" y="4769022"/>
                <a:ext cx="0" cy="50374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18C00764-0640-62EC-E298-0ED14C19EC52}"/>
                  </a:ext>
                </a:extLst>
              </p:cNvPr>
              <p:cNvCxnSpPr/>
              <p:nvPr/>
            </p:nvCxnSpPr>
            <p:spPr>
              <a:xfrm>
                <a:off x="7402641" y="4769022"/>
                <a:ext cx="57961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514" name="Text Box 29">
              <a:extLst>
                <a:ext uri="{FF2B5EF4-FFF2-40B4-BE49-F238E27FC236}">
                  <a16:creationId xmlns:a16="http://schemas.microsoft.com/office/drawing/2014/main" id="{3FF0D6EF-80BF-3F27-81E9-9D9C895E7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799" y="4384901"/>
              <a:ext cx="5870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D2</a:t>
              </a:r>
            </a:p>
          </p:txBody>
        </p:sp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EE6F739B-F338-0BB5-DC19-A3E982E52016}"/>
              </a:ext>
            </a:extLst>
          </p:cNvPr>
          <p:cNvCxnSpPr/>
          <p:nvPr/>
        </p:nvCxnSpPr>
        <p:spPr>
          <a:xfrm>
            <a:off x="2449513" y="1719263"/>
            <a:ext cx="0" cy="286702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B3AB61E0-4A40-FDE5-4D3B-8FFAF787E308}"/>
              </a:ext>
            </a:extLst>
          </p:cNvPr>
          <p:cNvCxnSpPr/>
          <p:nvPr/>
        </p:nvCxnSpPr>
        <p:spPr>
          <a:xfrm>
            <a:off x="2720975" y="1731963"/>
            <a:ext cx="0" cy="277812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F9E218F1-237F-CDF0-3EEA-EC591012F349}"/>
              </a:ext>
            </a:extLst>
          </p:cNvPr>
          <p:cNvCxnSpPr/>
          <p:nvPr/>
        </p:nvCxnSpPr>
        <p:spPr>
          <a:xfrm>
            <a:off x="2989263" y="1719263"/>
            <a:ext cx="6350" cy="2808287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FB68338B-3B51-FD29-E99F-CBB85F232679}"/>
              </a:ext>
            </a:extLst>
          </p:cNvPr>
          <p:cNvCxnSpPr/>
          <p:nvPr/>
        </p:nvCxnSpPr>
        <p:spPr>
          <a:xfrm>
            <a:off x="5983288" y="1738313"/>
            <a:ext cx="20637" cy="29146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F70FA4AA-1A0D-A04C-26B4-35B15E3CE300}"/>
              </a:ext>
            </a:extLst>
          </p:cNvPr>
          <p:cNvCxnSpPr/>
          <p:nvPr/>
        </p:nvCxnSpPr>
        <p:spPr>
          <a:xfrm flipH="1">
            <a:off x="6751638" y="1731963"/>
            <a:ext cx="33337" cy="283686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25B7209E-294B-17FC-E28C-3F90E74C9C42}"/>
              </a:ext>
            </a:extLst>
          </p:cNvPr>
          <p:cNvCxnSpPr/>
          <p:nvPr/>
        </p:nvCxnSpPr>
        <p:spPr>
          <a:xfrm>
            <a:off x="2424113" y="2852738"/>
            <a:ext cx="328612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1A3A31F8-7908-600D-955B-C0D974B9D7D7}"/>
              </a:ext>
            </a:extLst>
          </p:cNvPr>
          <p:cNvCxnSpPr/>
          <p:nvPr/>
        </p:nvCxnSpPr>
        <p:spPr>
          <a:xfrm>
            <a:off x="2435225" y="3573463"/>
            <a:ext cx="508000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D2E9E0D5-FD22-7C3F-F298-A0377F720A42}"/>
              </a:ext>
            </a:extLst>
          </p:cNvPr>
          <p:cNvCxnSpPr/>
          <p:nvPr/>
        </p:nvCxnSpPr>
        <p:spPr>
          <a:xfrm>
            <a:off x="5983288" y="4568825"/>
            <a:ext cx="785812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3BD06B6C-8B6D-8DAA-E507-037BCB65BAEA}"/>
              </a:ext>
            </a:extLst>
          </p:cNvPr>
          <p:cNvGrpSpPr>
            <a:grpSpLocks/>
          </p:cNvGrpSpPr>
          <p:nvPr/>
        </p:nvGrpSpPr>
        <p:grpSpPr bwMode="auto">
          <a:xfrm>
            <a:off x="1103313" y="2951163"/>
            <a:ext cx="1485900" cy="2201862"/>
            <a:chOff x="608039" y="3360611"/>
            <a:chExt cx="1485401" cy="2202255"/>
          </a:xfrm>
        </p:grpSpPr>
        <p:sp>
          <p:nvSpPr>
            <p:cNvPr id="62511" name="Text Box 29">
              <a:extLst>
                <a:ext uri="{FF2B5EF4-FFF2-40B4-BE49-F238E27FC236}">
                  <a16:creationId xmlns:a16="http://schemas.microsoft.com/office/drawing/2014/main" id="{47DC3287-53E8-5E3B-F8CB-8AFC9D71A6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039" y="4978091"/>
              <a:ext cx="48442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 err="1">
                  <a:latin typeface="Georgia" panose="02040502050405020303" pitchFamily="18" charset="0"/>
                </a:rPr>
                <a:t>t</a:t>
              </a:r>
              <a:r>
                <a:rPr lang="en-US" altLang="zh-CN" baseline="-10000" dirty="0" err="1">
                  <a:latin typeface="Georgia" panose="02040502050405020303" pitchFamily="18" charset="0"/>
                </a:rPr>
                <a:t>h</a:t>
              </a:r>
              <a:endParaRPr lang="en-US" altLang="zh-CN" baseline="-10000" dirty="0">
                <a:latin typeface="Georgia" panose="02040502050405020303" pitchFamily="18" charset="0"/>
              </a:endParaRP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FD95FA02-84BA-F378-2D0A-AA7E80F4608B}"/>
                </a:ext>
              </a:extLst>
            </p:cNvPr>
            <p:cNvCxnSpPr/>
            <p:nvPr/>
          </p:nvCxnSpPr>
          <p:spPr>
            <a:xfrm flipV="1">
              <a:off x="1042868" y="3360611"/>
              <a:ext cx="1050572" cy="1775142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E0C38A59-3B32-1746-80EE-B0D4F3FCAFC5}"/>
              </a:ext>
            </a:extLst>
          </p:cNvPr>
          <p:cNvGrpSpPr>
            <a:grpSpLocks/>
          </p:cNvGrpSpPr>
          <p:nvPr/>
        </p:nvGrpSpPr>
        <p:grpSpPr bwMode="auto">
          <a:xfrm>
            <a:off x="1698625" y="3622675"/>
            <a:ext cx="1395413" cy="1506538"/>
            <a:chOff x="1203348" y="4031871"/>
            <a:chExt cx="1394551" cy="1507625"/>
          </a:xfrm>
        </p:grpSpPr>
        <p:sp>
          <p:nvSpPr>
            <p:cNvPr id="62509" name="Text Box 29">
              <a:extLst>
                <a:ext uri="{FF2B5EF4-FFF2-40B4-BE49-F238E27FC236}">
                  <a16:creationId xmlns:a16="http://schemas.microsoft.com/office/drawing/2014/main" id="{D0A2A308-008C-6ECD-603C-06AE7DB2D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3348" y="4954874"/>
              <a:ext cx="1394551" cy="5846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latin typeface="Georgia" panose="02040502050405020303" pitchFamily="18" charset="0"/>
                </a:rPr>
                <a:t>t</a:t>
              </a:r>
              <a:r>
                <a:rPr lang="en-US" altLang="zh-CN" baseline="-10000" dirty="0">
                  <a:latin typeface="Georgia" panose="02040502050405020303" pitchFamily="18" charset="0"/>
                </a:rPr>
                <a:t>pdcp</a:t>
              </a:r>
              <a:r>
                <a:rPr lang="en-US" altLang="zh-CN" baseline="-10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baseline="-10000" dirty="0">
                  <a:latin typeface="Georgia" panose="02040502050405020303" pitchFamily="18" charset="0"/>
                </a:rPr>
                <a:t>Q</a:t>
              </a: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85D3074B-3712-F7CF-6CD2-4BC64181DDDF}"/>
                </a:ext>
              </a:extLst>
            </p:cNvPr>
            <p:cNvCxnSpPr/>
            <p:nvPr/>
          </p:nvCxnSpPr>
          <p:spPr>
            <a:xfrm flipV="1">
              <a:off x="1638054" y="4031871"/>
              <a:ext cx="566388" cy="1080279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482" name="组合 97">
            <a:extLst>
              <a:ext uri="{FF2B5EF4-FFF2-40B4-BE49-F238E27FC236}">
                <a16:creationId xmlns:a16="http://schemas.microsoft.com/office/drawing/2014/main" id="{9A3D8DDF-A9EB-F827-9A06-8DD8E64CDB96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34925"/>
            <a:ext cx="4759325" cy="1612900"/>
            <a:chOff x="2882605" y="2079715"/>
            <a:chExt cx="5254920" cy="2492285"/>
          </a:xfrm>
        </p:grpSpPr>
        <p:sp>
          <p:nvSpPr>
            <p:cNvPr id="62487" name="AutoShape 4">
              <a:extLst>
                <a:ext uri="{FF2B5EF4-FFF2-40B4-BE49-F238E27FC236}">
                  <a16:creationId xmlns:a16="http://schemas.microsoft.com/office/drawing/2014/main" id="{A94FABE1-0714-AD2A-8700-20ED654A61E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41731" y="2709069"/>
              <a:ext cx="1962150" cy="153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8" name="Rectangle 5">
              <a:extLst>
                <a:ext uri="{FF2B5EF4-FFF2-40B4-BE49-F238E27FC236}">
                  <a16:creationId xmlns:a16="http://schemas.microsoft.com/office/drawing/2014/main" id="{15F4A9B4-1329-9070-E33E-AB3393D30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305" y="2705100"/>
              <a:ext cx="1081088" cy="1512888"/>
            </a:xfrm>
            <a:prstGeom prst="rect">
              <a:avLst/>
            </a:prstGeom>
            <a:noFill/>
            <a:ln w="952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2489" name="Rectangle 6">
              <a:extLst>
                <a:ext uri="{FF2B5EF4-FFF2-40B4-BE49-F238E27FC236}">
                  <a16:creationId xmlns:a16="http://schemas.microsoft.com/office/drawing/2014/main" id="{86AEE77A-B35D-26AA-5C7A-1380C3BCA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668" y="2938462"/>
              <a:ext cx="6812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Georgia" panose="02040502050405020303" pitchFamily="18" charset="0"/>
                </a:rPr>
                <a:t>D   Q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62490" name="Rectangle 7">
              <a:extLst>
                <a:ext uri="{FF2B5EF4-FFF2-40B4-BE49-F238E27FC236}">
                  <a16:creationId xmlns:a16="http://schemas.microsoft.com/office/drawing/2014/main" id="{C33263D7-9A68-B156-2038-790C59F6D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668" y="3671887"/>
              <a:ext cx="381000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Georgia" panose="02040502050405020303" pitchFamily="18" charset="0"/>
                </a:rPr>
                <a:t>CP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62491" name="Line 8">
              <a:extLst>
                <a:ext uri="{FF2B5EF4-FFF2-40B4-BE49-F238E27FC236}">
                  <a16:creationId xmlns:a16="http://schemas.microsoft.com/office/drawing/2014/main" id="{E7A660EF-5A22-D486-A9B1-BEB93C1F9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9330" y="3115131"/>
              <a:ext cx="1360208" cy="1131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2" name="Line 9">
              <a:extLst>
                <a:ext uri="{FF2B5EF4-FFF2-40B4-BE49-F238E27FC236}">
                  <a16:creationId xmlns:a16="http://schemas.microsoft.com/office/drawing/2014/main" id="{3AF0D8CB-1295-9891-7D0E-09369FC961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968" y="3857625"/>
              <a:ext cx="287338" cy="1588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2493" name="Group 10">
              <a:extLst>
                <a:ext uri="{FF2B5EF4-FFF2-40B4-BE49-F238E27FC236}">
                  <a16:creationId xmlns:a16="http://schemas.microsoft.com/office/drawing/2014/main" id="{A2EADDA4-98E8-4128-FA50-8821FD2852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72200" y="2754768"/>
              <a:ext cx="1965325" cy="1538288"/>
              <a:chOff x="2260" y="1674"/>
              <a:chExt cx="1238" cy="969"/>
            </a:xfrm>
          </p:grpSpPr>
          <p:sp>
            <p:nvSpPr>
              <p:cNvPr id="62503" name="AutoShape 11">
                <a:extLst>
                  <a:ext uri="{FF2B5EF4-FFF2-40B4-BE49-F238E27FC236}">
                    <a16:creationId xmlns:a16="http://schemas.microsoft.com/office/drawing/2014/main" id="{9371C33B-18B4-50D1-8A19-4F8661B7B702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262" y="1677"/>
                <a:ext cx="1236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504" name="Rectangle 12">
                <a:extLst>
                  <a:ext uri="{FF2B5EF4-FFF2-40B4-BE49-F238E27FC236}">
                    <a16:creationId xmlns:a16="http://schemas.microsoft.com/office/drawing/2014/main" id="{62652473-FF44-82D3-30DC-76EDF03C0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1" y="1674"/>
                <a:ext cx="681" cy="953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2505" name="Rectangle 13">
                <a:extLst>
                  <a:ext uri="{FF2B5EF4-FFF2-40B4-BE49-F238E27FC236}">
                    <a16:creationId xmlns:a16="http://schemas.microsoft.com/office/drawing/2014/main" id="{63F24A52-F2E4-359E-9F76-F89098D18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821"/>
                <a:ext cx="5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D     Q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2506" name="Rectangle 14">
                <a:extLst>
                  <a:ext uri="{FF2B5EF4-FFF2-40B4-BE49-F238E27FC236}">
                    <a16:creationId xmlns:a16="http://schemas.microsoft.com/office/drawing/2014/main" id="{936635EB-93CF-3DF3-07A5-2599EA469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2283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CP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2507" name="Line 15">
                <a:extLst>
                  <a:ext uri="{FF2B5EF4-FFF2-40B4-BE49-F238E27FC236}">
                    <a16:creationId xmlns:a16="http://schemas.microsoft.com/office/drawing/2014/main" id="{3F95673F-514B-C560-917F-9C8AF55AB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1901"/>
                <a:ext cx="363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508" name="Line 16">
                <a:extLst>
                  <a:ext uri="{FF2B5EF4-FFF2-40B4-BE49-F238E27FC236}">
                    <a16:creationId xmlns:a16="http://schemas.microsoft.com/office/drawing/2014/main" id="{A793EFF5-8E94-7449-444C-918B5CFBD3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400"/>
                <a:ext cx="181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2494" name="Line 25">
              <a:extLst>
                <a:ext uri="{FF2B5EF4-FFF2-40B4-BE49-F238E27FC236}">
                  <a16:creationId xmlns:a16="http://schemas.microsoft.com/office/drawing/2014/main" id="{EEF01F30-3390-47EF-7B70-07BC6C23E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5780" y="3068637"/>
              <a:ext cx="649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5" name="Line 26">
              <a:extLst>
                <a:ext uri="{FF2B5EF4-FFF2-40B4-BE49-F238E27FC236}">
                  <a16:creationId xmlns:a16="http://schemas.microsoft.com/office/drawing/2014/main" id="{69EDC4D5-E3F3-E60B-BD05-375479C7BA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5816" y="4554992"/>
              <a:ext cx="3256384" cy="170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6" name="Line 27">
              <a:extLst>
                <a:ext uri="{FF2B5EF4-FFF2-40B4-BE49-F238E27FC236}">
                  <a16:creationId xmlns:a16="http://schemas.microsoft.com/office/drawing/2014/main" id="{C86389EA-9064-321B-C9D7-6CB47A813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143" y="3860800"/>
              <a:ext cx="1588" cy="703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7" name="Line 28">
              <a:extLst>
                <a:ext uri="{FF2B5EF4-FFF2-40B4-BE49-F238E27FC236}">
                  <a16:creationId xmlns:a16="http://schemas.microsoft.com/office/drawing/2014/main" id="{70C32202-2CA8-486E-B878-CC713CB00B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72200" y="3913188"/>
              <a:ext cx="0" cy="658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8" name="Text Box 29">
              <a:extLst>
                <a:ext uri="{FF2B5EF4-FFF2-40B4-BE49-F238E27FC236}">
                  <a16:creationId xmlns:a16="http://schemas.microsoft.com/office/drawing/2014/main" id="{D737C321-F282-A521-4E4A-11C8802A3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957" y="2464953"/>
              <a:ext cx="548548" cy="461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62499" name="Text Box 30">
              <a:extLst>
                <a:ext uri="{FF2B5EF4-FFF2-40B4-BE49-F238E27FC236}">
                  <a16:creationId xmlns:a16="http://schemas.microsoft.com/office/drawing/2014/main" id="{99C90AC4-0E60-96BA-7777-E195CBD55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2605" y="4043887"/>
              <a:ext cx="565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2500" name="Text Box 42">
              <a:extLst>
                <a:ext uri="{FF2B5EF4-FFF2-40B4-BE49-F238E27FC236}">
                  <a16:creationId xmlns:a16="http://schemas.microsoft.com/office/drawing/2014/main" id="{C98561B7-808A-80B8-8D73-7531B0D39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1963" y="2079715"/>
              <a:ext cx="1040548" cy="5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FF1</a:t>
              </a:r>
            </a:p>
          </p:txBody>
        </p:sp>
        <p:sp>
          <p:nvSpPr>
            <p:cNvPr id="62501" name="Text Box 43">
              <a:extLst>
                <a:ext uri="{FF2B5EF4-FFF2-40B4-BE49-F238E27FC236}">
                  <a16:creationId xmlns:a16="http://schemas.microsoft.com/office/drawing/2014/main" id="{C7AAF9E5-6609-A8FB-AC46-9E068F508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0448" y="2152922"/>
              <a:ext cx="1172436" cy="5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FF2</a:t>
              </a:r>
            </a:p>
          </p:txBody>
        </p:sp>
        <p:sp>
          <p:nvSpPr>
            <p:cNvPr id="62502" name="Text Box 29">
              <a:extLst>
                <a:ext uri="{FF2B5EF4-FFF2-40B4-BE49-F238E27FC236}">
                  <a16:creationId xmlns:a16="http://schemas.microsoft.com/office/drawing/2014/main" id="{400F0C05-FF95-6558-2BFE-175145057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0600" y="2464953"/>
              <a:ext cx="648148" cy="5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D2</a:t>
              </a:r>
            </a:p>
          </p:txBody>
        </p:sp>
      </p:grp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91B4CC0-3765-E241-0679-5D2DA8B04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5165725"/>
            <a:ext cx="1719263" cy="708025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Georgia" panose="02040502050405020303" pitchFamily="18" charset="0"/>
              </a:rPr>
              <a:t>系統工作最短時鐘負週期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7E0AEE29-AA43-ADB0-3FAD-B9551ACFD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5997575"/>
            <a:ext cx="1717675" cy="708025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Georgia" panose="02040502050405020303" pitchFamily="18" charset="0"/>
              </a:rPr>
              <a:t>系統工作最短時鐘正週期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503542-3572-88A4-6BBA-BF7664ED1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5341938"/>
            <a:ext cx="185261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 err="1">
                <a:latin typeface="Georgia" panose="02040502050405020303" pitchFamily="18" charset="0"/>
              </a:rPr>
              <a:t>T</a:t>
            </a:r>
            <a:r>
              <a:rPr lang="en-US" altLang="zh-CN" sz="2800" baseline="-25000" dirty="0" err="1">
                <a:latin typeface="Georgia" panose="02040502050405020303" pitchFamily="18" charset="0"/>
              </a:rPr>
              <a:t>cp</a:t>
            </a:r>
            <a:r>
              <a:rPr lang="en-US" altLang="zh-CN" sz="2800" baseline="-25000" dirty="0">
                <a:latin typeface="Georgia" panose="02040502050405020303" pitchFamily="18" charset="0"/>
              </a:rPr>
              <a:t>-min</a:t>
            </a:r>
            <a:r>
              <a:rPr lang="en-US" altLang="zh-CN" sz="2800" dirty="0">
                <a:latin typeface="Georgia" panose="02040502050405020303" pitchFamily="18" charset="0"/>
              </a:rPr>
              <a:t>=</a:t>
            </a:r>
            <a:r>
              <a:rPr lang="en-US" altLang="zh-CN" sz="2800" dirty="0" err="1">
                <a:latin typeface="Georgia" panose="02040502050405020303" pitchFamily="18" charset="0"/>
              </a:rPr>
              <a:t>t</a:t>
            </a:r>
            <a:r>
              <a:rPr lang="en-US" altLang="zh-CN" sz="2800" baseline="-25000" dirty="0" err="1">
                <a:latin typeface="Georgia" panose="02040502050405020303" pitchFamily="18" charset="0"/>
              </a:rPr>
              <a:t>su</a:t>
            </a:r>
            <a:endParaRPr lang="zh-CN" altLang="en-US" sz="2800" baseline="-25000" dirty="0">
              <a:latin typeface="Georgia" panose="02040502050405020303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115A4F-6A3E-EFCF-DAD6-55E6AFBDD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638" y="6103938"/>
            <a:ext cx="5529262" cy="5222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 err="1">
                <a:latin typeface="Georgia" panose="02040502050405020303" pitchFamily="18" charset="0"/>
              </a:rPr>
              <a:t>T</a:t>
            </a:r>
            <a:r>
              <a:rPr lang="en-US" altLang="zh-CN" sz="2800" baseline="-25000" dirty="0" err="1">
                <a:latin typeface="Georgia" panose="02040502050405020303" pitchFamily="18" charset="0"/>
              </a:rPr>
              <a:t>cp+min</a:t>
            </a:r>
            <a:r>
              <a:rPr lang="en-US" altLang="zh-CN" sz="2800" dirty="0">
                <a:latin typeface="Georgia" panose="02040502050405020303" pitchFamily="18" charset="0"/>
              </a:rPr>
              <a:t>=max</a:t>
            </a:r>
            <a:r>
              <a:rPr lang="zh-CN" altLang="en-US" sz="2800" dirty="0">
                <a:latin typeface="Georgia" panose="02040502050405020303" pitchFamily="18" charset="0"/>
              </a:rPr>
              <a:t>（</a:t>
            </a:r>
            <a:r>
              <a:rPr lang="en-US" altLang="zh-CN" sz="2800" dirty="0">
                <a:latin typeface="Georgia" panose="02040502050405020303" pitchFamily="18" charset="0"/>
              </a:rPr>
              <a:t>t</a:t>
            </a:r>
            <a:r>
              <a:rPr lang="en-US" altLang="zh-CN" sz="2800" baseline="-25000" dirty="0">
                <a:latin typeface="Georgia" panose="02040502050405020303" pitchFamily="18" charset="0"/>
              </a:rPr>
              <a:t>h</a:t>
            </a:r>
            <a:r>
              <a:rPr lang="zh-CN" altLang="en-US" sz="2800" dirty="0">
                <a:latin typeface="Georgia" panose="02040502050405020303" pitchFamily="18" charset="0"/>
              </a:rPr>
              <a:t>，</a:t>
            </a:r>
            <a:r>
              <a:rPr lang="en-US" altLang="zh-CN" sz="2800" dirty="0">
                <a:latin typeface="Georgia" panose="02040502050405020303" pitchFamily="18" charset="0"/>
              </a:rPr>
              <a:t>t</a:t>
            </a:r>
            <a:r>
              <a:rPr lang="en-US" altLang="zh-CN" sz="2800" baseline="-10000" dirty="0">
                <a:latin typeface="Georgia" panose="02040502050405020303" pitchFamily="18" charset="0"/>
              </a:rPr>
              <a:t>pdcp</a:t>
            </a:r>
            <a:r>
              <a:rPr lang="en-US" altLang="zh-CN" sz="2800" baseline="-1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aseline="-10000" dirty="0">
                <a:latin typeface="Georgia" panose="02040502050405020303" pitchFamily="18" charset="0"/>
              </a:rPr>
              <a:t>Q</a:t>
            </a:r>
            <a:r>
              <a:rPr lang="zh-CN" altLang="en-US" sz="2800" dirty="0">
                <a:latin typeface="Georgia" panose="02040502050405020303" pitchFamily="18" charset="0"/>
              </a:rPr>
              <a:t>）</a:t>
            </a:r>
            <a:endParaRPr lang="zh-CN" altLang="en-US" sz="2800" baseline="-25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  <p:bldP spid="134" grpId="0" animBg="1"/>
      <p:bldP spid="137" grpId="0" animBg="1"/>
      <p:bldP spid="2" grpId="0"/>
      <p:bldP spid="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9">
            <a:extLst>
              <a:ext uri="{FF2B5EF4-FFF2-40B4-BE49-F238E27FC236}">
                <a16:creationId xmlns:a16="http://schemas.microsoft.com/office/drawing/2014/main" id="{98ED063E-EE71-860B-D2CD-482A36FA1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3938" y="4543425"/>
            <a:ext cx="6016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err="1">
                <a:latin typeface="Georgia" panose="02040502050405020303" pitchFamily="18" charset="0"/>
              </a:rPr>
              <a:t>t</a:t>
            </a:r>
            <a:r>
              <a:rPr lang="en-US" altLang="zh-CN" baseline="-10000" dirty="0" err="1">
                <a:latin typeface="Georgia" panose="02040502050405020303" pitchFamily="18" charset="0"/>
              </a:rPr>
              <a:t>su</a:t>
            </a:r>
            <a:endParaRPr lang="en-US" altLang="zh-CN" baseline="-10000" dirty="0">
              <a:latin typeface="Georgia" panose="0204050205040502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22AD9F-322F-B085-15B0-FDDBFCA9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A8F8CF5-17D6-452E-854E-03096B7468B4}" type="slidenum">
              <a:rPr lang="en-US" altLang="zh-CN" sz="1000" smtClean="0"/>
              <a:pPr>
                <a:defRPr/>
              </a:pPr>
              <a:t>55</a:t>
            </a:fld>
            <a:endParaRPr lang="en-US" altLang="zh-CN" sz="1000" dirty="0"/>
          </a:p>
        </p:txBody>
      </p:sp>
      <p:grpSp>
        <p:nvGrpSpPr>
          <p:cNvPr id="63492" name="组合 144">
            <a:extLst>
              <a:ext uri="{FF2B5EF4-FFF2-40B4-BE49-F238E27FC236}">
                <a16:creationId xmlns:a16="http://schemas.microsoft.com/office/drawing/2014/main" id="{2BBA4C1B-D5CB-B87D-09F3-BF972F21BFDE}"/>
              </a:ext>
            </a:extLst>
          </p:cNvPr>
          <p:cNvGrpSpPr>
            <a:grpSpLocks/>
          </p:cNvGrpSpPr>
          <p:nvPr/>
        </p:nvGrpSpPr>
        <p:grpSpPr bwMode="auto">
          <a:xfrm>
            <a:off x="1144588" y="2678113"/>
            <a:ext cx="6851650" cy="503237"/>
            <a:chOff x="648960" y="3087967"/>
            <a:chExt cx="6851192" cy="503477"/>
          </a:xfrm>
        </p:grpSpPr>
        <p:grpSp>
          <p:nvGrpSpPr>
            <p:cNvPr id="63560" name="组合 95">
              <a:extLst>
                <a:ext uri="{FF2B5EF4-FFF2-40B4-BE49-F238E27FC236}">
                  <a16:creationId xmlns:a16="http://schemas.microsoft.com/office/drawing/2014/main" id="{F522BA38-CA34-2B59-DB81-0E1A1E6F93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7274" y="3087967"/>
              <a:ext cx="6282878" cy="432048"/>
              <a:chOff x="1619672" y="3284984"/>
              <a:chExt cx="6282878" cy="432048"/>
            </a:xfrm>
          </p:grpSpPr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0EB55C81-0A31-5557-2D09-0E77DBDD96AB}"/>
                  </a:ext>
                </a:extLst>
              </p:cNvPr>
              <p:cNvCxnSpPr/>
              <p:nvPr/>
            </p:nvCxnSpPr>
            <p:spPr>
              <a:xfrm>
                <a:off x="1619645" y="3716990"/>
                <a:ext cx="101434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7E482855-A844-E8E9-C89B-1E161726273E}"/>
                  </a:ext>
                </a:extLst>
              </p:cNvPr>
              <p:cNvCxnSpPr/>
              <p:nvPr/>
            </p:nvCxnSpPr>
            <p:spPr>
              <a:xfrm flipV="1">
                <a:off x="2633989" y="3284984"/>
                <a:ext cx="0" cy="4320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47A4453C-9AD5-583F-D0BB-39F86115D24A}"/>
                  </a:ext>
                </a:extLst>
              </p:cNvPr>
              <p:cNvCxnSpPr/>
              <p:nvPr/>
            </p:nvCxnSpPr>
            <p:spPr>
              <a:xfrm>
                <a:off x="2627640" y="3284984"/>
                <a:ext cx="527491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561" name="Text Box 29">
              <a:extLst>
                <a:ext uri="{FF2B5EF4-FFF2-40B4-BE49-F238E27FC236}">
                  <a16:creationId xmlns:a16="http://schemas.microsoft.com/office/drawing/2014/main" id="{0A346DFF-3E2B-CFF6-8A67-8DEE8A090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960" y="3129779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D1</a:t>
              </a:r>
            </a:p>
          </p:txBody>
        </p:sp>
      </p:grpSp>
      <p:grpSp>
        <p:nvGrpSpPr>
          <p:cNvPr id="63493" name="组合 143">
            <a:extLst>
              <a:ext uri="{FF2B5EF4-FFF2-40B4-BE49-F238E27FC236}">
                <a16:creationId xmlns:a16="http://schemas.microsoft.com/office/drawing/2014/main" id="{9E9E532F-43BA-7CD6-F503-12721370A987}"/>
              </a:ext>
            </a:extLst>
          </p:cNvPr>
          <p:cNvGrpSpPr>
            <a:grpSpLocks/>
          </p:cNvGrpSpPr>
          <p:nvPr/>
        </p:nvGrpSpPr>
        <p:grpSpPr bwMode="auto">
          <a:xfrm>
            <a:off x="1163638" y="2060575"/>
            <a:ext cx="6769100" cy="493713"/>
            <a:chOff x="668726" y="2470882"/>
            <a:chExt cx="6769195" cy="493761"/>
          </a:xfrm>
        </p:grpSpPr>
        <p:grpSp>
          <p:nvGrpSpPr>
            <p:cNvPr id="63551" name="组合 94">
              <a:extLst>
                <a:ext uri="{FF2B5EF4-FFF2-40B4-BE49-F238E27FC236}">
                  <a16:creationId xmlns:a16="http://schemas.microsoft.com/office/drawing/2014/main" id="{9FC5007A-B61F-1FD5-9395-21577CD6F6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624" y="2470882"/>
              <a:ext cx="6250297" cy="432048"/>
              <a:chOff x="1619672" y="2492896"/>
              <a:chExt cx="6250297" cy="432048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F31F4892-B5A5-2148-BE58-0D49C4287E1B}"/>
                  </a:ext>
                </a:extLst>
              </p:cNvPr>
              <p:cNvCxnSpPr/>
              <p:nvPr/>
            </p:nvCxnSpPr>
            <p:spPr>
              <a:xfrm>
                <a:off x="1619893" y="2924738"/>
                <a:ext cx="74772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F7AAE0B-83D7-43AB-2F6C-3EB2F2F252A9}"/>
                  </a:ext>
                </a:extLst>
              </p:cNvPr>
              <p:cNvCxnSpPr/>
              <p:nvPr/>
            </p:nvCxnSpPr>
            <p:spPr>
              <a:xfrm flipV="1">
                <a:off x="2367617" y="2492896"/>
                <a:ext cx="0" cy="4318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B2CB8670-4E0F-4725-4554-AEF213EC61A6}"/>
                  </a:ext>
                </a:extLst>
              </p:cNvPr>
              <p:cNvCxnSpPr/>
              <p:nvPr/>
            </p:nvCxnSpPr>
            <p:spPr>
              <a:xfrm>
                <a:off x="2361266" y="2492896"/>
                <a:ext cx="228761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D244A18E-D1DA-F374-5C22-52EFA8A922C5}"/>
                  </a:ext>
                </a:extLst>
              </p:cNvPr>
              <p:cNvCxnSpPr/>
              <p:nvPr/>
            </p:nvCxnSpPr>
            <p:spPr>
              <a:xfrm>
                <a:off x="4636185" y="2492896"/>
                <a:ext cx="0" cy="4318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AF0BE0A-36E3-98F8-0A64-C36C6CB702C3}"/>
                  </a:ext>
                </a:extLst>
              </p:cNvPr>
              <p:cNvCxnSpPr/>
              <p:nvPr/>
            </p:nvCxnSpPr>
            <p:spPr>
              <a:xfrm>
                <a:off x="4648886" y="2924738"/>
                <a:ext cx="205742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6E7896EF-4B3E-8813-F6B5-F7090A453EB0}"/>
                  </a:ext>
                </a:extLst>
              </p:cNvPr>
              <p:cNvCxnSpPr/>
              <p:nvPr/>
            </p:nvCxnSpPr>
            <p:spPr>
              <a:xfrm flipV="1">
                <a:off x="6706315" y="2492896"/>
                <a:ext cx="0" cy="4318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1842EDDA-400A-0C81-E212-59355F1651BC}"/>
                  </a:ext>
                </a:extLst>
              </p:cNvPr>
              <p:cNvCxnSpPr/>
              <p:nvPr/>
            </p:nvCxnSpPr>
            <p:spPr>
              <a:xfrm>
                <a:off x="6688852" y="2492896"/>
                <a:ext cx="118111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552" name="Text Box 29">
              <a:extLst>
                <a:ext uri="{FF2B5EF4-FFF2-40B4-BE49-F238E27FC236}">
                  <a16:creationId xmlns:a16="http://schemas.microsoft.com/office/drawing/2014/main" id="{54AEBFAA-E807-9505-E2D4-771B0CB37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726" y="2502978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</a:p>
          </p:txBody>
        </p:sp>
      </p:grpSp>
      <p:grpSp>
        <p:nvGrpSpPr>
          <p:cNvPr id="63494" name="组合 145">
            <a:extLst>
              <a:ext uri="{FF2B5EF4-FFF2-40B4-BE49-F238E27FC236}">
                <a16:creationId xmlns:a16="http://schemas.microsoft.com/office/drawing/2014/main" id="{8AFDFC68-3093-0D64-2805-683D4F3AF90B}"/>
              </a:ext>
            </a:extLst>
          </p:cNvPr>
          <p:cNvGrpSpPr>
            <a:grpSpLocks/>
          </p:cNvGrpSpPr>
          <p:nvPr/>
        </p:nvGrpSpPr>
        <p:grpSpPr bwMode="auto">
          <a:xfrm>
            <a:off x="1128713" y="3279775"/>
            <a:ext cx="6858000" cy="520700"/>
            <a:chOff x="632935" y="3688925"/>
            <a:chExt cx="6858173" cy="520349"/>
          </a:xfrm>
        </p:grpSpPr>
        <p:grpSp>
          <p:nvGrpSpPr>
            <p:cNvPr id="63544" name="组合 96">
              <a:extLst>
                <a:ext uri="{FF2B5EF4-FFF2-40B4-BE49-F238E27FC236}">
                  <a16:creationId xmlns:a16="http://schemas.microsoft.com/office/drawing/2014/main" id="{93820592-FF87-D55F-EC7E-D13B4D5960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880" y="3688925"/>
              <a:ext cx="6253228" cy="504056"/>
              <a:chOff x="1649322" y="3933056"/>
              <a:chExt cx="6253228" cy="504056"/>
            </a:xfrm>
          </p:grpSpPr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7CBD3BDA-11B1-A39C-D706-6B350C5C1100}"/>
                  </a:ext>
                </a:extLst>
              </p:cNvPr>
              <p:cNvCxnSpPr/>
              <p:nvPr/>
            </p:nvCxnSpPr>
            <p:spPr>
              <a:xfrm>
                <a:off x="1649229" y="4004446"/>
                <a:ext cx="1230344" cy="793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D2E9C207-7586-0A06-5E4F-0E2D42D2F0C0}"/>
                  </a:ext>
                </a:extLst>
              </p:cNvPr>
              <p:cNvCxnSpPr/>
              <p:nvPr/>
            </p:nvCxnSpPr>
            <p:spPr>
              <a:xfrm flipV="1">
                <a:off x="2885923" y="4004446"/>
                <a:ext cx="0" cy="43309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1B038D94-BA08-FB4F-52F6-5B91EA0D5D52}"/>
                  </a:ext>
                </a:extLst>
              </p:cNvPr>
              <p:cNvCxnSpPr/>
              <p:nvPr/>
            </p:nvCxnSpPr>
            <p:spPr>
              <a:xfrm>
                <a:off x="2879573" y="4437541"/>
                <a:ext cx="441653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190E2C96-38AF-B461-99E3-EA55512CF30C}"/>
                  </a:ext>
                </a:extLst>
              </p:cNvPr>
              <p:cNvCxnSpPr/>
              <p:nvPr/>
            </p:nvCxnSpPr>
            <p:spPr>
              <a:xfrm flipV="1">
                <a:off x="7296110" y="3933056"/>
                <a:ext cx="0" cy="5044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B6857781-86A4-69CD-B820-FAD1DD06EE30}"/>
                  </a:ext>
                </a:extLst>
              </p:cNvPr>
              <p:cNvCxnSpPr/>
              <p:nvPr/>
            </p:nvCxnSpPr>
            <p:spPr>
              <a:xfrm>
                <a:off x="7311985" y="3933056"/>
                <a:ext cx="59056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545" name="Text Box 29">
              <a:extLst>
                <a:ext uri="{FF2B5EF4-FFF2-40B4-BE49-F238E27FC236}">
                  <a16:creationId xmlns:a16="http://schemas.microsoft.com/office/drawing/2014/main" id="{B0155932-59E7-9133-0911-39114C7E2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935" y="3747609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Q1</a:t>
              </a:r>
            </a:p>
          </p:txBody>
        </p:sp>
      </p:grpSp>
      <p:grpSp>
        <p:nvGrpSpPr>
          <p:cNvPr id="63495" name="组合 146">
            <a:extLst>
              <a:ext uri="{FF2B5EF4-FFF2-40B4-BE49-F238E27FC236}">
                <a16:creationId xmlns:a16="http://schemas.microsoft.com/office/drawing/2014/main" id="{0196928D-E5CD-5927-2E02-1FB013A1D088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3863975"/>
            <a:ext cx="6946900" cy="573088"/>
            <a:chOff x="553799" y="4271082"/>
            <a:chExt cx="6911130" cy="575484"/>
          </a:xfrm>
        </p:grpSpPr>
        <p:grpSp>
          <p:nvGrpSpPr>
            <p:cNvPr id="63537" name="组合 97">
              <a:extLst>
                <a:ext uri="{FF2B5EF4-FFF2-40B4-BE49-F238E27FC236}">
                  <a16:creationId xmlns:a16="http://schemas.microsoft.com/office/drawing/2014/main" id="{A9A98561-0C9C-F076-4B18-251524CF40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3140" y="4271082"/>
              <a:ext cx="6361789" cy="504143"/>
              <a:chOff x="1620465" y="4769022"/>
              <a:chExt cx="6361789" cy="504143"/>
            </a:xfrm>
          </p:grpSpPr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BAC83699-F29F-CEA5-05E3-DD301606D947}"/>
                  </a:ext>
                </a:extLst>
              </p:cNvPr>
              <p:cNvCxnSpPr/>
              <p:nvPr/>
            </p:nvCxnSpPr>
            <p:spPr>
              <a:xfrm>
                <a:off x="1620730" y="4840759"/>
                <a:ext cx="139138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35FC051F-1BD4-A4DB-9A05-FE53398C53BD}"/>
                  </a:ext>
                </a:extLst>
              </p:cNvPr>
              <p:cNvCxnSpPr/>
              <p:nvPr/>
            </p:nvCxnSpPr>
            <p:spPr>
              <a:xfrm flipV="1">
                <a:off x="3018432" y="4840759"/>
                <a:ext cx="0" cy="43201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9465AAE0-A032-A900-DC1D-D57BC0A848E1}"/>
                  </a:ext>
                </a:extLst>
              </p:cNvPr>
              <p:cNvCxnSpPr/>
              <p:nvPr/>
            </p:nvCxnSpPr>
            <p:spPr>
              <a:xfrm>
                <a:off x="3051599" y="5272769"/>
                <a:ext cx="436683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A1A427A3-4821-44CA-C679-5CD4CFB32BE0}"/>
                  </a:ext>
                </a:extLst>
              </p:cNvPr>
              <p:cNvCxnSpPr/>
              <p:nvPr/>
            </p:nvCxnSpPr>
            <p:spPr>
              <a:xfrm flipV="1">
                <a:off x="7418434" y="4769022"/>
                <a:ext cx="0" cy="50374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D05F6DD9-61BE-FBF7-B89D-EAE893557F30}"/>
                  </a:ext>
                </a:extLst>
              </p:cNvPr>
              <p:cNvCxnSpPr/>
              <p:nvPr/>
            </p:nvCxnSpPr>
            <p:spPr>
              <a:xfrm>
                <a:off x="7402641" y="4769022"/>
                <a:ext cx="57961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538" name="Text Box 29">
              <a:extLst>
                <a:ext uri="{FF2B5EF4-FFF2-40B4-BE49-F238E27FC236}">
                  <a16:creationId xmlns:a16="http://schemas.microsoft.com/office/drawing/2014/main" id="{78CFDA82-55AA-E3D2-F23D-769981E167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799" y="4384901"/>
              <a:ext cx="5870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D2</a:t>
              </a:r>
            </a:p>
          </p:txBody>
        </p:sp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F859ACFD-3EBF-FEDE-F923-085F07FCA256}"/>
              </a:ext>
            </a:extLst>
          </p:cNvPr>
          <p:cNvCxnSpPr/>
          <p:nvPr/>
        </p:nvCxnSpPr>
        <p:spPr>
          <a:xfrm>
            <a:off x="2449513" y="1719263"/>
            <a:ext cx="0" cy="286702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92E1A7CA-E700-1A7C-6C66-9B7EAE82E5E5}"/>
              </a:ext>
            </a:extLst>
          </p:cNvPr>
          <p:cNvCxnSpPr/>
          <p:nvPr/>
        </p:nvCxnSpPr>
        <p:spPr>
          <a:xfrm>
            <a:off x="2720975" y="1731963"/>
            <a:ext cx="0" cy="277812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221DE069-F7B5-68F1-2716-0BECE02109E6}"/>
              </a:ext>
            </a:extLst>
          </p:cNvPr>
          <p:cNvCxnSpPr/>
          <p:nvPr/>
        </p:nvCxnSpPr>
        <p:spPr>
          <a:xfrm>
            <a:off x="2989263" y="1719263"/>
            <a:ext cx="6350" cy="2808287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50B90034-89D3-49D0-289E-2CE438844D55}"/>
              </a:ext>
            </a:extLst>
          </p:cNvPr>
          <p:cNvCxnSpPr/>
          <p:nvPr/>
        </p:nvCxnSpPr>
        <p:spPr>
          <a:xfrm>
            <a:off x="5983288" y="1738313"/>
            <a:ext cx="20637" cy="29146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802B47FC-5428-30F1-9C47-7439669F3F76}"/>
              </a:ext>
            </a:extLst>
          </p:cNvPr>
          <p:cNvCxnSpPr/>
          <p:nvPr/>
        </p:nvCxnSpPr>
        <p:spPr>
          <a:xfrm flipH="1">
            <a:off x="6751638" y="1731963"/>
            <a:ext cx="33337" cy="283686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7001F946-E72B-47FC-DB9C-03B4996F0ACB}"/>
              </a:ext>
            </a:extLst>
          </p:cNvPr>
          <p:cNvCxnSpPr/>
          <p:nvPr/>
        </p:nvCxnSpPr>
        <p:spPr>
          <a:xfrm>
            <a:off x="2424113" y="2852738"/>
            <a:ext cx="328612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B0129CD3-1F22-3436-2F0E-C7EB476E643B}"/>
              </a:ext>
            </a:extLst>
          </p:cNvPr>
          <p:cNvCxnSpPr/>
          <p:nvPr/>
        </p:nvCxnSpPr>
        <p:spPr>
          <a:xfrm>
            <a:off x="2435225" y="3573463"/>
            <a:ext cx="508000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67EE4295-FB49-6038-CA72-6E84FFEBFC60}"/>
              </a:ext>
            </a:extLst>
          </p:cNvPr>
          <p:cNvCxnSpPr/>
          <p:nvPr/>
        </p:nvCxnSpPr>
        <p:spPr>
          <a:xfrm>
            <a:off x="5983288" y="4568825"/>
            <a:ext cx="785812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504" name="组合 140">
            <a:extLst>
              <a:ext uri="{FF2B5EF4-FFF2-40B4-BE49-F238E27FC236}">
                <a16:creationId xmlns:a16="http://schemas.microsoft.com/office/drawing/2014/main" id="{400D3773-DCEE-4FC4-0271-A87A13960E78}"/>
              </a:ext>
            </a:extLst>
          </p:cNvPr>
          <p:cNvGrpSpPr>
            <a:grpSpLocks/>
          </p:cNvGrpSpPr>
          <p:nvPr/>
        </p:nvGrpSpPr>
        <p:grpSpPr bwMode="auto">
          <a:xfrm>
            <a:off x="1103313" y="2951163"/>
            <a:ext cx="1485900" cy="2201862"/>
            <a:chOff x="608039" y="3360611"/>
            <a:chExt cx="1485401" cy="2202255"/>
          </a:xfrm>
        </p:grpSpPr>
        <p:sp>
          <p:nvSpPr>
            <p:cNvPr id="63535" name="Text Box 29">
              <a:extLst>
                <a:ext uri="{FF2B5EF4-FFF2-40B4-BE49-F238E27FC236}">
                  <a16:creationId xmlns:a16="http://schemas.microsoft.com/office/drawing/2014/main" id="{EAE164DC-E07F-E8A4-62FC-EF435AF2B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039" y="4978091"/>
              <a:ext cx="48442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 err="1">
                  <a:latin typeface="Georgia" panose="02040502050405020303" pitchFamily="18" charset="0"/>
                </a:rPr>
                <a:t>t</a:t>
              </a:r>
              <a:r>
                <a:rPr lang="en-US" altLang="zh-CN" baseline="-10000" dirty="0" err="1">
                  <a:latin typeface="Georgia" panose="02040502050405020303" pitchFamily="18" charset="0"/>
                </a:rPr>
                <a:t>h</a:t>
              </a:r>
              <a:endParaRPr lang="en-US" altLang="zh-CN" baseline="-10000" dirty="0">
                <a:latin typeface="Georgia" panose="02040502050405020303" pitchFamily="18" charset="0"/>
              </a:endParaRP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7367871E-ED5C-E36B-B404-64F0EE569FC6}"/>
                </a:ext>
              </a:extLst>
            </p:cNvPr>
            <p:cNvCxnSpPr/>
            <p:nvPr/>
          </p:nvCxnSpPr>
          <p:spPr>
            <a:xfrm flipV="1">
              <a:off x="1042868" y="3360611"/>
              <a:ext cx="1050572" cy="1775142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505" name="组合 141">
            <a:extLst>
              <a:ext uri="{FF2B5EF4-FFF2-40B4-BE49-F238E27FC236}">
                <a16:creationId xmlns:a16="http://schemas.microsoft.com/office/drawing/2014/main" id="{099BF5CF-EFC6-59FB-5F35-154886186AF2}"/>
              </a:ext>
            </a:extLst>
          </p:cNvPr>
          <p:cNvGrpSpPr>
            <a:grpSpLocks/>
          </p:cNvGrpSpPr>
          <p:nvPr/>
        </p:nvGrpSpPr>
        <p:grpSpPr bwMode="auto">
          <a:xfrm>
            <a:off x="1698625" y="3622675"/>
            <a:ext cx="1395413" cy="1506538"/>
            <a:chOff x="1203348" y="4031871"/>
            <a:chExt cx="1394551" cy="1507625"/>
          </a:xfrm>
        </p:grpSpPr>
        <p:sp>
          <p:nvSpPr>
            <p:cNvPr id="63533" name="Text Box 29">
              <a:extLst>
                <a:ext uri="{FF2B5EF4-FFF2-40B4-BE49-F238E27FC236}">
                  <a16:creationId xmlns:a16="http://schemas.microsoft.com/office/drawing/2014/main" id="{58574827-F017-5D5B-546D-166219DB3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3348" y="4954874"/>
              <a:ext cx="1394551" cy="5846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latin typeface="Georgia" panose="02040502050405020303" pitchFamily="18" charset="0"/>
                </a:rPr>
                <a:t>t</a:t>
              </a:r>
              <a:r>
                <a:rPr lang="en-US" altLang="zh-CN" baseline="-10000" dirty="0">
                  <a:latin typeface="Georgia" panose="02040502050405020303" pitchFamily="18" charset="0"/>
                </a:rPr>
                <a:t>pdcp</a:t>
              </a:r>
              <a:r>
                <a:rPr lang="en-US" altLang="zh-CN" baseline="-10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baseline="-10000" dirty="0">
                  <a:latin typeface="Georgia" panose="02040502050405020303" pitchFamily="18" charset="0"/>
                </a:rPr>
                <a:t>Q</a:t>
              </a: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F5F128BD-5FA6-E3C8-2C57-0757FA90DDFC}"/>
                </a:ext>
              </a:extLst>
            </p:cNvPr>
            <p:cNvCxnSpPr/>
            <p:nvPr/>
          </p:nvCxnSpPr>
          <p:spPr>
            <a:xfrm flipV="1">
              <a:off x="1638054" y="4031871"/>
              <a:ext cx="566388" cy="1080279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文本框 150">
            <a:extLst>
              <a:ext uri="{FF2B5EF4-FFF2-40B4-BE49-F238E27FC236}">
                <a16:creationId xmlns:a16="http://schemas.microsoft.com/office/drawing/2014/main" id="{988A488B-AF1B-915B-BC3B-175CA38B2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713" y="5570538"/>
            <a:ext cx="1584325" cy="708025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Georgia" panose="02040502050405020303" pitchFamily="18" charset="0"/>
              </a:rPr>
              <a:t>系統工作最快時鐘頻率</a:t>
            </a:r>
          </a:p>
        </p:txBody>
      </p:sp>
      <p:grpSp>
        <p:nvGrpSpPr>
          <p:cNvPr id="63507" name="组合 97">
            <a:extLst>
              <a:ext uri="{FF2B5EF4-FFF2-40B4-BE49-F238E27FC236}">
                <a16:creationId xmlns:a16="http://schemas.microsoft.com/office/drawing/2014/main" id="{C8914C2D-25B3-C37E-B755-3305D484EBE5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34925"/>
            <a:ext cx="4759325" cy="1612900"/>
            <a:chOff x="2882605" y="2079715"/>
            <a:chExt cx="5254920" cy="2492285"/>
          </a:xfrm>
        </p:grpSpPr>
        <p:sp>
          <p:nvSpPr>
            <p:cNvPr id="63511" name="AutoShape 4">
              <a:extLst>
                <a:ext uri="{FF2B5EF4-FFF2-40B4-BE49-F238E27FC236}">
                  <a16:creationId xmlns:a16="http://schemas.microsoft.com/office/drawing/2014/main" id="{28DE2518-F919-B2AD-8530-F441C35AA0E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41731" y="2709069"/>
              <a:ext cx="1962150" cy="153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2" name="Rectangle 5">
              <a:extLst>
                <a:ext uri="{FF2B5EF4-FFF2-40B4-BE49-F238E27FC236}">
                  <a16:creationId xmlns:a16="http://schemas.microsoft.com/office/drawing/2014/main" id="{2E19C560-62BB-F623-5C6C-E9586C8D4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305" y="2705100"/>
              <a:ext cx="1081088" cy="1512888"/>
            </a:xfrm>
            <a:prstGeom prst="rect">
              <a:avLst/>
            </a:prstGeom>
            <a:noFill/>
            <a:ln w="952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3513" name="Rectangle 6">
              <a:extLst>
                <a:ext uri="{FF2B5EF4-FFF2-40B4-BE49-F238E27FC236}">
                  <a16:creationId xmlns:a16="http://schemas.microsoft.com/office/drawing/2014/main" id="{D4ECBA0A-AC76-22ED-7A72-9EE4F22AE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668" y="2938462"/>
              <a:ext cx="6812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Georgia" panose="02040502050405020303" pitchFamily="18" charset="0"/>
                </a:rPr>
                <a:t>D   Q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63514" name="Rectangle 7">
              <a:extLst>
                <a:ext uri="{FF2B5EF4-FFF2-40B4-BE49-F238E27FC236}">
                  <a16:creationId xmlns:a16="http://schemas.microsoft.com/office/drawing/2014/main" id="{1ABEC945-E80D-B87A-F22B-A9521B2B1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668" y="3671887"/>
              <a:ext cx="381000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Georgia" panose="02040502050405020303" pitchFamily="18" charset="0"/>
                </a:rPr>
                <a:t>CP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63515" name="Line 8">
              <a:extLst>
                <a:ext uri="{FF2B5EF4-FFF2-40B4-BE49-F238E27FC236}">
                  <a16:creationId xmlns:a16="http://schemas.microsoft.com/office/drawing/2014/main" id="{1314792B-4FC3-33DC-5DBB-6AE72C3B0B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9330" y="3115131"/>
              <a:ext cx="1360208" cy="1131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6" name="Line 9">
              <a:extLst>
                <a:ext uri="{FF2B5EF4-FFF2-40B4-BE49-F238E27FC236}">
                  <a16:creationId xmlns:a16="http://schemas.microsoft.com/office/drawing/2014/main" id="{1E57038A-10C7-D352-B748-BE21F4762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968" y="3857625"/>
              <a:ext cx="287338" cy="1588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3517" name="Group 10">
              <a:extLst>
                <a:ext uri="{FF2B5EF4-FFF2-40B4-BE49-F238E27FC236}">
                  <a16:creationId xmlns:a16="http://schemas.microsoft.com/office/drawing/2014/main" id="{60365DE7-6DE2-611C-44DA-CD01891F59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72200" y="2754768"/>
              <a:ext cx="1965325" cy="1538288"/>
              <a:chOff x="2260" y="1674"/>
              <a:chExt cx="1238" cy="969"/>
            </a:xfrm>
          </p:grpSpPr>
          <p:sp>
            <p:nvSpPr>
              <p:cNvPr id="63527" name="AutoShape 11">
                <a:extLst>
                  <a:ext uri="{FF2B5EF4-FFF2-40B4-BE49-F238E27FC236}">
                    <a16:creationId xmlns:a16="http://schemas.microsoft.com/office/drawing/2014/main" id="{7ED5C351-8E64-3E80-21BE-93A91DD35C9D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262" y="1677"/>
                <a:ext cx="1236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8" name="Rectangle 12">
                <a:extLst>
                  <a:ext uri="{FF2B5EF4-FFF2-40B4-BE49-F238E27FC236}">
                    <a16:creationId xmlns:a16="http://schemas.microsoft.com/office/drawing/2014/main" id="{81372F2B-F6A8-4083-4F0B-2911E2ED3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1" y="1674"/>
                <a:ext cx="681" cy="953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3529" name="Rectangle 13">
                <a:extLst>
                  <a:ext uri="{FF2B5EF4-FFF2-40B4-BE49-F238E27FC236}">
                    <a16:creationId xmlns:a16="http://schemas.microsoft.com/office/drawing/2014/main" id="{3297213D-E408-844E-FC8D-E02CF7C4D7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821"/>
                <a:ext cx="5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D     Q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3530" name="Rectangle 14">
                <a:extLst>
                  <a:ext uri="{FF2B5EF4-FFF2-40B4-BE49-F238E27FC236}">
                    <a16:creationId xmlns:a16="http://schemas.microsoft.com/office/drawing/2014/main" id="{FE73414A-9FA4-BD23-0BE8-49C5A3C56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2283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CP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3531" name="Line 15">
                <a:extLst>
                  <a:ext uri="{FF2B5EF4-FFF2-40B4-BE49-F238E27FC236}">
                    <a16:creationId xmlns:a16="http://schemas.microsoft.com/office/drawing/2014/main" id="{A3845099-1AB9-B745-397E-7E4D9945F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1901"/>
                <a:ext cx="363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2" name="Line 16">
                <a:extLst>
                  <a:ext uri="{FF2B5EF4-FFF2-40B4-BE49-F238E27FC236}">
                    <a16:creationId xmlns:a16="http://schemas.microsoft.com/office/drawing/2014/main" id="{95FB6AB4-FDC6-39BF-51F9-B092DD139A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400"/>
                <a:ext cx="181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518" name="Line 25">
              <a:extLst>
                <a:ext uri="{FF2B5EF4-FFF2-40B4-BE49-F238E27FC236}">
                  <a16:creationId xmlns:a16="http://schemas.microsoft.com/office/drawing/2014/main" id="{1C8B0FFC-F8B0-25FE-8304-D700C6557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5780" y="3068637"/>
              <a:ext cx="649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9" name="Line 26">
              <a:extLst>
                <a:ext uri="{FF2B5EF4-FFF2-40B4-BE49-F238E27FC236}">
                  <a16:creationId xmlns:a16="http://schemas.microsoft.com/office/drawing/2014/main" id="{89FE5A6B-FE40-2BA1-08A5-69E1F1C60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5816" y="4554992"/>
              <a:ext cx="3256384" cy="170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0" name="Line 27">
              <a:extLst>
                <a:ext uri="{FF2B5EF4-FFF2-40B4-BE49-F238E27FC236}">
                  <a16:creationId xmlns:a16="http://schemas.microsoft.com/office/drawing/2014/main" id="{91D62628-70CD-F6FB-697B-904C91547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143" y="3860800"/>
              <a:ext cx="1588" cy="703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1" name="Line 28">
              <a:extLst>
                <a:ext uri="{FF2B5EF4-FFF2-40B4-BE49-F238E27FC236}">
                  <a16:creationId xmlns:a16="http://schemas.microsoft.com/office/drawing/2014/main" id="{A456688B-9389-D4ED-14A6-A61367B107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72200" y="3913188"/>
              <a:ext cx="0" cy="658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2" name="Text Box 29">
              <a:extLst>
                <a:ext uri="{FF2B5EF4-FFF2-40B4-BE49-F238E27FC236}">
                  <a16:creationId xmlns:a16="http://schemas.microsoft.com/office/drawing/2014/main" id="{50863C2F-6B39-5C07-6019-5DA70CB02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957" y="2464953"/>
              <a:ext cx="548548" cy="461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63523" name="Text Box 30">
              <a:extLst>
                <a:ext uri="{FF2B5EF4-FFF2-40B4-BE49-F238E27FC236}">
                  <a16:creationId xmlns:a16="http://schemas.microsoft.com/office/drawing/2014/main" id="{00F3FD74-77C7-D11D-9EF6-1B6AE1529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2605" y="4043887"/>
              <a:ext cx="565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3524" name="Text Box 42">
              <a:extLst>
                <a:ext uri="{FF2B5EF4-FFF2-40B4-BE49-F238E27FC236}">
                  <a16:creationId xmlns:a16="http://schemas.microsoft.com/office/drawing/2014/main" id="{41FC62C9-A265-E87C-300B-FF6C24A28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1963" y="2079715"/>
              <a:ext cx="1040548" cy="5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FF1</a:t>
              </a:r>
            </a:p>
          </p:txBody>
        </p:sp>
        <p:sp>
          <p:nvSpPr>
            <p:cNvPr id="63525" name="Text Box 43">
              <a:extLst>
                <a:ext uri="{FF2B5EF4-FFF2-40B4-BE49-F238E27FC236}">
                  <a16:creationId xmlns:a16="http://schemas.microsoft.com/office/drawing/2014/main" id="{EBC2D5D0-6E43-B4DB-FC52-122AE2F4DB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0448" y="2152922"/>
              <a:ext cx="1172436" cy="5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FF2</a:t>
              </a:r>
            </a:p>
          </p:txBody>
        </p:sp>
        <p:sp>
          <p:nvSpPr>
            <p:cNvPr id="63526" name="Text Box 29">
              <a:extLst>
                <a:ext uri="{FF2B5EF4-FFF2-40B4-BE49-F238E27FC236}">
                  <a16:creationId xmlns:a16="http://schemas.microsoft.com/office/drawing/2014/main" id="{D1E442BE-6DE6-3827-D7EA-B7C44A223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0600" y="2464953"/>
              <a:ext cx="648148" cy="5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D2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3517A1D-0392-AABA-3FE5-BB2927E5B66C}"/>
              </a:ext>
            </a:extLst>
          </p:cNvPr>
          <p:cNvGrpSpPr>
            <a:grpSpLocks/>
          </p:cNvGrpSpPr>
          <p:nvPr/>
        </p:nvGrpSpPr>
        <p:grpSpPr bwMode="auto">
          <a:xfrm>
            <a:off x="2787650" y="5464175"/>
            <a:ext cx="5527675" cy="876300"/>
            <a:chOff x="1979712" y="4024967"/>
            <a:chExt cx="5528691" cy="876650"/>
          </a:xfrm>
        </p:grpSpPr>
        <p:sp>
          <p:nvSpPr>
            <p:cNvPr id="63509" name="文本框 5">
              <a:extLst>
                <a:ext uri="{FF2B5EF4-FFF2-40B4-BE49-F238E27FC236}">
                  <a16:creationId xmlns:a16="http://schemas.microsoft.com/office/drawing/2014/main" id="{E30A4A13-CDBD-B6E9-0CEE-4729E59EE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712" y="4024967"/>
              <a:ext cx="5528691" cy="876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Georgia" panose="02040502050405020303" pitchFamily="18" charset="0"/>
                </a:rPr>
                <a:t>                                  1</a:t>
              </a: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 err="1">
                  <a:latin typeface="Georgia" panose="02040502050405020303" pitchFamily="18" charset="0"/>
                </a:rPr>
                <a:t>f</a:t>
              </a:r>
              <a:r>
                <a:rPr lang="en-US" altLang="zh-CN" sz="2800" baseline="-25000" dirty="0" err="1">
                  <a:latin typeface="Georgia" panose="02040502050405020303" pitchFamily="18" charset="0"/>
                </a:rPr>
                <a:t>cp</a:t>
              </a:r>
              <a:r>
                <a:rPr lang="en-US" altLang="zh-CN" sz="2800" baseline="-25000" dirty="0">
                  <a:latin typeface="Georgia" panose="02040502050405020303" pitchFamily="18" charset="0"/>
                </a:rPr>
                <a:t> max</a:t>
              </a:r>
              <a:r>
                <a:rPr lang="en-US" altLang="zh-CN" sz="2800" dirty="0">
                  <a:latin typeface="Georgia" panose="02040502050405020303" pitchFamily="18" charset="0"/>
                </a:rPr>
                <a:t>=  </a:t>
              </a: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Georgia" panose="02040502050405020303" pitchFamily="18" charset="0"/>
                </a:rPr>
                <a:t>                </a:t>
              </a:r>
              <a:r>
                <a:rPr lang="en-US" altLang="zh-CN" sz="2800" dirty="0" err="1">
                  <a:latin typeface="Georgia" panose="02040502050405020303" pitchFamily="18" charset="0"/>
                </a:rPr>
                <a:t>t</a:t>
              </a:r>
              <a:r>
                <a:rPr lang="en-US" altLang="zh-CN" sz="2800" baseline="-25000" dirty="0" err="1">
                  <a:latin typeface="Georgia" panose="02040502050405020303" pitchFamily="18" charset="0"/>
                </a:rPr>
                <a:t>su</a:t>
              </a:r>
              <a:r>
                <a:rPr lang="en-US" altLang="zh-CN" sz="2800" dirty="0">
                  <a:latin typeface="Georgia" panose="02040502050405020303" pitchFamily="18" charset="0"/>
                </a:rPr>
                <a:t> +max</a:t>
              </a:r>
              <a:r>
                <a:rPr lang="zh-CN" altLang="en-US" sz="2800" dirty="0">
                  <a:latin typeface="Georgia" panose="02040502050405020303" pitchFamily="18" charset="0"/>
                </a:rPr>
                <a:t>（</a:t>
              </a:r>
              <a:r>
                <a:rPr lang="en-US" altLang="zh-CN" sz="2800" dirty="0" err="1">
                  <a:latin typeface="Georgia" panose="02040502050405020303" pitchFamily="18" charset="0"/>
                </a:rPr>
                <a:t>t</a:t>
              </a:r>
              <a:r>
                <a:rPr lang="en-US" altLang="zh-CN" sz="2800" baseline="-25000" dirty="0" err="1">
                  <a:latin typeface="Georgia" panose="02040502050405020303" pitchFamily="18" charset="0"/>
                </a:rPr>
                <a:t>h</a:t>
              </a:r>
              <a:r>
                <a:rPr lang="zh-CN" altLang="en-US" sz="2800" dirty="0">
                  <a:latin typeface="Georgia" panose="02040502050405020303" pitchFamily="18" charset="0"/>
                </a:rPr>
                <a:t>，</a:t>
              </a:r>
              <a:r>
                <a:rPr lang="en-US" altLang="zh-CN" sz="2800" dirty="0" err="1">
                  <a:latin typeface="Georgia" panose="02040502050405020303" pitchFamily="18" charset="0"/>
                </a:rPr>
                <a:t>t</a:t>
              </a:r>
              <a:r>
                <a:rPr lang="en-US" altLang="zh-CN" sz="2800" baseline="-10000" dirty="0" err="1">
                  <a:latin typeface="Georgia" panose="02040502050405020303" pitchFamily="18" charset="0"/>
                </a:rPr>
                <a:t>pdcp</a:t>
              </a:r>
              <a:r>
                <a:rPr lang="en-US" altLang="zh-CN" sz="2800" baseline="-10000" dirty="0" err="1">
                  <a:latin typeface="Georgia" panose="02040502050405020303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800" baseline="-10000" dirty="0" err="1">
                  <a:latin typeface="Georgia" panose="02040502050405020303" pitchFamily="18" charset="0"/>
                </a:rPr>
                <a:t>Q</a:t>
              </a:r>
              <a:r>
                <a:rPr lang="zh-CN" altLang="en-US" sz="2800" dirty="0">
                  <a:latin typeface="Georgia" panose="02040502050405020303" pitchFamily="18" charset="0"/>
                </a:rPr>
                <a:t>）</a:t>
              </a:r>
              <a:endParaRPr lang="zh-CN" altLang="en-US" sz="2800" baseline="-25000" dirty="0">
                <a:latin typeface="Georgia" panose="02040502050405020303" pitchFamily="18" charset="0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2C70935-0BF6-82D9-2E39-E09FC5771EC6}"/>
                </a:ext>
              </a:extLst>
            </p:cNvPr>
            <p:cNvCxnSpPr>
              <a:cxnSpLocks/>
            </p:cNvCxnSpPr>
            <p:nvPr/>
          </p:nvCxnSpPr>
          <p:spPr>
            <a:xfrm>
              <a:off x="3348389" y="4420413"/>
              <a:ext cx="38154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92" name="Rectangle 44">
            <a:extLst>
              <a:ext uri="{FF2B5EF4-FFF2-40B4-BE49-F238E27FC236}">
                <a16:creationId xmlns:a16="http://schemas.microsoft.com/office/drawing/2014/main" id="{DEADC050-F8DD-2CD5-FEA2-DA235FCAE7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1534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多個觸發器組成的電路</a:t>
            </a:r>
            <a:r>
              <a:rPr lang="zh-CN" altLang="en-US" b="1" dirty="0"/>
              <a:t>最</a:t>
            </a:r>
            <a:r>
              <a:rPr lang="zh-CN" altLang="en-US" dirty="0"/>
              <a:t>高時鐘頻率</a:t>
            </a:r>
          </a:p>
        </p:txBody>
      </p:sp>
      <p:sp>
        <p:nvSpPr>
          <p:cNvPr id="47" name="灯片编号占位符 5">
            <a:extLst>
              <a:ext uri="{FF2B5EF4-FFF2-40B4-BE49-F238E27FC236}">
                <a16:creationId xmlns:a16="http://schemas.microsoft.com/office/drawing/2014/main" id="{B798C5AA-324E-CE11-FA7B-4927A909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2DB84D9-D31E-4F38-B837-9B01209C1178}" type="slidenum">
              <a:rPr lang="en-US" altLang="zh-CN" sz="1000" smtClean="0"/>
              <a:pPr>
                <a:defRPr/>
              </a:pPr>
              <a:t>56</a:t>
            </a:fld>
            <a:endParaRPr lang="en-US" altLang="zh-CN" sz="1000" dirty="0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B8895E11-7E05-01C4-E9E0-CF0D027CF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grpSp>
        <p:nvGrpSpPr>
          <p:cNvPr id="64517" name="Group 3">
            <a:extLst>
              <a:ext uri="{FF2B5EF4-FFF2-40B4-BE49-F238E27FC236}">
                <a16:creationId xmlns:a16="http://schemas.microsoft.com/office/drawing/2014/main" id="{3744F472-53EA-2295-0065-5EA751FCA674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286000"/>
            <a:ext cx="6978650" cy="2706688"/>
            <a:chOff x="720" y="1344"/>
            <a:chExt cx="4396" cy="1705"/>
          </a:xfrm>
        </p:grpSpPr>
        <p:sp>
          <p:nvSpPr>
            <p:cNvPr id="64521" name="AutoShape 4">
              <a:extLst>
                <a:ext uri="{FF2B5EF4-FFF2-40B4-BE49-F238E27FC236}">
                  <a16:creationId xmlns:a16="http://schemas.microsoft.com/office/drawing/2014/main" id="{B3496521-397A-9BA3-CB85-A120E088D5C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47" y="1616"/>
              <a:ext cx="1236" cy="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2" name="Rectangle 5">
              <a:extLst>
                <a:ext uri="{FF2B5EF4-FFF2-40B4-BE49-F238E27FC236}">
                  <a16:creationId xmlns:a16="http://schemas.microsoft.com/office/drawing/2014/main" id="{3456F0B7-5FBC-8898-3FB7-D02CE5C49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6" y="1613"/>
              <a:ext cx="681" cy="953"/>
            </a:xfrm>
            <a:prstGeom prst="rect">
              <a:avLst/>
            </a:prstGeom>
            <a:noFill/>
            <a:ln w="952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4523" name="Rectangle 6">
              <a:extLst>
                <a:ext uri="{FF2B5EF4-FFF2-40B4-BE49-F238E27FC236}">
                  <a16:creationId xmlns:a16="http://schemas.microsoft.com/office/drawing/2014/main" id="{7E2152FF-A88D-BEE2-6A86-36FE362A4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1760"/>
              <a:ext cx="56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Georgia" panose="02040502050405020303" pitchFamily="18" charset="0"/>
                </a:rPr>
                <a:t>D      Q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64524" name="Rectangle 7">
              <a:extLst>
                <a:ext uri="{FF2B5EF4-FFF2-40B4-BE49-F238E27FC236}">
                  <a16:creationId xmlns:a16="http://schemas.microsoft.com/office/drawing/2014/main" id="{83F72250-395C-B43A-3B66-F097827CA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2222"/>
              <a:ext cx="2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Georgia" panose="02040502050405020303" pitchFamily="18" charset="0"/>
                </a:rPr>
                <a:t>CP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64525" name="Line 8">
              <a:extLst>
                <a:ext uri="{FF2B5EF4-FFF2-40B4-BE49-F238E27FC236}">
                  <a16:creationId xmlns:a16="http://schemas.microsoft.com/office/drawing/2014/main" id="{737D1D8F-9F33-D2A5-F965-507C5462BD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872"/>
              <a:ext cx="336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6" name="Line 9">
              <a:extLst>
                <a:ext uri="{FF2B5EF4-FFF2-40B4-BE49-F238E27FC236}">
                  <a16:creationId xmlns:a16="http://schemas.microsoft.com/office/drawing/2014/main" id="{85F9A15E-271C-5632-5ABD-9462666A3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5" y="2339"/>
              <a:ext cx="181" cy="1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4527" name="Group 10">
              <a:extLst>
                <a:ext uri="{FF2B5EF4-FFF2-40B4-BE49-F238E27FC236}">
                  <a16:creationId xmlns:a16="http://schemas.microsoft.com/office/drawing/2014/main" id="{07C8363C-276A-77F9-997E-07E50EDCA0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78" y="1645"/>
              <a:ext cx="1238" cy="969"/>
              <a:chOff x="2260" y="1674"/>
              <a:chExt cx="1238" cy="969"/>
            </a:xfrm>
          </p:grpSpPr>
          <p:sp>
            <p:nvSpPr>
              <p:cNvPr id="64555" name="AutoShape 11">
                <a:extLst>
                  <a:ext uri="{FF2B5EF4-FFF2-40B4-BE49-F238E27FC236}">
                    <a16:creationId xmlns:a16="http://schemas.microsoft.com/office/drawing/2014/main" id="{EA586702-2057-5DB7-7A38-7F523D763659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262" y="1677"/>
                <a:ext cx="1236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56" name="Rectangle 12">
                <a:extLst>
                  <a:ext uri="{FF2B5EF4-FFF2-40B4-BE49-F238E27FC236}">
                    <a16:creationId xmlns:a16="http://schemas.microsoft.com/office/drawing/2014/main" id="{ED59EF81-E847-78B3-A409-D3D07D59C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1" y="1674"/>
                <a:ext cx="681" cy="953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57" name="Rectangle 13">
                <a:extLst>
                  <a:ext uri="{FF2B5EF4-FFF2-40B4-BE49-F238E27FC236}">
                    <a16:creationId xmlns:a16="http://schemas.microsoft.com/office/drawing/2014/main" id="{BEBB17A6-2B54-C7D2-790D-09199A7F2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821"/>
                <a:ext cx="563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D      Q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4558" name="Rectangle 14">
                <a:extLst>
                  <a:ext uri="{FF2B5EF4-FFF2-40B4-BE49-F238E27FC236}">
                    <a16:creationId xmlns:a16="http://schemas.microsoft.com/office/drawing/2014/main" id="{E46D35B9-A391-CD25-E12E-318FDE786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2283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CP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4559" name="Line 15">
                <a:extLst>
                  <a:ext uri="{FF2B5EF4-FFF2-40B4-BE49-F238E27FC236}">
                    <a16:creationId xmlns:a16="http://schemas.microsoft.com/office/drawing/2014/main" id="{6AC184C2-7F0C-DDF1-D308-B0074B0626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1901"/>
                <a:ext cx="363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60" name="Line 16">
                <a:extLst>
                  <a:ext uri="{FF2B5EF4-FFF2-40B4-BE49-F238E27FC236}">
                    <a16:creationId xmlns:a16="http://schemas.microsoft.com/office/drawing/2014/main" id="{581586BC-E2E0-5151-0AB1-AB7EEEDE9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400"/>
                <a:ext cx="181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28" name="Line 17">
              <a:extLst>
                <a:ext uri="{FF2B5EF4-FFF2-40B4-BE49-F238E27FC236}">
                  <a16:creationId xmlns:a16="http://schemas.microsoft.com/office/drawing/2014/main" id="{85EAD940-FC14-A030-29EA-E7D701297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87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9" name="Line 18">
              <a:extLst>
                <a:ext uri="{FF2B5EF4-FFF2-40B4-BE49-F238E27FC236}">
                  <a16:creationId xmlns:a16="http://schemas.microsoft.com/office/drawing/2014/main" id="{7FBA4657-8608-B64B-3534-472D62321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776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0" name="Line 19">
              <a:extLst>
                <a:ext uri="{FF2B5EF4-FFF2-40B4-BE49-F238E27FC236}">
                  <a16:creationId xmlns:a16="http://schemas.microsoft.com/office/drawing/2014/main" id="{FC121C82-6B47-FA8C-67EF-8CF9F2B84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45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1" name="Line 20">
              <a:extLst>
                <a:ext uri="{FF2B5EF4-FFF2-40B4-BE49-F238E27FC236}">
                  <a16:creationId xmlns:a16="http://schemas.microsoft.com/office/drawing/2014/main" id="{F9A4934A-5920-A26B-97F3-29EE4FFBF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72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2" name="Line 21">
              <a:extLst>
                <a:ext uri="{FF2B5EF4-FFF2-40B4-BE49-F238E27FC236}">
                  <a16:creationId xmlns:a16="http://schemas.microsoft.com/office/drawing/2014/main" id="{657060A4-E7D2-1E42-8271-7D58FA839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4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3" name="Line 22">
              <a:extLst>
                <a:ext uri="{FF2B5EF4-FFF2-40B4-BE49-F238E27FC236}">
                  <a16:creationId xmlns:a16="http://schemas.microsoft.com/office/drawing/2014/main" id="{76B435EF-76E5-C8D9-BE29-51FF2AC74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63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4" name="Line 23">
              <a:extLst>
                <a:ext uri="{FF2B5EF4-FFF2-40B4-BE49-F238E27FC236}">
                  <a16:creationId xmlns:a16="http://schemas.microsoft.com/office/drawing/2014/main" id="{C0475619-774B-E8A0-3107-6B208BAA1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5" name="Line 24">
              <a:extLst>
                <a:ext uri="{FF2B5EF4-FFF2-40B4-BE49-F238E27FC236}">
                  <a16:creationId xmlns:a16="http://schemas.microsoft.com/office/drawing/2014/main" id="{5B26E674-AFFF-5AE4-FEAD-7B32263222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6" name="Line 25">
              <a:extLst>
                <a:ext uri="{FF2B5EF4-FFF2-40B4-BE49-F238E27FC236}">
                  <a16:creationId xmlns:a16="http://schemas.microsoft.com/office/drawing/2014/main" id="{C098A8E4-F46D-E98D-AC70-09E728760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1842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7" name="Line 26">
              <a:extLst>
                <a:ext uri="{FF2B5EF4-FFF2-40B4-BE49-F238E27FC236}">
                  <a16:creationId xmlns:a16="http://schemas.microsoft.com/office/drawing/2014/main" id="{BF1AC309-ACD8-0F10-755E-9E6E525F2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784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8" name="Line 27">
              <a:extLst>
                <a:ext uri="{FF2B5EF4-FFF2-40B4-BE49-F238E27FC236}">
                  <a16:creationId xmlns:a16="http://schemas.microsoft.com/office/drawing/2014/main" id="{1A8ED994-E7BF-0A29-339A-F7F873ADA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341"/>
              <a:ext cx="1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9" name="Line 28">
              <a:extLst>
                <a:ext uri="{FF2B5EF4-FFF2-40B4-BE49-F238E27FC236}">
                  <a16:creationId xmlns:a16="http://schemas.microsoft.com/office/drawing/2014/main" id="{61B7631E-FFD4-8563-D48F-DD67FA8353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0" name="Text Box 29">
              <a:extLst>
                <a:ext uri="{FF2B5EF4-FFF2-40B4-BE49-F238E27FC236}">
                  <a16:creationId xmlns:a16="http://schemas.microsoft.com/office/drawing/2014/main" id="{3D87DAE9-621B-C696-25C8-7A3CF5EE7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4" y="1518"/>
              <a:ext cx="34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64541" name="Text Box 30">
              <a:extLst>
                <a:ext uri="{FF2B5EF4-FFF2-40B4-BE49-F238E27FC236}">
                  <a16:creationId xmlns:a16="http://schemas.microsoft.com/office/drawing/2014/main" id="{ECDBAE13-BF03-013E-1F41-BD4D69B6E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" y="2761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4542" name="AutoShape 31">
              <a:extLst>
                <a:ext uri="{FF2B5EF4-FFF2-40B4-BE49-F238E27FC236}">
                  <a16:creationId xmlns:a16="http://schemas.microsoft.com/office/drawing/2014/main" id="{CC60AD34-4366-A33B-1FB6-86034CFFCC78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835" y="2024"/>
              <a:ext cx="181" cy="907"/>
            </a:xfrm>
            <a:prstGeom prst="leftBrace">
              <a:avLst>
                <a:gd name="adj1" fmla="val 41759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4543" name="Text Box 32">
              <a:extLst>
                <a:ext uri="{FF2B5EF4-FFF2-40B4-BE49-F238E27FC236}">
                  <a16:creationId xmlns:a16="http://schemas.microsoft.com/office/drawing/2014/main" id="{2A3761C7-A4DD-EADF-CBF7-C2E89E37C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253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G</a:t>
              </a:r>
            </a:p>
          </p:txBody>
        </p:sp>
        <p:grpSp>
          <p:nvGrpSpPr>
            <p:cNvPr id="64544" name="Group 33">
              <a:extLst>
                <a:ext uri="{FF2B5EF4-FFF2-40B4-BE49-F238E27FC236}">
                  <a16:creationId xmlns:a16="http://schemas.microsoft.com/office/drawing/2014/main" id="{0C5FA8C4-9A13-32D6-5BD3-F7DD73026D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1632"/>
              <a:ext cx="336" cy="336"/>
              <a:chOff x="2256" y="3360"/>
              <a:chExt cx="336" cy="336"/>
            </a:xfrm>
          </p:grpSpPr>
          <p:sp>
            <p:nvSpPr>
              <p:cNvPr id="64553" name="Rectangle 34">
                <a:extLst>
                  <a:ext uri="{FF2B5EF4-FFF2-40B4-BE49-F238E27FC236}">
                    <a16:creationId xmlns:a16="http://schemas.microsoft.com/office/drawing/2014/main" id="{7F64E7E3-5ADD-9C2B-3F9A-2FBE924CD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360"/>
                <a:ext cx="24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54" name="Oval 35">
                <a:extLst>
                  <a:ext uri="{FF2B5EF4-FFF2-40B4-BE49-F238E27FC236}">
                    <a16:creationId xmlns:a16="http://schemas.microsoft.com/office/drawing/2014/main" id="{F94A5000-4C59-C10E-404C-3782C1183A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4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4545" name="Group 36">
              <a:extLst>
                <a:ext uri="{FF2B5EF4-FFF2-40B4-BE49-F238E27FC236}">
                  <a16:creationId xmlns:a16="http://schemas.microsoft.com/office/drawing/2014/main" id="{46D14AF1-855F-99C9-B93D-6CF64CBA77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536"/>
              <a:ext cx="528" cy="672"/>
              <a:chOff x="1680" y="3360"/>
              <a:chExt cx="528" cy="672"/>
            </a:xfrm>
          </p:grpSpPr>
          <p:sp>
            <p:nvSpPr>
              <p:cNvPr id="64548" name="Rectangle 37">
                <a:extLst>
                  <a:ext uri="{FF2B5EF4-FFF2-40B4-BE49-F238E27FC236}">
                    <a16:creationId xmlns:a16="http://schemas.microsoft.com/office/drawing/2014/main" id="{7CC8A4FC-65C6-E03D-3BDB-881B0317D3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6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49" name="Rectangle 38">
                <a:extLst>
                  <a:ext uri="{FF2B5EF4-FFF2-40B4-BE49-F238E27FC236}">
                    <a16:creationId xmlns:a16="http://schemas.microsoft.com/office/drawing/2014/main" id="{881B8D37-9F1D-BEF5-6004-16F0E36D9A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360"/>
                <a:ext cx="19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50" name="Rectangle 39">
                <a:extLst>
                  <a:ext uri="{FF2B5EF4-FFF2-40B4-BE49-F238E27FC236}">
                    <a16:creationId xmlns:a16="http://schemas.microsoft.com/office/drawing/2014/main" id="{F024F2CC-F648-3CA9-B24F-431A6EA2A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696"/>
                <a:ext cx="19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51" name="Oval 40">
                <a:extLst>
                  <a:ext uri="{FF2B5EF4-FFF2-40B4-BE49-F238E27FC236}">
                    <a16:creationId xmlns:a16="http://schemas.microsoft.com/office/drawing/2014/main" id="{43F08164-FB09-B2FC-12FB-3AEFDC3B0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52" name="Text Box 41">
                <a:extLst>
                  <a:ext uri="{FF2B5EF4-FFF2-40B4-BE49-F238E27FC236}">
                    <a16:creationId xmlns:a16="http://schemas.microsoft.com/office/drawing/2014/main" id="{169DBBE1-F412-4AC7-D446-F700562DC3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350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latin typeface="Georgia" panose="02040502050405020303" pitchFamily="18" charset="0"/>
                  </a:rPr>
                  <a:t>+</a:t>
                </a:r>
              </a:p>
            </p:txBody>
          </p:sp>
        </p:grpSp>
        <p:sp>
          <p:nvSpPr>
            <p:cNvPr id="64546" name="Text Box 42">
              <a:extLst>
                <a:ext uri="{FF2B5EF4-FFF2-40B4-BE49-F238E27FC236}">
                  <a16:creationId xmlns:a16="http://schemas.microsoft.com/office/drawing/2014/main" id="{A13EC862-D62A-7A25-4025-F365AD1C0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4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FF1</a:t>
              </a:r>
            </a:p>
          </p:txBody>
        </p:sp>
        <p:sp>
          <p:nvSpPr>
            <p:cNvPr id="64547" name="Text Box 43">
              <a:extLst>
                <a:ext uri="{FF2B5EF4-FFF2-40B4-BE49-F238E27FC236}">
                  <a16:creationId xmlns:a16="http://schemas.microsoft.com/office/drawing/2014/main" id="{80FEE646-F020-8037-AA65-BE32F891E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392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FF2</a:t>
              </a:r>
            </a:p>
          </p:txBody>
        </p:sp>
      </p:grpSp>
      <p:sp>
        <p:nvSpPr>
          <p:cNvPr id="64518" name="Text Box 29">
            <a:extLst>
              <a:ext uri="{FF2B5EF4-FFF2-40B4-BE49-F238E27FC236}">
                <a16:creationId xmlns:a16="http://schemas.microsoft.com/office/drawing/2014/main" id="{D625F42F-CA2C-8252-52E8-E2647C8D7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7388" y="2640013"/>
            <a:ext cx="5873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D2</a:t>
            </a:r>
          </a:p>
        </p:txBody>
      </p:sp>
      <p:sp>
        <p:nvSpPr>
          <p:cNvPr id="64519" name="矩形 3">
            <a:extLst>
              <a:ext uri="{FF2B5EF4-FFF2-40B4-BE49-F238E27FC236}">
                <a16:creationId xmlns:a16="http://schemas.microsoft.com/office/drawing/2014/main" id="{B9F58232-428E-2476-8175-C6C141B8E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963" y="4640263"/>
            <a:ext cx="4902200" cy="1323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000" dirty="0"/>
              <a:t>從第一個</a:t>
            </a:r>
            <a:r>
              <a:rPr lang="en-US" altLang="zh-CN" sz="2000" dirty="0"/>
              <a:t>D</a:t>
            </a:r>
            <a:r>
              <a:rPr lang="zh-CN" altLang="en-US" sz="2000" dirty="0"/>
              <a:t>觸發器的時鐘上升沿開始，到資料到達第二個</a:t>
            </a:r>
            <a:r>
              <a:rPr lang="en-US" altLang="zh-CN" sz="2000" dirty="0"/>
              <a:t>D</a:t>
            </a:r>
            <a:r>
              <a:rPr lang="zh-CN" altLang="en-US" sz="2000" dirty="0"/>
              <a:t>觸發器的時鐘上升沿之間，是一個完整的時鐘週期。中間經過的延時有</a:t>
            </a:r>
            <a:r>
              <a:rPr lang="en-US" altLang="zh-CN" sz="2000" dirty="0" err="1"/>
              <a:t>t</a:t>
            </a:r>
            <a:r>
              <a:rPr lang="en-US" altLang="zh-CN" sz="2000" baseline="-25000" dirty="0" err="1"/>
              <a:t>pdcp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000" baseline="-25000" dirty="0"/>
              <a:t>Q</a:t>
            </a:r>
            <a:r>
              <a:rPr lang="zh-CN" altLang="en-US" sz="2000" dirty="0"/>
              <a:t>，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pdG</a:t>
            </a:r>
            <a:r>
              <a:rPr lang="zh-CN" altLang="en-US" sz="2000" dirty="0"/>
              <a:t>，和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su</a:t>
            </a:r>
            <a:r>
              <a:rPr lang="zh-CN" altLang="en-US" sz="2000" dirty="0"/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A10887-923E-4D5E-9A65-3D6FDC143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2286000"/>
            <a:ext cx="2225675" cy="1579563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Box 29">
            <a:extLst>
              <a:ext uri="{FF2B5EF4-FFF2-40B4-BE49-F238E27FC236}">
                <a16:creationId xmlns:a16="http://schemas.microsoft.com/office/drawing/2014/main" id="{B5296D0C-66FB-CBEF-5DC3-151307C45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988" y="4302125"/>
            <a:ext cx="6016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err="1">
                <a:latin typeface="Georgia" panose="02040502050405020303" pitchFamily="18" charset="0"/>
              </a:rPr>
              <a:t>t</a:t>
            </a:r>
            <a:r>
              <a:rPr lang="en-US" altLang="zh-CN" baseline="-10000" dirty="0" err="1">
                <a:latin typeface="Georgia" panose="02040502050405020303" pitchFamily="18" charset="0"/>
              </a:rPr>
              <a:t>su</a:t>
            </a:r>
            <a:endParaRPr lang="en-US" altLang="zh-CN" baseline="-10000" dirty="0">
              <a:latin typeface="Georgia" panose="0204050205040502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499418-B68F-4E6E-C945-F3EA3FC2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D29D335-E2B8-4B54-A2F2-489B38415B5D}" type="slidenum">
              <a:rPr lang="en-US" altLang="zh-CN" sz="1000" smtClean="0"/>
              <a:pPr>
                <a:defRPr/>
              </a:pPr>
              <a:t>57</a:t>
            </a:fld>
            <a:endParaRPr lang="en-US" altLang="zh-CN" sz="1000" dirty="0"/>
          </a:p>
        </p:txBody>
      </p:sp>
      <p:grpSp>
        <p:nvGrpSpPr>
          <p:cNvPr id="66564" name="Group 3">
            <a:extLst>
              <a:ext uri="{FF2B5EF4-FFF2-40B4-BE49-F238E27FC236}">
                <a16:creationId xmlns:a16="http://schemas.microsoft.com/office/drawing/2014/main" id="{CB75FA53-4A69-6828-FD6A-FDEBE6733B27}"/>
              </a:ext>
            </a:extLst>
          </p:cNvPr>
          <p:cNvGrpSpPr>
            <a:grpSpLocks/>
          </p:cNvGrpSpPr>
          <p:nvPr/>
        </p:nvGrpSpPr>
        <p:grpSpPr bwMode="auto">
          <a:xfrm>
            <a:off x="1265238" y="41275"/>
            <a:ext cx="7345362" cy="2166938"/>
            <a:chOff x="720" y="1281"/>
            <a:chExt cx="4396" cy="1768"/>
          </a:xfrm>
        </p:grpSpPr>
        <p:sp>
          <p:nvSpPr>
            <p:cNvPr id="66620" name="AutoShape 4">
              <a:extLst>
                <a:ext uri="{FF2B5EF4-FFF2-40B4-BE49-F238E27FC236}">
                  <a16:creationId xmlns:a16="http://schemas.microsoft.com/office/drawing/2014/main" id="{79F33149-BA7D-02EF-EE8E-69D1ED02FAE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47" y="1616"/>
              <a:ext cx="1236" cy="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21" name="Rectangle 5">
              <a:extLst>
                <a:ext uri="{FF2B5EF4-FFF2-40B4-BE49-F238E27FC236}">
                  <a16:creationId xmlns:a16="http://schemas.microsoft.com/office/drawing/2014/main" id="{08259CA7-99A4-E357-DB65-58E5E8E1C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6" y="1613"/>
              <a:ext cx="681" cy="953"/>
            </a:xfrm>
            <a:prstGeom prst="rect">
              <a:avLst/>
            </a:prstGeom>
            <a:noFill/>
            <a:ln w="952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6622" name="Rectangle 6">
              <a:extLst>
                <a:ext uri="{FF2B5EF4-FFF2-40B4-BE49-F238E27FC236}">
                  <a16:creationId xmlns:a16="http://schemas.microsoft.com/office/drawing/2014/main" id="{563F5850-69A4-88BE-CFE2-6A69A7945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1760"/>
              <a:ext cx="576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Georgia" panose="02040502050405020303" pitchFamily="18" charset="0"/>
                </a:rPr>
                <a:t>D1     Q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66623" name="Rectangle 7">
              <a:extLst>
                <a:ext uri="{FF2B5EF4-FFF2-40B4-BE49-F238E27FC236}">
                  <a16:creationId xmlns:a16="http://schemas.microsoft.com/office/drawing/2014/main" id="{D9FCE388-F7D1-BC43-B0F3-668130417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2222"/>
              <a:ext cx="2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Georgia" panose="02040502050405020303" pitchFamily="18" charset="0"/>
                </a:rPr>
                <a:t>CP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66624" name="Line 8">
              <a:extLst>
                <a:ext uri="{FF2B5EF4-FFF2-40B4-BE49-F238E27FC236}">
                  <a16:creationId xmlns:a16="http://schemas.microsoft.com/office/drawing/2014/main" id="{6B457711-0600-46E3-1E80-84FAF02244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872"/>
              <a:ext cx="336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25" name="Line 9">
              <a:extLst>
                <a:ext uri="{FF2B5EF4-FFF2-40B4-BE49-F238E27FC236}">
                  <a16:creationId xmlns:a16="http://schemas.microsoft.com/office/drawing/2014/main" id="{688143B8-32C7-2682-D9FD-E48581D6A5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5" y="2339"/>
              <a:ext cx="181" cy="1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6626" name="Group 10">
              <a:extLst>
                <a:ext uri="{FF2B5EF4-FFF2-40B4-BE49-F238E27FC236}">
                  <a16:creationId xmlns:a16="http://schemas.microsoft.com/office/drawing/2014/main" id="{3634AB3F-C604-7F3D-3C8D-7489B0E6B7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78" y="1645"/>
              <a:ext cx="1238" cy="969"/>
              <a:chOff x="2260" y="1674"/>
              <a:chExt cx="1238" cy="969"/>
            </a:xfrm>
          </p:grpSpPr>
          <p:sp>
            <p:nvSpPr>
              <p:cNvPr id="66654" name="AutoShape 11">
                <a:extLst>
                  <a:ext uri="{FF2B5EF4-FFF2-40B4-BE49-F238E27FC236}">
                    <a16:creationId xmlns:a16="http://schemas.microsoft.com/office/drawing/2014/main" id="{1DAB5882-EE01-351E-F618-97FC2CAADA4A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262" y="1677"/>
                <a:ext cx="1236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55" name="Rectangle 12">
                <a:extLst>
                  <a:ext uri="{FF2B5EF4-FFF2-40B4-BE49-F238E27FC236}">
                    <a16:creationId xmlns:a16="http://schemas.microsoft.com/office/drawing/2014/main" id="{35E6D590-E0A9-70F0-D165-CF027BB6A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1" y="1674"/>
                <a:ext cx="681" cy="953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56" name="Rectangle 13">
                <a:extLst>
                  <a:ext uri="{FF2B5EF4-FFF2-40B4-BE49-F238E27FC236}">
                    <a16:creationId xmlns:a16="http://schemas.microsoft.com/office/drawing/2014/main" id="{7109CAA2-242C-1437-74AD-D9DFD0FCD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821"/>
                <a:ext cx="599" cy="3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D2     Q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6657" name="Rectangle 14">
                <a:extLst>
                  <a:ext uri="{FF2B5EF4-FFF2-40B4-BE49-F238E27FC236}">
                    <a16:creationId xmlns:a16="http://schemas.microsoft.com/office/drawing/2014/main" id="{A96447CD-757E-F37D-C748-BFCF28F0C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2283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CP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6658" name="Line 15">
                <a:extLst>
                  <a:ext uri="{FF2B5EF4-FFF2-40B4-BE49-F238E27FC236}">
                    <a16:creationId xmlns:a16="http://schemas.microsoft.com/office/drawing/2014/main" id="{73F60387-10D2-653E-A084-F943607BD2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1901"/>
                <a:ext cx="363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59" name="Line 16">
                <a:extLst>
                  <a:ext uri="{FF2B5EF4-FFF2-40B4-BE49-F238E27FC236}">
                    <a16:creationId xmlns:a16="http://schemas.microsoft.com/office/drawing/2014/main" id="{5D9659BE-7B9F-FA02-CFC8-14D006A652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400"/>
                <a:ext cx="181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6627" name="Line 17">
              <a:extLst>
                <a:ext uri="{FF2B5EF4-FFF2-40B4-BE49-F238E27FC236}">
                  <a16:creationId xmlns:a16="http://schemas.microsoft.com/office/drawing/2014/main" id="{BE7C66F7-0523-AB7C-5CF3-2D8D3E91B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87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28" name="Line 18">
              <a:extLst>
                <a:ext uri="{FF2B5EF4-FFF2-40B4-BE49-F238E27FC236}">
                  <a16:creationId xmlns:a16="http://schemas.microsoft.com/office/drawing/2014/main" id="{A20B0AE0-6024-E2FB-24B8-2B06D6B58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776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29" name="Line 19">
              <a:extLst>
                <a:ext uri="{FF2B5EF4-FFF2-40B4-BE49-F238E27FC236}">
                  <a16:creationId xmlns:a16="http://schemas.microsoft.com/office/drawing/2014/main" id="{20005DBF-D501-3869-F14F-2EAA9B0D5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45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0" name="Line 20">
              <a:extLst>
                <a:ext uri="{FF2B5EF4-FFF2-40B4-BE49-F238E27FC236}">
                  <a16:creationId xmlns:a16="http://schemas.microsoft.com/office/drawing/2014/main" id="{58C121C1-5954-4415-74E2-035592205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72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1" name="Line 21">
              <a:extLst>
                <a:ext uri="{FF2B5EF4-FFF2-40B4-BE49-F238E27FC236}">
                  <a16:creationId xmlns:a16="http://schemas.microsoft.com/office/drawing/2014/main" id="{D9C0AE10-C063-9A7A-18F6-6732D30AF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4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2" name="Line 22">
              <a:extLst>
                <a:ext uri="{FF2B5EF4-FFF2-40B4-BE49-F238E27FC236}">
                  <a16:creationId xmlns:a16="http://schemas.microsoft.com/office/drawing/2014/main" id="{10C2E9E8-2601-0768-BB43-AA69BD017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63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3" name="Line 23">
              <a:extLst>
                <a:ext uri="{FF2B5EF4-FFF2-40B4-BE49-F238E27FC236}">
                  <a16:creationId xmlns:a16="http://schemas.microsoft.com/office/drawing/2014/main" id="{0D50BCFA-245B-68EB-D371-C76313FD7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4" name="Line 24">
              <a:extLst>
                <a:ext uri="{FF2B5EF4-FFF2-40B4-BE49-F238E27FC236}">
                  <a16:creationId xmlns:a16="http://schemas.microsoft.com/office/drawing/2014/main" id="{67ECF76D-0C73-1539-B127-092F0D20D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5" name="Line 25">
              <a:extLst>
                <a:ext uri="{FF2B5EF4-FFF2-40B4-BE49-F238E27FC236}">
                  <a16:creationId xmlns:a16="http://schemas.microsoft.com/office/drawing/2014/main" id="{B44BB132-CD26-D31E-8B54-927BCFCB7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1842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6" name="Line 26">
              <a:extLst>
                <a:ext uri="{FF2B5EF4-FFF2-40B4-BE49-F238E27FC236}">
                  <a16:creationId xmlns:a16="http://schemas.microsoft.com/office/drawing/2014/main" id="{9C60C304-E65C-17EE-6A77-F96DE2049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784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7" name="Line 27">
              <a:extLst>
                <a:ext uri="{FF2B5EF4-FFF2-40B4-BE49-F238E27FC236}">
                  <a16:creationId xmlns:a16="http://schemas.microsoft.com/office/drawing/2014/main" id="{3DA75613-7460-EBF5-210F-E8BF424B1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341"/>
              <a:ext cx="1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8" name="Line 28">
              <a:extLst>
                <a:ext uri="{FF2B5EF4-FFF2-40B4-BE49-F238E27FC236}">
                  <a16:creationId xmlns:a16="http://schemas.microsoft.com/office/drawing/2014/main" id="{4CA24C98-5667-E45F-42CE-0569F6860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9" name="Text Box 29">
              <a:extLst>
                <a:ext uri="{FF2B5EF4-FFF2-40B4-BE49-F238E27FC236}">
                  <a16:creationId xmlns:a16="http://schemas.microsoft.com/office/drawing/2014/main" id="{744228C1-179C-E36D-7F70-3E2B295FD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7" y="1509"/>
              <a:ext cx="328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66640" name="Text Box 30">
              <a:extLst>
                <a:ext uri="{FF2B5EF4-FFF2-40B4-BE49-F238E27FC236}">
                  <a16:creationId xmlns:a16="http://schemas.microsoft.com/office/drawing/2014/main" id="{0C2B1066-5786-2C42-8862-03A1A7DEB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" y="2761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6641" name="AutoShape 31">
              <a:extLst>
                <a:ext uri="{FF2B5EF4-FFF2-40B4-BE49-F238E27FC236}">
                  <a16:creationId xmlns:a16="http://schemas.microsoft.com/office/drawing/2014/main" id="{F0376DB1-8068-7151-8D05-69F051AA1A63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835" y="2024"/>
              <a:ext cx="181" cy="907"/>
            </a:xfrm>
            <a:prstGeom prst="leftBrace">
              <a:avLst>
                <a:gd name="adj1" fmla="val 41759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6642" name="Text Box 32">
              <a:extLst>
                <a:ext uri="{FF2B5EF4-FFF2-40B4-BE49-F238E27FC236}">
                  <a16:creationId xmlns:a16="http://schemas.microsoft.com/office/drawing/2014/main" id="{1750B1A6-2698-837B-F13C-54337A3DB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253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G</a:t>
              </a:r>
            </a:p>
          </p:txBody>
        </p:sp>
        <p:grpSp>
          <p:nvGrpSpPr>
            <p:cNvPr id="66643" name="Group 33">
              <a:extLst>
                <a:ext uri="{FF2B5EF4-FFF2-40B4-BE49-F238E27FC236}">
                  <a16:creationId xmlns:a16="http://schemas.microsoft.com/office/drawing/2014/main" id="{766154D8-768C-9397-7FCE-7FFED5D59B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1632"/>
              <a:ext cx="336" cy="336"/>
              <a:chOff x="2256" y="3360"/>
              <a:chExt cx="336" cy="336"/>
            </a:xfrm>
          </p:grpSpPr>
          <p:sp>
            <p:nvSpPr>
              <p:cNvPr id="66652" name="Rectangle 34">
                <a:extLst>
                  <a:ext uri="{FF2B5EF4-FFF2-40B4-BE49-F238E27FC236}">
                    <a16:creationId xmlns:a16="http://schemas.microsoft.com/office/drawing/2014/main" id="{46645F20-1AB1-9885-CBFD-C13BD39D5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360"/>
                <a:ext cx="24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53" name="Oval 35">
                <a:extLst>
                  <a:ext uri="{FF2B5EF4-FFF2-40B4-BE49-F238E27FC236}">
                    <a16:creationId xmlns:a16="http://schemas.microsoft.com/office/drawing/2014/main" id="{042C95AE-A468-A3B7-24F8-F0C6BB2BA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4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6644" name="Group 36">
              <a:extLst>
                <a:ext uri="{FF2B5EF4-FFF2-40B4-BE49-F238E27FC236}">
                  <a16:creationId xmlns:a16="http://schemas.microsoft.com/office/drawing/2014/main" id="{E1DE0557-A7AC-E2B4-7D87-E32E797C81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536"/>
              <a:ext cx="528" cy="672"/>
              <a:chOff x="1680" y="3360"/>
              <a:chExt cx="528" cy="672"/>
            </a:xfrm>
          </p:grpSpPr>
          <p:sp>
            <p:nvSpPr>
              <p:cNvPr id="66647" name="Rectangle 37">
                <a:extLst>
                  <a:ext uri="{FF2B5EF4-FFF2-40B4-BE49-F238E27FC236}">
                    <a16:creationId xmlns:a16="http://schemas.microsoft.com/office/drawing/2014/main" id="{BBC47BC6-901E-983C-C406-CD78801FC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6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48" name="Rectangle 38">
                <a:extLst>
                  <a:ext uri="{FF2B5EF4-FFF2-40B4-BE49-F238E27FC236}">
                    <a16:creationId xmlns:a16="http://schemas.microsoft.com/office/drawing/2014/main" id="{41F95FD4-A7DD-6589-8F70-CF58A81FCE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360"/>
                <a:ext cx="19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49" name="Rectangle 39">
                <a:extLst>
                  <a:ext uri="{FF2B5EF4-FFF2-40B4-BE49-F238E27FC236}">
                    <a16:creationId xmlns:a16="http://schemas.microsoft.com/office/drawing/2014/main" id="{A63578EA-AC2F-AB30-FBF5-1B2F0FEBE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696"/>
                <a:ext cx="19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50" name="Oval 40">
                <a:extLst>
                  <a:ext uri="{FF2B5EF4-FFF2-40B4-BE49-F238E27FC236}">
                    <a16:creationId xmlns:a16="http://schemas.microsoft.com/office/drawing/2014/main" id="{EA98A24A-8F7B-2938-F8F5-928FF9C44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51" name="Text Box 41">
                <a:extLst>
                  <a:ext uri="{FF2B5EF4-FFF2-40B4-BE49-F238E27FC236}">
                    <a16:creationId xmlns:a16="http://schemas.microsoft.com/office/drawing/2014/main" id="{900CE987-1BB9-6238-2554-50E51AA169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350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latin typeface="Georgia" panose="02040502050405020303" pitchFamily="18" charset="0"/>
                  </a:rPr>
                  <a:t>+</a:t>
                </a:r>
              </a:p>
            </p:txBody>
          </p:sp>
        </p:grpSp>
        <p:sp>
          <p:nvSpPr>
            <p:cNvPr id="66645" name="Text Box 42">
              <a:extLst>
                <a:ext uri="{FF2B5EF4-FFF2-40B4-BE49-F238E27FC236}">
                  <a16:creationId xmlns:a16="http://schemas.microsoft.com/office/drawing/2014/main" id="{C8141293-A160-ADA5-5875-7EACFE482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1281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FF1</a:t>
              </a:r>
            </a:p>
          </p:txBody>
        </p:sp>
        <p:sp>
          <p:nvSpPr>
            <p:cNvPr id="66646" name="Text Box 43">
              <a:extLst>
                <a:ext uri="{FF2B5EF4-FFF2-40B4-BE49-F238E27FC236}">
                  <a16:creationId xmlns:a16="http://schemas.microsoft.com/office/drawing/2014/main" id="{9BC4B112-7B4B-7A5A-D502-FDB57544C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0" y="1323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FF2</a:t>
              </a:r>
            </a:p>
          </p:txBody>
        </p:sp>
      </p:grp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4F3002D7-73D5-35A1-6CBD-9C85235087DB}"/>
              </a:ext>
            </a:extLst>
          </p:cNvPr>
          <p:cNvGrpSpPr>
            <a:grpSpLocks/>
          </p:cNvGrpSpPr>
          <p:nvPr/>
        </p:nvGrpSpPr>
        <p:grpSpPr bwMode="auto">
          <a:xfrm>
            <a:off x="641350" y="2646363"/>
            <a:ext cx="6851650" cy="503237"/>
            <a:chOff x="648960" y="3087967"/>
            <a:chExt cx="6851192" cy="503477"/>
          </a:xfrm>
        </p:grpSpPr>
        <p:grpSp>
          <p:nvGrpSpPr>
            <p:cNvPr id="66615" name="组合 95">
              <a:extLst>
                <a:ext uri="{FF2B5EF4-FFF2-40B4-BE49-F238E27FC236}">
                  <a16:creationId xmlns:a16="http://schemas.microsoft.com/office/drawing/2014/main" id="{C4A51FD1-3DD4-9F0C-FDB9-B6B439233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7274" y="3087967"/>
              <a:ext cx="6282878" cy="432048"/>
              <a:chOff x="1619672" y="3284984"/>
              <a:chExt cx="6282878" cy="432048"/>
            </a:xfrm>
          </p:grpSpPr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90FFD5D6-69A0-AE5F-BE19-6BC0B823337F}"/>
                  </a:ext>
                </a:extLst>
              </p:cNvPr>
              <p:cNvCxnSpPr/>
              <p:nvPr/>
            </p:nvCxnSpPr>
            <p:spPr>
              <a:xfrm>
                <a:off x="1619645" y="3716990"/>
                <a:ext cx="101434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869713D0-14E5-1FEA-A543-9F04D434B9EF}"/>
                  </a:ext>
                </a:extLst>
              </p:cNvPr>
              <p:cNvCxnSpPr/>
              <p:nvPr/>
            </p:nvCxnSpPr>
            <p:spPr>
              <a:xfrm flipV="1">
                <a:off x="2633990" y="3284984"/>
                <a:ext cx="0" cy="4320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2AD4B803-01D3-0C10-30B4-5B8A418E07E0}"/>
                  </a:ext>
                </a:extLst>
              </p:cNvPr>
              <p:cNvCxnSpPr/>
              <p:nvPr/>
            </p:nvCxnSpPr>
            <p:spPr>
              <a:xfrm>
                <a:off x="2627641" y="3284984"/>
                <a:ext cx="527490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616" name="Text Box 29">
              <a:extLst>
                <a:ext uri="{FF2B5EF4-FFF2-40B4-BE49-F238E27FC236}">
                  <a16:creationId xmlns:a16="http://schemas.microsoft.com/office/drawing/2014/main" id="{393694A2-DBB8-B6BB-ACEF-C58E8000B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960" y="3129779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D1</a:t>
              </a: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9E3E7A47-95A9-4327-2BAB-904E5834BE3E}"/>
              </a:ext>
            </a:extLst>
          </p:cNvPr>
          <p:cNvGrpSpPr>
            <a:grpSpLocks/>
          </p:cNvGrpSpPr>
          <p:nvPr/>
        </p:nvGrpSpPr>
        <p:grpSpPr bwMode="auto">
          <a:xfrm>
            <a:off x="690563" y="2068513"/>
            <a:ext cx="6769100" cy="493712"/>
            <a:chOff x="668726" y="2470882"/>
            <a:chExt cx="6769195" cy="493761"/>
          </a:xfrm>
        </p:grpSpPr>
        <p:grpSp>
          <p:nvGrpSpPr>
            <p:cNvPr id="66606" name="组合 94">
              <a:extLst>
                <a:ext uri="{FF2B5EF4-FFF2-40B4-BE49-F238E27FC236}">
                  <a16:creationId xmlns:a16="http://schemas.microsoft.com/office/drawing/2014/main" id="{EE8FBC32-1A40-0F2A-799C-F5A9FE4DA3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624" y="2470882"/>
              <a:ext cx="6250297" cy="432048"/>
              <a:chOff x="1619672" y="2492896"/>
              <a:chExt cx="6250297" cy="432048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35DE09A5-2F4C-C9DA-EE54-673E000E9EEA}"/>
                  </a:ext>
                </a:extLst>
              </p:cNvPr>
              <p:cNvCxnSpPr/>
              <p:nvPr/>
            </p:nvCxnSpPr>
            <p:spPr>
              <a:xfrm>
                <a:off x="1619893" y="2924739"/>
                <a:ext cx="74772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852915B-4E53-2324-1C3D-625656A08187}"/>
                  </a:ext>
                </a:extLst>
              </p:cNvPr>
              <p:cNvCxnSpPr/>
              <p:nvPr/>
            </p:nvCxnSpPr>
            <p:spPr>
              <a:xfrm flipV="1">
                <a:off x="2367617" y="2492896"/>
                <a:ext cx="0" cy="43184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18CAD9E5-F3A2-B1FE-8263-598386F9AC10}"/>
                  </a:ext>
                </a:extLst>
              </p:cNvPr>
              <p:cNvCxnSpPr/>
              <p:nvPr/>
            </p:nvCxnSpPr>
            <p:spPr>
              <a:xfrm>
                <a:off x="2361266" y="2492896"/>
                <a:ext cx="228761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8A131BA-E3C8-EDD1-53F3-F7FDCE29F415}"/>
                  </a:ext>
                </a:extLst>
              </p:cNvPr>
              <p:cNvCxnSpPr/>
              <p:nvPr/>
            </p:nvCxnSpPr>
            <p:spPr>
              <a:xfrm>
                <a:off x="4636185" y="2492896"/>
                <a:ext cx="0" cy="43184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7936006-E35B-8055-406E-A2724C786B7C}"/>
                  </a:ext>
                </a:extLst>
              </p:cNvPr>
              <p:cNvCxnSpPr/>
              <p:nvPr/>
            </p:nvCxnSpPr>
            <p:spPr>
              <a:xfrm>
                <a:off x="4648886" y="2924739"/>
                <a:ext cx="205742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515B4CA6-EAF0-E776-8FD4-3457157455AE}"/>
                  </a:ext>
                </a:extLst>
              </p:cNvPr>
              <p:cNvCxnSpPr/>
              <p:nvPr/>
            </p:nvCxnSpPr>
            <p:spPr>
              <a:xfrm flipV="1">
                <a:off x="6706315" y="2492896"/>
                <a:ext cx="0" cy="43184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B9EF4D03-B35F-9DCA-BE05-29A8D3A239E4}"/>
                  </a:ext>
                </a:extLst>
              </p:cNvPr>
              <p:cNvCxnSpPr/>
              <p:nvPr/>
            </p:nvCxnSpPr>
            <p:spPr>
              <a:xfrm>
                <a:off x="6688852" y="2492896"/>
                <a:ext cx="118111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607" name="Text Box 29">
              <a:extLst>
                <a:ext uri="{FF2B5EF4-FFF2-40B4-BE49-F238E27FC236}">
                  <a16:creationId xmlns:a16="http://schemas.microsoft.com/office/drawing/2014/main" id="{2CBEA986-EDB6-022B-E75E-A3BB03F5B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726" y="2502978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F66DC239-8313-5AE0-1926-9458DA8B6EED}"/>
              </a:ext>
            </a:extLst>
          </p:cNvPr>
          <p:cNvGrpSpPr>
            <a:grpSpLocks/>
          </p:cNvGrpSpPr>
          <p:nvPr/>
        </p:nvGrpSpPr>
        <p:grpSpPr bwMode="auto">
          <a:xfrm>
            <a:off x="671513" y="3155950"/>
            <a:ext cx="6858000" cy="520700"/>
            <a:chOff x="632935" y="3688925"/>
            <a:chExt cx="6858173" cy="520349"/>
          </a:xfrm>
        </p:grpSpPr>
        <p:grpSp>
          <p:nvGrpSpPr>
            <p:cNvPr id="66599" name="组合 96">
              <a:extLst>
                <a:ext uri="{FF2B5EF4-FFF2-40B4-BE49-F238E27FC236}">
                  <a16:creationId xmlns:a16="http://schemas.microsoft.com/office/drawing/2014/main" id="{3389EBC1-CF07-D406-EA28-A413AC2E2E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880" y="3688925"/>
              <a:ext cx="6253228" cy="504056"/>
              <a:chOff x="1649322" y="3933056"/>
              <a:chExt cx="6253228" cy="504056"/>
            </a:xfrm>
          </p:grpSpPr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37AEE3B8-A280-7C6C-F73F-183431E60A2D}"/>
                  </a:ext>
                </a:extLst>
              </p:cNvPr>
              <p:cNvCxnSpPr/>
              <p:nvPr/>
            </p:nvCxnSpPr>
            <p:spPr>
              <a:xfrm>
                <a:off x="1649229" y="4004446"/>
                <a:ext cx="1230344" cy="793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B0F92311-04FB-3011-EDC1-E2BB73B28A64}"/>
                  </a:ext>
                </a:extLst>
              </p:cNvPr>
              <p:cNvCxnSpPr/>
              <p:nvPr/>
            </p:nvCxnSpPr>
            <p:spPr>
              <a:xfrm flipV="1">
                <a:off x="2885923" y="4004446"/>
                <a:ext cx="0" cy="43309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0B3C2605-3E36-A6EE-C0B1-3ED2654709C1}"/>
                  </a:ext>
                </a:extLst>
              </p:cNvPr>
              <p:cNvCxnSpPr/>
              <p:nvPr/>
            </p:nvCxnSpPr>
            <p:spPr>
              <a:xfrm>
                <a:off x="2879573" y="4437541"/>
                <a:ext cx="441653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908833DB-23BF-9FBA-9BBD-FDC8AA6FF8F2}"/>
                  </a:ext>
                </a:extLst>
              </p:cNvPr>
              <p:cNvCxnSpPr/>
              <p:nvPr/>
            </p:nvCxnSpPr>
            <p:spPr>
              <a:xfrm flipV="1">
                <a:off x="7296110" y="3933056"/>
                <a:ext cx="0" cy="5044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93FFF233-D9D9-31BF-9C24-28DBD5EAA02B}"/>
                  </a:ext>
                </a:extLst>
              </p:cNvPr>
              <p:cNvCxnSpPr/>
              <p:nvPr/>
            </p:nvCxnSpPr>
            <p:spPr>
              <a:xfrm>
                <a:off x="7311985" y="3933056"/>
                <a:ext cx="59056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600" name="Text Box 29">
              <a:extLst>
                <a:ext uri="{FF2B5EF4-FFF2-40B4-BE49-F238E27FC236}">
                  <a16:creationId xmlns:a16="http://schemas.microsoft.com/office/drawing/2014/main" id="{BB27B89F-8EBB-2BDF-4C1E-26249734D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935" y="3747609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Q1</a:t>
              </a:r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56D14074-59A0-1BB7-9F42-B18B41BF44BA}"/>
              </a:ext>
            </a:extLst>
          </p:cNvPr>
          <p:cNvGrpSpPr>
            <a:grpSpLocks/>
          </p:cNvGrpSpPr>
          <p:nvPr/>
        </p:nvGrpSpPr>
        <p:grpSpPr bwMode="auto">
          <a:xfrm>
            <a:off x="557213" y="3748088"/>
            <a:ext cx="6956425" cy="576262"/>
            <a:chOff x="553799" y="4271082"/>
            <a:chExt cx="6957260" cy="575484"/>
          </a:xfrm>
        </p:grpSpPr>
        <p:grpSp>
          <p:nvGrpSpPr>
            <p:cNvPr id="66592" name="组合 97">
              <a:extLst>
                <a:ext uri="{FF2B5EF4-FFF2-40B4-BE49-F238E27FC236}">
                  <a16:creationId xmlns:a16="http://schemas.microsoft.com/office/drawing/2014/main" id="{6A1783B1-BC83-2FFA-319B-F1B4BB91F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2347" y="4271082"/>
              <a:ext cx="6408712" cy="504056"/>
              <a:chOff x="1619672" y="4769022"/>
              <a:chExt cx="6408712" cy="504056"/>
            </a:xfrm>
          </p:grpSpPr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1BDF3374-7A44-4CF1-F73A-AE1A6B27A149}"/>
                  </a:ext>
                </a:extLst>
              </p:cNvPr>
              <p:cNvCxnSpPr/>
              <p:nvPr/>
            </p:nvCxnSpPr>
            <p:spPr>
              <a:xfrm>
                <a:off x="1620465" y="4840363"/>
                <a:ext cx="1732170" cy="792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046B773E-C5A7-536A-0E96-887911B638C6}"/>
                  </a:ext>
                </a:extLst>
              </p:cNvPr>
              <p:cNvCxnSpPr/>
              <p:nvPr/>
            </p:nvCxnSpPr>
            <p:spPr>
              <a:xfrm flipV="1">
                <a:off x="3358986" y="4840363"/>
                <a:ext cx="0" cy="43280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3F452534-39CE-ACE3-B05E-F1EECF8F46BB}"/>
                  </a:ext>
                </a:extLst>
              </p:cNvPr>
              <p:cNvCxnSpPr/>
              <p:nvPr/>
            </p:nvCxnSpPr>
            <p:spPr>
              <a:xfrm>
                <a:off x="3354223" y="5273166"/>
                <a:ext cx="441536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039DC3F4-FF7A-26A5-1D41-B6C79B87D3AF}"/>
                  </a:ext>
                </a:extLst>
              </p:cNvPr>
              <p:cNvCxnSpPr/>
              <p:nvPr/>
            </p:nvCxnSpPr>
            <p:spPr>
              <a:xfrm flipV="1">
                <a:off x="7769590" y="4769022"/>
                <a:ext cx="0" cy="5041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BD7814C2-94A8-F8C0-4EF4-CC9FEC2DA8FA}"/>
                  </a:ext>
                </a:extLst>
              </p:cNvPr>
              <p:cNvCxnSpPr/>
              <p:nvPr/>
            </p:nvCxnSpPr>
            <p:spPr>
              <a:xfrm>
                <a:off x="7783880" y="4769022"/>
                <a:ext cx="24450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593" name="Text Box 29">
              <a:extLst>
                <a:ext uri="{FF2B5EF4-FFF2-40B4-BE49-F238E27FC236}">
                  <a16:creationId xmlns:a16="http://schemas.microsoft.com/office/drawing/2014/main" id="{B8885733-EC28-B840-13CD-69FE36106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799" y="4384901"/>
              <a:ext cx="5870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D2</a:t>
              </a:r>
            </a:p>
          </p:txBody>
        </p:sp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A070966F-5B7C-DAE7-D28D-13424907B587}"/>
              </a:ext>
            </a:extLst>
          </p:cNvPr>
          <p:cNvCxnSpPr/>
          <p:nvPr/>
        </p:nvCxnSpPr>
        <p:spPr>
          <a:xfrm>
            <a:off x="1957388" y="1963738"/>
            <a:ext cx="0" cy="286702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EB148812-4931-9166-7807-C549B3C3C2A9}"/>
              </a:ext>
            </a:extLst>
          </p:cNvPr>
          <p:cNvCxnSpPr/>
          <p:nvPr/>
        </p:nvCxnSpPr>
        <p:spPr>
          <a:xfrm>
            <a:off x="2244725" y="1951038"/>
            <a:ext cx="0" cy="277812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4FDA9DF1-5DAD-40A9-BBCF-3CF310AD7DE1}"/>
              </a:ext>
            </a:extLst>
          </p:cNvPr>
          <p:cNvCxnSpPr/>
          <p:nvPr/>
        </p:nvCxnSpPr>
        <p:spPr>
          <a:xfrm>
            <a:off x="2527300" y="1951038"/>
            <a:ext cx="6350" cy="2808287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1F18E420-1384-DD24-9B46-CFBBEE307678}"/>
              </a:ext>
            </a:extLst>
          </p:cNvPr>
          <p:cNvCxnSpPr/>
          <p:nvPr/>
        </p:nvCxnSpPr>
        <p:spPr>
          <a:xfrm>
            <a:off x="2870200" y="1966913"/>
            <a:ext cx="6350" cy="279241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7550CB61-E128-5647-2027-C0B5A0F46EF5}"/>
              </a:ext>
            </a:extLst>
          </p:cNvPr>
          <p:cNvCxnSpPr/>
          <p:nvPr/>
        </p:nvCxnSpPr>
        <p:spPr>
          <a:xfrm>
            <a:off x="5430838" y="1963738"/>
            <a:ext cx="20637" cy="29146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D67CB17A-43F9-0745-CC55-9EAF0FB35956}"/>
              </a:ext>
            </a:extLst>
          </p:cNvPr>
          <p:cNvCxnSpPr/>
          <p:nvPr/>
        </p:nvCxnSpPr>
        <p:spPr>
          <a:xfrm flipH="1">
            <a:off x="6270625" y="1963738"/>
            <a:ext cx="33338" cy="283686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9A6246F1-6E89-D611-DDAD-4DC3A65C78DB}"/>
              </a:ext>
            </a:extLst>
          </p:cNvPr>
          <p:cNvCxnSpPr/>
          <p:nvPr/>
        </p:nvCxnSpPr>
        <p:spPr>
          <a:xfrm>
            <a:off x="1933575" y="2781300"/>
            <a:ext cx="328613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FCC49A94-F9DC-8599-F583-89DD9A8FEBE0}"/>
              </a:ext>
            </a:extLst>
          </p:cNvPr>
          <p:cNvCxnSpPr/>
          <p:nvPr/>
        </p:nvCxnSpPr>
        <p:spPr>
          <a:xfrm>
            <a:off x="1978025" y="3492500"/>
            <a:ext cx="508000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5A5BBEC5-8DA2-BE3D-3890-47FDE85FAE35}"/>
              </a:ext>
            </a:extLst>
          </p:cNvPr>
          <p:cNvCxnSpPr/>
          <p:nvPr/>
        </p:nvCxnSpPr>
        <p:spPr>
          <a:xfrm flipV="1">
            <a:off x="2479675" y="4037013"/>
            <a:ext cx="382588" cy="1905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69EF3EF0-82FB-682D-583C-FF88D9AA7C7F}"/>
              </a:ext>
            </a:extLst>
          </p:cNvPr>
          <p:cNvCxnSpPr/>
          <p:nvPr/>
        </p:nvCxnSpPr>
        <p:spPr>
          <a:xfrm>
            <a:off x="5451475" y="4437063"/>
            <a:ext cx="785813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43099681-E0AF-3356-788A-0D88DE0AF7D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806700"/>
            <a:ext cx="1485900" cy="2201863"/>
            <a:chOff x="608039" y="3360611"/>
            <a:chExt cx="1485401" cy="2202255"/>
          </a:xfrm>
        </p:grpSpPr>
        <p:sp>
          <p:nvSpPr>
            <p:cNvPr id="66590" name="Text Box 29">
              <a:extLst>
                <a:ext uri="{FF2B5EF4-FFF2-40B4-BE49-F238E27FC236}">
                  <a16:creationId xmlns:a16="http://schemas.microsoft.com/office/drawing/2014/main" id="{117FF59F-D7D4-EC75-9EEF-21D194DF0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039" y="4978091"/>
              <a:ext cx="48442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 err="1">
                  <a:latin typeface="Georgia" panose="02040502050405020303" pitchFamily="18" charset="0"/>
                </a:rPr>
                <a:t>t</a:t>
              </a:r>
              <a:r>
                <a:rPr lang="en-US" altLang="zh-CN" baseline="-10000" dirty="0" err="1">
                  <a:latin typeface="Georgia" panose="02040502050405020303" pitchFamily="18" charset="0"/>
                </a:rPr>
                <a:t>h</a:t>
              </a:r>
              <a:endParaRPr lang="en-US" altLang="zh-CN" baseline="-10000" dirty="0">
                <a:latin typeface="Georgia" panose="02040502050405020303" pitchFamily="18" charset="0"/>
              </a:endParaRP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2303E5D6-1F14-8F33-1085-02B7A8B49291}"/>
                </a:ext>
              </a:extLst>
            </p:cNvPr>
            <p:cNvCxnSpPr/>
            <p:nvPr/>
          </p:nvCxnSpPr>
          <p:spPr>
            <a:xfrm flipV="1">
              <a:off x="1042868" y="3360611"/>
              <a:ext cx="1050572" cy="1775141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A5298EF5-1CDF-AA92-D3A4-859E20907C88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3514725"/>
            <a:ext cx="1404937" cy="1506538"/>
            <a:chOff x="1203348" y="4031871"/>
            <a:chExt cx="1404552" cy="1507321"/>
          </a:xfrm>
        </p:grpSpPr>
        <p:sp>
          <p:nvSpPr>
            <p:cNvPr id="66588" name="Text Box 29">
              <a:extLst>
                <a:ext uri="{FF2B5EF4-FFF2-40B4-BE49-F238E27FC236}">
                  <a16:creationId xmlns:a16="http://schemas.microsoft.com/office/drawing/2014/main" id="{0EC443FF-58B2-7C17-3DD8-4371C9EE66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3348" y="4954417"/>
              <a:ext cx="1404552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dirty="0" err="1">
                  <a:latin typeface="Georgia" panose="02040502050405020303" pitchFamily="18" charset="0"/>
                </a:rPr>
                <a:t>t</a:t>
              </a:r>
              <a:r>
                <a:rPr lang="en-US" altLang="zh-CN" baseline="-10000" dirty="0" err="1">
                  <a:latin typeface="Georgia" panose="02040502050405020303" pitchFamily="18" charset="0"/>
                </a:rPr>
                <a:t>pdcp</a:t>
              </a:r>
              <a:r>
                <a:rPr lang="en-US" altLang="zh-CN" baseline="-10000" dirty="0">
                  <a:latin typeface="Georgia" panose="02040502050405020303" pitchFamily="18" charset="0"/>
                </a:rPr>
                <a:t>-&gt;Q</a:t>
              </a: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C286DA0E-193B-C44C-78CA-73E31A799FAE}"/>
                </a:ext>
              </a:extLst>
            </p:cNvPr>
            <p:cNvCxnSpPr/>
            <p:nvPr/>
          </p:nvCxnSpPr>
          <p:spPr>
            <a:xfrm flipV="1">
              <a:off x="1638204" y="4031871"/>
              <a:ext cx="566582" cy="1080061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37A13B69-3A25-CB23-B675-8A354AAE91E0}"/>
              </a:ext>
            </a:extLst>
          </p:cNvPr>
          <p:cNvGrpSpPr>
            <a:grpSpLocks/>
          </p:cNvGrpSpPr>
          <p:nvPr/>
        </p:nvGrpSpPr>
        <p:grpSpPr bwMode="auto">
          <a:xfrm>
            <a:off x="2654300" y="4156075"/>
            <a:ext cx="1674813" cy="690563"/>
            <a:chOff x="2750178" y="4483403"/>
            <a:chExt cx="1674166" cy="689612"/>
          </a:xfrm>
        </p:grpSpPr>
        <p:sp>
          <p:nvSpPr>
            <p:cNvPr id="66586" name="Text Box 29">
              <a:extLst>
                <a:ext uri="{FF2B5EF4-FFF2-40B4-BE49-F238E27FC236}">
                  <a16:creationId xmlns:a16="http://schemas.microsoft.com/office/drawing/2014/main" id="{48502007-CC30-5C70-0E0B-8B11617C5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0937" y="4588240"/>
              <a:ext cx="843407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 err="1">
                  <a:latin typeface="Georgia" panose="02040502050405020303" pitchFamily="18" charset="0"/>
                </a:rPr>
                <a:t>t</a:t>
              </a:r>
              <a:r>
                <a:rPr lang="en-US" altLang="zh-CN" baseline="-10000" dirty="0" err="1">
                  <a:latin typeface="Georgia" panose="02040502050405020303" pitchFamily="18" charset="0"/>
                </a:rPr>
                <a:t>pdG</a:t>
              </a:r>
              <a:endParaRPr lang="en-US" altLang="zh-CN" baseline="-10000" dirty="0">
                <a:latin typeface="Georgia" panose="02040502050405020303" pitchFamily="18" charset="0"/>
              </a:endParaRPr>
            </a:p>
          </p:txBody>
        </p: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3E611F59-E7C1-ECB3-983C-984ED70BBB99}"/>
                </a:ext>
              </a:extLst>
            </p:cNvPr>
            <p:cNvCxnSpPr/>
            <p:nvPr/>
          </p:nvCxnSpPr>
          <p:spPr>
            <a:xfrm flipH="1" flipV="1">
              <a:off x="2750178" y="4483403"/>
              <a:ext cx="815660" cy="461327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582" name="Text Box 29">
            <a:extLst>
              <a:ext uri="{FF2B5EF4-FFF2-40B4-BE49-F238E27FC236}">
                <a16:creationId xmlns:a16="http://schemas.microsoft.com/office/drawing/2014/main" id="{10BA4DD0-0E06-518F-E378-E1F6FA933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913" y="369888"/>
            <a:ext cx="5873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D2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065B9B0-878F-46F1-6832-446E6FE60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4992688"/>
            <a:ext cx="82105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dirty="0"/>
              <a:t>資料從第一個</a:t>
            </a:r>
            <a:r>
              <a:rPr lang="en-US" altLang="zh-CN" sz="2000" dirty="0"/>
              <a:t>D</a:t>
            </a:r>
            <a:r>
              <a:rPr lang="zh-CN" altLang="en-US" sz="2000" dirty="0"/>
              <a:t>觸發器的時鐘上升沿開始傳輸，到第二個</a:t>
            </a:r>
            <a:r>
              <a:rPr lang="en-US" altLang="zh-CN" sz="2000" dirty="0"/>
              <a:t>D</a:t>
            </a:r>
            <a:r>
              <a:rPr lang="zh-CN" altLang="en-US" sz="2000" dirty="0"/>
              <a:t>觸發器的時鐘上升沿之前必須到達</a:t>
            </a:r>
            <a:r>
              <a:rPr lang="en-US" altLang="zh-CN" sz="2000" dirty="0"/>
              <a:t>FF2</a:t>
            </a:r>
            <a:r>
              <a:rPr lang="zh-CN" altLang="en-US" sz="2000" dirty="0"/>
              <a:t>，所用時間要在一個完整的時鐘週期內完成。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BAA05D59-0708-F79A-CA42-85A98283B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" y="5561013"/>
            <a:ext cx="8072438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000" dirty="0"/>
              <a:t>資料傳輸路徑上中間經過的延遲有</a:t>
            </a:r>
            <a:r>
              <a:rPr lang="en-US" altLang="zh-CN" sz="2400" dirty="0"/>
              <a:t>t</a:t>
            </a:r>
            <a:r>
              <a:rPr lang="en-US" altLang="zh-CN" sz="2000" dirty="0"/>
              <a:t> </a:t>
            </a:r>
            <a:r>
              <a:rPr lang="en-US" altLang="zh-CN" sz="2000" baseline="-25000" dirty="0"/>
              <a:t>pdcp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000" baseline="-25000" dirty="0"/>
              <a:t>Q</a:t>
            </a:r>
            <a:r>
              <a:rPr lang="zh-CN" altLang="en-US" sz="2000" dirty="0"/>
              <a:t>，</a:t>
            </a:r>
            <a:r>
              <a:rPr lang="en-US" altLang="zh-CN" sz="2400" dirty="0"/>
              <a:t>t</a:t>
            </a:r>
            <a:r>
              <a:rPr lang="en-US" altLang="zh-CN" sz="2000" baseline="-25000" dirty="0"/>
              <a:t>pd G</a:t>
            </a:r>
            <a:r>
              <a:rPr lang="zh-CN" altLang="en-US" sz="2000" dirty="0"/>
              <a:t>，和</a:t>
            </a:r>
            <a:r>
              <a:rPr lang="en-US" altLang="zh-CN" sz="2400" dirty="0"/>
              <a:t>t</a:t>
            </a:r>
            <a:r>
              <a:rPr lang="en-US" altLang="zh-CN" sz="2000" baseline="-25000" dirty="0"/>
              <a:t>su</a:t>
            </a:r>
            <a:r>
              <a:rPr lang="zh-CN" altLang="en-US" sz="2000" dirty="0"/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8E0404-67C6-2985-DC80-1D7C97A3F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8" y="5921375"/>
            <a:ext cx="8424862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000" dirty="0"/>
              <a:t>如果</a:t>
            </a:r>
            <a:r>
              <a:rPr lang="en-US" altLang="zh-CN" sz="2400" dirty="0" err="1"/>
              <a:t>t</a:t>
            </a:r>
            <a:r>
              <a:rPr lang="en-US" altLang="zh-CN" sz="2000" baseline="-25000" dirty="0" err="1"/>
              <a:t>pdcp</a:t>
            </a:r>
            <a:r>
              <a:rPr lang="en-US" altLang="zh-CN" sz="2000" baseline="-25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aseline="-25000" dirty="0" err="1"/>
              <a:t>Q</a:t>
            </a:r>
            <a:r>
              <a:rPr lang="en-US" altLang="zh-CN" sz="2000" dirty="0" err="1"/>
              <a:t>+</a:t>
            </a:r>
            <a:r>
              <a:rPr lang="en-US" altLang="zh-CN" sz="2400" dirty="0" err="1"/>
              <a:t>t</a:t>
            </a:r>
            <a:r>
              <a:rPr lang="en-US" altLang="zh-CN" sz="2000" baseline="-25000" dirty="0" err="1"/>
              <a:t>pdG</a:t>
            </a:r>
            <a:r>
              <a:rPr lang="zh-CN" altLang="en-US" sz="2000" dirty="0"/>
              <a:t>大於</a:t>
            </a:r>
            <a:r>
              <a:rPr lang="en-US" altLang="zh-CN" sz="2400" dirty="0" err="1"/>
              <a:t>t</a:t>
            </a:r>
            <a:r>
              <a:rPr lang="en-US" altLang="zh-CN" sz="2000" baseline="-25000" dirty="0" err="1"/>
              <a:t>h</a:t>
            </a:r>
            <a:r>
              <a:rPr lang="zh-CN" altLang="en-US" sz="2000" dirty="0"/>
              <a:t>，則整個週期</a:t>
            </a:r>
            <a:r>
              <a:rPr lang="en-US" altLang="zh-CN" sz="2400" dirty="0"/>
              <a:t>T</a:t>
            </a:r>
            <a:r>
              <a:rPr lang="en-US" altLang="zh-CN" sz="2000" dirty="0"/>
              <a:t>=</a:t>
            </a:r>
            <a:r>
              <a:rPr lang="en-US" altLang="zh-CN" sz="2400" dirty="0"/>
              <a:t>t</a:t>
            </a:r>
            <a:r>
              <a:rPr lang="en-US" altLang="zh-CN" sz="2000" baseline="-25000" dirty="0"/>
              <a:t>pdcp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aseline="-25000" dirty="0"/>
              <a:t>Q </a:t>
            </a:r>
            <a:r>
              <a:rPr lang="en-US" altLang="zh-CN" sz="2000" dirty="0"/>
              <a:t>+ </a:t>
            </a:r>
            <a:r>
              <a:rPr lang="en-US" altLang="zh-CN" sz="2400" dirty="0"/>
              <a:t>t</a:t>
            </a:r>
            <a:r>
              <a:rPr lang="en-US" altLang="zh-CN" sz="2000" baseline="-25000" dirty="0"/>
              <a:t>pdG</a:t>
            </a:r>
            <a:r>
              <a:rPr lang="en-US" altLang="zh-CN" sz="2000" dirty="0"/>
              <a:t> + </a:t>
            </a:r>
            <a:r>
              <a:rPr lang="en-US" altLang="zh-CN" sz="2400" dirty="0" err="1"/>
              <a:t>t</a:t>
            </a:r>
            <a:r>
              <a:rPr lang="en-US" altLang="zh-CN" sz="2000" baseline="-25000" dirty="0" err="1"/>
              <a:t>su</a:t>
            </a:r>
            <a:r>
              <a:rPr lang="zh-CN" altLang="en-US" sz="2000" dirty="0"/>
              <a:t>；如果小於，則</a:t>
            </a:r>
            <a:r>
              <a:rPr lang="en-US" altLang="zh-CN" sz="2400" dirty="0"/>
              <a:t>T</a:t>
            </a:r>
            <a:r>
              <a:rPr lang="en-US" altLang="zh-CN" sz="2000" dirty="0"/>
              <a:t>=</a:t>
            </a:r>
            <a:r>
              <a:rPr lang="en-US" altLang="zh-CN" sz="2400" dirty="0" err="1"/>
              <a:t>t</a:t>
            </a:r>
            <a:r>
              <a:rPr lang="en-US" altLang="zh-CN" sz="2000" baseline="-25000" dirty="0" err="1"/>
              <a:t>h</a:t>
            </a:r>
            <a:r>
              <a:rPr lang="en-US" altLang="zh-CN" sz="2000" dirty="0" err="1"/>
              <a:t>+</a:t>
            </a:r>
            <a:r>
              <a:rPr lang="en-US" altLang="zh-CN" sz="2400" dirty="0" err="1"/>
              <a:t>t</a:t>
            </a:r>
            <a:r>
              <a:rPr lang="en-US" altLang="zh-CN" sz="2000" baseline="-25000" dirty="0" err="1"/>
              <a:t>su</a:t>
            </a:r>
            <a:r>
              <a:rPr lang="zh-CN" altLang="en-US" sz="2000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  <p:bldP spid="100" grpId="0"/>
      <p:bldP spid="101" grpId="0"/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8726F7-8442-CCF3-D56D-C1EF3E42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0787C2-736D-46F9-B3B4-64B281F44624}" type="slidenum">
              <a:rPr lang="en-US" altLang="zh-CN" sz="1000" smtClean="0"/>
              <a:pPr>
                <a:defRPr/>
              </a:pPr>
              <a:t>58</a:t>
            </a:fld>
            <a:endParaRPr lang="en-US" altLang="zh-CN" sz="1000" dirty="0"/>
          </a:p>
        </p:txBody>
      </p:sp>
      <p:grpSp>
        <p:nvGrpSpPr>
          <p:cNvPr id="67587" name="Group 3">
            <a:extLst>
              <a:ext uri="{FF2B5EF4-FFF2-40B4-BE49-F238E27FC236}">
                <a16:creationId xmlns:a16="http://schemas.microsoft.com/office/drawing/2014/main" id="{05A51ACD-2D24-86E1-5CDA-8AC7F74FA185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28588"/>
            <a:ext cx="7345363" cy="2166937"/>
            <a:chOff x="720" y="1281"/>
            <a:chExt cx="4396" cy="1768"/>
          </a:xfrm>
        </p:grpSpPr>
        <p:sp>
          <p:nvSpPr>
            <p:cNvPr id="67647" name="AutoShape 4">
              <a:extLst>
                <a:ext uri="{FF2B5EF4-FFF2-40B4-BE49-F238E27FC236}">
                  <a16:creationId xmlns:a16="http://schemas.microsoft.com/office/drawing/2014/main" id="{B5258A92-6976-505C-5E40-0B68A7B122E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47" y="1616"/>
              <a:ext cx="1236" cy="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8" name="Rectangle 5">
              <a:extLst>
                <a:ext uri="{FF2B5EF4-FFF2-40B4-BE49-F238E27FC236}">
                  <a16:creationId xmlns:a16="http://schemas.microsoft.com/office/drawing/2014/main" id="{4DA3DE7B-E031-84AB-5036-86BB651F1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6" y="1613"/>
              <a:ext cx="681" cy="953"/>
            </a:xfrm>
            <a:prstGeom prst="rect">
              <a:avLst/>
            </a:prstGeom>
            <a:noFill/>
            <a:ln w="952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7649" name="Rectangle 6">
              <a:extLst>
                <a:ext uri="{FF2B5EF4-FFF2-40B4-BE49-F238E27FC236}">
                  <a16:creationId xmlns:a16="http://schemas.microsoft.com/office/drawing/2014/main" id="{28490B18-17F6-A256-F4CF-0DA647022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1760"/>
              <a:ext cx="576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Georgia" panose="02040502050405020303" pitchFamily="18" charset="0"/>
                </a:rPr>
                <a:t>D1     Q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67650" name="Rectangle 7">
              <a:extLst>
                <a:ext uri="{FF2B5EF4-FFF2-40B4-BE49-F238E27FC236}">
                  <a16:creationId xmlns:a16="http://schemas.microsoft.com/office/drawing/2014/main" id="{1601CE76-03E3-9557-06F3-5D40F9534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2222"/>
              <a:ext cx="2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Georgia" panose="02040502050405020303" pitchFamily="18" charset="0"/>
                </a:rPr>
                <a:t>CP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67651" name="Line 8">
              <a:extLst>
                <a:ext uri="{FF2B5EF4-FFF2-40B4-BE49-F238E27FC236}">
                  <a16:creationId xmlns:a16="http://schemas.microsoft.com/office/drawing/2014/main" id="{F6A368D5-C737-805C-3C2E-B3E2515B90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872"/>
              <a:ext cx="336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2" name="Line 9">
              <a:extLst>
                <a:ext uri="{FF2B5EF4-FFF2-40B4-BE49-F238E27FC236}">
                  <a16:creationId xmlns:a16="http://schemas.microsoft.com/office/drawing/2014/main" id="{A644C4D1-06DC-EAB5-10AB-2B1D8D4B4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5" y="2339"/>
              <a:ext cx="181" cy="1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7653" name="Group 10">
              <a:extLst>
                <a:ext uri="{FF2B5EF4-FFF2-40B4-BE49-F238E27FC236}">
                  <a16:creationId xmlns:a16="http://schemas.microsoft.com/office/drawing/2014/main" id="{FF203807-E451-3483-9A2B-27B17F3902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78" y="1645"/>
              <a:ext cx="1238" cy="969"/>
              <a:chOff x="2260" y="1674"/>
              <a:chExt cx="1238" cy="969"/>
            </a:xfrm>
          </p:grpSpPr>
          <p:sp>
            <p:nvSpPr>
              <p:cNvPr id="67681" name="AutoShape 11">
                <a:extLst>
                  <a:ext uri="{FF2B5EF4-FFF2-40B4-BE49-F238E27FC236}">
                    <a16:creationId xmlns:a16="http://schemas.microsoft.com/office/drawing/2014/main" id="{D3DE925C-AD66-B0F7-9F63-CCABF0AA8FF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262" y="1677"/>
                <a:ext cx="1236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2" name="Rectangle 12">
                <a:extLst>
                  <a:ext uri="{FF2B5EF4-FFF2-40B4-BE49-F238E27FC236}">
                    <a16:creationId xmlns:a16="http://schemas.microsoft.com/office/drawing/2014/main" id="{0D7B3D21-FCEC-88DB-8B3D-9445A9117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1" y="1674"/>
                <a:ext cx="681" cy="953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683" name="Rectangle 13">
                <a:extLst>
                  <a:ext uri="{FF2B5EF4-FFF2-40B4-BE49-F238E27FC236}">
                    <a16:creationId xmlns:a16="http://schemas.microsoft.com/office/drawing/2014/main" id="{0CB7E8C3-36F1-44EB-43B1-50A5BD430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821"/>
                <a:ext cx="599" cy="3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D2     Q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7684" name="Rectangle 14">
                <a:extLst>
                  <a:ext uri="{FF2B5EF4-FFF2-40B4-BE49-F238E27FC236}">
                    <a16:creationId xmlns:a16="http://schemas.microsoft.com/office/drawing/2014/main" id="{05A1EBB2-8600-039B-35A9-049758181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2283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CP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7685" name="Line 15">
                <a:extLst>
                  <a:ext uri="{FF2B5EF4-FFF2-40B4-BE49-F238E27FC236}">
                    <a16:creationId xmlns:a16="http://schemas.microsoft.com/office/drawing/2014/main" id="{F9ABC91F-21CB-093D-AD6B-9ACAD5EA5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1901"/>
                <a:ext cx="363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6" name="Line 16">
                <a:extLst>
                  <a:ext uri="{FF2B5EF4-FFF2-40B4-BE49-F238E27FC236}">
                    <a16:creationId xmlns:a16="http://schemas.microsoft.com/office/drawing/2014/main" id="{E5C5FE1F-2F42-FBBF-9AED-119C1E476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400"/>
                <a:ext cx="181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654" name="Line 17">
              <a:extLst>
                <a:ext uri="{FF2B5EF4-FFF2-40B4-BE49-F238E27FC236}">
                  <a16:creationId xmlns:a16="http://schemas.microsoft.com/office/drawing/2014/main" id="{22338CD5-5B9A-116A-C9C1-966F8B88F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87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5" name="Line 18">
              <a:extLst>
                <a:ext uri="{FF2B5EF4-FFF2-40B4-BE49-F238E27FC236}">
                  <a16:creationId xmlns:a16="http://schemas.microsoft.com/office/drawing/2014/main" id="{101CCBC0-1AE5-6013-C0BE-A0F29EF1B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776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6" name="Line 19">
              <a:extLst>
                <a:ext uri="{FF2B5EF4-FFF2-40B4-BE49-F238E27FC236}">
                  <a16:creationId xmlns:a16="http://schemas.microsoft.com/office/drawing/2014/main" id="{BC3CBC33-5996-094E-7242-41A6CFB9F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45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7" name="Line 20">
              <a:extLst>
                <a:ext uri="{FF2B5EF4-FFF2-40B4-BE49-F238E27FC236}">
                  <a16:creationId xmlns:a16="http://schemas.microsoft.com/office/drawing/2014/main" id="{84A635F2-197A-C088-43C8-217DF6C4B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72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8" name="Line 21">
              <a:extLst>
                <a:ext uri="{FF2B5EF4-FFF2-40B4-BE49-F238E27FC236}">
                  <a16:creationId xmlns:a16="http://schemas.microsoft.com/office/drawing/2014/main" id="{0A2FAA87-74F5-E40D-9341-D4528D3DF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4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9" name="Line 22">
              <a:extLst>
                <a:ext uri="{FF2B5EF4-FFF2-40B4-BE49-F238E27FC236}">
                  <a16:creationId xmlns:a16="http://schemas.microsoft.com/office/drawing/2014/main" id="{17527560-1882-B274-DBA6-CE921ABCD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63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0" name="Line 23">
              <a:extLst>
                <a:ext uri="{FF2B5EF4-FFF2-40B4-BE49-F238E27FC236}">
                  <a16:creationId xmlns:a16="http://schemas.microsoft.com/office/drawing/2014/main" id="{274A210E-0F53-55D9-A2A0-575FBCC28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1" name="Line 24">
              <a:extLst>
                <a:ext uri="{FF2B5EF4-FFF2-40B4-BE49-F238E27FC236}">
                  <a16:creationId xmlns:a16="http://schemas.microsoft.com/office/drawing/2014/main" id="{BBD084D9-204A-CCE5-ABF6-AFD72AA2A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2" name="Line 25">
              <a:extLst>
                <a:ext uri="{FF2B5EF4-FFF2-40B4-BE49-F238E27FC236}">
                  <a16:creationId xmlns:a16="http://schemas.microsoft.com/office/drawing/2014/main" id="{84ECCD6F-4B9F-BB08-106C-B8DE88F2A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1842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3" name="Line 26">
              <a:extLst>
                <a:ext uri="{FF2B5EF4-FFF2-40B4-BE49-F238E27FC236}">
                  <a16:creationId xmlns:a16="http://schemas.microsoft.com/office/drawing/2014/main" id="{9541EB11-6FEE-7B4F-EE62-73E471501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784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4" name="Line 27">
              <a:extLst>
                <a:ext uri="{FF2B5EF4-FFF2-40B4-BE49-F238E27FC236}">
                  <a16:creationId xmlns:a16="http://schemas.microsoft.com/office/drawing/2014/main" id="{78C41F79-6BC8-085B-7180-1BD888BD6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341"/>
              <a:ext cx="1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5" name="Line 28">
              <a:extLst>
                <a:ext uri="{FF2B5EF4-FFF2-40B4-BE49-F238E27FC236}">
                  <a16:creationId xmlns:a16="http://schemas.microsoft.com/office/drawing/2014/main" id="{09F28AA1-EB59-E475-95E9-D8570E085B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6" name="Text Box 29">
              <a:extLst>
                <a:ext uri="{FF2B5EF4-FFF2-40B4-BE49-F238E27FC236}">
                  <a16:creationId xmlns:a16="http://schemas.microsoft.com/office/drawing/2014/main" id="{BFCE2D7A-25CD-00CE-8438-E7F208B78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7" y="1509"/>
              <a:ext cx="328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67667" name="Text Box 30">
              <a:extLst>
                <a:ext uri="{FF2B5EF4-FFF2-40B4-BE49-F238E27FC236}">
                  <a16:creationId xmlns:a16="http://schemas.microsoft.com/office/drawing/2014/main" id="{FBCE48EA-43A3-F584-9B59-EB38240BB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" y="2761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7668" name="AutoShape 31">
              <a:extLst>
                <a:ext uri="{FF2B5EF4-FFF2-40B4-BE49-F238E27FC236}">
                  <a16:creationId xmlns:a16="http://schemas.microsoft.com/office/drawing/2014/main" id="{E91324DE-F513-9DC5-7E41-9CE487E441F3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835" y="2024"/>
              <a:ext cx="181" cy="907"/>
            </a:xfrm>
            <a:prstGeom prst="leftBrace">
              <a:avLst>
                <a:gd name="adj1" fmla="val 41759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7669" name="Text Box 32">
              <a:extLst>
                <a:ext uri="{FF2B5EF4-FFF2-40B4-BE49-F238E27FC236}">
                  <a16:creationId xmlns:a16="http://schemas.microsoft.com/office/drawing/2014/main" id="{E2B3E33D-86AF-6561-7569-7E5F2C7C3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253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G</a:t>
              </a:r>
            </a:p>
          </p:txBody>
        </p:sp>
        <p:grpSp>
          <p:nvGrpSpPr>
            <p:cNvPr id="67670" name="Group 33">
              <a:extLst>
                <a:ext uri="{FF2B5EF4-FFF2-40B4-BE49-F238E27FC236}">
                  <a16:creationId xmlns:a16="http://schemas.microsoft.com/office/drawing/2014/main" id="{E9FAD959-C45C-171B-4F5E-446B256623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1632"/>
              <a:ext cx="336" cy="336"/>
              <a:chOff x="2256" y="3360"/>
              <a:chExt cx="336" cy="336"/>
            </a:xfrm>
          </p:grpSpPr>
          <p:sp>
            <p:nvSpPr>
              <p:cNvPr id="67679" name="Rectangle 34">
                <a:extLst>
                  <a:ext uri="{FF2B5EF4-FFF2-40B4-BE49-F238E27FC236}">
                    <a16:creationId xmlns:a16="http://schemas.microsoft.com/office/drawing/2014/main" id="{2505B429-4155-6A75-9C16-A2D54BBE0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360"/>
                <a:ext cx="24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680" name="Oval 35">
                <a:extLst>
                  <a:ext uri="{FF2B5EF4-FFF2-40B4-BE49-F238E27FC236}">
                    <a16:creationId xmlns:a16="http://schemas.microsoft.com/office/drawing/2014/main" id="{37ADD170-9850-FAC1-BB61-DF779A2FF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4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7671" name="Group 36">
              <a:extLst>
                <a:ext uri="{FF2B5EF4-FFF2-40B4-BE49-F238E27FC236}">
                  <a16:creationId xmlns:a16="http://schemas.microsoft.com/office/drawing/2014/main" id="{CD6370E9-4844-9198-FD70-93E2D7E96E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536"/>
              <a:ext cx="528" cy="672"/>
              <a:chOff x="1680" y="3360"/>
              <a:chExt cx="528" cy="672"/>
            </a:xfrm>
          </p:grpSpPr>
          <p:sp>
            <p:nvSpPr>
              <p:cNvPr id="67674" name="Rectangle 37">
                <a:extLst>
                  <a:ext uri="{FF2B5EF4-FFF2-40B4-BE49-F238E27FC236}">
                    <a16:creationId xmlns:a16="http://schemas.microsoft.com/office/drawing/2014/main" id="{4EFD3141-6466-A0CA-E8D6-F3CCD8B08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6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675" name="Rectangle 38">
                <a:extLst>
                  <a:ext uri="{FF2B5EF4-FFF2-40B4-BE49-F238E27FC236}">
                    <a16:creationId xmlns:a16="http://schemas.microsoft.com/office/drawing/2014/main" id="{AAA1E7B5-AA31-81A1-9361-A8745F9E98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360"/>
                <a:ext cx="19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676" name="Rectangle 39">
                <a:extLst>
                  <a:ext uri="{FF2B5EF4-FFF2-40B4-BE49-F238E27FC236}">
                    <a16:creationId xmlns:a16="http://schemas.microsoft.com/office/drawing/2014/main" id="{10A193E3-52FA-2414-25F0-11FADED7B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696"/>
                <a:ext cx="19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677" name="Oval 40">
                <a:extLst>
                  <a:ext uri="{FF2B5EF4-FFF2-40B4-BE49-F238E27FC236}">
                    <a16:creationId xmlns:a16="http://schemas.microsoft.com/office/drawing/2014/main" id="{6B928EA3-7D90-D906-BB39-F31F47C9B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678" name="Text Box 41">
                <a:extLst>
                  <a:ext uri="{FF2B5EF4-FFF2-40B4-BE49-F238E27FC236}">
                    <a16:creationId xmlns:a16="http://schemas.microsoft.com/office/drawing/2014/main" id="{01F11A4E-CA6C-5FBF-97E3-076E1FF7C5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350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latin typeface="Georgia" panose="02040502050405020303" pitchFamily="18" charset="0"/>
                  </a:rPr>
                  <a:t>+</a:t>
                </a:r>
              </a:p>
            </p:txBody>
          </p:sp>
        </p:grpSp>
        <p:sp>
          <p:nvSpPr>
            <p:cNvPr id="67672" name="Text Box 42">
              <a:extLst>
                <a:ext uri="{FF2B5EF4-FFF2-40B4-BE49-F238E27FC236}">
                  <a16:creationId xmlns:a16="http://schemas.microsoft.com/office/drawing/2014/main" id="{5F6C9472-F240-1F64-B042-601D373FF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1281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FF1</a:t>
              </a:r>
            </a:p>
          </p:txBody>
        </p:sp>
        <p:sp>
          <p:nvSpPr>
            <p:cNvPr id="67673" name="Text Box 43">
              <a:extLst>
                <a:ext uri="{FF2B5EF4-FFF2-40B4-BE49-F238E27FC236}">
                  <a16:creationId xmlns:a16="http://schemas.microsoft.com/office/drawing/2014/main" id="{EB598661-33EC-995C-BAD1-C3ABEC667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0" y="1323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FF2</a:t>
              </a:r>
            </a:p>
          </p:txBody>
        </p:sp>
      </p:grpSp>
      <p:grpSp>
        <p:nvGrpSpPr>
          <p:cNvPr id="67588" name="组合 13">
            <a:extLst>
              <a:ext uri="{FF2B5EF4-FFF2-40B4-BE49-F238E27FC236}">
                <a16:creationId xmlns:a16="http://schemas.microsoft.com/office/drawing/2014/main" id="{D1D9FE26-983D-E7B4-90E4-27921E0F6E25}"/>
              </a:ext>
            </a:extLst>
          </p:cNvPr>
          <p:cNvGrpSpPr>
            <a:grpSpLocks/>
          </p:cNvGrpSpPr>
          <p:nvPr/>
        </p:nvGrpSpPr>
        <p:grpSpPr bwMode="auto">
          <a:xfrm>
            <a:off x="554038" y="2127250"/>
            <a:ext cx="6956425" cy="3503613"/>
            <a:chOff x="554038" y="2127250"/>
            <a:chExt cx="6956425" cy="3503613"/>
          </a:xfrm>
        </p:grpSpPr>
        <p:grpSp>
          <p:nvGrpSpPr>
            <p:cNvPr id="67594" name="组合 12">
              <a:extLst>
                <a:ext uri="{FF2B5EF4-FFF2-40B4-BE49-F238E27FC236}">
                  <a16:creationId xmlns:a16="http://schemas.microsoft.com/office/drawing/2014/main" id="{CE4D718C-204C-02F1-9F78-2528791E4D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4038" y="2127250"/>
              <a:ext cx="6956425" cy="3435350"/>
              <a:chOff x="554038" y="2127250"/>
              <a:chExt cx="6956425" cy="3435350"/>
            </a:xfrm>
          </p:grpSpPr>
          <p:sp>
            <p:nvSpPr>
              <p:cNvPr id="67598" name="Text Box 29">
                <a:extLst>
                  <a:ext uri="{FF2B5EF4-FFF2-40B4-BE49-F238E27FC236}">
                    <a16:creationId xmlns:a16="http://schemas.microsoft.com/office/drawing/2014/main" id="{8C9F24AB-7D82-D9C7-7F42-0849BF1958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08638" y="4953000"/>
                <a:ext cx="601662" cy="584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dirty="0" err="1">
                    <a:latin typeface="Georgia" panose="02040502050405020303" pitchFamily="18" charset="0"/>
                  </a:rPr>
                  <a:t>t</a:t>
                </a:r>
                <a:r>
                  <a:rPr lang="en-US" altLang="zh-CN" baseline="-10000" dirty="0" err="1">
                    <a:latin typeface="Georgia" panose="02040502050405020303" pitchFamily="18" charset="0"/>
                  </a:rPr>
                  <a:t>su</a:t>
                </a:r>
                <a:endParaRPr lang="en-US" altLang="zh-CN" baseline="-10000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67599" name="组合 144">
                <a:extLst>
                  <a:ext uri="{FF2B5EF4-FFF2-40B4-BE49-F238E27FC236}">
                    <a16:creationId xmlns:a16="http://schemas.microsoft.com/office/drawing/2014/main" id="{58A5575B-05CA-501A-24D7-D6062C5A4C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9288" y="3087688"/>
                <a:ext cx="6851650" cy="503237"/>
                <a:chOff x="648960" y="3087967"/>
                <a:chExt cx="6851192" cy="503477"/>
              </a:xfrm>
            </p:grpSpPr>
            <p:grpSp>
              <p:nvGrpSpPr>
                <p:cNvPr id="67642" name="组合 95">
                  <a:extLst>
                    <a:ext uri="{FF2B5EF4-FFF2-40B4-BE49-F238E27FC236}">
                      <a16:creationId xmlns:a16="http://schemas.microsoft.com/office/drawing/2014/main" id="{796E70CB-BE9C-53BA-F406-7B59A69B224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17274" y="3087967"/>
                  <a:ext cx="6282878" cy="432048"/>
                  <a:chOff x="1619672" y="3284984"/>
                  <a:chExt cx="6282878" cy="432048"/>
                </a:xfrm>
              </p:grpSpPr>
              <p:cxnSp>
                <p:nvCxnSpPr>
                  <p:cNvPr id="72" name="直接连接符 71">
                    <a:extLst>
                      <a:ext uri="{FF2B5EF4-FFF2-40B4-BE49-F238E27FC236}">
                        <a16:creationId xmlns:a16="http://schemas.microsoft.com/office/drawing/2014/main" id="{F259A05D-5332-D49E-924D-D79312CB298B}"/>
                      </a:ext>
                    </a:extLst>
                  </p:cNvPr>
                  <p:cNvCxnSpPr/>
                  <p:nvPr/>
                </p:nvCxnSpPr>
                <p:spPr>
                  <a:xfrm>
                    <a:off x="1619645" y="3716990"/>
                    <a:ext cx="1014344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直接连接符 72">
                    <a:extLst>
                      <a:ext uri="{FF2B5EF4-FFF2-40B4-BE49-F238E27FC236}">
                        <a16:creationId xmlns:a16="http://schemas.microsoft.com/office/drawing/2014/main" id="{0DF4131B-11B7-CE79-FED3-A189B3AB794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633989" y="3284984"/>
                    <a:ext cx="0" cy="43200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接连接符 73">
                    <a:extLst>
                      <a:ext uri="{FF2B5EF4-FFF2-40B4-BE49-F238E27FC236}">
                        <a16:creationId xmlns:a16="http://schemas.microsoft.com/office/drawing/2014/main" id="{0263837A-6BFE-4A3B-A028-561FB55E5C28}"/>
                      </a:ext>
                    </a:extLst>
                  </p:cNvPr>
                  <p:cNvCxnSpPr/>
                  <p:nvPr/>
                </p:nvCxnSpPr>
                <p:spPr>
                  <a:xfrm>
                    <a:off x="2627640" y="3284984"/>
                    <a:ext cx="5274910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7643" name="Text Box 29">
                  <a:extLst>
                    <a:ext uri="{FF2B5EF4-FFF2-40B4-BE49-F238E27FC236}">
                      <a16:creationId xmlns:a16="http://schemas.microsoft.com/office/drawing/2014/main" id="{6FABF351-A0A2-3A45-5529-1863A65C3E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8960" y="3129779"/>
                  <a:ext cx="548548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D1</a:t>
                  </a:r>
                </a:p>
              </p:txBody>
            </p:sp>
          </p:grpSp>
          <p:grpSp>
            <p:nvGrpSpPr>
              <p:cNvPr id="67600" name="组合 143">
                <a:extLst>
                  <a:ext uri="{FF2B5EF4-FFF2-40B4-BE49-F238E27FC236}">
                    <a16:creationId xmlns:a16="http://schemas.microsoft.com/office/drawing/2014/main" id="{AAEC3FBE-785A-2916-496A-11860900FF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8338" y="2470150"/>
                <a:ext cx="6769100" cy="493713"/>
                <a:chOff x="668726" y="2470882"/>
                <a:chExt cx="6769195" cy="493761"/>
              </a:xfrm>
            </p:grpSpPr>
            <p:grpSp>
              <p:nvGrpSpPr>
                <p:cNvPr id="67633" name="组合 94">
                  <a:extLst>
                    <a:ext uri="{FF2B5EF4-FFF2-40B4-BE49-F238E27FC236}">
                      <a16:creationId xmlns:a16="http://schemas.microsoft.com/office/drawing/2014/main" id="{2D5C0BA4-CD34-F169-DBC4-07B0F353ED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87624" y="2470882"/>
                  <a:ext cx="6250297" cy="432048"/>
                  <a:chOff x="1619672" y="2492896"/>
                  <a:chExt cx="6250297" cy="432048"/>
                </a:xfrm>
              </p:grpSpPr>
              <p:cxnSp>
                <p:nvCxnSpPr>
                  <p:cNvPr id="47" name="直接连接符 46">
                    <a:extLst>
                      <a:ext uri="{FF2B5EF4-FFF2-40B4-BE49-F238E27FC236}">
                        <a16:creationId xmlns:a16="http://schemas.microsoft.com/office/drawing/2014/main" id="{62267ECB-AD10-DA76-BE64-556B6E44D0DD}"/>
                      </a:ext>
                    </a:extLst>
                  </p:cNvPr>
                  <p:cNvCxnSpPr/>
                  <p:nvPr/>
                </p:nvCxnSpPr>
                <p:spPr>
                  <a:xfrm>
                    <a:off x="1619893" y="2924738"/>
                    <a:ext cx="747724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接连接符 48">
                    <a:extLst>
                      <a:ext uri="{FF2B5EF4-FFF2-40B4-BE49-F238E27FC236}">
                        <a16:creationId xmlns:a16="http://schemas.microsoft.com/office/drawing/2014/main" id="{A0F7B293-905B-7B59-EF9F-DDCEC81DA9C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367617" y="2492896"/>
                    <a:ext cx="0" cy="43184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直接连接符 50">
                    <a:extLst>
                      <a:ext uri="{FF2B5EF4-FFF2-40B4-BE49-F238E27FC236}">
                        <a16:creationId xmlns:a16="http://schemas.microsoft.com/office/drawing/2014/main" id="{A2FC717A-8F85-4EAA-7FE7-41D312839AE5}"/>
                      </a:ext>
                    </a:extLst>
                  </p:cNvPr>
                  <p:cNvCxnSpPr/>
                  <p:nvPr/>
                </p:nvCxnSpPr>
                <p:spPr>
                  <a:xfrm>
                    <a:off x="2361266" y="2492896"/>
                    <a:ext cx="2287619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接连接符 52">
                    <a:extLst>
                      <a:ext uri="{FF2B5EF4-FFF2-40B4-BE49-F238E27FC236}">
                        <a16:creationId xmlns:a16="http://schemas.microsoft.com/office/drawing/2014/main" id="{999AF61B-3205-1C13-0B7E-225F75D65738}"/>
                      </a:ext>
                    </a:extLst>
                  </p:cNvPr>
                  <p:cNvCxnSpPr/>
                  <p:nvPr/>
                </p:nvCxnSpPr>
                <p:spPr>
                  <a:xfrm>
                    <a:off x="4636185" y="2492896"/>
                    <a:ext cx="0" cy="43184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直接连接符 55">
                    <a:extLst>
                      <a:ext uri="{FF2B5EF4-FFF2-40B4-BE49-F238E27FC236}">
                        <a16:creationId xmlns:a16="http://schemas.microsoft.com/office/drawing/2014/main" id="{506503CC-A0F0-3785-6DD0-A336F1657739}"/>
                      </a:ext>
                    </a:extLst>
                  </p:cNvPr>
                  <p:cNvCxnSpPr/>
                  <p:nvPr/>
                </p:nvCxnSpPr>
                <p:spPr>
                  <a:xfrm>
                    <a:off x="4648886" y="2924738"/>
                    <a:ext cx="2057429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连接符 57">
                    <a:extLst>
                      <a:ext uri="{FF2B5EF4-FFF2-40B4-BE49-F238E27FC236}">
                        <a16:creationId xmlns:a16="http://schemas.microsoft.com/office/drawing/2014/main" id="{DFF866B4-72B7-71C4-B5DA-F52F297E54E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706315" y="2492896"/>
                    <a:ext cx="0" cy="43184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接连接符 60">
                    <a:extLst>
                      <a:ext uri="{FF2B5EF4-FFF2-40B4-BE49-F238E27FC236}">
                        <a16:creationId xmlns:a16="http://schemas.microsoft.com/office/drawing/2014/main" id="{9E9FA0D7-E8CC-1CE4-5837-39015C7E8B6C}"/>
                      </a:ext>
                    </a:extLst>
                  </p:cNvPr>
                  <p:cNvCxnSpPr/>
                  <p:nvPr/>
                </p:nvCxnSpPr>
                <p:spPr>
                  <a:xfrm>
                    <a:off x="6688852" y="2492896"/>
                    <a:ext cx="1181117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7634" name="Text Box 29">
                  <a:extLst>
                    <a:ext uri="{FF2B5EF4-FFF2-40B4-BE49-F238E27FC236}">
                      <a16:creationId xmlns:a16="http://schemas.microsoft.com/office/drawing/2014/main" id="{AEA25D98-7FC5-4A87-C16F-1AC4083AAD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8726" y="2502978"/>
                  <a:ext cx="569387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CP</a:t>
                  </a:r>
                </a:p>
              </p:txBody>
            </p:sp>
          </p:grpSp>
          <p:grpSp>
            <p:nvGrpSpPr>
              <p:cNvPr id="67601" name="组合 145">
                <a:extLst>
                  <a:ext uri="{FF2B5EF4-FFF2-40B4-BE49-F238E27FC236}">
                    <a16:creationId xmlns:a16="http://schemas.microsoft.com/office/drawing/2014/main" id="{76620750-A9C2-D624-9D57-063C1877BD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413" y="3689350"/>
                <a:ext cx="6858000" cy="520700"/>
                <a:chOff x="632935" y="3688925"/>
                <a:chExt cx="6858173" cy="520349"/>
              </a:xfrm>
            </p:grpSpPr>
            <p:grpSp>
              <p:nvGrpSpPr>
                <p:cNvPr id="67626" name="组合 96">
                  <a:extLst>
                    <a:ext uri="{FF2B5EF4-FFF2-40B4-BE49-F238E27FC236}">
                      <a16:creationId xmlns:a16="http://schemas.microsoft.com/office/drawing/2014/main" id="{6009F2BD-1F1B-A478-DE14-FC295D893D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37880" y="3688925"/>
                  <a:ext cx="6253228" cy="504056"/>
                  <a:chOff x="1649322" y="3933056"/>
                  <a:chExt cx="6253228" cy="504056"/>
                </a:xfrm>
              </p:grpSpPr>
              <p:cxnSp>
                <p:nvCxnSpPr>
                  <p:cNvPr id="78" name="直接连接符 77">
                    <a:extLst>
                      <a:ext uri="{FF2B5EF4-FFF2-40B4-BE49-F238E27FC236}">
                        <a16:creationId xmlns:a16="http://schemas.microsoft.com/office/drawing/2014/main" id="{76C9F1A1-E96C-34DF-7EA5-E98F03300ECD}"/>
                      </a:ext>
                    </a:extLst>
                  </p:cNvPr>
                  <p:cNvCxnSpPr/>
                  <p:nvPr/>
                </p:nvCxnSpPr>
                <p:spPr>
                  <a:xfrm>
                    <a:off x="1649229" y="4004446"/>
                    <a:ext cx="1230344" cy="793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接连接符 78">
                    <a:extLst>
                      <a:ext uri="{FF2B5EF4-FFF2-40B4-BE49-F238E27FC236}">
                        <a16:creationId xmlns:a16="http://schemas.microsoft.com/office/drawing/2014/main" id="{A58A2DF1-984E-47AE-3309-59188885BD5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885923" y="4004446"/>
                    <a:ext cx="0" cy="433095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接连接符 79">
                    <a:extLst>
                      <a:ext uri="{FF2B5EF4-FFF2-40B4-BE49-F238E27FC236}">
                        <a16:creationId xmlns:a16="http://schemas.microsoft.com/office/drawing/2014/main" id="{F16F5E14-8702-304A-E5EE-4EA3C3D5613B}"/>
                      </a:ext>
                    </a:extLst>
                  </p:cNvPr>
                  <p:cNvCxnSpPr/>
                  <p:nvPr/>
                </p:nvCxnSpPr>
                <p:spPr>
                  <a:xfrm>
                    <a:off x="2879573" y="4437541"/>
                    <a:ext cx="4416537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接连接符 81">
                    <a:extLst>
                      <a:ext uri="{FF2B5EF4-FFF2-40B4-BE49-F238E27FC236}">
                        <a16:creationId xmlns:a16="http://schemas.microsoft.com/office/drawing/2014/main" id="{ED132B50-4FEF-BC58-9A4B-29815B13E89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296110" y="3933056"/>
                    <a:ext cx="0" cy="504485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接连接符 82">
                    <a:extLst>
                      <a:ext uri="{FF2B5EF4-FFF2-40B4-BE49-F238E27FC236}">
                        <a16:creationId xmlns:a16="http://schemas.microsoft.com/office/drawing/2014/main" id="{9375B741-86FF-CEB9-3964-F5D941D4D390}"/>
                      </a:ext>
                    </a:extLst>
                  </p:cNvPr>
                  <p:cNvCxnSpPr/>
                  <p:nvPr/>
                </p:nvCxnSpPr>
                <p:spPr>
                  <a:xfrm>
                    <a:off x="7311985" y="3933056"/>
                    <a:ext cx="590565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7627" name="Text Box 29">
                  <a:extLst>
                    <a:ext uri="{FF2B5EF4-FFF2-40B4-BE49-F238E27FC236}">
                      <a16:creationId xmlns:a16="http://schemas.microsoft.com/office/drawing/2014/main" id="{0B4B9E47-A045-480C-F8BF-F36B11A393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2935" y="3747609"/>
                  <a:ext cx="548548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Q1</a:t>
                  </a:r>
                </a:p>
              </p:txBody>
            </p:sp>
          </p:grpSp>
          <p:grpSp>
            <p:nvGrpSpPr>
              <p:cNvPr id="67602" name="组合 146">
                <a:extLst>
                  <a:ext uri="{FF2B5EF4-FFF2-40B4-BE49-F238E27FC236}">
                    <a16:creationId xmlns:a16="http://schemas.microsoft.com/office/drawing/2014/main" id="{042E4D85-B96B-6711-5884-E4FF671A91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4038" y="4270375"/>
                <a:ext cx="6956425" cy="576263"/>
                <a:chOff x="553799" y="4271082"/>
                <a:chExt cx="6957260" cy="575484"/>
              </a:xfrm>
            </p:grpSpPr>
            <p:grpSp>
              <p:nvGrpSpPr>
                <p:cNvPr id="67619" name="组合 97">
                  <a:extLst>
                    <a:ext uri="{FF2B5EF4-FFF2-40B4-BE49-F238E27FC236}">
                      <a16:creationId xmlns:a16="http://schemas.microsoft.com/office/drawing/2014/main" id="{EEDA3C65-23FA-B255-EAAE-C21DC6B124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02347" y="4271082"/>
                  <a:ext cx="6408712" cy="504056"/>
                  <a:chOff x="1619672" y="4769022"/>
                  <a:chExt cx="6408712" cy="504056"/>
                </a:xfrm>
              </p:grpSpPr>
              <p:cxnSp>
                <p:nvCxnSpPr>
                  <p:cNvPr id="86" name="直接连接符 85">
                    <a:extLst>
                      <a:ext uri="{FF2B5EF4-FFF2-40B4-BE49-F238E27FC236}">
                        <a16:creationId xmlns:a16="http://schemas.microsoft.com/office/drawing/2014/main" id="{27F2778A-4C8B-747C-CEFF-735DDE826B42}"/>
                      </a:ext>
                    </a:extLst>
                  </p:cNvPr>
                  <p:cNvCxnSpPr/>
                  <p:nvPr/>
                </p:nvCxnSpPr>
                <p:spPr>
                  <a:xfrm>
                    <a:off x="1620465" y="4840363"/>
                    <a:ext cx="1732170" cy="792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直接连接符 86">
                    <a:extLst>
                      <a:ext uri="{FF2B5EF4-FFF2-40B4-BE49-F238E27FC236}">
                        <a16:creationId xmlns:a16="http://schemas.microsoft.com/office/drawing/2014/main" id="{7C241709-F742-0C11-14ED-212BD4DC04F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358986" y="4840363"/>
                    <a:ext cx="0" cy="43280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直接连接符 87">
                    <a:extLst>
                      <a:ext uri="{FF2B5EF4-FFF2-40B4-BE49-F238E27FC236}">
                        <a16:creationId xmlns:a16="http://schemas.microsoft.com/office/drawing/2014/main" id="{2B9330CF-8DB4-8232-0D59-BB346B980D5D}"/>
                      </a:ext>
                    </a:extLst>
                  </p:cNvPr>
                  <p:cNvCxnSpPr/>
                  <p:nvPr/>
                </p:nvCxnSpPr>
                <p:spPr>
                  <a:xfrm>
                    <a:off x="3354223" y="5273165"/>
                    <a:ext cx="4415367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直接连接符 88">
                    <a:extLst>
                      <a:ext uri="{FF2B5EF4-FFF2-40B4-BE49-F238E27FC236}">
                        <a16:creationId xmlns:a16="http://schemas.microsoft.com/office/drawing/2014/main" id="{CCACD7E4-5D85-74E1-DDE7-9F83B0FF8C2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769590" y="4769022"/>
                    <a:ext cx="0" cy="50414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直接连接符 89">
                    <a:extLst>
                      <a:ext uri="{FF2B5EF4-FFF2-40B4-BE49-F238E27FC236}">
                        <a16:creationId xmlns:a16="http://schemas.microsoft.com/office/drawing/2014/main" id="{567E0487-01E1-5F4C-B636-6813CB1CF547}"/>
                      </a:ext>
                    </a:extLst>
                  </p:cNvPr>
                  <p:cNvCxnSpPr/>
                  <p:nvPr/>
                </p:nvCxnSpPr>
                <p:spPr>
                  <a:xfrm>
                    <a:off x="7783880" y="4769022"/>
                    <a:ext cx="244504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7620" name="Text Box 29">
                  <a:extLst>
                    <a:ext uri="{FF2B5EF4-FFF2-40B4-BE49-F238E27FC236}">
                      <a16:creationId xmlns:a16="http://schemas.microsoft.com/office/drawing/2014/main" id="{84069CD5-C10E-CCEE-6F3E-5100A315E0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3799" y="4384901"/>
                  <a:ext cx="587020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D2</a:t>
                  </a:r>
                </a:p>
              </p:txBody>
            </p:sp>
          </p:grp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C37F806D-89B7-6454-308C-4DB70E78CA9D}"/>
                  </a:ext>
                </a:extLst>
              </p:cNvPr>
              <p:cNvCxnSpPr/>
              <p:nvPr/>
            </p:nvCxnSpPr>
            <p:spPr>
              <a:xfrm>
                <a:off x="1954213" y="2128838"/>
                <a:ext cx="0" cy="2867025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71A4EA8B-5683-0A1F-1F76-FA371994F419}"/>
                  </a:ext>
                </a:extLst>
              </p:cNvPr>
              <p:cNvCxnSpPr/>
              <p:nvPr/>
            </p:nvCxnSpPr>
            <p:spPr>
              <a:xfrm>
                <a:off x="2225675" y="2141538"/>
                <a:ext cx="0" cy="2778125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>
                <a:extLst>
                  <a:ext uri="{FF2B5EF4-FFF2-40B4-BE49-F238E27FC236}">
                    <a16:creationId xmlns:a16="http://schemas.microsoft.com/office/drawing/2014/main" id="{42292581-A2C5-30AB-005F-A22020943001}"/>
                  </a:ext>
                </a:extLst>
              </p:cNvPr>
              <p:cNvCxnSpPr/>
              <p:nvPr/>
            </p:nvCxnSpPr>
            <p:spPr>
              <a:xfrm>
                <a:off x="2493963" y="2128838"/>
                <a:ext cx="6350" cy="2808287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9A0979D5-F04D-F6CC-218D-43F62D0EF3C2}"/>
                  </a:ext>
                </a:extLst>
              </p:cNvPr>
              <p:cNvCxnSpPr/>
              <p:nvPr/>
            </p:nvCxnSpPr>
            <p:spPr>
              <a:xfrm>
                <a:off x="2835275" y="2127250"/>
                <a:ext cx="6350" cy="2792413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82C7C1A4-3A91-086D-679B-48015E83C74A}"/>
                  </a:ext>
                </a:extLst>
              </p:cNvPr>
              <p:cNvCxnSpPr/>
              <p:nvPr/>
            </p:nvCxnSpPr>
            <p:spPr>
              <a:xfrm>
                <a:off x="5487988" y="2147888"/>
                <a:ext cx="20637" cy="2914650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2A9500BE-3E14-6BB6-A6C9-3E5A0C878872}"/>
                  </a:ext>
                </a:extLst>
              </p:cNvPr>
              <p:cNvCxnSpPr/>
              <p:nvPr/>
            </p:nvCxnSpPr>
            <p:spPr>
              <a:xfrm flipH="1">
                <a:off x="6256338" y="2141538"/>
                <a:ext cx="33337" cy="2836862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>
                <a:extLst>
                  <a:ext uri="{FF2B5EF4-FFF2-40B4-BE49-F238E27FC236}">
                    <a16:creationId xmlns:a16="http://schemas.microsoft.com/office/drawing/2014/main" id="{FACAAE08-C909-7346-ABE0-FADC8967B4E6}"/>
                  </a:ext>
                </a:extLst>
              </p:cNvPr>
              <p:cNvCxnSpPr/>
              <p:nvPr/>
            </p:nvCxnSpPr>
            <p:spPr>
              <a:xfrm>
                <a:off x="1928813" y="3262313"/>
                <a:ext cx="328612" cy="0"/>
              </a:xfrm>
              <a:prstGeom prst="line">
                <a:avLst/>
              </a:prstGeom>
              <a:ln w="25400">
                <a:solidFill>
                  <a:srgbClr val="FFFF00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C3AF20F4-D0ED-B612-340B-61CE58E3CA3F}"/>
                  </a:ext>
                </a:extLst>
              </p:cNvPr>
              <p:cNvCxnSpPr/>
              <p:nvPr/>
            </p:nvCxnSpPr>
            <p:spPr>
              <a:xfrm>
                <a:off x="1939925" y="3983038"/>
                <a:ext cx="508000" cy="0"/>
              </a:xfrm>
              <a:prstGeom prst="line">
                <a:avLst/>
              </a:prstGeom>
              <a:ln w="25400">
                <a:solidFill>
                  <a:srgbClr val="FFFF00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>
                <a:extLst>
                  <a:ext uri="{FF2B5EF4-FFF2-40B4-BE49-F238E27FC236}">
                    <a16:creationId xmlns:a16="http://schemas.microsoft.com/office/drawing/2014/main" id="{2EE14276-8AC3-2E63-F68E-71FBA7A87C6C}"/>
                  </a:ext>
                </a:extLst>
              </p:cNvPr>
              <p:cNvCxnSpPr/>
              <p:nvPr/>
            </p:nvCxnSpPr>
            <p:spPr>
              <a:xfrm flipV="1">
                <a:off x="2447925" y="4633913"/>
                <a:ext cx="382588" cy="19050"/>
              </a:xfrm>
              <a:prstGeom prst="line">
                <a:avLst/>
              </a:prstGeom>
              <a:ln w="25400">
                <a:solidFill>
                  <a:srgbClr val="FFFF00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>
                <a:extLst>
                  <a:ext uri="{FF2B5EF4-FFF2-40B4-BE49-F238E27FC236}">
                    <a16:creationId xmlns:a16="http://schemas.microsoft.com/office/drawing/2014/main" id="{7A21E17D-B1F3-E352-AE17-ADB26CA2AB10}"/>
                  </a:ext>
                </a:extLst>
              </p:cNvPr>
              <p:cNvCxnSpPr/>
              <p:nvPr/>
            </p:nvCxnSpPr>
            <p:spPr>
              <a:xfrm>
                <a:off x="5487988" y="4978400"/>
                <a:ext cx="785812" cy="0"/>
              </a:xfrm>
              <a:prstGeom prst="line">
                <a:avLst/>
              </a:prstGeom>
              <a:ln w="25400">
                <a:solidFill>
                  <a:srgbClr val="FFFF00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7613" name="组合 140">
                <a:extLst>
                  <a:ext uri="{FF2B5EF4-FFF2-40B4-BE49-F238E27FC236}">
                    <a16:creationId xmlns:a16="http://schemas.microsoft.com/office/drawing/2014/main" id="{52C1B144-A679-5D72-8679-31163FE88B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8013" y="3360738"/>
                <a:ext cx="1485900" cy="2201862"/>
                <a:chOff x="608039" y="3360611"/>
                <a:chExt cx="1485401" cy="2202255"/>
              </a:xfrm>
            </p:grpSpPr>
            <p:sp>
              <p:nvSpPr>
                <p:cNvPr id="67617" name="Text Box 29">
                  <a:extLst>
                    <a:ext uri="{FF2B5EF4-FFF2-40B4-BE49-F238E27FC236}">
                      <a16:creationId xmlns:a16="http://schemas.microsoft.com/office/drawing/2014/main" id="{7D3B7848-554C-D2AC-77E9-D41C8D4D7E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039" y="4978091"/>
                  <a:ext cx="484428" cy="584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dirty="0" err="1">
                      <a:latin typeface="Georgia" panose="02040502050405020303" pitchFamily="18" charset="0"/>
                    </a:rPr>
                    <a:t>t</a:t>
                  </a:r>
                  <a:r>
                    <a:rPr lang="en-US" altLang="zh-CN" baseline="-10000" dirty="0" err="1">
                      <a:latin typeface="Georgia" panose="02040502050405020303" pitchFamily="18" charset="0"/>
                    </a:rPr>
                    <a:t>h</a:t>
                  </a:r>
                  <a:endParaRPr lang="en-US" altLang="zh-CN" baseline="-10000" dirty="0">
                    <a:latin typeface="Georgia" panose="02040502050405020303" pitchFamily="18" charset="0"/>
                  </a:endParaRPr>
                </a:p>
              </p:txBody>
            </p:sp>
            <p:cxnSp>
              <p:nvCxnSpPr>
                <p:cNvPr id="130" name="直接箭头连接符 129">
                  <a:extLst>
                    <a:ext uri="{FF2B5EF4-FFF2-40B4-BE49-F238E27FC236}">
                      <a16:creationId xmlns:a16="http://schemas.microsoft.com/office/drawing/2014/main" id="{A59777ED-30CD-B950-0EFC-66B3DBCD14DC}"/>
                    </a:ext>
                  </a:extLst>
                </p:cNvPr>
                <p:cNvCxnSpPr/>
                <p:nvPr/>
              </p:nvCxnSpPr>
              <p:spPr>
                <a:xfrm flipV="1">
                  <a:off x="1042868" y="3360611"/>
                  <a:ext cx="1050572" cy="1775142"/>
                </a:xfrm>
                <a:prstGeom prst="straightConnector1">
                  <a:avLst/>
                </a:prstGeom>
                <a:ln w="25400">
                  <a:solidFill>
                    <a:srgbClr val="FFFF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7614" name="组合 141">
                <a:extLst>
                  <a:ext uri="{FF2B5EF4-FFF2-40B4-BE49-F238E27FC236}">
                    <a16:creationId xmlns:a16="http://schemas.microsoft.com/office/drawing/2014/main" id="{D32A6D22-7D1B-AA12-4D4D-183B4B5A62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3325" y="4032250"/>
                <a:ext cx="1404938" cy="1506538"/>
                <a:chOff x="1203348" y="4031871"/>
                <a:chExt cx="1404552" cy="1507321"/>
              </a:xfrm>
            </p:grpSpPr>
            <p:sp>
              <p:nvSpPr>
                <p:cNvPr id="67615" name="Text Box 29">
                  <a:extLst>
                    <a:ext uri="{FF2B5EF4-FFF2-40B4-BE49-F238E27FC236}">
                      <a16:creationId xmlns:a16="http://schemas.microsoft.com/office/drawing/2014/main" id="{DEC21810-9B1C-D88E-C586-09D3D63A77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3348" y="4954417"/>
                  <a:ext cx="1404552" cy="584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Wingdings" panose="05000000000000000000" pitchFamily="2" charset="2"/>
                    <a:buNone/>
                  </a:pPr>
                  <a:r>
                    <a:rPr lang="en-US" altLang="zh-CN" dirty="0" err="1">
                      <a:latin typeface="Georgia" panose="02040502050405020303" pitchFamily="18" charset="0"/>
                    </a:rPr>
                    <a:t>t</a:t>
                  </a:r>
                  <a:r>
                    <a:rPr lang="en-US" altLang="zh-CN" baseline="-10000" dirty="0" err="1">
                      <a:latin typeface="Georgia" panose="02040502050405020303" pitchFamily="18" charset="0"/>
                    </a:rPr>
                    <a:t>pdcp</a:t>
                  </a:r>
                  <a:r>
                    <a:rPr lang="en-US" altLang="zh-CN" baseline="-10000" dirty="0">
                      <a:latin typeface="Georgia" panose="02040502050405020303" pitchFamily="18" charset="0"/>
                    </a:rPr>
                    <a:t>-&gt;Q</a:t>
                  </a:r>
                </a:p>
              </p:txBody>
            </p:sp>
            <p:cxnSp>
              <p:nvCxnSpPr>
                <p:cNvPr id="132" name="直接箭头连接符 131">
                  <a:extLst>
                    <a:ext uri="{FF2B5EF4-FFF2-40B4-BE49-F238E27FC236}">
                      <a16:creationId xmlns:a16="http://schemas.microsoft.com/office/drawing/2014/main" id="{F1A9EDDE-97C4-8CB7-512A-6CFAE380A35F}"/>
                    </a:ext>
                  </a:extLst>
                </p:cNvPr>
                <p:cNvCxnSpPr/>
                <p:nvPr/>
              </p:nvCxnSpPr>
              <p:spPr>
                <a:xfrm flipV="1">
                  <a:off x="1638203" y="4031871"/>
                  <a:ext cx="566582" cy="1080061"/>
                </a:xfrm>
                <a:prstGeom prst="straightConnector1">
                  <a:avLst/>
                </a:prstGeom>
                <a:ln w="25400">
                  <a:solidFill>
                    <a:srgbClr val="FFFF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7595" name="组合 142">
              <a:extLst>
                <a:ext uri="{FF2B5EF4-FFF2-40B4-BE49-F238E27FC236}">
                  <a16:creationId xmlns:a16="http://schemas.microsoft.com/office/drawing/2014/main" id="{31C5E996-B030-973B-C29B-FB66ECC8D3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7788" y="4767263"/>
              <a:ext cx="1598612" cy="863600"/>
              <a:chOff x="2617783" y="4768039"/>
              <a:chExt cx="1599123" cy="862918"/>
            </a:xfrm>
          </p:grpSpPr>
          <p:sp>
            <p:nvSpPr>
              <p:cNvPr id="67596" name="Text Box 29">
                <a:extLst>
                  <a:ext uri="{FF2B5EF4-FFF2-40B4-BE49-F238E27FC236}">
                    <a16:creationId xmlns:a16="http://schemas.microsoft.com/office/drawing/2014/main" id="{69A2E939-D046-189C-7551-D1B0EE8629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3499" y="5046182"/>
                <a:ext cx="843407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dirty="0" err="1">
                    <a:latin typeface="Georgia" panose="02040502050405020303" pitchFamily="18" charset="0"/>
                  </a:rPr>
                  <a:t>t</a:t>
                </a:r>
                <a:r>
                  <a:rPr lang="en-US" altLang="zh-CN" baseline="-10000" dirty="0" err="1">
                    <a:latin typeface="Georgia" panose="02040502050405020303" pitchFamily="18" charset="0"/>
                  </a:rPr>
                  <a:t>pdG</a:t>
                </a:r>
                <a:endParaRPr lang="en-US" altLang="zh-CN" baseline="-10000" dirty="0">
                  <a:latin typeface="Georgia" panose="02040502050405020303" pitchFamily="18" charset="0"/>
                </a:endParaRPr>
              </a:p>
            </p:txBody>
          </p:sp>
          <p:cxnSp>
            <p:nvCxnSpPr>
              <p:cNvPr id="135" name="直接箭头连接符 134">
                <a:extLst>
                  <a:ext uri="{FF2B5EF4-FFF2-40B4-BE49-F238E27FC236}">
                    <a16:creationId xmlns:a16="http://schemas.microsoft.com/office/drawing/2014/main" id="{7946B6C0-0065-9998-F159-37470A2D0B73}"/>
                  </a:ext>
                </a:extLst>
              </p:cNvPr>
              <p:cNvCxnSpPr/>
              <p:nvPr/>
            </p:nvCxnSpPr>
            <p:spPr>
              <a:xfrm flipH="1" flipV="1">
                <a:off x="2617783" y="4768039"/>
                <a:ext cx="816236" cy="461597"/>
              </a:xfrm>
              <a:prstGeom prst="straightConnector1">
                <a:avLst/>
              </a:prstGeom>
              <a:ln w="254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1" name="文本框 150">
            <a:extLst>
              <a:ext uri="{FF2B5EF4-FFF2-40B4-BE49-F238E27FC236}">
                <a16:creationId xmlns:a16="http://schemas.microsoft.com/office/drawing/2014/main" id="{E9F29632-0602-4148-38D8-F1348E004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8" y="5738813"/>
            <a:ext cx="158432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Georgia" panose="02040502050405020303" pitchFamily="18" charset="0"/>
              </a:rPr>
              <a:t>系統工作最快時鐘頻率</a:t>
            </a:r>
          </a:p>
        </p:txBody>
      </p:sp>
      <p:sp>
        <p:nvSpPr>
          <p:cNvPr id="67590" name="Text Box 29">
            <a:extLst>
              <a:ext uri="{FF2B5EF4-FFF2-40B4-BE49-F238E27FC236}">
                <a16:creationId xmlns:a16="http://schemas.microsoft.com/office/drawing/2014/main" id="{69AE6736-7831-461C-BD62-BCCE33649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913" y="369888"/>
            <a:ext cx="5873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D2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CBC6DB0-A771-2C96-5B49-42D0BE5A8B73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5651500"/>
            <a:ext cx="6392863" cy="876300"/>
            <a:chOff x="1331640" y="2342625"/>
            <a:chExt cx="6391547" cy="876650"/>
          </a:xfrm>
        </p:grpSpPr>
        <p:sp>
          <p:nvSpPr>
            <p:cNvPr id="67592" name="文本框 2">
              <a:extLst>
                <a:ext uri="{FF2B5EF4-FFF2-40B4-BE49-F238E27FC236}">
                  <a16:creationId xmlns:a16="http://schemas.microsoft.com/office/drawing/2014/main" id="{FB817959-07CC-B76C-0BF3-7CA63ADF9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2342625"/>
              <a:ext cx="6391547" cy="876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Georgia" panose="02040502050405020303" pitchFamily="18" charset="0"/>
                </a:rPr>
                <a:t>                                  1</a:t>
              </a: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 err="1">
                  <a:latin typeface="Georgia" panose="02040502050405020303" pitchFamily="18" charset="0"/>
                </a:rPr>
                <a:t>f</a:t>
              </a:r>
              <a:r>
                <a:rPr lang="en-US" altLang="zh-CN" sz="2800" baseline="-25000" dirty="0" err="1">
                  <a:latin typeface="Georgia" panose="02040502050405020303" pitchFamily="18" charset="0"/>
                </a:rPr>
                <a:t>cp</a:t>
              </a:r>
              <a:r>
                <a:rPr lang="en-US" altLang="zh-CN" sz="2800" baseline="-25000" dirty="0">
                  <a:latin typeface="Georgia" panose="02040502050405020303" pitchFamily="18" charset="0"/>
                </a:rPr>
                <a:t> max</a:t>
              </a:r>
              <a:r>
                <a:rPr lang="en-US" altLang="zh-CN" sz="2800" dirty="0">
                  <a:latin typeface="Georgia" panose="02040502050405020303" pitchFamily="18" charset="0"/>
                </a:rPr>
                <a:t>=  </a:t>
              </a: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Georgia" panose="02040502050405020303" pitchFamily="18" charset="0"/>
                </a:rPr>
                <a:t>                </a:t>
              </a:r>
              <a:r>
                <a:rPr lang="en-US" altLang="zh-CN" sz="2800" dirty="0" err="1">
                  <a:latin typeface="Georgia" panose="02040502050405020303" pitchFamily="18" charset="0"/>
                </a:rPr>
                <a:t>t</a:t>
              </a:r>
              <a:r>
                <a:rPr lang="en-US" altLang="zh-CN" sz="2800" baseline="-25000" dirty="0" err="1">
                  <a:latin typeface="Georgia" panose="02040502050405020303" pitchFamily="18" charset="0"/>
                </a:rPr>
                <a:t>su</a:t>
              </a:r>
              <a:r>
                <a:rPr lang="en-US" altLang="zh-CN" sz="2800" dirty="0">
                  <a:latin typeface="Georgia" panose="02040502050405020303" pitchFamily="18" charset="0"/>
                </a:rPr>
                <a:t> +max</a:t>
              </a:r>
              <a:r>
                <a:rPr lang="zh-CN" altLang="en-US" sz="2800" dirty="0">
                  <a:latin typeface="Georgia" panose="02040502050405020303" pitchFamily="18" charset="0"/>
                </a:rPr>
                <a:t>（</a:t>
              </a:r>
              <a:r>
                <a:rPr lang="en-US" altLang="zh-CN" sz="2800" dirty="0" err="1">
                  <a:latin typeface="Georgia" panose="02040502050405020303" pitchFamily="18" charset="0"/>
                </a:rPr>
                <a:t>t</a:t>
              </a:r>
              <a:r>
                <a:rPr lang="en-US" altLang="zh-CN" sz="2800" baseline="-25000" dirty="0" err="1">
                  <a:latin typeface="Georgia" panose="02040502050405020303" pitchFamily="18" charset="0"/>
                </a:rPr>
                <a:t>h</a:t>
              </a:r>
              <a:r>
                <a:rPr lang="zh-CN" altLang="en-US" sz="2800" dirty="0">
                  <a:latin typeface="Georgia" panose="02040502050405020303" pitchFamily="18" charset="0"/>
                </a:rPr>
                <a:t>，</a:t>
              </a:r>
              <a:r>
                <a:rPr lang="en-US" altLang="zh-CN" sz="2800" dirty="0" err="1">
                  <a:latin typeface="Georgia" panose="02040502050405020303" pitchFamily="18" charset="0"/>
                </a:rPr>
                <a:t>t</a:t>
              </a:r>
              <a:r>
                <a:rPr lang="en-US" altLang="zh-CN" sz="2800" baseline="-10000" dirty="0" err="1">
                  <a:latin typeface="Georgia" panose="02040502050405020303" pitchFamily="18" charset="0"/>
                </a:rPr>
                <a:t>pdcp</a:t>
              </a:r>
              <a:r>
                <a:rPr lang="en-US" altLang="zh-CN" sz="2800" baseline="-10000" dirty="0" err="1">
                  <a:latin typeface="Georgia" panose="02040502050405020303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800" baseline="-10000" dirty="0" err="1">
                  <a:latin typeface="Georgia" panose="02040502050405020303" pitchFamily="18" charset="0"/>
                </a:rPr>
                <a:t>Q</a:t>
              </a:r>
              <a:r>
                <a:rPr lang="en-US" altLang="zh-CN" sz="2800" dirty="0" err="1">
                  <a:latin typeface="Georgia" panose="02040502050405020303" pitchFamily="18" charset="0"/>
                </a:rPr>
                <a:t>+t</a:t>
              </a:r>
              <a:r>
                <a:rPr lang="en-US" altLang="zh-CN" sz="2800" baseline="-25000" dirty="0" err="1">
                  <a:latin typeface="Georgia" panose="02040502050405020303" pitchFamily="18" charset="0"/>
                </a:rPr>
                <a:t>pdG</a:t>
              </a:r>
              <a:r>
                <a:rPr lang="zh-CN" altLang="en-US" sz="2800" dirty="0">
                  <a:latin typeface="Georgia" panose="02040502050405020303" pitchFamily="18" charset="0"/>
                </a:rPr>
                <a:t>）</a:t>
              </a:r>
              <a:endParaRPr lang="zh-CN" altLang="en-US" sz="2800" baseline="-25000" dirty="0">
                <a:latin typeface="Georgia" panose="02040502050405020303" pitchFamily="18" charset="0"/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EFDFA889-1EDB-7629-A902-01DE76114E3D}"/>
                </a:ext>
              </a:extLst>
            </p:cNvPr>
            <p:cNvCxnSpPr>
              <a:cxnSpLocks/>
            </p:cNvCxnSpPr>
            <p:nvPr/>
          </p:nvCxnSpPr>
          <p:spPr>
            <a:xfrm>
              <a:off x="2628361" y="2738071"/>
              <a:ext cx="475040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1B909-D09C-541F-BB9C-46386355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小節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C2471D-0D22-D0D0-7FD4-38B271AC9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447800"/>
            <a:ext cx="8299450" cy="4648200"/>
          </a:xfrm>
        </p:spPr>
        <p:txBody>
          <a:bodyPr/>
          <a:lstStyle/>
          <a:p>
            <a:pPr marL="514350" indent="-514350">
              <a:spcBef>
                <a:spcPts val="2400"/>
              </a:spcBef>
              <a:buFont typeface="+mj-lt"/>
              <a:buAutoNum type="arabicPeriod"/>
              <a:defRPr/>
            </a:pPr>
            <a:r>
              <a:rPr lang="zh-CN" altLang="en-US" dirty="0"/>
              <a:t>熟練掌握：</a:t>
            </a:r>
            <a:r>
              <a:rPr lang="en-US" altLang="zh-CN" dirty="0"/>
              <a:t>RS</a:t>
            </a:r>
            <a:r>
              <a:rPr lang="zh-CN" altLang="en-US" dirty="0"/>
              <a:t>觸發器、電位型</a:t>
            </a:r>
            <a:r>
              <a:rPr lang="en-US" altLang="zh-CN" dirty="0"/>
              <a:t>D</a:t>
            </a:r>
            <a:r>
              <a:rPr lang="zh-CN" altLang="en-US" dirty="0"/>
              <a:t>觸發器、邊沿型</a:t>
            </a:r>
            <a:r>
              <a:rPr lang="en-US" altLang="zh-CN" dirty="0"/>
              <a:t>D</a:t>
            </a:r>
            <a:r>
              <a:rPr lang="zh-CN" altLang="en-US" dirty="0"/>
              <a:t>觸發器的基本原理。</a:t>
            </a:r>
            <a:endParaRPr lang="en-US" altLang="zh-CN" dirty="0"/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  <a:defRPr/>
            </a:pPr>
            <a:r>
              <a:rPr lang="zh-CN" altLang="en-US" dirty="0"/>
              <a:t>熟練掌握：正邊沿</a:t>
            </a:r>
            <a:r>
              <a:rPr lang="en-US" altLang="zh-CN" dirty="0"/>
              <a:t>D</a:t>
            </a:r>
            <a:r>
              <a:rPr lang="zh-CN" altLang="en-US" dirty="0"/>
              <a:t>觸發器的結構，資料建立時間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su</a:t>
            </a:r>
            <a:r>
              <a:rPr lang="zh-CN" altLang="en-US" dirty="0"/>
              <a:t>、</a:t>
            </a:r>
            <a:r>
              <a:rPr lang="en-US" altLang="zh-CN" dirty="0"/>
              <a:t>t</a:t>
            </a:r>
            <a:r>
              <a:rPr lang="en-US" altLang="zh-CN" baseline="-25000" dirty="0"/>
              <a:t>h</a:t>
            </a:r>
            <a:r>
              <a:rPr lang="zh-CN" altLang="en-US" baseline="-25000" dirty="0"/>
              <a:t>、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pd</a:t>
            </a:r>
            <a:r>
              <a:rPr lang="en-US" altLang="zh-CN" baseline="-25000" dirty="0"/>
              <a:t> </a:t>
            </a:r>
            <a:r>
              <a:rPr lang="en-US" altLang="zh-CN" baseline="-25000" dirty="0" err="1"/>
              <a:t>cp</a:t>
            </a:r>
            <a:r>
              <a:rPr lang="en-US" altLang="zh-CN" baseline="-25000" dirty="0" err="1">
                <a:sym typeface="Symbol" panose="05050102010706020507" pitchFamily="18" charset="2"/>
              </a:rPr>
              <a:t></a:t>
            </a:r>
            <a:r>
              <a:rPr lang="en-US" altLang="zh-CN" baseline="-25000" dirty="0" err="1"/>
              <a:t>Q</a:t>
            </a:r>
            <a:r>
              <a:rPr lang="zh-CN" altLang="en-US" dirty="0"/>
              <a:t>和時鐘的關係。</a:t>
            </a:r>
            <a:endParaRPr lang="en-US" altLang="zh-CN" dirty="0"/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  <a:defRPr/>
            </a:pPr>
            <a:r>
              <a:rPr lang="zh-CN" altLang="en-US" dirty="0"/>
              <a:t>熟練掌握：計算時鐘正負週期的計算方法和系統要求的最快時鐘頻率。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BF47EE-C084-788B-3F94-6D6A80F7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5A6634-F58B-42D0-A564-ADF619C90CE0}" type="slidenum">
              <a:rPr lang="en-US" altLang="zh-CN" smtClean="0"/>
              <a:pPr>
                <a:defRPr/>
              </a:pPr>
              <a:t>59</a:t>
            </a:fld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eaLnBrk="1" hangingPunct="1">
          <a:defRPr dirty="0">
            <a:latin typeface="Georgia" panose="02040502050405020303" pitchFamily="18" charset="0"/>
          </a:defRPr>
        </a:defPPr>
      </a:lstStyle>
    </a:sp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>
        <a:spAutoFit/>
      </a:bodyPr>
      <a:lstStyle>
        <a:defPPr eaLnBrk="1" hangingPunct="1">
          <a:spcBef>
            <a:spcPct val="0"/>
          </a:spcBef>
          <a:buClrTx/>
          <a:buFontTx/>
          <a:buNone/>
          <a:defRPr dirty="0" err="1" smtClean="0">
            <a:latin typeface="Georgia" panose="02040502050405020303" pitchFamily="18" charset="0"/>
          </a:defRPr>
        </a:defPPr>
      </a:lstStyle>
    </a:txDef>
  </a:objectDefaul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6391</TotalTime>
  <Words>5009</Words>
  <Application>Microsoft Office PowerPoint</Application>
  <PresentationFormat>Affichage à l'écran (4:3)</PresentationFormat>
  <Paragraphs>856</Paragraphs>
  <Slides>59</Slides>
  <Notes>11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59</vt:i4>
      </vt:variant>
    </vt:vector>
  </HeadingPairs>
  <TitlesOfParts>
    <vt:vector size="70" baseType="lpstr">
      <vt:lpstr>微软雅黑</vt:lpstr>
      <vt:lpstr>Arial</vt:lpstr>
      <vt:lpstr>Georgia</vt:lpstr>
      <vt:lpstr>Monotype Corsiva</vt:lpstr>
      <vt:lpstr>Symbol</vt:lpstr>
      <vt:lpstr>Tahoma</vt:lpstr>
      <vt:lpstr>Times New Roman</vt:lpstr>
      <vt:lpstr>Wingdings</vt:lpstr>
      <vt:lpstr>Shimmer</vt:lpstr>
      <vt:lpstr>公式</vt:lpstr>
      <vt:lpstr>位图图像</vt:lpstr>
      <vt:lpstr>Présentation PowerPoint</vt:lpstr>
      <vt:lpstr>第四章 同步時序電路</vt:lpstr>
      <vt:lpstr>時序邏輯電路與組合邏輯電路的區別</vt:lpstr>
      <vt:lpstr>組合邏輯電路如何增加記憶功能</vt:lpstr>
      <vt:lpstr>真正具備記憶功能的最簡單電路</vt:lpstr>
      <vt:lpstr>第四章 同步時序電路</vt:lpstr>
      <vt:lpstr> 觸發器</vt:lpstr>
      <vt:lpstr> 觸發器</vt:lpstr>
      <vt:lpstr>觸發器</vt:lpstr>
      <vt:lpstr>觸發器</vt:lpstr>
      <vt:lpstr> 觸發器</vt:lpstr>
      <vt:lpstr>觸發器</vt:lpstr>
      <vt:lpstr>觸發器</vt:lpstr>
      <vt:lpstr>實現方法一：74ls00</vt:lpstr>
      <vt:lpstr>實現方法二：74ls279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 觸發器</vt:lpstr>
      <vt:lpstr>觸發器</vt:lpstr>
      <vt:lpstr>觸發器</vt:lpstr>
      <vt:lpstr> 觸發器</vt:lpstr>
      <vt:lpstr>電位型D觸發器：74ls373</vt:lpstr>
      <vt:lpstr> 觸發器</vt:lpstr>
      <vt:lpstr>觸發器</vt:lpstr>
      <vt:lpstr>觸發器</vt:lpstr>
      <vt:lpstr> 觸發器</vt:lpstr>
      <vt:lpstr>觸發器</vt:lpstr>
      <vt:lpstr>觸發器</vt:lpstr>
      <vt:lpstr> 觸發器</vt:lpstr>
      <vt:lpstr>觸發器</vt:lpstr>
      <vt:lpstr>觸發器</vt:lpstr>
      <vt:lpstr>觸發器</vt:lpstr>
      <vt:lpstr>觸發器</vt:lpstr>
      <vt:lpstr>觸發器</vt:lpstr>
      <vt:lpstr>觸發器</vt:lpstr>
      <vt:lpstr> 觸發器</vt:lpstr>
      <vt:lpstr>觸發器</vt:lpstr>
      <vt:lpstr>邊沿型D觸發器：74ls74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Présentation PowerPoint</vt:lpstr>
      <vt:lpstr>Présentation PowerPoint</vt:lpstr>
      <vt:lpstr>觸發器</vt:lpstr>
      <vt:lpstr>Présentation PowerPoint</vt:lpstr>
      <vt:lpstr>Présentation PowerPoint</vt:lpstr>
      <vt:lpstr>小節</vt:lpstr>
    </vt:vector>
  </TitlesOfParts>
  <Company>cs-lab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据 选 择 器 </dc:title>
  <dc:creator>cs-lab23</dc:creator>
  <cp:lastModifiedBy>Terry C.</cp:lastModifiedBy>
  <cp:revision>340</cp:revision>
  <dcterms:created xsi:type="dcterms:W3CDTF">2002-01-04T07:22:46Z</dcterms:created>
  <dcterms:modified xsi:type="dcterms:W3CDTF">2025-04-07T16:36:29Z</dcterms:modified>
</cp:coreProperties>
</file>