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75"/>
  </p:notesMasterIdLst>
  <p:sldIdLst>
    <p:sldId id="975" r:id="rId2"/>
    <p:sldId id="963" r:id="rId3"/>
    <p:sldId id="927" r:id="rId4"/>
    <p:sldId id="970" r:id="rId5"/>
    <p:sldId id="972" r:id="rId6"/>
    <p:sldId id="974" r:id="rId7"/>
    <p:sldId id="928" r:id="rId8"/>
    <p:sldId id="938" r:id="rId9"/>
    <p:sldId id="976" r:id="rId10"/>
    <p:sldId id="939" r:id="rId11"/>
    <p:sldId id="940" r:id="rId12"/>
    <p:sldId id="941" r:id="rId13"/>
    <p:sldId id="942" r:id="rId14"/>
    <p:sldId id="943" r:id="rId15"/>
    <p:sldId id="944" r:id="rId16"/>
    <p:sldId id="936" r:id="rId17"/>
    <p:sldId id="945" r:id="rId18"/>
    <p:sldId id="946" r:id="rId19"/>
    <p:sldId id="897" r:id="rId20"/>
    <p:sldId id="947" r:id="rId21"/>
    <p:sldId id="948" r:id="rId22"/>
    <p:sldId id="949" r:id="rId23"/>
    <p:sldId id="950" r:id="rId24"/>
    <p:sldId id="951" r:id="rId25"/>
    <p:sldId id="952" r:id="rId26"/>
    <p:sldId id="904" r:id="rId27"/>
    <p:sldId id="880" r:id="rId28"/>
    <p:sldId id="953" r:id="rId29"/>
    <p:sldId id="954" r:id="rId30"/>
    <p:sldId id="955" r:id="rId31"/>
    <p:sldId id="956" r:id="rId32"/>
    <p:sldId id="957" r:id="rId33"/>
    <p:sldId id="958" r:id="rId34"/>
    <p:sldId id="959" r:id="rId35"/>
    <p:sldId id="917" r:id="rId36"/>
    <p:sldId id="918" r:id="rId37"/>
    <p:sldId id="923" r:id="rId38"/>
    <p:sldId id="924" r:id="rId39"/>
    <p:sldId id="925" r:id="rId40"/>
    <p:sldId id="926" r:id="rId41"/>
    <p:sldId id="964" r:id="rId42"/>
    <p:sldId id="966" r:id="rId43"/>
    <p:sldId id="968" r:id="rId44"/>
    <p:sldId id="967" r:id="rId45"/>
    <p:sldId id="969" r:id="rId46"/>
    <p:sldId id="965" r:id="rId47"/>
    <p:sldId id="881" r:id="rId48"/>
    <p:sldId id="882" r:id="rId49"/>
    <p:sldId id="920" r:id="rId50"/>
    <p:sldId id="883" r:id="rId51"/>
    <p:sldId id="884" r:id="rId52"/>
    <p:sldId id="885" r:id="rId53"/>
    <p:sldId id="886" r:id="rId54"/>
    <p:sldId id="887" r:id="rId55"/>
    <p:sldId id="888" r:id="rId56"/>
    <p:sldId id="889" r:id="rId57"/>
    <p:sldId id="890" r:id="rId58"/>
    <p:sldId id="891" r:id="rId59"/>
    <p:sldId id="898" r:id="rId60"/>
    <p:sldId id="899" r:id="rId61"/>
    <p:sldId id="900" r:id="rId62"/>
    <p:sldId id="901" r:id="rId63"/>
    <p:sldId id="902" r:id="rId64"/>
    <p:sldId id="905" r:id="rId65"/>
    <p:sldId id="903" r:id="rId66"/>
    <p:sldId id="906" r:id="rId67"/>
    <p:sldId id="896" r:id="rId68"/>
    <p:sldId id="892" r:id="rId69"/>
    <p:sldId id="893" r:id="rId70"/>
    <p:sldId id="894" r:id="rId71"/>
    <p:sldId id="895" r:id="rId72"/>
    <p:sldId id="908" r:id="rId73"/>
    <p:sldId id="961" r:id="rId7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o youjian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FF00"/>
    <a:srgbClr val="FF66FF"/>
    <a:srgbClr val="FF0000"/>
    <a:srgbClr val="FFFF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9" autoAdjust="0"/>
    <p:restoredTop sz="93982" autoAdjust="0"/>
  </p:normalViewPr>
  <p:slideViewPr>
    <p:cSldViewPr>
      <p:cViewPr varScale="1">
        <p:scale>
          <a:sx n="86" d="100"/>
          <a:sy n="86" d="100"/>
        </p:scale>
        <p:origin x="786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7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5.xml"/><Relationship Id="rId13" Type="http://schemas.openxmlformats.org/officeDocument/2006/relationships/slide" Target="slides/slide24.xml"/><Relationship Id="rId18" Type="http://schemas.openxmlformats.org/officeDocument/2006/relationships/slide" Target="slides/slide73.xml"/><Relationship Id="rId3" Type="http://schemas.openxmlformats.org/officeDocument/2006/relationships/slide" Target="slides/slide8.xml"/><Relationship Id="rId7" Type="http://schemas.openxmlformats.org/officeDocument/2006/relationships/slide" Target="slides/slide14.xml"/><Relationship Id="rId12" Type="http://schemas.openxmlformats.org/officeDocument/2006/relationships/slide" Target="slides/slide23.xml"/><Relationship Id="rId17" Type="http://schemas.openxmlformats.org/officeDocument/2006/relationships/slide" Target="slides/slide72.xml"/><Relationship Id="rId2" Type="http://schemas.openxmlformats.org/officeDocument/2006/relationships/slide" Target="slides/slide7.xml"/><Relationship Id="rId16" Type="http://schemas.openxmlformats.org/officeDocument/2006/relationships/slide" Target="slides/slide30.xml"/><Relationship Id="rId1" Type="http://schemas.openxmlformats.org/officeDocument/2006/relationships/slide" Target="slides/slide3.xml"/><Relationship Id="rId6" Type="http://schemas.openxmlformats.org/officeDocument/2006/relationships/slide" Target="slides/slide13.xml"/><Relationship Id="rId11" Type="http://schemas.openxmlformats.org/officeDocument/2006/relationships/slide" Target="slides/slide20.xml"/><Relationship Id="rId5" Type="http://schemas.openxmlformats.org/officeDocument/2006/relationships/slide" Target="slides/slide11.xml"/><Relationship Id="rId15" Type="http://schemas.openxmlformats.org/officeDocument/2006/relationships/slide" Target="slides/slide29.xml"/><Relationship Id="rId10" Type="http://schemas.openxmlformats.org/officeDocument/2006/relationships/slide" Target="slides/slide18.xml"/><Relationship Id="rId4" Type="http://schemas.openxmlformats.org/officeDocument/2006/relationships/slide" Target="slides/slide10.xml"/><Relationship Id="rId9" Type="http://schemas.openxmlformats.org/officeDocument/2006/relationships/slide" Target="slides/slide17.xml"/><Relationship Id="rId14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E2B8FF8D-4BE7-5790-488C-947F8C954EC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E948D3B3-8359-173C-24A3-EAE72FA5506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307709C7-3746-035E-1E96-A409CFF7105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4277" name="Rectangle 5">
            <a:extLst>
              <a:ext uri="{FF2B5EF4-FFF2-40B4-BE49-F238E27FC236}">
                <a16:creationId xmlns:a16="http://schemas.microsoft.com/office/drawing/2014/main" id="{25382478-C210-C53D-3637-6E9C4A7D8F5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4278" name="Rectangle 6">
            <a:extLst>
              <a:ext uri="{FF2B5EF4-FFF2-40B4-BE49-F238E27FC236}">
                <a16:creationId xmlns:a16="http://schemas.microsoft.com/office/drawing/2014/main" id="{62FD2371-B7FC-9693-24B0-1431F4AD02C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4279" name="Rectangle 7">
            <a:extLst>
              <a:ext uri="{FF2B5EF4-FFF2-40B4-BE49-F238E27FC236}">
                <a16:creationId xmlns:a16="http://schemas.microsoft.com/office/drawing/2014/main" id="{7C33172D-67D2-E9EC-FC9A-C8677EA344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78CD7E5-CA74-4722-95F0-11AC95BC6EC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78CD7E5-CA74-4722-95F0-11AC95BC6EC3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94031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幻灯片图像占位符 1">
            <a:extLst>
              <a:ext uri="{FF2B5EF4-FFF2-40B4-BE49-F238E27FC236}">
                <a16:creationId xmlns:a16="http://schemas.microsoft.com/office/drawing/2014/main" id="{A5823A53-4375-D810-E2D7-DE1005ACBC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备注占位符 2">
            <a:extLst>
              <a:ext uri="{FF2B5EF4-FFF2-40B4-BE49-F238E27FC236}">
                <a16:creationId xmlns:a16="http://schemas.microsoft.com/office/drawing/2014/main" id="{A34B3674-49DD-17A9-27B1-6ABF6F70A0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92" name="灯片编号占位符 3">
            <a:extLst>
              <a:ext uri="{FF2B5EF4-FFF2-40B4-BE49-F238E27FC236}">
                <a16:creationId xmlns:a16="http://schemas.microsoft.com/office/drawing/2014/main" id="{7692C634-F695-D7E8-E24C-194FE85B2E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87C58DB-9179-4A76-A997-E055693F9954}" type="slidenum">
              <a:rPr lang="en-US" altLang="zh-CN" sz="1200" smtClean="0">
                <a:latin typeface="Arial" panose="020B0604020202020204" pitchFamily="34" charset="0"/>
              </a:rPr>
              <a:pPr/>
              <a:t>13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幻灯片图像占位符 1">
            <a:extLst>
              <a:ext uri="{FF2B5EF4-FFF2-40B4-BE49-F238E27FC236}">
                <a16:creationId xmlns:a16="http://schemas.microsoft.com/office/drawing/2014/main" id="{34A8CF50-ADD7-BA09-B5B5-77516196A9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备注占位符 2">
            <a:extLst>
              <a:ext uri="{FF2B5EF4-FFF2-40B4-BE49-F238E27FC236}">
                <a16:creationId xmlns:a16="http://schemas.microsoft.com/office/drawing/2014/main" id="{F1FEE19F-49EA-14DE-8130-CA5BD55FBA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388" name="灯片编号占位符 3">
            <a:extLst>
              <a:ext uri="{FF2B5EF4-FFF2-40B4-BE49-F238E27FC236}">
                <a16:creationId xmlns:a16="http://schemas.microsoft.com/office/drawing/2014/main" id="{FE560D7B-F27F-23AD-6A12-38E757F644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604E421-E65C-4677-9D69-B4E067E27E34}" type="slidenum">
              <a:rPr lang="en-US" altLang="zh-CN" sz="1200" smtClean="0">
                <a:latin typeface="Arial" panose="020B0604020202020204" pitchFamily="34" charset="0"/>
              </a:rPr>
              <a:pPr/>
              <a:t>16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幻灯片图像占位符 1">
            <a:extLst>
              <a:ext uri="{FF2B5EF4-FFF2-40B4-BE49-F238E27FC236}">
                <a16:creationId xmlns:a16="http://schemas.microsoft.com/office/drawing/2014/main" id="{C196AA58-CD61-2AE3-E433-C750AAF073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备注占位符 2">
            <a:extLst>
              <a:ext uri="{FF2B5EF4-FFF2-40B4-BE49-F238E27FC236}">
                <a16:creationId xmlns:a16="http://schemas.microsoft.com/office/drawing/2014/main" id="{24BDD464-6807-30B6-53DA-0292FE439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4" name="灯片编号占位符 3">
            <a:extLst>
              <a:ext uri="{FF2B5EF4-FFF2-40B4-BE49-F238E27FC236}">
                <a16:creationId xmlns:a16="http://schemas.microsoft.com/office/drawing/2014/main" id="{518124AB-0E18-8ABC-EDA9-EF87CC4D2B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E9169D7-0006-42F9-8412-1D7939547017}" type="slidenum">
              <a:rPr lang="en-US" altLang="zh-CN" smtClean="0"/>
              <a:pPr>
                <a:spcBef>
                  <a:spcPct val="0"/>
                </a:spcBef>
              </a:pPr>
              <a:t>19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>
            <a:extLst>
              <a:ext uri="{FF2B5EF4-FFF2-40B4-BE49-F238E27FC236}">
                <a16:creationId xmlns:a16="http://schemas.microsoft.com/office/drawing/2014/main" id="{65F0C728-A096-9971-C447-1ED40FE3D0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备注占位符 2">
            <a:extLst>
              <a:ext uri="{FF2B5EF4-FFF2-40B4-BE49-F238E27FC236}">
                <a16:creationId xmlns:a16="http://schemas.microsoft.com/office/drawing/2014/main" id="{14AE8532-1955-A6C2-3364-1D236787B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4580" name="灯片编号占位符 3">
            <a:extLst>
              <a:ext uri="{FF2B5EF4-FFF2-40B4-BE49-F238E27FC236}">
                <a16:creationId xmlns:a16="http://schemas.microsoft.com/office/drawing/2014/main" id="{A0C309A8-398F-7BCD-2480-076DBAD6CC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6290C3E-44D2-4436-B0F7-4EFB8CFF9231}" type="slidenum">
              <a:rPr lang="en-US" altLang="zh-CN" smtClean="0"/>
              <a:pPr>
                <a:spcBef>
                  <a:spcPct val="0"/>
                </a:spcBef>
              </a:pPr>
              <a:t>22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344AFA2B-3D25-CAB7-5D79-68A150C882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3C4F4019-74DE-2F66-1F68-ABCFA20B29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BDA0E83F-4E49-0491-B712-257B3329D5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32FEFB0-6ACB-4BB2-9EC5-1223B321E7DB}" type="slidenum">
              <a:rPr lang="en-US" altLang="zh-CN" sz="1200" smtClean="0">
                <a:latin typeface="Arial" panose="020B0604020202020204" pitchFamily="34" charset="0"/>
              </a:rPr>
              <a:pPr/>
              <a:t>47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>
            <a:extLst>
              <a:ext uri="{FF2B5EF4-FFF2-40B4-BE49-F238E27FC236}">
                <a16:creationId xmlns:a16="http://schemas.microsoft.com/office/drawing/2014/main" id="{A1C9DB9C-AB54-38F9-79E5-B3F5C3EA8B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备注占位符 2">
            <a:extLst>
              <a:ext uri="{FF2B5EF4-FFF2-40B4-BE49-F238E27FC236}">
                <a16:creationId xmlns:a16="http://schemas.microsoft.com/office/drawing/2014/main" id="{CF90E432-38C0-3E89-B292-214A98E9AF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0" name="灯片编号占位符 3">
            <a:extLst>
              <a:ext uri="{FF2B5EF4-FFF2-40B4-BE49-F238E27FC236}">
                <a16:creationId xmlns:a16="http://schemas.microsoft.com/office/drawing/2014/main" id="{7B4D3C08-14E3-643D-BF72-0B921DCCE5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7BBDB42-214F-4B41-8CED-1CE4A35EB074}" type="slidenum">
              <a:rPr lang="en-US" altLang="zh-CN" sz="1200" smtClean="0">
                <a:latin typeface="Arial" panose="020B0604020202020204" pitchFamily="34" charset="0"/>
              </a:rPr>
              <a:pPr/>
              <a:t>51</a:t>
            </a:fld>
            <a:endParaRPr lang="en-US" altLang="zh-CN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937CD8D1-0C62-6C87-D651-0F57762D74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A944AB6-983E-449E-809D-A726BAC349EF}" type="slidenum">
              <a:rPr lang="en-US" altLang="zh-CN" sz="1200" smtClean="0">
                <a:latin typeface="Arial" panose="020B0604020202020204" pitchFamily="34" charset="0"/>
              </a:rPr>
              <a:pPr/>
              <a:t>72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9F72FC9C-0771-947F-C72E-AF72158FA3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7D06238D-58A8-8709-4339-3532EE6433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4854D0F-8ADC-F27D-A3A0-B103776EA49A}"/>
              </a:ext>
            </a:extLst>
          </p:cNvPr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AFF01D7A-9466-7CAC-7AE1-55D0D11EE5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161"/>
              <a:ext cx="5758" cy="3159"/>
              <a:chOff x="0" y="1161"/>
              <a:chExt cx="5758" cy="3159"/>
            </a:xfrm>
          </p:grpSpPr>
          <p:sp>
            <p:nvSpPr>
              <p:cNvPr id="14" name="Freeform 4">
                <a:extLst>
                  <a:ext uri="{FF2B5EF4-FFF2-40B4-BE49-F238E27FC236}">
                    <a16:creationId xmlns:a16="http://schemas.microsoft.com/office/drawing/2014/main" id="{1591564D-69FB-9281-D6AF-B3034A361170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558" y="1161"/>
                <a:ext cx="5200" cy="3159"/>
              </a:xfrm>
              <a:custGeom>
                <a:avLst/>
                <a:gdLst>
                  <a:gd name="T0" fmla="*/ 0 w 5184"/>
                  <a:gd name="T1" fmla="*/ 3159 h 3159"/>
                  <a:gd name="T2" fmla="*/ 5989 w 5184"/>
                  <a:gd name="T3" fmla="*/ 3159 h 3159"/>
                  <a:gd name="T4" fmla="*/ 5989 w 5184"/>
                  <a:gd name="T5" fmla="*/ 0 h 3159"/>
                  <a:gd name="T6" fmla="*/ 0 w 5184"/>
                  <a:gd name="T7" fmla="*/ 0 h 3159"/>
                  <a:gd name="T8" fmla="*/ 0 w 5184"/>
                  <a:gd name="T9" fmla="*/ 3159 h 3159"/>
                  <a:gd name="T10" fmla="*/ 0 w 5184"/>
                  <a:gd name="T11" fmla="*/ 3159 h 31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184" h="3159">
                    <a:moveTo>
                      <a:pt x="0" y="3159"/>
                    </a:moveTo>
                    <a:lnTo>
                      <a:pt x="5184" y="3159"/>
                    </a:lnTo>
                    <a:lnTo>
                      <a:pt x="5184" y="0"/>
                    </a:lnTo>
                    <a:lnTo>
                      <a:pt x="0" y="0"/>
                    </a:lnTo>
                    <a:lnTo>
                      <a:pt x="0" y="3159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Freeform 5">
                <a:extLst>
                  <a:ext uri="{FF2B5EF4-FFF2-40B4-BE49-F238E27FC236}">
                    <a16:creationId xmlns:a16="http://schemas.microsoft.com/office/drawing/2014/main" id="{972AA974-A7A4-B4D7-F756-72638B29B1EB}"/>
                  </a:ext>
                </a:extLst>
              </p:cNvPr>
              <p:cNvSpPr>
                <a:spLocks/>
              </p:cNvSpPr>
              <p:nvPr/>
            </p:nvSpPr>
            <p:spPr bwMode="hidden">
              <a:xfrm>
                <a:off x="0" y="1161"/>
                <a:ext cx="558" cy="3159"/>
              </a:xfrm>
              <a:custGeom>
                <a:avLst/>
                <a:gdLst>
                  <a:gd name="T0" fmla="*/ 0 w 556"/>
                  <a:gd name="T1" fmla="*/ 0 h 3159"/>
                  <a:gd name="T2" fmla="*/ 0 w 556"/>
                  <a:gd name="T3" fmla="*/ 3159 h 3159"/>
                  <a:gd name="T4" fmla="*/ 650 w 556"/>
                  <a:gd name="T5" fmla="*/ 3159 h 3159"/>
                  <a:gd name="T6" fmla="*/ 650 w 556"/>
                  <a:gd name="T7" fmla="*/ 0 h 3159"/>
                  <a:gd name="T8" fmla="*/ 0 w 556"/>
                  <a:gd name="T9" fmla="*/ 0 h 3159"/>
                  <a:gd name="T10" fmla="*/ 0 w 556"/>
                  <a:gd name="T11" fmla="*/ 0 h 31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56" h="3159">
                    <a:moveTo>
                      <a:pt x="0" y="0"/>
                    </a:moveTo>
                    <a:lnTo>
                      <a:pt x="0" y="3159"/>
                    </a:lnTo>
                    <a:lnTo>
                      <a:pt x="556" y="3159"/>
                    </a:lnTo>
                    <a:lnTo>
                      <a:pt x="556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5409E188-183E-FD3A-7E8F-473F68ADD85C}"/>
                </a:ext>
              </a:extLst>
            </p:cNvPr>
            <p:cNvSpPr>
              <a:spLocks/>
            </p:cNvSpPr>
            <p:nvPr/>
          </p:nvSpPr>
          <p:spPr bwMode="ltGray">
            <a:xfrm>
              <a:off x="552" y="951"/>
              <a:ext cx="12" cy="420"/>
            </a:xfrm>
            <a:custGeom>
              <a:avLst/>
              <a:gdLst>
                <a:gd name="T0" fmla="*/ 0 w 12"/>
                <a:gd name="T1" fmla="*/ 0 h 420"/>
                <a:gd name="T2" fmla="*/ 0 w 12"/>
                <a:gd name="T3" fmla="*/ 420 h 420"/>
                <a:gd name="T4" fmla="*/ 12 w 12"/>
                <a:gd name="T5" fmla="*/ 420 h 420"/>
                <a:gd name="T6" fmla="*/ 12 w 12"/>
                <a:gd name="T7" fmla="*/ 0 h 420"/>
                <a:gd name="T8" fmla="*/ 0 w 12"/>
                <a:gd name="T9" fmla="*/ 0 h 420"/>
                <a:gd name="T10" fmla="*/ 0 w 12"/>
                <a:gd name="T11" fmla="*/ 0 h 4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" h="420">
                  <a:moveTo>
                    <a:pt x="0" y="0"/>
                  </a:moveTo>
                  <a:lnTo>
                    <a:pt x="0" y="420"/>
                  </a:lnTo>
                  <a:lnTo>
                    <a:pt x="12" y="42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hlink"/>
                </a:gs>
                <a:gs pos="100000">
                  <a:schemeClr val="accent2"/>
                </a:gs>
              </a:gsLst>
              <a:lin ang="5400000" scaled="1"/>
            </a:gradFill>
            <a:ln>
              <a:noFill/>
            </a:ln>
          </p:spPr>
          <p:txBody>
            <a:bodyPr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11A10E52-D0AB-CEA3-2FA5-40F975465EDB}"/>
                </a:ext>
              </a:extLst>
            </p:cNvPr>
            <p:cNvSpPr>
              <a:spLocks/>
            </p:cNvSpPr>
            <p:nvPr/>
          </p:nvSpPr>
          <p:spPr bwMode="ltGray">
            <a:xfrm>
              <a:off x="767" y="1155"/>
              <a:ext cx="252" cy="12"/>
            </a:xfrm>
            <a:custGeom>
              <a:avLst/>
              <a:gdLst>
                <a:gd name="T0" fmla="*/ 298 w 251"/>
                <a:gd name="T1" fmla="*/ 0 h 12"/>
                <a:gd name="T2" fmla="*/ 0 w 251"/>
                <a:gd name="T3" fmla="*/ 0 h 12"/>
                <a:gd name="T4" fmla="*/ 0 w 251"/>
                <a:gd name="T5" fmla="*/ 12 h 12"/>
                <a:gd name="T6" fmla="*/ 298 w 251"/>
                <a:gd name="T7" fmla="*/ 12 h 12"/>
                <a:gd name="T8" fmla="*/ 298 w 251"/>
                <a:gd name="T9" fmla="*/ 0 h 12"/>
                <a:gd name="T10" fmla="*/ 298 w 251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" h="12">
                  <a:moveTo>
                    <a:pt x="251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66A7BEBD-7FB6-EF44-D1FF-E360A93B4B5A}"/>
                </a:ext>
              </a:extLst>
            </p:cNvPr>
            <p:cNvSpPr>
              <a:spLocks/>
            </p:cNvSpPr>
            <p:nvPr/>
          </p:nvSpPr>
          <p:spPr bwMode="ltGray">
            <a:xfrm>
              <a:off x="0" y="1155"/>
              <a:ext cx="351" cy="12"/>
            </a:xfrm>
            <a:custGeom>
              <a:avLst/>
              <a:gdLst>
                <a:gd name="T0" fmla="*/ 0 w 251"/>
                <a:gd name="T1" fmla="*/ 0 h 12"/>
                <a:gd name="T2" fmla="*/ 0 w 251"/>
                <a:gd name="T3" fmla="*/ 12 h 12"/>
                <a:gd name="T4" fmla="*/ 1757692286 w 251"/>
                <a:gd name="T5" fmla="*/ 12 h 12"/>
                <a:gd name="T6" fmla="*/ 1757692286 w 251"/>
                <a:gd name="T7" fmla="*/ 0 h 12"/>
                <a:gd name="T8" fmla="*/ 0 w 251"/>
                <a:gd name="T9" fmla="*/ 0 h 12"/>
                <a:gd name="T10" fmla="*/ 0 w 251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" h="12">
                  <a:moveTo>
                    <a:pt x="0" y="0"/>
                  </a:move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" name="Group 9">
              <a:extLst>
                <a:ext uri="{FF2B5EF4-FFF2-40B4-BE49-F238E27FC236}">
                  <a16:creationId xmlns:a16="http://schemas.microsoft.com/office/drawing/2014/main" id="{609F641F-8931-9406-4A1C-0CA022D6FA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8" y="4"/>
              <a:ext cx="5410" cy="4316"/>
              <a:chOff x="348" y="4"/>
              <a:chExt cx="5410" cy="4316"/>
            </a:xfrm>
          </p:grpSpPr>
          <p:sp>
            <p:nvSpPr>
              <p:cNvPr id="8" name="Freeform 10">
                <a:extLst>
                  <a:ext uri="{FF2B5EF4-FFF2-40B4-BE49-F238E27FC236}">
                    <a16:creationId xmlns:a16="http://schemas.microsoft.com/office/drawing/2014/main" id="{E6BA31FF-0F95-626A-7767-8B800195D391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Freeform 11">
                <a:extLst>
                  <a:ext uri="{FF2B5EF4-FFF2-40B4-BE49-F238E27FC236}">
                    <a16:creationId xmlns:a16="http://schemas.microsoft.com/office/drawing/2014/main" id="{23E8964E-934F-8860-7FD8-2DCD8E322BEB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Freeform 12">
                <a:extLst>
                  <a:ext uri="{FF2B5EF4-FFF2-40B4-BE49-F238E27FC236}">
                    <a16:creationId xmlns:a16="http://schemas.microsoft.com/office/drawing/2014/main" id="{6415B6B1-B4A6-383E-33C8-36672FD7D962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5481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5481 w 4724"/>
                  <a:gd name="T7" fmla="*/ 12 h 12"/>
                  <a:gd name="T8" fmla="*/ 5481 w 4724"/>
                  <a:gd name="T9" fmla="*/ 0 h 12"/>
                  <a:gd name="T10" fmla="*/ 5481 w 472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Freeform 13">
                <a:extLst>
                  <a:ext uri="{FF2B5EF4-FFF2-40B4-BE49-F238E27FC236}">
                    <a16:creationId xmlns:a16="http://schemas.microsoft.com/office/drawing/2014/main" id="{7FA65C6E-F1EB-DC40-BE7F-357EA07FFFC5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Freeform 14">
                <a:extLst>
                  <a:ext uri="{FF2B5EF4-FFF2-40B4-BE49-F238E27FC236}">
                    <a16:creationId xmlns:a16="http://schemas.microsoft.com/office/drawing/2014/main" id="{7B0ADA67-480C-3247-B686-E065EF4ECDF4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Freeform 15">
                <a:extLst>
                  <a:ext uri="{FF2B5EF4-FFF2-40B4-BE49-F238E27FC236}">
                    <a16:creationId xmlns:a16="http://schemas.microsoft.com/office/drawing/2014/main" id="{F15C79CB-C77E-17D3-F101-D86844D983C2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</p:grpSp>
      </p:grpSp>
      <p:sp>
        <p:nvSpPr>
          <p:cNvPr id="9232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066800" y="1997075"/>
            <a:ext cx="7086600" cy="1431925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9233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66800" y="3886200"/>
            <a:ext cx="6400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B4366649-D5BE-C152-7238-10557943AA1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753BE8DD-B411-4BA5-C779-E502D02D88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Rectangle 20">
            <a:extLst>
              <a:ext uri="{FF2B5EF4-FFF2-40B4-BE49-F238E27FC236}">
                <a16:creationId xmlns:a16="http://schemas.microsoft.com/office/drawing/2014/main" id="{C0446AA3-BE8B-6C34-7F3C-A70E3D83EB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666324-62C2-486B-945F-CE38AD2BF88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9483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EC7A9310-7F7B-0260-B9F5-979C5BEACA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D750DFE1-1223-5663-F6D9-669972721C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1FF6092E-D8EE-366F-8CC7-8915C6D2ED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E1AF02-7B09-44E2-84F9-43B0AAE7271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8045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7ABAADAE-47CC-1224-0742-25358A7BC4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5C9E9372-61A7-7315-9592-6A702A4054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7E4EF219-5394-AFC4-04C5-A789176A04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4E8B2B-1C12-4201-95BC-F074C274A31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803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862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447800"/>
            <a:ext cx="38862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91F2F1C8-7EC6-5426-279E-8CD0C99FF0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8FB36545-0962-2932-811B-6A8B46F687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0CB85EF1-4E2A-BB82-3CFE-138355D9B6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BC017D-E229-4309-8548-A14E283C40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8046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7">
            <a:extLst>
              <a:ext uri="{FF2B5EF4-FFF2-40B4-BE49-F238E27FC236}">
                <a16:creationId xmlns:a16="http://schemas.microsoft.com/office/drawing/2014/main" id="{52AE64BF-6713-9A55-81AF-BFEF55AA13B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2C10329D-43F8-1D93-D0E8-9D77017E21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9">
            <a:extLst>
              <a:ext uri="{FF2B5EF4-FFF2-40B4-BE49-F238E27FC236}">
                <a16:creationId xmlns:a16="http://schemas.microsoft.com/office/drawing/2014/main" id="{DF0407DE-C6C5-0674-777E-89FBD605AE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D720A7-4A44-44B3-A20A-B937592DA29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2398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7">
            <a:extLst>
              <a:ext uri="{FF2B5EF4-FFF2-40B4-BE49-F238E27FC236}">
                <a16:creationId xmlns:a16="http://schemas.microsoft.com/office/drawing/2014/main" id="{4AD24F1A-FD73-4764-439F-B9DF811443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8">
            <a:extLst>
              <a:ext uri="{FF2B5EF4-FFF2-40B4-BE49-F238E27FC236}">
                <a16:creationId xmlns:a16="http://schemas.microsoft.com/office/drawing/2014/main" id="{9326EC34-C68B-1B8D-F774-02C26A1D5C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A7F8BF3F-094D-7914-D517-7A123A1786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14D6CC-45E0-4CE3-927A-8DCA4AF00E5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0658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>
            <a:extLst>
              <a:ext uri="{FF2B5EF4-FFF2-40B4-BE49-F238E27FC236}">
                <a16:creationId xmlns:a16="http://schemas.microsoft.com/office/drawing/2014/main" id="{676BAF91-9481-2A64-84D2-5C357C678A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8">
            <a:extLst>
              <a:ext uri="{FF2B5EF4-FFF2-40B4-BE49-F238E27FC236}">
                <a16:creationId xmlns:a16="http://schemas.microsoft.com/office/drawing/2014/main" id="{09CFBB58-D956-838D-29D0-A8204E4801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69B240ED-AFD6-8373-6394-EC1EA868A7B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A1E860-7840-436B-AD33-0E71A2533ED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4667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0FCC30A9-EC4A-AC79-A2C2-883F472DFA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A03FBACD-F89B-2EC4-9452-2CF08317FF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568E8854-8CCA-02F5-7F31-5F913628DA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7A4E1F-A647-49F7-B071-B2D66D33F91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7182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7">
            <a:extLst>
              <a:ext uri="{FF2B5EF4-FFF2-40B4-BE49-F238E27FC236}">
                <a16:creationId xmlns:a16="http://schemas.microsoft.com/office/drawing/2014/main" id="{00E232C7-7EB6-9FEA-CEF2-EF567F42EE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C63798C3-78E7-4120-91FE-51D1D82A03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B0134DCE-FDCD-45A2-8F32-41702C60FF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689CF2-2D2E-4234-A543-F00DA1672C8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99141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2474334C-9A68-F0AE-D3CD-EE7F9CE00E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A71B8AB5-3BA7-F971-3EE0-3134780A50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272D9262-47D9-62CC-BD5A-89C15F9823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079DFD-5E30-45DE-AE48-70734E5F4A1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9751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43700" y="304800"/>
            <a:ext cx="2095500" cy="5791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134100" cy="5791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7">
            <a:extLst>
              <a:ext uri="{FF2B5EF4-FFF2-40B4-BE49-F238E27FC236}">
                <a16:creationId xmlns:a16="http://schemas.microsoft.com/office/drawing/2014/main" id="{9CDF59A5-CAFA-03F2-B1BA-14FE2349B5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8">
            <a:extLst>
              <a:ext uri="{FF2B5EF4-FFF2-40B4-BE49-F238E27FC236}">
                <a16:creationId xmlns:a16="http://schemas.microsoft.com/office/drawing/2014/main" id="{F84E8424-1354-51AB-F592-2D44DE28063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59CAED96-A0E7-ACCC-D204-466ED8C1ED2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2BA231-51BD-4AC4-8E01-AB72FB2692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2299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4A3420B9-0951-9248-73F8-6A0DCC745DC6}"/>
              </a:ext>
            </a:extLst>
          </p:cNvPr>
          <p:cNvGrpSpPr>
            <a:grpSpLocks/>
          </p:cNvGrpSpPr>
          <p:nvPr/>
        </p:nvGrpSpPr>
        <p:grpSpPr bwMode="auto">
          <a:xfrm>
            <a:off x="0" y="6350"/>
            <a:ext cx="9140825" cy="6851650"/>
            <a:chOff x="0" y="4"/>
            <a:chExt cx="5758" cy="4316"/>
          </a:xfrm>
        </p:grpSpPr>
        <p:sp>
          <p:nvSpPr>
            <p:cNvPr id="1032" name="Freeform 3">
              <a:extLst>
                <a:ext uri="{FF2B5EF4-FFF2-40B4-BE49-F238E27FC236}">
                  <a16:creationId xmlns:a16="http://schemas.microsoft.com/office/drawing/2014/main" id="{262B48E9-375E-0383-9893-CF76C8D379C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558" y="1161"/>
              <a:ext cx="5200" cy="3159"/>
            </a:xfrm>
            <a:custGeom>
              <a:avLst/>
              <a:gdLst>
                <a:gd name="T0" fmla="*/ 0 w 5184"/>
                <a:gd name="T1" fmla="*/ 3159 h 3159"/>
                <a:gd name="T2" fmla="*/ 5989 w 5184"/>
                <a:gd name="T3" fmla="*/ 3159 h 3159"/>
                <a:gd name="T4" fmla="*/ 5989 w 5184"/>
                <a:gd name="T5" fmla="*/ 0 h 3159"/>
                <a:gd name="T6" fmla="*/ 0 w 5184"/>
                <a:gd name="T7" fmla="*/ 0 h 3159"/>
                <a:gd name="T8" fmla="*/ 0 w 5184"/>
                <a:gd name="T9" fmla="*/ 3159 h 3159"/>
                <a:gd name="T10" fmla="*/ 0 w 5184"/>
                <a:gd name="T11" fmla="*/ 3159 h 3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184" h="3159">
                  <a:moveTo>
                    <a:pt x="0" y="3159"/>
                  </a:moveTo>
                  <a:lnTo>
                    <a:pt x="5184" y="3159"/>
                  </a:lnTo>
                  <a:lnTo>
                    <a:pt x="5184" y="0"/>
                  </a:lnTo>
                  <a:lnTo>
                    <a:pt x="0" y="0"/>
                  </a:lnTo>
                  <a:lnTo>
                    <a:pt x="0" y="315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" name="Freeform 4">
              <a:extLst>
                <a:ext uri="{FF2B5EF4-FFF2-40B4-BE49-F238E27FC236}">
                  <a16:creationId xmlns:a16="http://schemas.microsoft.com/office/drawing/2014/main" id="{E19AA8D9-179D-1848-ACA5-CCB635F2CE3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0" y="1161"/>
              <a:ext cx="558" cy="3159"/>
            </a:xfrm>
            <a:custGeom>
              <a:avLst/>
              <a:gdLst>
                <a:gd name="T0" fmla="*/ 0 w 556"/>
                <a:gd name="T1" fmla="*/ 0 h 3159"/>
                <a:gd name="T2" fmla="*/ 0 w 556"/>
                <a:gd name="T3" fmla="*/ 3159 h 3159"/>
                <a:gd name="T4" fmla="*/ 650 w 556"/>
                <a:gd name="T5" fmla="*/ 3159 h 3159"/>
                <a:gd name="T6" fmla="*/ 650 w 556"/>
                <a:gd name="T7" fmla="*/ 0 h 3159"/>
                <a:gd name="T8" fmla="*/ 0 w 556"/>
                <a:gd name="T9" fmla="*/ 0 h 3159"/>
                <a:gd name="T10" fmla="*/ 0 w 556"/>
                <a:gd name="T11" fmla="*/ 0 h 3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6" h="3159">
                  <a:moveTo>
                    <a:pt x="0" y="0"/>
                  </a:moveTo>
                  <a:lnTo>
                    <a:pt x="0" y="3159"/>
                  </a:lnTo>
                  <a:lnTo>
                    <a:pt x="556" y="3159"/>
                  </a:lnTo>
                  <a:lnTo>
                    <a:pt x="55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034" name="Group 5">
              <a:extLst>
                <a:ext uri="{FF2B5EF4-FFF2-40B4-BE49-F238E27FC236}">
                  <a16:creationId xmlns:a16="http://schemas.microsoft.com/office/drawing/2014/main" id="{B60BD948-CEB7-86AE-7D8E-A1B3363531F6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4"/>
              <a:ext cx="5758" cy="4316"/>
              <a:chOff x="0" y="4"/>
              <a:chExt cx="5758" cy="4316"/>
            </a:xfrm>
          </p:grpSpPr>
          <p:sp>
            <p:nvSpPr>
              <p:cNvPr id="1035" name="Freeform 6">
                <a:extLst>
                  <a:ext uri="{FF2B5EF4-FFF2-40B4-BE49-F238E27FC236}">
                    <a16:creationId xmlns:a16="http://schemas.microsoft.com/office/drawing/2014/main" id="{D66C830C-FED7-83DC-DD0B-2045616565B8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6" name="Freeform 7">
                <a:extLst>
                  <a:ext uri="{FF2B5EF4-FFF2-40B4-BE49-F238E27FC236}">
                    <a16:creationId xmlns:a16="http://schemas.microsoft.com/office/drawing/2014/main" id="{47C1E9E7-F64A-DF3F-1D66-FC69CCA2A19D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7" name="Freeform 8">
                <a:extLst>
                  <a:ext uri="{FF2B5EF4-FFF2-40B4-BE49-F238E27FC236}">
                    <a16:creationId xmlns:a16="http://schemas.microsoft.com/office/drawing/2014/main" id="{715417B9-C85A-EE9B-C437-C4C391737E94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5481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5481 w 4724"/>
                  <a:gd name="T7" fmla="*/ 12 h 12"/>
                  <a:gd name="T8" fmla="*/ 5481 w 4724"/>
                  <a:gd name="T9" fmla="*/ 0 h 12"/>
                  <a:gd name="T10" fmla="*/ 5481 w 472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8" name="Freeform 9">
                <a:extLst>
                  <a:ext uri="{FF2B5EF4-FFF2-40B4-BE49-F238E27FC236}">
                    <a16:creationId xmlns:a16="http://schemas.microsoft.com/office/drawing/2014/main" id="{C60E2194-3DE8-EC02-C79B-374A2DCD3186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9" name="Freeform 10">
                <a:extLst>
                  <a:ext uri="{FF2B5EF4-FFF2-40B4-BE49-F238E27FC236}">
                    <a16:creationId xmlns:a16="http://schemas.microsoft.com/office/drawing/2014/main" id="{51D735B8-8EF3-11C5-1F47-9C6B9E2BFE34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03" name="Freeform 11">
                <a:extLst>
                  <a:ext uri="{FF2B5EF4-FFF2-40B4-BE49-F238E27FC236}">
                    <a16:creationId xmlns:a16="http://schemas.microsoft.com/office/drawing/2014/main" id="{6F5959C7-9F42-7FBE-CB54-4D0FEC9C074F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552" y="951"/>
                <a:ext cx="12" cy="420"/>
              </a:xfrm>
              <a:custGeom>
                <a:avLst/>
                <a:gdLst>
                  <a:gd name="T0" fmla="*/ 0 w 12"/>
                  <a:gd name="T1" fmla="*/ 0 h 420"/>
                  <a:gd name="T2" fmla="*/ 0 w 12"/>
                  <a:gd name="T3" fmla="*/ 420 h 420"/>
                  <a:gd name="T4" fmla="*/ 12 w 12"/>
                  <a:gd name="T5" fmla="*/ 420 h 420"/>
                  <a:gd name="T6" fmla="*/ 12 w 12"/>
                  <a:gd name="T7" fmla="*/ 0 h 420"/>
                  <a:gd name="T8" fmla="*/ 0 w 12"/>
                  <a:gd name="T9" fmla="*/ 0 h 420"/>
                  <a:gd name="T10" fmla="*/ 0 w 12"/>
                  <a:gd name="T11" fmla="*/ 0 h 4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" h="420">
                    <a:moveTo>
                      <a:pt x="0" y="0"/>
                    </a:moveTo>
                    <a:lnTo>
                      <a:pt x="0" y="420"/>
                    </a:lnTo>
                    <a:lnTo>
                      <a:pt x="12" y="42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</p:spPr>
            <p:txBody>
              <a:bodyPr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  <p:sp>
            <p:nvSpPr>
              <p:cNvPr id="1041" name="Freeform 12">
                <a:extLst>
                  <a:ext uri="{FF2B5EF4-FFF2-40B4-BE49-F238E27FC236}">
                    <a16:creationId xmlns:a16="http://schemas.microsoft.com/office/drawing/2014/main" id="{FF52E976-0740-30BC-5D5C-DADEF49E584D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0" y="1155"/>
                <a:ext cx="351" cy="12"/>
              </a:xfrm>
              <a:custGeom>
                <a:avLst/>
                <a:gdLst>
                  <a:gd name="T0" fmla="*/ 0 w 251"/>
                  <a:gd name="T1" fmla="*/ 0 h 12"/>
                  <a:gd name="T2" fmla="*/ 0 w 251"/>
                  <a:gd name="T3" fmla="*/ 12 h 12"/>
                  <a:gd name="T4" fmla="*/ 1757692286 w 251"/>
                  <a:gd name="T5" fmla="*/ 12 h 12"/>
                  <a:gd name="T6" fmla="*/ 1757692286 w 251"/>
                  <a:gd name="T7" fmla="*/ 0 h 12"/>
                  <a:gd name="T8" fmla="*/ 0 w 251"/>
                  <a:gd name="T9" fmla="*/ 0 h 12"/>
                  <a:gd name="T10" fmla="*/ 0 w 251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0" y="0"/>
                    </a:move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2" name="Freeform 13">
                <a:extLst>
                  <a:ext uri="{FF2B5EF4-FFF2-40B4-BE49-F238E27FC236}">
                    <a16:creationId xmlns:a16="http://schemas.microsoft.com/office/drawing/2014/main" id="{62BA1BD3-CC6C-02F7-842C-479FD9604C28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767" y="1155"/>
                <a:ext cx="252" cy="12"/>
              </a:xfrm>
              <a:custGeom>
                <a:avLst/>
                <a:gdLst>
                  <a:gd name="T0" fmla="*/ 298 w 251"/>
                  <a:gd name="T1" fmla="*/ 0 h 12"/>
                  <a:gd name="T2" fmla="*/ 0 w 251"/>
                  <a:gd name="T3" fmla="*/ 0 h 12"/>
                  <a:gd name="T4" fmla="*/ 0 w 251"/>
                  <a:gd name="T5" fmla="*/ 12 h 12"/>
                  <a:gd name="T6" fmla="*/ 298 w 251"/>
                  <a:gd name="T7" fmla="*/ 12 h 12"/>
                  <a:gd name="T8" fmla="*/ 298 w 251"/>
                  <a:gd name="T9" fmla="*/ 0 h 12"/>
                  <a:gd name="T10" fmla="*/ 298 w 251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251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06" name="Freeform 14">
                <a:extLst>
                  <a:ext uri="{FF2B5EF4-FFF2-40B4-BE49-F238E27FC236}">
                    <a16:creationId xmlns:a16="http://schemas.microsoft.com/office/drawing/2014/main" id="{AF3E8836-150B-7831-2D83-2E9450913736}"/>
                  </a:ext>
                </a:extLst>
              </p:cNvPr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>
                  <a:gd name="T0" fmla="*/ 0 w 418"/>
                  <a:gd name="T1" fmla="*/ 0 h 12"/>
                  <a:gd name="T2" fmla="*/ 0 w 418"/>
                  <a:gd name="T3" fmla="*/ 12 h 12"/>
                  <a:gd name="T4" fmla="*/ 418 w 418"/>
                  <a:gd name="T5" fmla="*/ 12 h 12"/>
                  <a:gd name="T6" fmla="*/ 418 w 418"/>
                  <a:gd name="T7" fmla="*/ 0 h 12"/>
                  <a:gd name="T8" fmla="*/ 0 w 418"/>
                  <a:gd name="T9" fmla="*/ 0 h 12"/>
                  <a:gd name="T10" fmla="*/ 0 w 418"/>
                  <a:gd name="T11" fmla="*/ 0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</p:spPr>
            <p:txBody>
              <a:bodyPr/>
              <a:lstStyle/>
              <a:p>
                <a:pPr algn="ctr" eaLnBrk="1" hangingPunct="1">
                  <a:defRPr/>
                </a:pPr>
                <a:endParaRPr lang="zh-CN" altLang="en-US"/>
              </a:p>
            </p:txBody>
          </p:sp>
        </p:grpSp>
      </p:grpSp>
      <p:sp>
        <p:nvSpPr>
          <p:cNvPr id="8207" name="Rectangle 15">
            <a:extLst>
              <a:ext uri="{FF2B5EF4-FFF2-40B4-BE49-F238E27FC236}">
                <a16:creationId xmlns:a16="http://schemas.microsoft.com/office/drawing/2014/main" id="{CC5C9671-8FC2-6024-005D-81A7E9A7BD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04800"/>
            <a:ext cx="8382000" cy="762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8208" name="Rectangle 16">
            <a:extLst>
              <a:ext uri="{FF2B5EF4-FFF2-40B4-BE49-F238E27FC236}">
                <a16:creationId xmlns:a16="http://schemas.microsoft.com/office/drawing/2014/main" id="{8AFBB007-33F1-A4E7-39B0-1E493550FA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924800" cy="4648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</p:txBody>
      </p:sp>
      <p:sp>
        <p:nvSpPr>
          <p:cNvPr id="8209" name="Rectangle 17">
            <a:extLst>
              <a:ext uri="{FF2B5EF4-FFF2-40B4-BE49-F238E27FC236}">
                <a16:creationId xmlns:a16="http://schemas.microsoft.com/office/drawing/2014/main" id="{866AF3A1-13B1-F099-BDF4-94405D6CF95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066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10" name="Rectangle 18">
            <a:extLst>
              <a:ext uri="{FF2B5EF4-FFF2-40B4-BE49-F238E27FC236}">
                <a16:creationId xmlns:a16="http://schemas.microsoft.com/office/drawing/2014/main" id="{47553E25-FE9A-901D-EE76-9DFAD0651F9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211" name="Rectangle 19">
            <a:extLst>
              <a:ext uri="{FF2B5EF4-FFF2-40B4-BE49-F238E27FC236}">
                <a16:creationId xmlns:a16="http://schemas.microsoft.com/office/drawing/2014/main" id="{679218B6-0A3C-A4F2-C333-24BBE3E5301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6391C7AB-5D76-494C-B989-73A36E8DC26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224" r:id="rId1"/>
    <p:sldLayoutId id="2147484214" r:id="rId2"/>
    <p:sldLayoutId id="2147484215" r:id="rId3"/>
    <p:sldLayoutId id="2147484216" r:id="rId4"/>
    <p:sldLayoutId id="2147484217" r:id="rId5"/>
    <p:sldLayoutId id="2147484218" r:id="rId6"/>
    <p:sldLayoutId id="2147484219" r:id="rId7"/>
    <p:sldLayoutId id="2147484220" r:id="rId8"/>
    <p:sldLayoutId id="2147484221" r:id="rId9"/>
    <p:sldLayoutId id="2147484222" r:id="rId10"/>
    <p:sldLayoutId id="2147484223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 kern="1200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rgbClr val="FF9933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l"/>
        <a:defRPr sz="32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Ø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ü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v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n"/>
        <a:defRPr sz="2400" kern="1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5.emf"/><Relationship Id="rId7" Type="http://schemas.openxmlformats.org/officeDocument/2006/relationships/image" Target="../media/image7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180E37-FE56-6992-65AF-B2B6A240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E1AF02-7B09-44E2-84F9-43B0AAE72710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7CFB396-2C58-6AEC-A039-DB2113858E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206" y="558989"/>
            <a:ext cx="8685553" cy="158417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l"/>
              <a:defRPr sz="32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ü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v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 kern="1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  <a:defRPr/>
            </a:pPr>
            <a:r>
              <a:rPr lang="zh-CN" altLang="en-US" b="1" dirty="0">
                <a:solidFill>
                  <a:srgbClr val="FFC000"/>
                </a:solidFill>
              </a:rPr>
              <a:t>本课程最后一次作业</a:t>
            </a:r>
            <a:r>
              <a:rPr lang="zh-CN" altLang="en-US" dirty="0"/>
              <a:t>：用</a:t>
            </a:r>
            <a:r>
              <a:rPr lang="en-US" altLang="zh-CN" dirty="0"/>
              <a:t>74163</a:t>
            </a:r>
            <a:r>
              <a:rPr lang="zh-CN" altLang="en-US" dirty="0"/>
              <a:t>和适当的门电路设计一个</a:t>
            </a:r>
            <a:r>
              <a:rPr lang="en-US" altLang="zh-CN" dirty="0"/>
              <a:t>4</a:t>
            </a:r>
            <a:r>
              <a:rPr lang="zh-CN" altLang="en-US" dirty="0"/>
              <a:t>位可变模数计数器，状态图如图所示。</a:t>
            </a:r>
          </a:p>
        </p:txBody>
      </p:sp>
      <p:grpSp>
        <p:nvGrpSpPr>
          <p:cNvPr id="6" name="组合 1">
            <a:extLst>
              <a:ext uri="{FF2B5EF4-FFF2-40B4-BE49-F238E27FC236}">
                <a16:creationId xmlns:a16="http://schemas.microsoft.com/office/drawing/2014/main" id="{35360970-FDD8-9545-353D-3557636EDEA2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2132856"/>
            <a:ext cx="8991600" cy="3378200"/>
            <a:chOff x="76200" y="2505075"/>
            <a:chExt cx="8991600" cy="3378200"/>
          </a:xfrm>
        </p:grpSpPr>
        <p:grpSp>
          <p:nvGrpSpPr>
            <p:cNvPr id="7" name="Group 122">
              <a:extLst>
                <a:ext uri="{FF2B5EF4-FFF2-40B4-BE49-F238E27FC236}">
                  <a16:creationId xmlns:a16="http://schemas.microsoft.com/office/drawing/2014/main" id="{CE1D66DE-8FA5-7AF7-B16E-2CFD8D6455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200" y="2505075"/>
              <a:ext cx="8991600" cy="384175"/>
              <a:chOff x="48" y="1578"/>
              <a:chExt cx="5664" cy="242"/>
            </a:xfrm>
          </p:grpSpPr>
          <p:sp>
            <p:nvSpPr>
              <p:cNvPr id="93" name="Text Box 5">
                <a:extLst>
                  <a:ext uri="{FF2B5EF4-FFF2-40B4-BE49-F238E27FC236}">
                    <a16:creationId xmlns:a16="http://schemas.microsoft.com/office/drawing/2014/main" id="{752C6F68-E71A-3266-B2C8-5F3B7A6102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1584"/>
                <a:ext cx="1392" cy="23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0000</a:t>
                </a:r>
              </a:p>
            </p:txBody>
          </p:sp>
          <p:sp>
            <p:nvSpPr>
              <p:cNvPr id="94" name="Text Box 6">
                <a:extLst>
                  <a:ext uri="{FF2B5EF4-FFF2-40B4-BE49-F238E27FC236}">
                    <a16:creationId xmlns:a16="http://schemas.microsoft.com/office/drawing/2014/main" id="{96A886B5-F5BD-982E-EA72-5623DB90EE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1578"/>
                <a:ext cx="384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0001</a:t>
                </a:r>
              </a:p>
            </p:txBody>
          </p:sp>
          <p:sp>
            <p:nvSpPr>
              <p:cNvPr id="95" name="Text Box 7">
                <a:extLst>
                  <a:ext uri="{FF2B5EF4-FFF2-40B4-BE49-F238E27FC236}">
                    <a16:creationId xmlns:a16="http://schemas.microsoft.com/office/drawing/2014/main" id="{2A9E6518-7A7F-FE02-E049-E7904607A6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04" y="1578"/>
                <a:ext cx="384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0010</a:t>
                </a:r>
              </a:p>
            </p:txBody>
          </p:sp>
          <p:sp>
            <p:nvSpPr>
              <p:cNvPr id="96" name="Text Box 8">
                <a:extLst>
                  <a:ext uri="{FF2B5EF4-FFF2-40B4-BE49-F238E27FC236}">
                    <a16:creationId xmlns:a16="http://schemas.microsoft.com/office/drawing/2014/main" id="{7F69F391-A07B-20B4-C51B-14D3570243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28" y="1578"/>
                <a:ext cx="384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0011</a:t>
                </a:r>
              </a:p>
            </p:txBody>
          </p:sp>
          <p:sp>
            <p:nvSpPr>
              <p:cNvPr id="97" name="Line 9">
                <a:extLst>
                  <a:ext uri="{FF2B5EF4-FFF2-40B4-BE49-F238E27FC236}">
                    <a16:creationId xmlns:a16="http://schemas.microsoft.com/office/drawing/2014/main" id="{4C0F7D81-4A0D-48E6-B039-9531336205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4" y="1680"/>
                <a:ext cx="3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" name="Line 10">
                <a:extLst>
                  <a:ext uri="{FF2B5EF4-FFF2-40B4-BE49-F238E27FC236}">
                    <a16:creationId xmlns:a16="http://schemas.microsoft.com/office/drawing/2014/main" id="{065E09D7-FFF5-47BB-9201-7B3D48C18F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4" y="1680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9" name="Line 11">
                <a:extLst>
                  <a:ext uri="{FF2B5EF4-FFF2-40B4-BE49-F238E27FC236}">
                    <a16:creationId xmlns:a16="http://schemas.microsoft.com/office/drawing/2014/main" id="{8CFD75BE-B522-0F5D-9B55-F28B066137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88" y="1680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0" name="Text Box 12">
                <a:extLst>
                  <a:ext uri="{FF2B5EF4-FFF2-40B4-BE49-F238E27FC236}">
                    <a16:creationId xmlns:a16="http://schemas.microsoft.com/office/drawing/2014/main" id="{97099DB9-FE60-1726-3C09-1A06F548DE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1578"/>
                <a:ext cx="336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1101</a:t>
                </a:r>
              </a:p>
            </p:txBody>
          </p:sp>
          <p:sp>
            <p:nvSpPr>
              <p:cNvPr id="101" name="Text Box 13">
                <a:extLst>
                  <a:ext uri="{FF2B5EF4-FFF2-40B4-BE49-F238E27FC236}">
                    <a16:creationId xmlns:a16="http://schemas.microsoft.com/office/drawing/2014/main" id="{DF7BFA9E-39B1-D716-2599-BBDAF8FCDF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0" y="1578"/>
                <a:ext cx="336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1110</a:t>
                </a:r>
              </a:p>
            </p:txBody>
          </p:sp>
          <p:sp>
            <p:nvSpPr>
              <p:cNvPr id="102" name="Text Box 14">
                <a:extLst>
                  <a:ext uri="{FF2B5EF4-FFF2-40B4-BE49-F238E27FC236}">
                    <a16:creationId xmlns:a16="http://schemas.microsoft.com/office/drawing/2014/main" id="{179570A8-6806-5A15-1AAF-FD5FAA6817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1578"/>
                <a:ext cx="336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1111</a:t>
                </a:r>
              </a:p>
            </p:txBody>
          </p:sp>
          <p:sp>
            <p:nvSpPr>
              <p:cNvPr id="103" name="Line 15">
                <a:extLst>
                  <a:ext uri="{FF2B5EF4-FFF2-40B4-BE49-F238E27FC236}">
                    <a16:creationId xmlns:a16="http://schemas.microsoft.com/office/drawing/2014/main" id="{A921CA40-E681-87F4-99EE-042BBDE109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1680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4" name="Line 16">
                <a:extLst>
                  <a:ext uri="{FF2B5EF4-FFF2-40B4-BE49-F238E27FC236}">
                    <a16:creationId xmlns:a16="http://schemas.microsoft.com/office/drawing/2014/main" id="{E947FB33-5345-B2FC-2FB3-85B41BFEB4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168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05" name="Line 17">
                <a:extLst>
                  <a:ext uri="{FF2B5EF4-FFF2-40B4-BE49-F238E27FC236}">
                    <a16:creationId xmlns:a16="http://schemas.microsoft.com/office/drawing/2014/main" id="{4ACEA735-D7DE-2CE7-9522-67AB681A7C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1680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6" name="Text Box 18">
                <a:extLst>
                  <a:ext uri="{FF2B5EF4-FFF2-40B4-BE49-F238E27FC236}">
                    <a16:creationId xmlns:a16="http://schemas.microsoft.com/office/drawing/2014/main" id="{D9E1F4C2-3AA0-3300-C72C-D937140FEA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" y="1578"/>
                <a:ext cx="336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1100</a:t>
                </a:r>
              </a:p>
            </p:txBody>
          </p:sp>
          <p:sp>
            <p:nvSpPr>
              <p:cNvPr id="107" name="Line 19">
                <a:extLst>
                  <a:ext uri="{FF2B5EF4-FFF2-40B4-BE49-F238E27FC236}">
                    <a16:creationId xmlns:a16="http://schemas.microsoft.com/office/drawing/2014/main" id="{98A8E4A1-AE9F-3E13-5F6E-F82855B61B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1680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8" name="Group 123">
              <a:extLst>
                <a:ext uri="{FF2B5EF4-FFF2-40B4-BE49-F238E27FC236}">
                  <a16:creationId xmlns:a16="http://schemas.microsoft.com/office/drawing/2014/main" id="{5C64BCAF-FC17-90DB-D17F-B7F5D6CF30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200" y="5559425"/>
              <a:ext cx="8991600" cy="323850"/>
              <a:chOff x="48" y="3502"/>
              <a:chExt cx="5664" cy="204"/>
            </a:xfrm>
          </p:grpSpPr>
          <p:sp>
            <p:nvSpPr>
              <p:cNvPr id="78" name="Text Box 41">
                <a:extLst>
                  <a:ext uri="{FF2B5EF4-FFF2-40B4-BE49-F238E27FC236}">
                    <a16:creationId xmlns:a16="http://schemas.microsoft.com/office/drawing/2014/main" id="{ABAD7275-6C97-3AC8-1A14-6D21F46DC9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3502"/>
                <a:ext cx="384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0110</a:t>
                </a:r>
              </a:p>
            </p:txBody>
          </p:sp>
          <p:sp>
            <p:nvSpPr>
              <p:cNvPr id="79" name="Text Box 42">
                <a:extLst>
                  <a:ext uri="{FF2B5EF4-FFF2-40B4-BE49-F238E27FC236}">
                    <a16:creationId xmlns:a16="http://schemas.microsoft.com/office/drawing/2014/main" id="{AF246AC0-DD17-BC00-EB96-74839788E8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04" y="3502"/>
                <a:ext cx="384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0101</a:t>
                </a:r>
              </a:p>
            </p:txBody>
          </p:sp>
          <p:sp>
            <p:nvSpPr>
              <p:cNvPr id="80" name="Text Box 43">
                <a:extLst>
                  <a:ext uri="{FF2B5EF4-FFF2-40B4-BE49-F238E27FC236}">
                    <a16:creationId xmlns:a16="http://schemas.microsoft.com/office/drawing/2014/main" id="{5596759D-440E-EC87-602A-D4345B7ED6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28" y="3502"/>
                <a:ext cx="384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0100</a:t>
                </a:r>
              </a:p>
            </p:txBody>
          </p:sp>
          <p:sp>
            <p:nvSpPr>
              <p:cNvPr id="81" name="Line 44">
                <a:extLst>
                  <a:ext uri="{FF2B5EF4-FFF2-40B4-BE49-F238E27FC236}">
                    <a16:creationId xmlns:a16="http://schemas.microsoft.com/office/drawing/2014/main" id="{43A0730E-C9D1-D036-52B1-E329F3A83C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4" y="3604"/>
                <a:ext cx="33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" name="Line 45">
                <a:extLst>
                  <a:ext uri="{FF2B5EF4-FFF2-40B4-BE49-F238E27FC236}">
                    <a16:creationId xmlns:a16="http://schemas.microsoft.com/office/drawing/2014/main" id="{5F30A24F-F060-2C2E-320B-C0ED15F6B2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4" y="3604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" name="Line 46">
                <a:extLst>
                  <a:ext uri="{FF2B5EF4-FFF2-40B4-BE49-F238E27FC236}">
                    <a16:creationId xmlns:a16="http://schemas.microsoft.com/office/drawing/2014/main" id="{C82B2B19-0837-E5B6-FF97-501824E280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88" y="3604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" name="Text Box 47">
                <a:extLst>
                  <a:ext uri="{FF2B5EF4-FFF2-40B4-BE49-F238E27FC236}">
                    <a16:creationId xmlns:a16="http://schemas.microsoft.com/office/drawing/2014/main" id="{82C680A5-259E-02B4-1BC1-46C5458291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3508"/>
                <a:ext cx="336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1010</a:t>
                </a:r>
              </a:p>
            </p:txBody>
          </p:sp>
          <p:sp>
            <p:nvSpPr>
              <p:cNvPr id="85" name="Text Box 48">
                <a:extLst>
                  <a:ext uri="{FF2B5EF4-FFF2-40B4-BE49-F238E27FC236}">
                    <a16:creationId xmlns:a16="http://schemas.microsoft.com/office/drawing/2014/main" id="{46638428-5D1F-56F8-E99B-829DA8111B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0" y="3508"/>
                <a:ext cx="336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1001</a:t>
                </a:r>
              </a:p>
            </p:txBody>
          </p:sp>
          <p:sp>
            <p:nvSpPr>
              <p:cNvPr id="86" name="Text Box 49">
                <a:extLst>
                  <a:ext uri="{FF2B5EF4-FFF2-40B4-BE49-F238E27FC236}">
                    <a16:creationId xmlns:a16="http://schemas.microsoft.com/office/drawing/2014/main" id="{E8439483-94AB-51CC-962F-1296B47499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3508"/>
                <a:ext cx="336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1000</a:t>
                </a:r>
              </a:p>
            </p:txBody>
          </p:sp>
          <p:sp>
            <p:nvSpPr>
              <p:cNvPr id="87" name="Line 50">
                <a:extLst>
                  <a:ext uri="{FF2B5EF4-FFF2-40B4-BE49-F238E27FC236}">
                    <a16:creationId xmlns:a16="http://schemas.microsoft.com/office/drawing/2014/main" id="{0DED4A20-76BA-1683-D5C8-4D019F7E2C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3604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8" name="Line 51">
                <a:extLst>
                  <a:ext uri="{FF2B5EF4-FFF2-40B4-BE49-F238E27FC236}">
                    <a16:creationId xmlns:a16="http://schemas.microsoft.com/office/drawing/2014/main" id="{BE770A93-76AE-DEE0-1694-B649228748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3604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9" name="Line 52">
                <a:extLst>
                  <a:ext uri="{FF2B5EF4-FFF2-40B4-BE49-F238E27FC236}">
                    <a16:creationId xmlns:a16="http://schemas.microsoft.com/office/drawing/2014/main" id="{20051CF8-3129-55D5-BCAD-5317FDF4E2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2" y="3604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0" name="Text Box 53">
                <a:extLst>
                  <a:ext uri="{FF2B5EF4-FFF2-40B4-BE49-F238E27FC236}">
                    <a16:creationId xmlns:a16="http://schemas.microsoft.com/office/drawing/2014/main" id="{457F88F2-20E9-2C3E-313D-6B91D76480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" y="3508"/>
                <a:ext cx="336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1011</a:t>
                </a:r>
              </a:p>
            </p:txBody>
          </p:sp>
          <p:sp>
            <p:nvSpPr>
              <p:cNvPr id="91" name="Line 54">
                <a:extLst>
                  <a:ext uri="{FF2B5EF4-FFF2-40B4-BE49-F238E27FC236}">
                    <a16:creationId xmlns:a16="http://schemas.microsoft.com/office/drawing/2014/main" id="{DC5504FC-0A1C-FCA3-5138-578D92E4CB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4" y="3604"/>
                <a:ext cx="2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" name="Text Box 55">
                <a:extLst>
                  <a:ext uri="{FF2B5EF4-FFF2-40B4-BE49-F238E27FC236}">
                    <a16:creationId xmlns:a16="http://schemas.microsoft.com/office/drawing/2014/main" id="{FCC107CD-DBD4-FF8D-2A7A-E0F0F2622A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52" y="3504"/>
                <a:ext cx="1392" cy="19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0111</a:t>
                </a:r>
              </a:p>
            </p:txBody>
          </p:sp>
        </p:grpSp>
        <p:sp>
          <p:nvSpPr>
            <p:cNvPr id="9" name="Line 56">
              <a:extLst>
                <a:ext uri="{FF2B5EF4-FFF2-40B4-BE49-F238E27FC236}">
                  <a16:creationId xmlns:a16="http://schemas.microsoft.com/office/drawing/2014/main" id="{06CA9842-BBB5-D564-96F5-97027969EB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915400" y="2819400"/>
              <a:ext cx="0" cy="2743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57">
              <a:extLst>
                <a:ext uri="{FF2B5EF4-FFF2-40B4-BE49-F238E27FC236}">
                  <a16:creationId xmlns:a16="http://schemas.microsoft.com/office/drawing/2014/main" id="{745183FF-8D06-37E7-D789-C92243CE33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400" y="2819400"/>
              <a:ext cx="0" cy="2743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" name="Group 81">
              <a:extLst>
                <a:ext uri="{FF2B5EF4-FFF2-40B4-BE49-F238E27FC236}">
                  <a16:creationId xmlns:a16="http://schemas.microsoft.com/office/drawing/2014/main" id="{A47338CB-B574-0294-6F3B-B7C757B072F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67400" y="2819400"/>
              <a:ext cx="914400" cy="381000"/>
              <a:chOff x="3696" y="1776"/>
              <a:chExt cx="576" cy="240"/>
            </a:xfrm>
          </p:grpSpPr>
          <p:sp>
            <p:nvSpPr>
              <p:cNvPr id="75" name="Line 20">
                <a:extLst>
                  <a:ext uri="{FF2B5EF4-FFF2-40B4-BE49-F238E27FC236}">
                    <a16:creationId xmlns:a16="http://schemas.microsoft.com/office/drawing/2014/main" id="{6D79DF80-EB12-4F19-A973-FD1E5ACF68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182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" name="Line 34">
                <a:extLst>
                  <a:ext uri="{FF2B5EF4-FFF2-40B4-BE49-F238E27FC236}">
                    <a16:creationId xmlns:a16="http://schemas.microsoft.com/office/drawing/2014/main" id="{4202289E-65EE-8254-4851-3583390BC5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1776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" name="Line 35">
                <a:extLst>
                  <a:ext uri="{FF2B5EF4-FFF2-40B4-BE49-F238E27FC236}">
                    <a16:creationId xmlns:a16="http://schemas.microsoft.com/office/drawing/2014/main" id="{3F77DBBC-D984-31A5-B556-997A004ABB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96" y="2016"/>
                <a:ext cx="57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" name="Text Box 94">
              <a:extLst>
                <a:ext uri="{FF2B5EF4-FFF2-40B4-BE49-F238E27FC236}">
                  <a16:creationId xmlns:a16="http://schemas.microsoft.com/office/drawing/2014/main" id="{04D85A32-C29D-FF8A-84A7-8383C9E053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7000" y="2819400"/>
              <a:ext cx="381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2</a:t>
              </a:r>
            </a:p>
          </p:txBody>
        </p:sp>
        <p:grpSp>
          <p:nvGrpSpPr>
            <p:cNvPr id="13" name="Group 82">
              <a:extLst>
                <a:ext uri="{FF2B5EF4-FFF2-40B4-BE49-F238E27FC236}">
                  <a16:creationId xmlns:a16="http://schemas.microsoft.com/office/drawing/2014/main" id="{1D207AF6-1B99-0287-8CD1-F86E3D425C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15000" y="2819400"/>
              <a:ext cx="2057400" cy="609600"/>
              <a:chOff x="3600" y="1776"/>
              <a:chExt cx="1296" cy="384"/>
            </a:xfrm>
          </p:grpSpPr>
          <p:sp>
            <p:nvSpPr>
              <p:cNvPr id="72" name="Line 21">
                <a:extLst>
                  <a:ext uri="{FF2B5EF4-FFF2-40B4-BE49-F238E27FC236}">
                    <a16:creationId xmlns:a16="http://schemas.microsoft.com/office/drawing/2014/main" id="{DEE3DC18-010F-078B-E26D-61A8E3A196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1824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3" name="Line 36">
                <a:extLst>
                  <a:ext uri="{FF2B5EF4-FFF2-40B4-BE49-F238E27FC236}">
                    <a16:creationId xmlns:a16="http://schemas.microsoft.com/office/drawing/2014/main" id="{AE3875CB-2C9C-5EFD-862E-2239B16B03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6" y="1776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4" name="Line 37">
                <a:extLst>
                  <a:ext uri="{FF2B5EF4-FFF2-40B4-BE49-F238E27FC236}">
                    <a16:creationId xmlns:a16="http://schemas.microsoft.com/office/drawing/2014/main" id="{A1FB315A-B3E9-E5E0-FB49-9904110423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00" y="2160"/>
                <a:ext cx="12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" name="Text Box 95">
              <a:extLst>
                <a:ext uri="{FF2B5EF4-FFF2-40B4-BE49-F238E27FC236}">
                  <a16:creationId xmlns:a16="http://schemas.microsoft.com/office/drawing/2014/main" id="{101A02D9-8E8E-A257-6FBA-84D117DE07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3800" y="2819400"/>
              <a:ext cx="381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3</a:t>
              </a:r>
            </a:p>
          </p:txBody>
        </p:sp>
        <p:grpSp>
          <p:nvGrpSpPr>
            <p:cNvPr id="15" name="Group 83">
              <a:extLst>
                <a:ext uri="{FF2B5EF4-FFF2-40B4-BE49-F238E27FC236}">
                  <a16:creationId xmlns:a16="http://schemas.microsoft.com/office/drawing/2014/main" id="{E4CA04D2-3A96-738A-33D0-67C5021341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62600" y="2819400"/>
              <a:ext cx="2971800" cy="838200"/>
              <a:chOff x="3504" y="1776"/>
              <a:chExt cx="1872" cy="528"/>
            </a:xfrm>
          </p:grpSpPr>
          <p:sp>
            <p:nvSpPr>
              <p:cNvPr id="69" name="Line 22">
                <a:extLst>
                  <a:ext uri="{FF2B5EF4-FFF2-40B4-BE49-F238E27FC236}">
                    <a16:creationId xmlns:a16="http://schemas.microsoft.com/office/drawing/2014/main" id="{BD7B7DCD-8F7E-BC71-FACF-34C8547CA8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1824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" name="Line 38">
                <a:extLst>
                  <a:ext uri="{FF2B5EF4-FFF2-40B4-BE49-F238E27FC236}">
                    <a16:creationId xmlns:a16="http://schemas.microsoft.com/office/drawing/2014/main" id="{9395BAAE-8B7A-9A36-9F1F-C15BFBA1A2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76" y="1776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" name="Line 39">
                <a:extLst>
                  <a:ext uri="{FF2B5EF4-FFF2-40B4-BE49-F238E27FC236}">
                    <a16:creationId xmlns:a16="http://schemas.microsoft.com/office/drawing/2014/main" id="{0CED9B71-FE3B-54DD-1311-9DB80C5457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504" y="2304"/>
                <a:ext cx="18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" name="Text Box 96">
              <a:extLst>
                <a:ext uri="{FF2B5EF4-FFF2-40B4-BE49-F238E27FC236}">
                  <a16:creationId xmlns:a16="http://schemas.microsoft.com/office/drawing/2014/main" id="{AF6DE42E-954C-26BD-F047-DC3273294C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05800" y="2819400"/>
              <a:ext cx="381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4</a:t>
              </a:r>
            </a:p>
          </p:txBody>
        </p:sp>
        <p:grpSp>
          <p:nvGrpSpPr>
            <p:cNvPr id="17" name="Group 84">
              <a:extLst>
                <a:ext uri="{FF2B5EF4-FFF2-40B4-BE49-F238E27FC236}">
                  <a16:creationId xmlns:a16="http://schemas.microsoft.com/office/drawing/2014/main" id="{F545043E-3847-317C-6844-5313DBC0BC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10200" y="2895600"/>
              <a:ext cx="3200400" cy="2667000"/>
              <a:chOff x="3408" y="1824"/>
              <a:chExt cx="2016" cy="1680"/>
            </a:xfrm>
          </p:grpSpPr>
          <p:sp>
            <p:nvSpPr>
              <p:cNvPr id="66" name="Line 23">
                <a:extLst>
                  <a:ext uri="{FF2B5EF4-FFF2-40B4-BE49-F238E27FC236}">
                    <a16:creationId xmlns:a16="http://schemas.microsoft.com/office/drawing/2014/main" id="{68D4061D-DC78-0EDE-70DA-9692AE82A3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1824"/>
                <a:ext cx="0" cy="6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" name="Line 58">
                <a:extLst>
                  <a:ext uri="{FF2B5EF4-FFF2-40B4-BE49-F238E27FC236}">
                    <a16:creationId xmlns:a16="http://schemas.microsoft.com/office/drawing/2014/main" id="{E616BE83-1D29-6CDF-F06A-9F65E6710C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08" y="2448"/>
                <a:ext cx="20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" name="Line 59">
                <a:extLst>
                  <a:ext uri="{FF2B5EF4-FFF2-40B4-BE49-F238E27FC236}">
                    <a16:creationId xmlns:a16="http://schemas.microsoft.com/office/drawing/2014/main" id="{50ABABC5-03E3-5EB0-7194-81713341A9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24" y="2448"/>
                <a:ext cx="0" cy="10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8" name="Text Box 97">
              <a:extLst>
                <a:ext uri="{FF2B5EF4-FFF2-40B4-BE49-F238E27FC236}">
                  <a16:creationId xmlns:a16="http://schemas.microsoft.com/office/drawing/2014/main" id="{17442194-9BF6-D2B1-7D70-45D2741C3B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2000" y="5181600"/>
              <a:ext cx="381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5</a:t>
              </a:r>
            </a:p>
          </p:txBody>
        </p:sp>
        <p:grpSp>
          <p:nvGrpSpPr>
            <p:cNvPr id="19" name="Group 85">
              <a:extLst>
                <a:ext uri="{FF2B5EF4-FFF2-40B4-BE49-F238E27FC236}">
                  <a16:creationId xmlns:a16="http://schemas.microsoft.com/office/drawing/2014/main" id="{A5CEF6A3-E06B-9584-B513-0656A0BC7D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57800" y="2895600"/>
              <a:ext cx="2514600" cy="2667000"/>
              <a:chOff x="3312" y="1824"/>
              <a:chExt cx="1584" cy="1680"/>
            </a:xfrm>
          </p:grpSpPr>
          <p:sp>
            <p:nvSpPr>
              <p:cNvPr id="63" name="Line 24">
                <a:extLst>
                  <a:ext uri="{FF2B5EF4-FFF2-40B4-BE49-F238E27FC236}">
                    <a16:creationId xmlns:a16="http://schemas.microsoft.com/office/drawing/2014/main" id="{E3A56BB1-A4D1-80F0-7141-EB22132B5F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1824"/>
                <a:ext cx="0" cy="7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Line 60">
                <a:extLst>
                  <a:ext uri="{FF2B5EF4-FFF2-40B4-BE49-F238E27FC236}">
                    <a16:creationId xmlns:a16="http://schemas.microsoft.com/office/drawing/2014/main" id="{55B747C8-0A0D-E9C8-E88F-5746738D29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2592"/>
                <a:ext cx="15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Line 61">
                <a:extLst>
                  <a:ext uri="{FF2B5EF4-FFF2-40B4-BE49-F238E27FC236}">
                    <a16:creationId xmlns:a16="http://schemas.microsoft.com/office/drawing/2014/main" id="{D4790ADF-3DA8-6B4E-CB38-B75C0DD4DE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96" y="2592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" name="Text Box 98">
              <a:extLst>
                <a:ext uri="{FF2B5EF4-FFF2-40B4-BE49-F238E27FC236}">
                  <a16:creationId xmlns:a16="http://schemas.microsoft.com/office/drawing/2014/main" id="{B2D4BFA5-C212-6A2A-1A55-451A72CA2B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3800" y="5181600"/>
              <a:ext cx="381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6</a:t>
              </a:r>
            </a:p>
          </p:txBody>
        </p:sp>
        <p:grpSp>
          <p:nvGrpSpPr>
            <p:cNvPr id="21" name="Group 86">
              <a:extLst>
                <a:ext uri="{FF2B5EF4-FFF2-40B4-BE49-F238E27FC236}">
                  <a16:creationId xmlns:a16="http://schemas.microsoft.com/office/drawing/2014/main" id="{F5A3B6E0-5D3F-4D01-3497-373AACCC88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05400" y="2895600"/>
              <a:ext cx="1752600" cy="2667000"/>
              <a:chOff x="3216" y="1824"/>
              <a:chExt cx="1104" cy="1680"/>
            </a:xfrm>
          </p:grpSpPr>
          <p:sp>
            <p:nvSpPr>
              <p:cNvPr id="60" name="Line 25">
                <a:extLst>
                  <a:ext uri="{FF2B5EF4-FFF2-40B4-BE49-F238E27FC236}">
                    <a16:creationId xmlns:a16="http://schemas.microsoft.com/office/drawing/2014/main" id="{9EF5FCDD-3113-E95D-1CC0-476853E1B9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6" y="1824"/>
                <a:ext cx="0" cy="9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" name="Line 62">
                <a:extLst>
                  <a:ext uri="{FF2B5EF4-FFF2-40B4-BE49-F238E27FC236}">
                    <a16:creationId xmlns:a16="http://schemas.microsoft.com/office/drawing/2014/main" id="{9C652638-3D89-FDCC-EE31-F48FA63B98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6" y="2736"/>
                <a:ext cx="11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" name="Line 64">
                <a:extLst>
                  <a:ext uri="{FF2B5EF4-FFF2-40B4-BE49-F238E27FC236}">
                    <a16:creationId xmlns:a16="http://schemas.microsoft.com/office/drawing/2014/main" id="{3F161F1D-7F0F-C775-B8B5-81B18E2B6E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0" y="2736"/>
                <a:ext cx="0" cy="7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2" name="Text Box 99">
              <a:extLst>
                <a:ext uri="{FF2B5EF4-FFF2-40B4-BE49-F238E27FC236}">
                  <a16:creationId xmlns:a16="http://schemas.microsoft.com/office/drawing/2014/main" id="{64C8CBA7-4944-8CBE-1EB9-3C3FE3DE97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9400" y="5181600"/>
              <a:ext cx="381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23" name="Line 26">
              <a:extLst>
                <a:ext uri="{FF2B5EF4-FFF2-40B4-BE49-F238E27FC236}">
                  <a16:creationId xmlns:a16="http://schemas.microsoft.com/office/drawing/2014/main" id="{BCCADF67-FA31-B8AB-B587-66A3BCCDAF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3000" y="2895600"/>
              <a:ext cx="0" cy="2667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Box 100">
              <a:extLst>
                <a:ext uri="{FF2B5EF4-FFF2-40B4-BE49-F238E27FC236}">
                  <a16:creationId xmlns:a16="http://schemas.microsoft.com/office/drawing/2014/main" id="{A16CDBD8-8DC9-CC24-44A3-BD299D37D5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3000" y="5165725"/>
              <a:ext cx="381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8</a:t>
              </a:r>
            </a:p>
          </p:txBody>
        </p:sp>
        <p:grpSp>
          <p:nvGrpSpPr>
            <p:cNvPr id="25" name="Group 87">
              <a:extLst>
                <a:ext uri="{FF2B5EF4-FFF2-40B4-BE49-F238E27FC236}">
                  <a16:creationId xmlns:a16="http://schemas.microsoft.com/office/drawing/2014/main" id="{7F4ED058-37CE-8BF2-1D10-05F70FF2FC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4200" y="2895600"/>
              <a:ext cx="1676400" cy="2667000"/>
              <a:chOff x="1968" y="1824"/>
              <a:chExt cx="1056" cy="1680"/>
            </a:xfrm>
          </p:grpSpPr>
          <p:sp>
            <p:nvSpPr>
              <p:cNvPr id="57" name="Line 27">
                <a:extLst>
                  <a:ext uri="{FF2B5EF4-FFF2-40B4-BE49-F238E27FC236}">
                    <a16:creationId xmlns:a16="http://schemas.microsoft.com/office/drawing/2014/main" id="{E196512A-5688-3109-5000-2A0B95C1AD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24" y="1824"/>
                <a:ext cx="0" cy="1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8" name="Line 79">
                <a:extLst>
                  <a:ext uri="{FF2B5EF4-FFF2-40B4-BE49-F238E27FC236}">
                    <a16:creationId xmlns:a16="http://schemas.microsoft.com/office/drawing/2014/main" id="{4A06FAA8-5F73-81B5-31EB-8A555D9C9F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68" y="2928"/>
                <a:ext cx="10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Line 80">
                <a:extLst>
                  <a:ext uri="{FF2B5EF4-FFF2-40B4-BE49-F238E27FC236}">
                    <a16:creationId xmlns:a16="http://schemas.microsoft.com/office/drawing/2014/main" id="{F69B7850-F315-682C-5AEC-65558B754B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2928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6" name="Text Box 101">
              <a:extLst>
                <a:ext uri="{FF2B5EF4-FFF2-40B4-BE49-F238E27FC236}">
                  <a16:creationId xmlns:a16="http://schemas.microsoft.com/office/drawing/2014/main" id="{E51EBD64-9743-7490-CE42-E5EF438CEF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4200" y="5165725"/>
              <a:ext cx="3810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9</a:t>
              </a:r>
            </a:p>
          </p:txBody>
        </p:sp>
        <p:grpSp>
          <p:nvGrpSpPr>
            <p:cNvPr id="27" name="Group 88">
              <a:extLst>
                <a:ext uri="{FF2B5EF4-FFF2-40B4-BE49-F238E27FC236}">
                  <a16:creationId xmlns:a16="http://schemas.microsoft.com/office/drawing/2014/main" id="{352308B9-C5FF-ACE8-9C89-537ECA3D6A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9800" y="2895600"/>
              <a:ext cx="2438400" cy="2667000"/>
              <a:chOff x="1392" y="1824"/>
              <a:chExt cx="1536" cy="1680"/>
            </a:xfrm>
          </p:grpSpPr>
          <p:sp>
            <p:nvSpPr>
              <p:cNvPr id="54" name="Line 28">
                <a:extLst>
                  <a:ext uri="{FF2B5EF4-FFF2-40B4-BE49-F238E27FC236}">
                    <a16:creationId xmlns:a16="http://schemas.microsoft.com/office/drawing/2014/main" id="{95EEF9CF-1F7F-9717-A366-59BB4AD26B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1824"/>
                <a:ext cx="0" cy="9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Line 77">
                <a:extLst>
                  <a:ext uri="{FF2B5EF4-FFF2-40B4-BE49-F238E27FC236}">
                    <a16:creationId xmlns:a16="http://schemas.microsoft.com/office/drawing/2014/main" id="{2D0A2A8F-D18C-F10D-1A04-36F48D8122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92" y="2784"/>
                <a:ext cx="15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Line 78">
                <a:extLst>
                  <a:ext uri="{FF2B5EF4-FFF2-40B4-BE49-F238E27FC236}">
                    <a16:creationId xmlns:a16="http://schemas.microsoft.com/office/drawing/2014/main" id="{18B52675-44FD-267A-5A21-7B1D2BC0A2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2784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8" name="Text Box 102">
              <a:extLst>
                <a:ext uri="{FF2B5EF4-FFF2-40B4-BE49-F238E27FC236}">
                  <a16:creationId xmlns:a16="http://schemas.microsoft.com/office/drawing/2014/main" id="{A9D8F866-7D87-DE0F-349D-54585F8F51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3600" y="5181600"/>
              <a:ext cx="4572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10</a:t>
              </a:r>
            </a:p>
          </p:txBody>
        </p:sp>
        <p:grpSp>
          <p:nvGrpSpPr>
            <p:cNvPr id="29" name="Group 89">
              <a:extLst>
                <a:ext uri="{FF2B5EF4-FFF2-40B4-BE49-F238E27FC236}">
                  <a16:creationId xmlns:a16="http://schemas.microsoft.com/office/drawing/2014/main" id="{F14C2D40-9DDD-D0F9-AF4F-A8FB08716C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5400" y="2895600"/>
              <a:ext cx="3200400" cy="2667000"/>
              <a:chOff x="816" y="1824"/>
              <a:chExt cx="2016" cy="1680"/>
            </a:xfrm>
          </p:grpSpPr>
          <p:sp>
            <p:nvSpPr>
              <p:cNvPr id="51" name="Line 29">
                <a:extLst>
                  <a:ext uri="{FF2B5EF4-FFF2-40B4-BE49-F238E27FC236}">
                    <a16:creationId xmlns:a16="http://schemas.microsoft.com/office/drawing/2014/main" id="{A313D46D-B1AD-2514-28BE-8CA0D6DDD1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1824"/>
                <a:ext cx="0" cy="8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Line 75">
                <a:extLst>
                  <a:ext uri="{FF2B5EF4-FFF2-40B4-BE49-F238E27FC236}">
                    <a16:creationId xmlns:a16="http://schemas.microsoft.com/office/drawing/2014/main" id="{A50F8529-EBF7-51A6-8D62-D472933D34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16" y="2640"/>
                <a:ext cx="20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Line 76">
                <a:extLst>
                  <a:ext uri="{FF2B5EF4-FFF2-40B4-BE49-F238E27FC236}">
                    <a16:creationId xmlns:a16="http://schemas.microsoft.com/office/drawing/2014/main" id="{33930223-3568-A0D5-17BD-22902A8E8E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16" y="2640"/>
                <a:ext cx="0" cy="8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0" name="Text Box 103">
              <a:extLst>
                <a:ext uri="{FF2B5EF4-FFF2-40B4-BE49-F238E27FC236}">
                  <a16:creationId xmlns:a16="http://schemas.microsoft.com/office/drawing/2014/main" id="{6B1B7D28-8DDC-6B30-7647-ADC2CFFC30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5165725"/>
              <a:ext cx="4572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11</a:t>
              </a:r>
            </a:p>
          </p:txBody>
        </p:sp>
        <p:grpSp>
          <p:nvGrpSpPr>
            <p:cNvPr id="31" name="Group 90">
              <a:extLst>
                <a:ext uri="{FF2B5EF4-FFF2-40B4-BE49-F238E27FC236}">
                  <a16:creationId xmlns:a16="http://schemas.microsoft.com/office/drawing/2014/main" id="{6DBE57E6-3867-082C-56A1-EBF0F6E866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3400" y="2895600"/>
              <a:ext cx="3810000" cy="2667000"/>
              <a:chOff x="336" y="1824"/>
              <a:chExt cx="2400" cy="1680"/>
            </a:xfrm>
          </p:grpSpPr>
          <p:sp>
            <p:nvSpPr>
              <p:cNvPr id="48" name="Line 30">
                <a:extLst>
                  <a:ext uri="{FF2B5EF4-FFF2-40B4-BE49-F238E27FC236}">
                    <a16:creationId xmlns:a16="http://schemas.microsoft.com/office/drawing/2014/main" id="{E84088C8-3266-2976-5719-A968A5AC0E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1824"/>
                <a:ext cx="0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Line 73">
                <a:extLst>
                  <a:ext uri="{FF2B5EF4-FFF2-40B4-BE49-F238E27FC236}">
                    <a16:creationId xmlns:a16="http://schemas.microsoft.com/office/drawing/2014/main" id="{2163DB31-2815-D583-25F6-05D0FDED4B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6" y="2496"/>
                <a:ext cx="2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Line 74">
                <a:extLst>
                  <a:ext uri="{FF2B5EF4-FFF2-40B4-BE49-F238E27FC236}">
                    <a16:creationId xmlns:a16="http://schemas.microsoft.com/office/drawing/2014/main" id="{B4353B32-FB7E-7286-F645-09E583A7DA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2496"/>
                <a:ext cx="0" cy="100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2" name="Text Box 104">
              <a:extLst>
                <a:ext uri="{FF2B5EF4-FFF2-40B4-BE49-F238E27FC236}">
                  <a16:creationId xmlns:a16="http://schemas.microsoft.com/office/drawing/2014/main" id="{2EB37CDA-D6FE-E1C3-5C21-19490ECD31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" y="5165725"/>
              <a:ext cx="5334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12</a:t>
              </a:r>
            </a:p>
          </p:txBody>
        </p:sp>
        <p:grpSp>
          <p:nvGrpSpPr>
            <p:cNvPr id="33" name="Group 91">
              <a:extLst>
                <a:ext uri="{FF2B5EF4-FFF2-40B4-BE49-F238E27FC236}">
                  <a16:creationId xmlns:a16="http://schemas.microsoft.com/office/drawing/2014/main" id="{7AE94B87-A66F-5B87-547F-B38BC73986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3400" y="2819400"/>
              <a:ext cx="3657600" cy="914400"/>
              <a:chOff x="336" y="1776"/>
              <a:chExt cx="2304" cy="576"/>
            </a:xfrm>
          </p:grpSpPr>
          <p:sp>
            <p:nvSpPr>
              <p:cNvPr id="45" name="Line 31">
                <a:extLst>
                  <a:ext uri="{FF2B5EF4-FFF2-40B4-BE49-F238E27FC236}">
                    <a16:creationId xmlns:a16="http://schemas.microsoft.com/office/drawing/2014/main" id="{01EDAC38-262F-FB00-6C74-9A94AE8F2D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40" y="1824"/>
                <a:ext cx="0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6" name="Line 71">
                <a:extLst>
                  <a:ext uri="{FF2B5EF4-FFF2-40B4-BE49-F238E27FC236}">
                    <a16:creationId xmlns:a16="http://schemas.microsoft.com/office/drawing/2014/main" id="{056AEA51-3892-98BA-41C7-456C366207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6" y="2352"/>
                <a:ext cx="230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Line 72">
                <a:extLst>
                  <a:ext uri="{FF2B5EF4-FFF2-40B4-BE49-F238E27FC236}">
                    <a16:creationId xmlns:a16="http://schemas.microsoft.com/office/drawing/2014/main" id="{8FD94251-12E7-B8F4-7E52-6665232726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1776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4" name="Text Box 105">
              <a:extLst>
                <a:ext uri="{FF2B5EF4-FFF2-40B4-BE49-F238E27FC236}">
                  <a16:creationId xmlns:a16="http://schemas.microsoft.com/office/drawing/2014/main" id="{00DFC70C-D379-AD89-7184-352D4E0D46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2895600"/>
              <a:ext cx="5334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13</a:t>
              </a:r>
            </a:p>
          </p:txBody>
        </p:sp>
        <p:grpSp>
          <p:nvGrpSpPr>
            <p:cNvPr id="35" name="Group 92">
              <a:extLst>
                <a:ext uri="{FF2B5EF4-FFF2-40B4-BE49-F238E27FC236}">
                  <a16:creationId xmlns:a16="http://schemas.microsoft.com/office/drawing/2014/main" id="{A2E377D6-180E-B34C-1EE9-5DFF109302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5400" y="2819400"/>
              <a:ext cx="2743200" cy="685800"/>
              <a:chOff x="816" y="1776"/>
              <a:chExt cx="1728" cy="432"/>
            </a:xfrm>
          </p:grpSpPr>
          <p:sp>
            <p:nvSpPr>
              <p:cNvPr id="42" name="Line 32">
                <a:extLst>
                  <a:ext uri="{FF2B5EF4-FFF2-40B4-BE49-F238E27FC236}">
                    <a16:creationId xmlns:a16="http://schemas.microsoft.com/office/drawing/2014/main" id="{57BA3BC3-3411-0CCB-2336-AA21E7E5D7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1824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3" name="Line 69">
                <a:extLst>
                  <a:ext uri="{FF2B5EF4-FFF2-40B4-BE49-F238E27FC236}">
                    <a16:creationId xmlns:a16="http://schemas.microsoft.com/office/drawing/2014/main" id="{9BB628E3-791C-F4BA-902D-C9B3EF65FE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16" y="2208"/>
                <a:ext cx="172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Line 70">
                <a:extLst>
                  <a:ext uri="{FF2B5EF4-FFF2-40B4-BE49-F238E27FC236}">
                    <a16:creationId xmlns:a16="http://schemas.microsoft.com/office/drawing/2014/main" id="{6D6CCDCA-6E3A-1635-F7C2-D953C2E7DC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1776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6" name="Text Box 106">
              <a:extLst>
                <a:ext uri="{FF2B5EF4-FFF2-40B4-BE49-F238E27FC236}">
                  <a16:creationId xmlns:a16="http://schemas.microsoft.com/office/drawing/2014/main" id="{58FA56B9-AFD6-E38B-CCF4-A175666F0B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2895600"/>
              <a:ext cx="6858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14</a:t>
              </a:r>
            </a:p>
          </p:txBody>
        </p:sp>
        <p:grpSp>
          <p:nvGrpSpPr>
            <p:cNvPr id="37" name="Group 93">
              <a:extLst>
                <a:ext uri="{FF2B5EF4-FFF2-40B4-BE49-F238E27FC236}">
                  <a16:creationId xmlns:a16="http://schemas.microsoft.com/office/drawing/2014/main" id="{14C00CC0-A4A0-5A86-3DF5-0E88DDF627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9800" y="2819400"/>
              <a:ext cx="1676400" cy="457200"/>
              <a:chOff x="1392" y="1776"/>
              <a:chExt cx="1056" cy="288"/>
            </a:xfrm>
          </p:grpSpPr>
          <p:sp>
            <p:nvSpPr>
              <p:cNvPr id="39" name="Line 33">
                <a:extLst>
                  <a:ext uri="{FF2B5EF4-FFF2-40B4-BE49-F238E27FC236}">
                    <a16:creationId xmlns:a16="http://schemas.microsoft.com/office/drawing/2014/main" id="{7A271BE8-A865-55BC-CC6A-4741E385DD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48" y="1824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Line 67">
                <a:extLst>
                  <a:ext uri="{FF2B5EF4-FFF2-40B4-BE49-F238E27FC236}">
                    <a16:creationId xmlns:a16="http://schemas.microsoft.com/office/drawing/2014/main" id="{E78A9F8B-24DD-B3AA-7CC6-F329831B56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392" y="2064"/>
                <a:ext cx="10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Line 68">
                <a:extLst>
                  <a:ext uri="{FF2B5EF4-FFF2-40B4-BE49-F238E27FC236}">
                    <a16:creationId xmlns:a16="http://schemas.microsoft.com/office/drawing/2014/main" id="{6BD64A16-9EFA-4FC3-1F2F-6D920EF23F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177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8" name="Text Box 107">
              <a:extLst>
                <a:ext uri="{FF2B5EF4-FFF2-40B4-BE49-F238E27FC236}">
                  <a16:creationId xmlns:a16="http://schemas.microsoft.com/office/drawing/2014/main" id="{971D4F6E-9EB5-44D9-252D-6D7F55704D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9800" y="2879725"/>
              <a:ext cx="6096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15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3321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DD1569-4EC5-3AB8-7C66-3C56FD0E7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5656" y="1916832"/>
            <a:ext cx="6480720" cy="3530600"/>
          </a:xfrm>
        </p:spPr>
        <p:txBody>
          <a:bodyPr/>
          <a:lstStyle/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zh-CN" altLang="en-US" sz="4000" b="1" dirty="0">
                <a:solidFill>
                  <a:srgbClr val="FFC000"/>
                </a:solidFill>
              </a:rPr>
              <a:t>集成化的</a:t>
            </a:r>
            <a:r>
              <a:rPr lang="en-US" altLang="zh-CN" sz="4000" b="1" dirty="0">
                <a:solidFill>
                  <a:srgbClr val="FFC000"/>
                </a:solidFill>
              </a:rPr>
              <a:t>4</a:t>
            </a:r>
            <a:r>
              <a:rPr lang="zh-CN" altLang="en-US" sz="4000" b="1" dirty="0">
                <a:solidFill>
                  <a:srgbClr val="FFC000"/>
                </a:solidFill>
              </a:rPr>
              <a:t>位二进制计数器（</a:t>
            </a:r>
            <a:r>
              <a:rPr lang="en-US" altLang="zh-CN" sz="4000" b="1" dirty="0">
                <a:solidFill>
                  <a:srgbClr val="FFC000"/>
                </a:solidFill>
              </a:rPr>
              <a:t>74163</a:t>
            </a:r>
            <a:r>
              <a:rPr lang="zh-CN" altLang="en-US" sz="4000" b="1" dirty="0">
                <a:solidFill>
                  <a:srgbClr val="FFC000"/>
                </a:solidFill>
              </a:rPr>
              <a:t>）设计与应用</a:t>
            </a:r>
          </a:p>
          <a:p>
            <a:pPr algn="ctr"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9AC10C-D066-4539-B553-3C6FF1D91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B992B9-F696-44F5-84B6-AFEBA07EAF1E}" type="slidenum">
              <a:rPr lang="en-US" altLang="zh-CN" smtClean="0"/>
              <a:pPr>
                <a:defRPr/>
              </a:pPr>
              <a:t>2</a:t>
            </a:fld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306" name="Rectangle 2">
            <a:extLst>
              <a:ext uri="{FF2B5EF4-FFF2-40B4-BE49-F238E27FC236}">
                <a16:creationId xmlns:a16="http://schemas.microsoft.com/office/drawing/2014/main" id="{19ED4AB2-90F9-5658-A193-9045E925E8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计数器 </a:t>
            </a:r>
          </a:p>
        </p:txBody>
      </p:sp>
      <p:sp>
        <p:nvSpPr>
          <p:cNvPr id="738307" name="Rectangle 3">
            <a:extLst>
              <a:ext uri="{FF2B5EF4-FFF2-40B4-BE49-F238E27FC236}">
                <a16:creationId xmlns:a16="http://schemas.microsoft.com/office/drawing/2014/main" id="{41107EB9-5AB0-B8DD-4C35-7072363DB1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计数器</a:t>
            </a:r>
          </a:p>
          <a:p>
            <a:pPr lvl="1" eaLnBrk="1" hangingPunct="1">
              <a:defRPr/>
            </a:pPr>
            <a:endParaRPr lang="zh-CN" altLang="en-US" b="1" dirty="0"/>
          </a:p>
          <a:p>
            <a:pPr lvl="1" eaLnBrk="1" hangingPunct="1">
              <a:defRPr/>
            </a:pPr>
            <a:r>
              <a:rPr lang="zh-CN" altLang="en-US" b="1" dirty="0"/>
              <a:t>同步二进制计数器设计</a:t>
            </a:r>
          </a:p>
          <a:p>
            <a:pPr lvl="1" eaLnBrk="1" hangingPunct="1">
              <a:defRPr/>
            </a:pPr>
            <a:r>
              <a:rPr lang="zh-CN" altLang="en-US" b="1" dirty="0"/>
              <a:t>十进制计数器设计</a:t>
            </a:r>
          </a:p>
          <a:p>
            <a:pPr lvl="1" eaLnBrk="1" hangingPunct="1">
              <a:defRPr/>
            </a:pPr>
            <a:r>
              <a:rPr lang="zh-CN" altLang="en-US" b="1" dirty="0"/>
              <a:t>可逆计数器设计</a:t>
            </a:r>
          </a:p>
          <a:p>
            <a:pPr lvl="1" eaLnBrk="1" hangingPunct="1">
              <a:defRPr/>
            </a:pPr>
            <a:r>
              <a:rPr lang="zh-CN" altLang="en-US" b="1" dirty="0">
                <a:solidFill>
                  <a:srgbClr val="FFFF00"/>
                </a:solidFill>
              </a:rPr>
              <a:t>集成化的</a:t>
            </a:r>
            <a:r>
              <a:rPr lang="en-US" altLang="zh-CN" b="1" dirty="0">
                <a:solidFill>
                  <a:srgbClr val="FFFF00"/>
                </a:solidFill>
              </a:rPr>
              <a:t>4</a:t>
            </a:r>
            <a:r>
              <a:rPr lang="zh-CN" altLang="en-US" b="1" dirty="0">
                <a:solidFill>
                  <a:srgbClr val="FFFF00"/>
                </a:solidFill>
              </a:rPr>
              <a:t>位二进制计数器设计</a:t>
            </a:r>
          </a:p>
          <a:p>
            <a:pPr lvl="1" eaLnBrk="1" hangingPunct="1">
              <a:defRPr/>
            </a:pPr>
            <a:r>
              <a:rPr lang="zh-CN" altLang="en-US" b="1" dirty="0"/>
              <a:t>设计计数器时要注意的问题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19E6B0-3396-F93E-9DB8-EE79F884A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FB2FF1DA-D922-4CF2-BD2C-4E85289F0A85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3</a:t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738308" name="Rectangle 4">
            <a:extLst>
              <a:ext uri="{FF2B5EF4-FFF2-40B4-BE49-F238E27FC236}">
                <a16:creationId xmlns:a16="http://schemas.microsoft.com/office/drawing/2014/main" id="{57234DFD-9B66-B13B-298E-2D7A72864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768725"/>
            <a:ext cx="7588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>
                <a:solidFill>
                  <a:srgbClr val="FFFF00"/>
                </a:solidFill>
                <a:latin typeface="Times New Roman" panose="02020603050405020304" pitchFamily="18" charset="0"/>
                <a:sym typeface="Wingdings 3" panose="05040102010807070707" pitchFamily="18" charset="2"/>
              </a:rPr>
              <a:t></a:t>
            </a:r>
            <a:endParaRPr lang="en-US" altLang="zh-CN" sz="3600" b="1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38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38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8308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F67387-6285-7D18-B754-BCFA7DE54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406" y="890862"/>
            <a:ext cx="8382000" cy="762000"/>
          </a:xfrm>
        </p:spPr>
        <p:txBody>
          <a:bodyPr/>
          <a:lstStyle/>
          <a:p>
            <a:r>
              <a:rPr lang="en-US" altLang="zh-CN" b="1" dirty="0">
                <a:solidFill>
                  <a:srgbClr val="FFC000"/>
                </a:solidFill>
              </a:rPr>
              <a:t>4</a:t>
            </a:r>
            <a:r>
              <a:rPr lang="zh-CN" altLang="en-US" b="1" dirty="0">
                <a:solidFill>
                  <a:srgbClr val="FFC000"/>
                </a:solidFill>
              </a:rPr>
              <a:t>位二进制计数器的状态图</a:t>
            </a:r>
            <a:endParaRPr lang="zh-CN" altLang="en-US" dirty="0">
              <a:solidFill>
                <a:srgbClr val="FFC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C0953D-C00B-0A26-8449-E3E3B58B4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E1AF02-7B09-44E2-84F9-43B0AAE72710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F2CFB694-DE13-A9E2-8832-5644DA48D0DC}"/>
              </a:ext>
            </a:extLst>
          </p:cNvPr>
          <p:cNvGrpSpPr/>
          <p:nvPr/>
        </p:nvGrpSpPr>
        <p:grpSpPr>
          <a:xfrm>
            <a:off x="223837" y="2852936"/>
            <a:ext cx="8696325" cy="2438400"/>
            <a:chOff x="228600" y="3681413"/>
            <a:chExt cx="8696325" cy="2438400"/>
          </a:xfrm>
        </p:grpSpPr>
        <p:sp>
          <p:nvSpPr>
            <p:cNvPr id="5" name="Text Box 5">
              <a:extLst>
                <a:ext uri="{FF2B5EF4-FFF2-40B4-BE49-F238E27FC236}">
                  <a16:creationId xmlns:a16="http://schemas.microsoft.com/office/drawing/2014/main" id="{E29B4F0E-995A-24C9-0915-12F4ED5049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3681413"/>
              <a:ext cx="641350" cy="415925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0000</a:t>
              </a:r>
            </a:p>
          </p:txBody>
        </p:sp>
        <p:sp>
          <p:nvSpPr>
            <p:cNvPr id="6" name="Text Box 6">
              <a:extLst>
                <a:ext uri="{FF2B5EF4-FFF2-40B4-BE49-F238E27FC236}">
                  <a16:creationId xmlns:a16="http://schemas.microsoft.com/office/drawing/2014/main" id="{56C4220F-3ED1-C43F-26EB-AC2A0AE7FC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0200" y="3681413"/>
              <a:ext cx="685800" cy="415925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0001</a:t>
              </a:r>
            </a:p>
          </p:txBody>
        </p:sp>
        <p:sp>
          <p:nvSpPr>
            <p:cNvPr id="7" name="Text Box 7">
              <a:extLst>
                <a:ext uri="{FF2B5EF4-FFF2-40B4-BE49-F238E27FC236}">
                  <a16:creationId xmlns:a16="http://schemas.microsoft.com/office/drawing/2014/main" id="{4D6078B8-E52D-402D-5F5E-BFF8ECB5D5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800" y="3681413"/>
              <a:ext cx="609600" cy="415925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0010</a:t>
              </a:r>
            </a:p>
          </p:txBody>
        </p:sp>
        <p:sp>
          <p:nvSpPr>
            <p:cNvPr id="8" name="Text Box 8">
              <a:extLst>
                <a:ext uri="{FF2B5EF4-FFF2-40B4-BE49-F238E27FC236}">
                  <a16:creationId xmlns:a16="http://schemas.microsoft.com/office/drawing/2014/main" id="{66D1A039-0E41-91DE-81F0-B3E86005C8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400" y="3681413"/>
              <a:ext cx="617538" cy="415925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0011</a:t>
              </a:r>
            </a:p>
          </p:txBody>
        </p: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3542920C-3B03-7AFF-13CA-4A50E93528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5638" y="4713288"/>
              <a:ext cx="639762" cy="415925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0111</a:t>
              </a:r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1C360A04-2377-B678-94B8-F21EC726A7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05800" y="3681413"/>
              <a:ext cx="619125" cy="415925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0110</a:t>
              </a:r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33C97034-147C-7ED3-680F-BF9F9F5D8B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08813" y="3681413"/>
              <a:ext cx="611187" cy="415925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0101</a:t>
              </a:r>
            </a:p>
          </p:txBody>
        </p:sp>
        <p:sp>
          <p:nvSpPr>
            <p:cNvPr id="12" name="Text Box 12">
              <a:extLst>
                <a:ext uri="{FF2B5EF4-FFF2-40B4-BE49-F238E27FC236}">
                  <a16:creationId xmlns:a16="http://schemas.microsoft.com/office/drawing/2014/main" id="{F7BB4038-778F-7EF1-1A00-5327A1196E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8800" y="3681413"/>
              <a:ext cx="609600" cy="415925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0100</a:t>
              </a:r>
            </a:p>
          </p:txBody>
        </p:sp>
        <p:sp>
          <p:nvSpPr>
            <p:cNvPr id="13" name="Line 14">
              <a:extLst>
                <a:ext uri="{FF2B5EF4-FFF2-40B4-BE49-F238E27FC236}">
                  <a16:creationId xmlns:a16="http://schemas.microsoft.com/office/drawing/2014/main" id="{11B6CAB2-1500-3D0E-54B3-24D0AAE3CC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1388" y="3886200"/>
              <a:ext cx="685800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" name="Line 17">
              <a:extLst>
                <a:ext uri="{FF2B5EF4-FFF2-40B4-BE49-F238E27FC236}">
                  <a16:creationId xmlns:a16="http://schemas.microsoft.com/office/drawing/2014/main" id="{6E70BE8F-F830-7109-4B3C-9DFF6EEFF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10600" y="4114800"/>
              <a:ext cx="0" cy="557213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5" name="Line 20">
              <a:extLst>
                <a:ext uri="{FF2B5EF4-FFF2-40B4-BE49-F238E27FC236}">
                  <a16:creationId xmlns:a16="http://schemas.microsoft.com/office/drawing/2014/main" id="{B49AA25A-C045-41DA-238E-5560315279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33400" y="4114800"/>
              <a:ext cx="0" cy="53340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Line 23">
              <a:extLst>
                <a:ext uri="{FF2B5EF4-FFF2-40B4-BE49-F238E27FC236}">
                  <a16:creationId xmlns:a16="http://schemas.microsoft.com/office/drawing/2014/main" id="{29255BB4-8635-AC45-8825-7FA0522F4C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6000" y="3886200"/>
              <a:ext cx="685800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7" name="Line 26">
              <a:extLst>
                <a:ext uri="{FF2B5EF4-FFF2-40B4-BE49-F238E27FC236}">
                  <a16:creationId xmlns:a16="http://schemas.microsoft.com/office/drawing/2014/main" id="{A6D8A2A3-5181-8DE4-9D0B-FFD66AF402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8388" y="3886200"/>
              <a:ext cx="685800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Line 29">
              <a:extLst>
                <a:ext uri="{FF2B5EF4-FFF2-40B4-BE49-F238E27FC236}">
                  <a16:creationId xmlns:a16="http://schemas.microsoft.com/office/drawing/2014/main" id="{EEE73003-A436-D112-B650-C9FE6A30DB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3000" y="3886200"/>
              <a:ext cx="685800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9" name="Line 32">
              <a:extLst>
                <a:ext uri="{FF2B5EF4-FFF2-40B4-BE49-F238E27FC236}">
                  <a16:creationId xmlns:a16="http://schemas.microsoft.com/office/drawing/2014/main" id="{840E82A6-4CFD-3A8C-19EF-7F1011518A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5388" y="3886200"/>
              <a:ext cx="685800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" name="Line 35">
              <a:extLst>
                <a:ext uri="{FF2B5EF4-FFF2-40B4-BE49-F238E27FC236}">
                  <a16:creationId xmlns:a16="http://schemas.microsoft.com/office/drawing/2014/main" id="{4DB81A72-8075-9158-1469-D378B4E12F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20000" y="3886200"/>
              <a:ext cx="685800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1" name="Line 38">
              <a:extLst>
                <a:ext uri="{FF2B5EF4-FFF2-40B4-BE49-F238E27FC236}">
                  <a16:creationId xmlns:a16="http://schemas.microsoft.com/office/drawing/2014/main" id="{6ACAFC5C-6DEF-3437-B947-9665DA6690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10600" y="5205413"/>
              <a:ext cx="0" cy="45720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2" name="Text Box 40">
              <a:extLst>
                <a:ext uri="{FF2B5EF4-FFF2-40B4-BE49-F238E27FC236}">
                  <a16:creationId xmlns:a16="http://schemas.microsoft.com/office/drawing/2014/main" id="{166EF1A4-F2D0-C9DD-16F9-49DF1AD2C8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29600" y="5703888"/>
              <a:ext cx="639763" cy="415925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1000</a:t>
              </a:r>
            </a:p>
          </p:txBody>
        </p:sp>
        <p:sp>
          <p:nvSpPr>
            <p:cNvPr id="23" name="Text Box 41">
              <a:extLst>
                <a:ext uri="{FF2B5EF4-FFF2-40B4-BE49-F238E27FC236}">
                  <a16:creationId xmlns:a16="http://schemas.microsoft.com/office/drawing/2014/main" id="{7FCA8647-CC39-5559-0F7F-07B9E6F57D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" y="5662613"/>
              <a:ext cx="655638" cy="415925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1110</a:t>
              </a:r>
            </a:p>
          </p:txBody>
        </p:sp>
        <p:sp>
          <p:nvSpPr>
            <p:cNvPr id="24" name="Text Box 42">
              <a:extLst>
                <a:ext uri="{FF2B5EF4-FFF2-40B4-BE49-F238E27FC236}">
                  <a16:creationId xmlns:a16="http://schemas.microsoft.com/office/drawing/2014/main" id="{7D2336A2-2F37-BE7E-BB76-B9A9BCE802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0200" y="5703888"/>
              <a:ext cx="685800" cy="415925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1101</a:t>
              </a:r>
            </a:p>
          </p:txBody>
        </p:sp>
        <p:sp>
          <p:nvSpPr>
            <p:cNvPr id="25" name="Text Box 43">
              <a:extLst>
                <a:ext uri="{FF2B5EF4-FFF2-40B4-BE49-F238E27FC236}">
                  <a16:creationId xmlns:a16="http://schemas.microsoft.com/office/drawing/2014/main" id="{DCA5F783-21F5-8692-DE10-EE07B92386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800" y="5703888"/>
              <a:ext cx="609600" cy="415925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1100</a:t>
              </a:r>
            </a:p>
          </p:txBody>
        </p:sp>
        <p:sp>
          <p:nvSpPr>
            <p:cNvPr id="26" name="Text Box 44">
              <a:extLst>
                <a:ext uri="{FF2B5EF4-FFF2-40B4-BE49-F238E27FC236}">
                  <a16:creationId xmlns:a16="http://schemas.microsoft.com/office/drawing/2014/main" id="{15FB7D37-76BC-7C71-2A9F-82D0BDF361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400" y="5703888"/>
              <a:ext cx="617538" cy="415925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1011</a:t>
              </a:r>
            </a:p>
          </p:txBody>
        </p:sp>
        <p:sp>
          <p:nvSpPr>
            <p:cNvPr id="27" name="Text Box 45">
              <a:extLst>
                <a:ext uri="{FF2B5EF4-FFF2-40B4-BE49-F238E27FC236}">
                  <a16:creationId xmlns:a16="http://schemas.microsoft.com/office/drawing/2014/main" id="{16759599-C511-909B-4560-9DE664FC2B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34200" y="5703888"/>
              <a:ext cx="611188" cy="415925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1001</a:t>
              </a:r>
            </a:p>
          </p:txBody>
        </p:sp>
        <p:sp>
          <p:nvSpPr>
            <p:cNvPr id="28" name="Text Box 46">
              <a:extLst>
                <a:ext uri="{FF2B5EF4-FFF2-40B4-BE49-F238E27FC236}">
                  <a16:creationId xmlns:a16="http://schemas.microsoft.com/office/drawing/2014/main" id="{6372502D-1352-E3D1-A6FE-C1C767548D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8800" y="5703888"/>
              <a:ext cx="609600" cy="415925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1010</a:t>
              </a:r>
            </a:p>
          </p:txBody>
        </p:sp>
        <p:sp>
          <p:nvSpPr>
            <p:cNvPr id="29" name="Line 48">
              <a:extLst>
                <a:ext uri="{FF2B5EF4-FFF2-40B4-BE49-F238E27FC236}">
                  <a16:creationId xmlns:a16="http://schemas.microsoft.com/office/drawing/2014/main" id="{425BACED-F226-1018-372D-4D2F316E80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4400" y="5849938"/>
              <a:ext cx="685800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Text Box 50">
              <a:extLst>
                <a:ext uri="{FF2B5EF4-FFF2-40B4-BE49-F238E27FC236}">
                  <a16:creationId xmlns:a16="http://schemas.microsoft.com/office/drawing/2014/main" id="{D34B1E9D-D6AF-CC48-D9A6-917DED57F7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" y="4672013"/>
              <a:ext cx="633413" cy="415925"/>
            </a:xfrm>
            <a:prstGeom prst="rect">
              <a:avLst/>
            </a:prstGeom>
            <a:noFill/>
            <a:ln w="1905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  <a:defRPr/>
              </a:pPr>
              <a:r>
                <a:rPr lang="en-US" altLang="zh-CN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1111</a:t>
              </a:r>
            </a:p>
          </p:txBody>
        </p:sp>
        <p:sp>
          <p:nvSpPr>
            <p:cNvPr id="31" name="Line 52">
              <a:extLst>
                <a:ext uri="{FF2B5EF4-FFF2-40B4-BE49-F238E27FC236}">
                  <a16:creationId xmlns:a16="http://schemas.microsoft.com/office/drawing/2014/main" id="{E5D838D1-4FAA-C2B8-867F-2A79CA2F7F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33400" y="5053013"/>
              <a:ext cx="0" cy="60960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2" name="Line 55">
              <a:extLst>
                <a:ext uri="{FF2B5EF4-FFF2-40B4-BE49-F238E27FC236}">
                  <a16:creationId xmlns:a16="http://schemas.microsoft.com/office/drawing/2014/main" id="{3D4D5569-A722-A78A-87B4-C2205AB945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86000" y="5867400"/>
              <a:ext cx="685800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3" name="Line 58">
              <a:extLst>
                <a:ext uri="{FF2B5EF4-FFF2-40B4-BE49-F238E27FC236}">
                  <a16:creationId xmlns:a16="http://schemas.microsoft.com/office/drawing/2014/main" id="{B6171B23-1777-3740-B3F4-2A7B92D4BA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57600" y="5867400"/>
              <a:ext cx="685800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4" name="Line 61">
              <a:extLst>
                <a:ext uri="{FF2B5EF4-FFF2-40B4-BE49-F238E27FC236}">
                  <a16:creationId xmlns:a16="http://schemas.microsoft.com/office/drawing/2014/main" id="{A2EEE9FC-D207-184D-B078-775FA6ABAF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3000" y="5867400"/>
              <a:ext cx="685800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5" name="Line 64">
              <a:extLst>
                <a:ext uri="{FF2B5EF4-FFF2-40B4-BE49-F238E27FC236}">
                  <a16:creationId xmlns:a16="http://schemas.microsoft.com/office/drawing/2014/main" id="{5129F302-A95E-1865-3A6D-4477CAE04B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48400" y="5867400"/>
              <a:ext cx="685800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36" name="Line 67">
              <a:extLst>
                <a:ext uri="{FF2B5EF4-FFF2-40B4-BE49-F238E27FC236}">
                  <a16:creationId xmlns:a16="http://schemas.microsoft.com/office/drawing/2014/main" id="{D6F594F8-1249-C880-5FE0-4837F8663A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43800" y="5867400"/>
              <a:ext cx="685800" cy="0"/>
            </a:xfrm>
            <a:prstGeom prst="line">
              <a:avLst/>
            </a:prstGeom>
            <a:noFill/>
            <a:ln w="19050">
              <a:solidFill>
                <a:srgbClr val="FFFF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39837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灯片编号占位符 5">
            <a:extLst>
              <a:ext uri="{FF2B5EF4-FFF2-40B4-BE49-F238E27FC236}">
                <a16:creationId xmlns:a16="http://schemas.microsoft.com/office/drawing/2014/main" id="{1EEA29AD-83E4-3974-A372-DB0EE31F0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16709" y="5180856"/>
            <a:ext cx="1905000" cy="457200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5CBBC3E-06F6-4575-B7A9-705F2DBC8284}" type="slidenum">
              <a:rPr lang="en-US" altLang="zh-CN" sz="1000" smtClean="0"/>
              <a:pPr>
                <a:defRPr/>
              </a:pPr>
              <a:t>5</a:t>
            </a:fld>
            <a:endParaRPr lang="en-US" altLang="zh-CN" sz="1000" dirty="0"/>
          </a:p>
        </p:txBody>
      </p:sp>
      <p:sp>
        <p:nvSpPr>
          <p:cNvPr id="735260" name="AutoShape 28">
            <a:extLst>
              <a:ext uri="{FF2B5EF4-FFF2-40B4-BE49-F238E27FC236}">
                <a16:creationId xmlns:a16="http://schemas.microsoft.com/office/drawing/2014/main" id="{802E0FAF-DFA9-101F-9B42-A7C46A51C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8847" y="2304306"/>
            <a:ext cx="838200" cy="457200"/>
          </a:xfrm>
          <a:prstGeom prst="rightArrow">
            <a:avLst>
              <a:gd name="adj1" fmla="val 50000"/>
              <a:gd name="adj2" fmla="val 45833"/>
            </a:avLst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735261" name="Rectangle 29">
            <a:extLst>
              <a:ext uri="{FF2B5EF4-FFF2-40B4-BE49-F238E27FC236}">
                <a16:creationId xmlns:a16="http://schemas.microsoft.com/office/drawing/2014/main" id="{39F521D8-5648-AF4C-2C3B-E1FCE12C8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09" y="2132856"/>
            <a:ext cx="14097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状态方程</a:t>
            </a:r>
          </a:p>
        </p:txBody>
      </p:sp>
      <p:sp>
        <p:nvSpPr>
          <p:cNvPr id="735262" name="Rectangle 30">
            <a:extLst>
              <a:ext uri="{FF2B5EF4-FFF2-40B4-BE49-F238E27FC236}">
                <a16:creationId xmlns:a16="http://schemas.microsoft.com/office/drawing/2014/main" id="{A2E53E90-A6DB-892E-5C9F-68A336CBF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0422" y="2132856"/>
            <a:ext cx="1716087" cy="8223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激励函数的</a:t>
            </a:r>
          </a:p>
          <a:p>
            <a:pPr algn="ctr" eaLnBrk="1" hangingPunct="1"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原理表达式</a:t>
            </a:r>
          </a:p>
        </p:txBody>
      </p:sp>
      <p:sp>
        <p:nvSpPr>
          <p:cNvPr id="735264" name="AutoShape 32">
            <a:extLst>
              <a:ext uri="{FF2B5EF4-FFF2-40B4-BE49-F238E27FC236}">
                <a16:creationId xmlns:a16="http://schemas.microsoft.com/office/drawing/2014/main" id="{62515CBD-62F7-9C97-C922-B6009410F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3859" y="2256681"/>
            <a:ext cx="838200" cy="457200"/>
          </a:xfrm>
          <a:prstGeom prst="rightArrow">
            <a:avLst>
              <a:gd name="adj1" fmla="val 50000"/>
              <a:gd name="adj2" fmla="val 45833"/>
            </a:avLst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735265" name="Rectangle 33">
            <a:extLst>
              <a:ext uri="{FF2B5EF4-FFF2-40B4-BE49-F238E27FC236}">
                <a16:creationId xmlns:a16="http://schemas.microsoft.com/office/drawing/2014/main" id="{6A164144-A549-7533-F33B-EE4EA7A62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8109" y="2132856"/>
            <a:ext cx="1716088" cy="8223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激励函数的</a:t>
            </a:r>
          </a:p>
          <a:p>
            <a:pPr algn="ctr" eaLnBrk="1" hangingPunct="1"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实用表达式</a:t>
            </a: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772AAEE4-C4C4-3AB3-1856-D74F9CECC669}"/>
              </a:ext>
            </a:extLst>
          </p:cNvPr>
          <p:cNvGrpSpPr>
            <a:grpSpLocks/>
          </p:cNvGrpSpPr>
          <p:nvPr/>
        </p:nvGrpSpPr>
        <p:grpSpPr bwMode="auto">
          <a:xfrm>
            <a:off x="487359" y="3244106"/>
            <a:ext cx="2843213" cy="1943100"/>
            <a:chOff x="-2793051" y="3953680"/>
            <a:chExt cx="2932601" cy="1943157"/>
          </a:xfrm>
        </p:grpSpPr>
        <p:sp>
          <p:nvSpPr>
            <p:cNvPr id="45079" name="文本框 15">
              <a:extLst>
                <a:ext uri="{FF2B5EF4-FFF2-40B4-BE49-F238E27FC236}">
                  <a16:creationId xmlns:a16="http://schemas.microsoft.com/office/drawing/2014/main" id="{3039BCE7-45FD-5F16-9200-E940D54D18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75586" y="3953680"/>
              <a:ext cx="1933834" cy="469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 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000" baseline="-25000"/>
                <a:t>0(n+1)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endParaRPr lang="zh-CN" altLang="en-US" sz="2000" baseline="-25000"/>
            </a:p>
          </p:txBody>
        </p:sp>
        <p:sp>
          <p:nvSpPr>
            <p:cNvPr id="45080" name="文本框 16">
              <a:extLst>
                <a:ext uri="{FF2B5EF4-FFF2-40B4-BE49-F238E27FC236}">
                  <a16:creationId xmlns:a16="http://schemas.microsoft.com/office/drawing/2014/main" id="{E278C6AA-8CF9-6D62-A0AF-A223C177E3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88947" y="4613574"/>
              <a:ext cx="2410024" cy="290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000" baseline="-25000"/>
                <a:t>1(n+1)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endParaRPr lang="zh-CN" altLang="en-US" sz="2000" baseline="-25000"/>
            </a:p>
          </p:txBody>
        </p:sp>
        <p:sp>
          <p:nvSpPr>
            <p:cNvPr id="45081" name="文本框 17">
              <a:extLst>
                <a:ext uri="{FF2B5EF4-FFF2-40B4-BE49-F238E27FC236}">
                  <a16:creationId xmlns:a16="http://schemas.microsoft.com/office/drawing/2014/main" id="{D6879842-D16E-BA56-4B2B-DD5A12C778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93051" y="5071351"/>
              <a:ext cx="2690216" cy="292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000" baseline="-25000"/>
                <a:t>2(n+1)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endParaRPr lang="zh-CN" altLang="en-US" sz="2000"/>
            </a:p>
          </p:txBody>
        </p:sp>
        <p:sp>
          <p:nvSpPr>
            <p:cNvPr id="45082" name="文本框 18">
              <a:extLst>
                <a:ext uri="{FF2B5EF4-FFF2-40B4-BE49-F238E27FC236}">
                  <a16:creationId xmlns:a16="http://schemas.microsoft.com/office/drawing/2014/main" id="{2FAE5541-AEBA-D322-F8FA-F03268B831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67611" y="5604185"/>
              <a:ext cx="2907161" cy="292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000" baseline="-25000"/>
                <a:t>3(n+1)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3n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endParaRPr lang="zh-CN" altLang="en-US" sz="2000" baseline="-25000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49C2BB90-30AF-E7CA-D914-1C9B2AC422BA}"/>
              </a:ext>
            </a:extLst>
          </p:cNvPr>
          <p:cNvGrpSpPr>
            <a:grpSpLocks/>
          </p:cNvGrpSpPr>
          <p:nvPr/>
        </p:nvGrpSpPr>
        <p:grpSpPr bwMode="auto">
          <a:xfrm>
            <a:off x="3603622" y="3131394"/>
            <a:ext cx="2292350" cy="2068512"/>
            <a:chOff x="-2742341" y="3904977"/>
            <a:chExt cx="2363470" cy="2068570"/>
          </a:xfrm>
        </p:grpSpPr>
        <p:sp>
          <p:nvSpPr>
            <p:cNvPr id="45075" name="文本框 15">
              <a:extLst>
                <a:ext uri="{FF2B5EF4-FFF2-40B4-BE49-F238E27FC236}">
                  <a16:creationId xmlns:a16="http://schemas.microsoft.com/office/drawing/2014/main" id="{48FC60E8-D513-505D-DEC9-0693C93E29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3904977"/>
              <a:ext cx="1711565" cy="469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0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endParaRPr lang="zh-CN" altLang="en-US" sz="2000" baseline="-25000"/>
            </a:p>
          </p:txBody>
        </p:sp>
        <p:sp>
          <p:nvSpPr>
            <p:cNvPr id="45076" name="文本框 16">
              <a:extLst>
                <a:ext uri="{FF2B5EF4-FFF2-40B4-BE49-F238E27FC236}">
                  <a16:creationId xmlns:a16="http://schemas.microsoft.com/office/drawing/2014/main" id="{788B15E6-8C5A-C8AC-6619-299C227534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4641382"/>
              <a:ext cx="1785826" cy="290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1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endParaRPr lang="zh-CN" altLang="en-US" sz="2000" baseline="-25000"/>
            </a:p>
          </p:txBody>
        </p:sp>
        <p:sp>
          <p:nvSpPr>
            <p:cNvPr id="45077" name="文本框 17">
              <a:extLst>
                <a:ext uri="{FF2B5EF4-FFF2-40B4-BE49-F238E27FC236}">
                  <a16:creationId xmlns:a16="http://schemas.microsoft.com/office/drawing/2014/main" id="{A6D0ADFC-942D-4F39-187B-D95569D109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37847" y="5134840"/>
              <a:ext cx="2078376" cy="292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2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endParaRPr lang="zh-CN" altLang="en-US" sz="2000"/>
            </a:p>
          </p:txBody>
        </p:sp>
        <p:sp>
          <p:nvSpPr>
            <p:cNvPr id="45078" name="文本框 18">
              <a:extLst>
                <a:ext uri="{FF2B5EF4-FFF2-40B4-BE49-F238E27FC236}">
                  <a16:creationId xmlns:a16="http://schemas.microsoft.com/office/drawing/2014/main" id="{125E860B-C776-9CE9-0718-0625D12E7E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5680895"/>
              <a:ext cx="2363470" cy="292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3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3n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0n</a:t>
              </a:r>
              <a:endParaRPr lang="zh-CN" altLang="en-US" sz="2000" baseline="-25000"/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0FDD45E3-614E-C99E-7CC6-28FCA6E7705C}"/>
              </a:ext>
            </a:extLst>
          </p:cNvPr>
          <p:cNvGrpSpPr>
            <a:grpSpLocks/>
          </p:cNvGrpSpPr>
          <p:nvPr/>
        </p:nvGrpSpPr>
        <p:grpSpPr bwMode="auto">
          <a:xfrm>
            <a:off x="6167434" y="2963119"/>
            <a:ext cx="2757488" cy="2390775"/>
            <a:chOff x="-2763468" y="3904978"/>
            <a:chExt cx="2843922" cy="2389921"/>
          </a:xfrm>
        </p:grpSpPr>
        <p:sp>
          <p:nvSpPr>
            <p:cNvPr id="45071" name="文本框 15">
              <a:extLst>
                <a:ext uri="{FF2B5EF4-FFF2-40B4-BE49-F238E27FC236}">
                  <a16:creationId xmlns:a16="http://schemas.microsoft.com/office/drawing/2014/main" id="{C9A6ACFF-5A53-5A1F-C1C3-38C2015B65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3904978"/>
              <a:ext cx="2410024" cy="469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0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endParaRPr lang="zh-CN" altLang="en-US" sz="2000" baseline="-25000"/>
            </a:p>
          </p:txBody>
        </p:sp>
        <p:sp>
          <p:nvSpPr>
            <p:cNvPr id="45072" name="文本框 16">
              <a:extLst>
                <a:ext uri="{FF2B5EF4-FFF2-40B4-BE49-F238E27FC236}">
                  <a16:creationId xmlns:a16="http://schemas.microsoft.com/office/drawing/2014/main" id="{474867E4-7A24-E4D5-8650-C0ACA369E7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4558240"/>
              <a:ext cx="222870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1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endParaRPr lang="zh-CN" altLang="en-US" sz="2000" baseline="-25000"/>
            </a:p>
          </p:txBody>
        </p:sp>
        <p:sp>
          <p:nvSpPr>
            <p:cNvPr id="45073" name="文本框 17">
              <a:extLst>
                <a:ext uri="{FF2B5EF4-FFF2-40B4-BE49-F238E27FC236}">
                  <a16:creationId xmlns:a16="http://schemas.microsoft.com/office/drawing/2014/main" id="{4D44F93D-B294-177A-E40A-A3B9530B8B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5166640"/>
              <a:ext cx="247282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    —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2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r>
                <a:rPr lang="en-US" altLang="zh-CN" sz="2000"/>
                <a:t>+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endParaRPr lang="zh-CN" altLang="en-US" sz="2000"/>
            </a:p>
          </p:txBody>
        </p:sp>
        <p:sp>
          <p:nvSpPr>
            <p:cNvPr id="45074" name="文本框 18">
              <a:extLst>
                <a:ext uri="{FF2B5EF4-FFF2-40B4-BE49-F238E27FC236}">
                  <a16:creationId xmlns:a16="http://schemas.microsoft.com/office/drawing/2014/main" id="{39DA6DDD-9C5A-43F5-4825-F5F9F08913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63468" y="5809881"/>
              <a:ext cx="284392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    —    —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3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r>
                <a:rPr lang="en-US" altLang="zh-CN" sz="2000"/>
                <a:t>+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/>
                <a:t>+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3n</a:t>
              </a:r>
              <a:endParaRPr lang="zh-CN" altLang="en-US" sz="2000" baseline="-25000"/>
            </a:p>
          </p:txBody>
        </p:sp>
      </p:grpSp>
      <p:sp>
        <p:nvSpPr>
          <p:cNvPr id="4" name="标题 1">
            <a:extLst>
              <a:ext uri="{FF2B5EF4-FFF2-40B4-BE49-F238E27FC236}">
                <a16:creationId xmlns:a16="http://schemas.microsoft.com/office/drawing/2014/main" id="{466BB871-774B-F6EF-872A-829044109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406" y="404664"/>
            <a:ext cx="8382000" cy="1248198"/>
          </a:xfrm>
        </p:spPr>
        <p:txBody>
          <a:bodyPr/>
          <a:lstStyle/>
          <a:p>
            <a:r>
              <a:rPr lang="en-US" altLang="zh-CN" b="1" dirty="0">
                <a:solidFill>
                  <a:srgbClr val="FFC000"/>
                </a:solidFill>
              </a:rPr>
              <a:t>4</a:t>
            </a:r>
            <a:r>
              <a:rPr lang="zh-CN" altLang="en-US" b="1" dirty="0">
                <a:solidFill>
                  <a:srgbClr val="FFC000"/>
                </a:solidFill>
              </a:rPr>
              <a:t>位二进制计数器的</a:t>
            </a:r>
            <a:br>
              <a:rPr lang="en-US" altLang="zh-CN" b="1" dirty="0">
                <a:solidFill>
                  <a:srgbClr val="FFC000"/>
                </a:solidFill>
              </a:rPr>
            </a:br>
            <a:r>
              <a:rPr lang="zh-CN" altLang="en-US" b="1" dirty="0">
                <a:solidFill>
                  <a:srgbClr val="FFC000"/>
                </a:solidFill>
              </a:rPr>
              <a:t>状态方程和激励函数</a:t>
            </a:r>
            <a:endParaRPr lang="zh-CN" altLang="en-US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35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735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35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735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35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5260" grpId="0" animBg="1"/>
      <p:bldP spid="735261" grpId="0" autoUpdateAnimBg="0"/>
      <p:bldP spid="735262" grpId="0" autoUpdateAnimBg="0"/>
      <p:bldP spid="735264" grpId="0" animBg="1"/>
      <p:bldP spid="73526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682" name="Rectangle 2">
            <a:extLst>
              <a:ext uri="{FF2B5EF4-FFF2-40B4-BE49-F238E27FC236}">
                <a16:creationId xmlns:a16="http://schemas.microsoft.com/office/drawing/2014/main" id="{C5B0AF93-4E7A-0603-964C-CA82BEE64F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0238" y="410940"/>
            <a:ext cx="8153400" cy="82391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600" dirty="0"/>
              <a:t>四位二进制计数器逻辑图 </a:t>
            </a:r>
          </a:p>
        </p:txBody>
      </p:sp>
      <p:sp>
        <p:nvSpPr>
          <p:cNvPr id="131" name="灯片编号占位符 5">
            <a:extLst>
              <a:ext uri="{FF2B5EF4-FFF2-40B4-BE49-F238E27FC236}">
                <a16:creationId xmlns:a16="http://schemas.microsoft.com/office/drawing/2014/main" id="{EFF6062F-129B-B63D-9699-F0982179F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51B602D-DC6D-4F30-834F-A828F69C5CE0}" type="slidenum">
              <a:rPr lang="en-US" altLang="zh-CN" sz="1000" smtClean="0"/>
              <a:pPr>
                <a:defRPr/>
              </a:pPr>
              <a:t>6</a:t>
            </a:fld>
            <a:endParaRPr lang="en-US" altLang="zh-CN" sz="10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53D6DD4-F5AF-7089-6AD4-A4D9787AE645}"/>
              </a:ext>
            </a:extLst>
          </p:cNvPr>
          <p:cNvGrpSpPr/>
          <p:nvPr/>
        </p:nvGrpSpPr>
        <p:grpSpPr>
          <a:xfrm>
            <a:off x="1801338" y="1196752"/>
            <a:ext cx="6858000" cy="5105400"/>
            <a:chOff x="1828800" y="685800"/>
            <a:chExt cx="6858000" cy="5105400"/>
          </a:xfrm>
        </p:grpSpPr>
        <p:grpSp>
          <p:nvGrpSpPr>
            <p:cNvPr id="711684" name="Group 4">
              <a:extLst>
                <a:ext uri="{FF2B5EF4-FFF2-40B4-BE49-F238E27FC236}">
                  <a16:creationId xmlns:a16="http://schemas.microsoft.com/office/drawing/2014/main" id="{4D5935B1-D459-D2CE-6F34-D49278797F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19400" y="685800"/>
              <a:ext cx="5715000" cy="2057400"/>
              <a:chOff x="1776" y="672"/>
              <a:chExt cx="3600" cy="1296"/>
            </a:xfrm>
          </p:grpSpPr>
          <p:grpSp>
            <p:nvGrpSpPr>
              <p:cNvPr id="48226" name="Group 5">
                <a:extLst>
                  <a:ext uri="{FF2B5EF4-FFF2-40B4-BE49-F238E27FC236}">
                    <a16:creationId xmlns:a16="http://schemas.microsoft.com/office/drawing/2014/main" id="{B2DC5D38-C2A5-8A1E-750B-235371BEC2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56" y="1392"/>
                <a:ext cx="720" cy="576"/>
                <a:chOff x="1680" y="1248"/>
                <a:chExt cx="720" cy="576"/>
              </a:xfrm>
            </p:grpSpPr>
            <p:sp>
              <p:nvSpPr>
                <p:cNvPr id="48256" name="Rectangle 6">
                  <a:extLst>
                    <a:ext uri="{FF2B5EF4-FFF2-40B4-BE49-F238E27FC236}">
                      <a16:creationId xmlns:a16="http://schemas.microsoft.com/office/drawing/2014/main" id="{50764686-2A4E-7E43-CC11-90D55807941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0" y="1248"/>
                  <a:ext cx="672" cy="52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11687" name="Text Box 7">
                  <a:extLst>
                    <a:ext uri="{FF2B5EF4-FFF2-40B4-BE49-F238E27FC236}">
                      <a16:creationId xmlns:a16="http://schemas.microsoft.com/office/drawing/2014/main" id="{046DFC82-7E81-5DD1-A01C-1F49266C189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28" y="1536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sz="240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</a:rPr>
                    <a:t>D</a:t>
                  </a:r>
                </a:p>
              </p:txBody>
            </p:sp>
            <p:sp>
              <p:nvSpPr>
                <p:cNvPr id="711688" name="Text Box 8">
                  <a:extLst>
                    <a:ext uri="{FF2B5EF4-FFF2-40B4-BE49-F238E27FC236}">
                      <a16:creationId xmlns:a16="http://schemas.microsoft.com/office/drawing/2014/main" id="{36A4FAC3-E85E-C156-1E56-0239AFAAF2D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16" y="1536"/>
                  <a:ext cx="384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sz="240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</a:rPr>
                    <a:t>CP</a:t>
                  </a:r>
                </a:p>
              </p:txBody>
            </p:sp>
            <p:sp>
              <p:nvSpPr>
                <p:cNvPr id="48259" name="Rectangle 9">
                  <a:extLst>
                    <a:ext uri="{FF2B5EF4-FFF2-40B4-BE49-F238E27FC236}">
                      <a16:creationId xmlns:a16="http://schemas.microsoft.com/office/drawing/2014/main" id="{A074BE90-E42D-D35D-5790-E7CA1231C6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09" y="1248"/>
                  <a:ext cx="25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Georgia" panose="02040502050405020303" pitchFamily="18" charset="0"/>
                    </a:rPr>
                    <a:t>Q</a:t>
                  </a:r>
                </a:p>
              </p:txBody>
            </p:sp>
            <p:sp>
              <p:nvSpPr>
                <p:cNvPr id="48260" name="Rectangle 10">
                  <a:extLst>
                    <a:ext uri="{FF2B5EF4-FFF2-40B4-BE49-F238E27FC236}">
                      <a16:creationId xmlns:a16="http://schemas.microsoft.com/office/drawing/2014/main" id="{F7E7EF45-4477-DDA2-6FCA-925D2F6239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45" y="1248"/>
                  <a:ext cx="25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Georgia" panose="02040502050405020303" pitchFamily="18" charset="0"/>
                    </a:rPr>
                    <a:t>Q</a:t>
                  </a:r>
                </a:p>
              </p:txBody>
            </p:sp>
            <p:sp>
              <p:nvSpPr>
                <p:cNvPr id="48261" name="Line 11">
                  <a:extLst>
                    <a:ext uri="{FF2B5EF4-FFF2-40B4-BE49-F238E27FC236}">
                      <a16:creationId xmlns:a16="http://schemas.microsoft.com/office/drawing/2014/main" id="{03FDA93F-9DDF-D485-0F30-E311E65E5B1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064" y="1296"/>
                  <a:ext cx="19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227" name="Group 12">
                <a:extLst>
                  <a:ext uri="{FF2B5EF4-FFF2-40B4-BE49-F238E27FC236}">
                    <a16:creationId xmlns:a16="http://schemas.microsoft.com/office/drawing/2014/main" id="{ECE87C26-5550-1737-7BE2-67C380F2CA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88" y="1392"/>
                <a:ext cx="720" cy="576"/>
                <a:chOff x="1680" y="1248"/>
                <a:chExt cx="720" cy="576"/>
              </a:xfrm>
            </p:grpSpPr>
            <p:sp>
              <p:nvSpPr>
                <p:cNvPr id="48250" name="Rectangle 13">
                  <a:extLst>
                    <a:ext uri="{FF2B5EF4-FFF2-40B4-BE49-F238E27FC236}">
                      <a16:creationId xmlns:a16="http://schemas.microsoft.com/office/drawing/2014/main" id="{353597E4-6C7E-172A-58D0-953D7F6DEBE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0" y="1248"/>
                  <a:ext cx="672" cy="52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11694" name="Text Box 14">
                  <a:extLst>
                    <a:ext uri="{FF2B5EF4-FFF2-40B4-BE49-F238E27FC236}">
                      <a16:creationId xmlns:a16="http://schemas.microsoft.com/office/drawing/2014/main" id="{A90CCB93-5929-35B7-4450-8B82DA511B9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28" y="1536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sz="240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</a:rPr>
                    <a:t>D</a:t>
                  </a:r>
                </a:p>
              </p:txBody>
            </p:sp>
            <p:sp>
              <p:nvSpPr>
                <p:cNvPr id="711695" name="Text Box 15">
                  <a:extLst>
                    <a:ext uri="{FF2B5EF4-FFF2-40B4-BE49-F238E27FC236}">
                      <a16:creationId xmlns:a16="http://schemas.microsoft.com/office/drawing/2014/main" id="{A1A5CBCD-C509-6C19-83A7-C73CE23DC33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16" y="1536"/>
                  <a:ext cx="384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sz="240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</a:rPr>
                    <a:t>CP</a:t>
                  </a:r>
                </a:p>
              </p:txBody>
            </p:sp>
            <p:sp>
              <p:nvSpPr>
                <p:cNvPr id="48253" name="Rectangle 16">
                  <a:extLst>
                    <a:ext uri="{FF2B5EF4-FFF2-40B4-BE49-F238E27FC236}">
                      <a16:creationId xmlns:a16="http://schemas.microsoft.com/office/drawing/2014/main" id="{002C3135-7B8B-EA2E-87F9-71B7803D77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09" y="1248"/>
                  <a:ext cx="25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Georgia" panose="02040502050405020303" pitchFamily="18" charset="0"/>
                    </a:rPr>
                    <a:t>Q</a:t>
                  </a:r>
                </a:p>
              </p:txBody>
            </p:sp>
            <p:sp>
              <p:nvSpPr>
                <p:cNvPr id="48254" name="Rectangle 17">
                  <a:extLst>
                    <a:ext uri="{FF2B5EF4-FFF2-40B4-BE49-F238E27FC236}">
                      <a16:creationId xmlns:a16="http://schemas.microsoft.com/office/drawing/2014/main" id="{9B70F6ED-4667-A001-7CF8-9E8F81F1F8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45" y="1248"/>
                  <a:ext cx="25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Georgia" panose="02040502050405020303" pitchFamily="18" charset="0"/>
                    </a:rPr>
                    <a:t>Q</a:t>
                  </a:r>
                </a:p>
              </p:txBody>
            </p:sp>
            <p:sp>
              <p:nvSpPr>
                <p:cNvPr id="48255" name="Line 18">
                  <a:extLst>
                    <a:ext uri="{FF2B5EF4-FFF2-40B4-BE49-F238E27FC236}">
                      <a16:creationId xmlns:a16="http://schemas.microsoft.com/office/drawing/2014/main" id="{6F7F0D09-D927-1B3F-7E10-816C23B6D4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064" y="1296"/>
                  <a:ext cx="19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228" name="Group 19">
                <a:extLst>
                  <a:ext uri="{FF2B5EF4-FFF2-40B4-BE49-F238E27FC236}">
                    <a16:creationId xmlns:a16="http://schemas.microsoft.com/office/drawing/2014/main" id="{EEEC996F-9F82-CD73-3BC8-C9FA38EC32E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96" y="1392"/>
                <a:ext cx="720" cy="576"/>
                <a:chOff x="1680" y="1248"/>
                <a:chExt cx="720" cy="576"/>
              </a:xfrm>
            </p:grpSpPr>
            <p:sp>
              <p:nvSpPr>
                <p:cNvPr id="48244" name="Rectangle 20">
                  <a:extLst>
                    <a:ext uri="{FF2B5EF4-FFF2-40B4-BE49-F238E27FC236}">
                      <a16:creationId xmlns:a16="http://schemas.microsoft.com/office/drawing/2014/main" id="{CF5A4313-D651-DCF9-5CA3-B91802C598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0" y="1248"/>
                  <a:ext cx="672" cy="52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11701" name="Text Box 21">
                  <a:extLst>
                    <a:ext uri="{FF2B5EF4-FFF2-40B4-BE49-F238E27FC236}">
                      <a16:creationId xmlns:a16="http://schemas.microsoft.com/office/drawing/2014/main" id="{A2B8A086-0AAC-C7BE-EC08-AE56076020F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28" y="1536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sz="240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</a:rPr>
                    <a:t>D</a:t>
                  </a:r>
                </a:p>
              </p:txBody>
            </p:sp>
            <p:sp>
              <p:nvSpPr>
                <p:cNvPr id="711702" name="Text Box 22">
                  <a:extLst>
                    <a:ext uri="{FF2B5EF4-FFF2-40B4-BE49-F238E27FC236}">
                      <a16:creationId xmlns:a16="http://schemas.microsoft.com/office/drawing/2014/main" id="{25FD3012-67E0-B3A8-4C45-E4A849B85EA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16" y="1536"/>
                  <a:ext cx="384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sz="240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</a:rPr>
                    <a:t>CP</a:t>
                  </a:r>
                </a:p>
              </p:txBody>
            </p:sp>
            <p:sp>
              <p:nvSpPr>
                <p:cNvPr id="48247" name="Rectangle 23">
                  <a:extLst>
                    <a:ext uri="{FF2B5EF4-FFF2-40B4-BE49-F238E27FC236}">
                      <a16:creationId xmlns:a16="http://schemas.microsoft.com/office/drawing/2014/main" id="{6C541B38-48C7-516D-88B2-5C3D37A95A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09" y="1248"/>
                  <a:ext cx="25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Georgia" panose="02040502050405020303" pitchFamily="18" charset="0"/>
                    </a:rPr>
                    <a:t>Q</a:t>
                  </a:r>
                </a:p>
              </p:txBody>
            </p:sp>
            <p:sp>
              <p:nvSpPr>
                <p:cNvPr id="48248" name="Rectangle 24">
                  <a:extLst>
                    <a:ext uri="{FF2B5EF4-FFF2-40B4-BE49-F238E27FC236}">
                      <a16:creationId xmlns:a16="http://schemas.microsoft.com/office/drawing/2014/main" id="{7E22FEAF-7407-BD11-4DA2-A4DE675355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45" y="1248"/>
                  <a:ext cx="25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Georgia" panose="02040502050405020303" pitchFamily="18" charset="0"/>
                    </a:rPr>
                    <a:t>Q</a:t>
                  </a:r>
                </a:p>
              </p:txBody>
            </p:sp>
            <p:sp>
              <p:nvSpPr>
                <p:cNvPr id="48249" name="Line 25">
                  <a:extLst>
                    <a:ext uri="{FF2B5EF4-FFF2-40B4-BE49-F238E27FC236}">
                      <a16:creationId xmlns:a16="http://schemas.microsoft.com/office/drawing/2014/main" id="{83929507-EB4B-2741-7BE7-31880D9934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064" y="1296"/>
                  <a:ext cx="19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8229" name="Group 26">
                <a:extLst>
                  <a:ext uri="{FF2B5EF4-FFF2-40B4-BE49-F238E27FC236}">
                    <a16:creationId xmlns:a16="http://schemas.microsoft.com/office/drawing/2014/main" id="{E2DB5BE9-2173-1E4A-B852-F340F89216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76" y="1392"/>
                <a:ext cx="720" cy="576"/>
                <a:chOff x="1680" y="1248"/>
                <a:chExt cx="720" cy="576"/>
              </a:xfrm>
            </p:grpSpPr>
            <p:sp>
              <p:nvSpPr>
                <p:cNvPr id="48238" name="Rectangle 27">
                  <a:extLst>
                    <a:ext uri="{FF2B5EF4-FFF2-40B4-BE49-F238E27FC236}">
                      <a16:creationId xmlns:a16="http://schemas.microsoft.com/office/drawing/2014/main" id="{8D215F25-42DF-FCF3-4A01-92625972CD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680" y="1248"/>
                  <a:ext cx="672" cy="528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11708" name="Text Box 28">
                  <a:extLst>
                    <a:ext uri="{FF2B5EF4-FFF2-40B4-BE49-F238E27FC236}">
                      <a16:creationId xmlns:a16="http://schemas.microsoft.com/office/drawing/2014/main" id="{20A5D551-91A0-C172-C5C8-2231A34F568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728" y="1536"/>
                  <a:ext cx="240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sz="240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</a:rPr>
                    <a:t>D</a:t>
                  </a:r>
                </a:p>
              </p:txBody>
            </p:sp>
            <p:sp>
              <p:nvSpPr>
                <p:cNvPr id="711709" name="Text Box 29">
                  <a:extLst>
                    <a:ext uri="{FF2B5EF4-FFF2-40B4-BE49-F238E27FC236}">
                      <a16:creationId xmlns:a16="http://schemas.microsoft.com/office/drawing/2014/main" id="{DF4E233A-522F-B5EC-749D-29DEFAFD996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16" y="1536"/>
                  <a:ext cx="384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sz="240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</a:rPr>
                    <a:t>CP</a:t>
                  </a:r>
                </a:p>
              </p:txBody>
            </p:sp>
            <p:sp>
              <p:nvSpPr>
                <p:cNvPr id="48241" name="Rectangle 30">
                  <a:extLst>
                    <a:ext uri="{FF2B5EF4-FFF2-40B4-BE49-F238E27FC236}">
                      <a16:creationId xmlns:a16="http://schemas.microsoft.com/office/drawing/2014/main" id="{FE53E0BD-496C-C218-13FD-BD4BFA9462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09" y="1248"/>
                  <a:ext cx="25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Georgia" panose="02040502050405020303" pitchFamily="18" charset="0"/>
                    </a:rPr>
                    <a:t>Q</a:t>
                  </a:r>
                </a:p>
              </p:txBody>
            </p:sp>
            <p:sp>
              <p:nvSpPr>
                <p:cNvPr id="48242" name="Rectangle 31">
                  <a:extLst>
                    <a:ext uri="{FF2B5EF4-FFF2-40B4-BE49-F238E27FC236}">
                      <a16:creationId xmlns:a16="http://schemas.microsoft.com/office/drawing/2014/main" id="{D92CFEEB-6334-5B87-5E96-75330E87EB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45" y="1248"/>
                  <a:ext cx="259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>
                      <a:latin typeface="Georgia" panose="02040502050405020303" pitchFamily="18" charset="0"/>
                    </a:rPr>
                    <a:t>Q</a:t>
                  </a:r>
                </a:p>
              </p:txBody>
            </p:sp>
            <p:sp>
              <p:nvSpPr>
                <p:cNvPr id="48243" name="Line 32">
                  <a:extLst>
                    <a:ext uri="{FF2B5EF4-FFF2-40B4-BE49-F238E27FC236}">
                      <a16:creationId xmlns:a16="http://schemas.microsoft.com/office/drawing/2014/main" id="{BFEF3BF5-B3EE-86A6-1E7D-D3350BA6AD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064" y="1296"/>
                  <a:ext cx="19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48230" name="Line 33">
                <a:extLst>
                  <a:ext uri="{FF2B5EF4-FFF2-40B4-BE49-F238E27FC236}">
                    <a16:creationId xmlns:a16="http://schemas.microsoft.com/office/drawing/2014/main" id="{94C97EAC-0FFE-6C83-87A1-B65948CFDF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20" y="960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231" name="Line 34">
                <a:extLst>
                  <a:ext uri="{FF2B5EF4-FFF2-40B4-BE49-F238E27FC236}">
                    <a16:creationId xmlns:a16="http://schemas.microsoft.com/office/drawing/2014/main" id="{2FD7FAAF-0849-92C5-5D82-C5CED8F8B5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32" y="960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232" name="Line 35">
                <a:extLst>
                  <a:ext uri="{FF2B5EF4-FFF2-40B4-BE49-F238E27FC236}">
                    <a16:creationId xmlns:a16="http://schemas.microsoft.com/office/drawing/2014/main" id="{B9AB2309-0D20-9809-EDE0-144B4E8643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40" y="960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233" name="Line 36">
                <a:extLst>
                  <a:ext uri="{FF2B5EF4-FFF2-40B4-BE49-F238E27FC236}">
                    <a16:creationId xmlns:a16="http://schemas.microsoft.com/office/drawing/2014/main" id="{59592AC9-7694-34BB-69DA-0896D8C10E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00" y="960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711717" name="Text Box 37">
                <a:extLst>
                  <a:ext uri="{FF2B5EF4-FFF2-40B4-BE49-F238E27FC236}">
                    <a16:creationId xmlns:a16="http://schemas.microsoft.com/office/drawing/2014/main" id="{F365C9CF-D463-0DB0-3295-7999ADD50A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76" y="672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Q</a:t>
                </a:r>
                <a:r>
                  <a:rPr lang="en-US" altLang="zh-CN" sz="2400" baseline="-250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0</a:t>
                </a:r>
              </a:p>
            </p:txBody>
          </p:sp>
          <p:sp>
            <p:nvSpPr>
              <p:cNvPr id="711718" name="Text Box 38">
                <a:extLst>
                  <a:ext uri="{FF2B5EF4-FFF2-40B4-BE49-F238E27FC236}">
                    <a16:creationId xmlns:a16="http://schemas.microsoft.com/office/drawing/2014/main" id="{E5372A0F-8079-7D63-6A39-CEFC232310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36" y="672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Q</a:t>
                </a:r>
                <a:r>
                  <a:rPr lang="en-US" altLang="zh-CN" sz="2400" baseline="-250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1</a:t>
                </a:r>
              </a:p>
            </p:txBody>
          </p:sp>
          <p:sp>
            <p:nvSpPr>
              <p:cNvPr id="711719" name="Text Box 39">
                <a:extLst>
                  <a:ext uri="{FF2B5EF4-FFF2-40B4-BE49-F238E27FC236}">
                    <a16:creationId xmlns:a16="http://schemas.microsoft.com/office/drawing/2014/main" id="{FA6015CA-D1C2-5140-8C66-AF9A254AE3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4" y="672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Q</a:t>
                </a:r>
                <a:r>
                  <a:rPr lang="en-US" altLang="zh-CN" sz="2400" baseline="-250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2</a:t>
                </a:r>
              </a:p>
            </p:txBody>
          </p:sp>
          <p:sp>
            <p:nvSpPr>
              <p:cNvPr id="711720" name="Text Box 40">
                <a:extLst>
                  <a:ext uri="{FF2B5EF4-FFF2-40B4-BE49-F238E27FC236}">
                    <a16:creationId xmlns:a16="http://schemas.microsoft.com/office/drawing/2014/main" id="{7A87B277-B26E-1484-9FC1-EEE9FC3AD1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56" y="672"/>
                <a:ext cx="432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Q</a:t>
                </a:r>
                <a:r>
                  <a:rPr lang="en-US" altLang="zh-CN" sz="2400" baseline="-2500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3</a:t>
                </a:r>
              </a:p>
            </p:txBody>
          </p:sp>
        </p:grpSp>
        <p:grpSp>
          <p:nvGrpSpPr>
            <p:cNvPr id="711721" name="Group 41">
              <a:extLst>
                <a:ext uri="{FF2B5EF4-FFF2-40B4-BE49-F238E27FC236}">
                  <a16:creationId xmlns:a16="http://schemas.microsoft.com/office/drawing/2014/main" id="{77C7E23E-341E-E3F9-2E3F-0B18039DCE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8400" y="1600200"/>
              <a:ext cx="1143000" cy="1295400"/>
              <a:chOff x="1536" y="1248"/>
              <a:chExt cx="720" cy="816"/>
            </a:xfrm>
          </p:grpSpPr>
          <p:sp>
            <p:nvSpPr>
              <p:cNvPr id="48221" name="Line 42">
                <a:extLst>
                  <a:ext uri="{FF2B5EF4-FFF2-40B4-BE49-F238E27FC236}">
                    <a16:creationId xmlns:a16="http://schemas.microsoft.com/office/drawing/2014/main" id="{BFF55479-6A00-7E7A-9C34-E5A0EC5159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56" y="1248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222" name="Line 43">
                <a:extLst>
                  <a:ext uri="{FF2B5EF4-FFF2-40B4-BE49-F238E27FC236}">
                    <a16:creationId xmlns:a16="http://schemas.microsoft.com/office/drawing/2014/main" id="{65893254-BDEE-A6E4-0053-599D62C878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36" y="1248"/>
                <a:ext cx="72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223" name="Line 44">
                <a:extLst>
                  <a:ext uri="{FF2B5EF4-FFF2-40B4-BE49-F238E27FC236}">
                    <a16:creationId xmlns:a16="http://schemas.microsoft.com/office/drawing/2014/main" id="{46D35E67-1583-E2C7-2C22-EF043C0C2C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1248"/>
                <a:ext cx="0" cy="81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224" name="Line 45">
                <a:extLst>
                  <a:ext uri="{FF2B5EF4-FFF2-40B4-BE49-F238E27FC236}">
                    <a16:creationId xmlns:a16="http://schemas.microsoft.com/office/drawing/2014/main" id="{1CFA2455-02CF-400C-7F5A-31138E2077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064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225" name="Line 46">
                <a:extLst>
                  <a:ext uri="{FF2B5EF4-FFF2-40B4-BE49-F238E27FC236}">
                    <a16:creationId xmlns:a16="http://schemas.microsoft.com/office/drawing/2014/main" id="{ED742A31-FED6-95AB-C9B1-9F2C1174B4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68" y="1920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11727" name="Group 47">
              <a:extLst>
                <a:ext uri="{FF2B5EF4-FFF2-40B4-BE49-F238E27FC236}">
                  <a16:creationId xmlns:a16="http://schemas.microsoft.com/office/drawing/2014/main" id="{7118D62C-3129-9CEC-8F0E-E6D245E8A6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5200" y="1524000"/>
              <a:ext cx="1981200" cy="4191000"/>
              <a:chOff x="2208" y="1200"/>
              <a:chExt cx="1248" cy="2640"/>
            </a:xfrm>
          </p:grpSpPr>
          <p:grpSp>
            <p:nvGrpSpPr>
              <p:cNvPr id="48202" name="Group 48">
                <a:extLst>
                  <a:ext uri="{FF2B5EF4-FFF2-40B4-BE49-F238E27FC236}">
                    <a16:creationId xmlns:a16="http://schemas.microsoft.com/office/drawing/2014/main" id="{DCFB9D21-726A-4CFE-04DB-2F881C76087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40" y="2352"/>
                <a:ext cx="384" cy="336"/>
                <a:chOff x="2928" y="2256"/>
                <a:chExt cx="384" cy="336"/>
              </a:xfrm>
            </p:grpSpPr>
            <p:sp>
              <p:nvSpPr>
                <p:cNvPr id="48218" name="Rectangle 49">
                  <a:extLst>
                    <a:ext uri="{FF2B5EF4-FFF2-40B4-BE49-F238E27FC236}">
                      <a16:creationId xmlns:a16="http://schemas.microsoft.com/office/drawing/2014/main" id="{8626157D-D03B-8459-DB1F-AAAEA5DE6A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8" y="2352"/>
                  <a:ext cx="384" cy="24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48219" name="Oval 50">
                  <a:extLst>
                    <a:ext uri="{FF2B5EF4-FFF2-40B4-BE49-F238E27FC236}">
                      <a16:creationId xmlns:a16="http://schemas.microsoft.com/office/drawing/2014/main" id="{BD3862EA-6354-6EE0-2F7C-92C30FED68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2" y="2256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11731" name="Text Box 51">
                  <a:extLst>
                    <a:ext uri="{FF2B5EF4-FFF2-40B4-BE49-F238E27FC236}">
                      <a16:creationId xmlns:a16="http://schemas.microsoft.com/office/drawing/2014/main" id="{9BE6FB1C-FE32-2A74-486B-0E5BC27DF28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24" y="2342"/>
                  <a:ext cx="240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b="1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  <a:sym typeface="Symbol" panose="05050102010706020507" pitchFamily="18" charset="2"/>
                    </a:rPr>
                    <a:t></a:t>
                  </a:r>
                  <a:endParaRPr lang="en-US" altLang="zh-CN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endParaRPr>
                </a:p>
              </p:txBody>
            </p:sp>
          </p:grpSp>
          <p:sp>
            <p:nvSpPr>
              <p:cNvPr id="48203" name="Line 52">
                <a:extLst>
                  <a:ext uri="{FF2B5EF4-FFF2-40B4-BE49-F238E27FC236}">
                    <a16:creationId xmlns:a16="http://schemas.microsoft.com/office/drawing/2014/main" id="{FD6388FB-ED18-8E01-3EE9-80FFBF83EC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1248"/>
                <a:ext cx="33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204" name="Line 53">
                <a:extLst>
                  <a:ext uri="{FF2B5EF4-FFF2-40B4-BE49-F238E27FC236}">
                    <a16:creationId xmlns:a16="http://schemas.microsoft.com/office/drawing/2014/main" id="{DA42B9CB-22D5-83E2-CE3B-FEC94DA4AA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544" y="1248"/>
                <a:ext cx="0" cy="25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205" name="Oval 54">
                <a:extLst>
                  <a:ext uri="{FF2B5EF4-FFF2-40B4-BE49-F238E27FC236}">
                    <a16:creationId xmlns:a16="http://schemas.microsoft.com/office/drawing/2014/main" id="{0E26F8DE-D552-1CAA-3BAA-10191521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2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8206" name="Line 55">
                <a:extLst>
                  <a:ext uri="{FF2B5EF4-FFF2-40B4-BE49-F238E27FC236}">
                    <a16:creationId xmlns:a16="http://schemas.microsoft.com/office/drawing/2014/main" id="{412035D1-5ABF-4C1B-C102-8037EAE770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3840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207" name="Line 56">
                <a:extLst>
                  <a:ext uri="{FF2B5EF4-FFF2-40B4-BE49-F238E27FC236}">
                    <a16:creationId xmlns:a16="http://schemas.microsoft.com/office/drawing/2014/main" id="{72A03D8D-D5C8-3FDE-8D44-C0F21D21C8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2688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208" name="Line 57">
                <a:extLst>
                  <a:ext uri="{FF2B5EF4-FFF2-40B4-BE49-F238E27FC236}">
                    <a16:creationId xmlns:a16="http://schemas.microsoft.com/office/drawing/2014/main" id="{BC9B532E-D050-4E29-55CE-F812B3E299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1920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48209" name="Group 58">
                <a:extLst>
                  <a:ext uri="{FF2B5EF4-FFF2-40B4-BE49-F238E27FC236}">
                    <a16:creationId xmlns:a16="http://schemas.microsoft.com/office/drawing/2014/main" id="{8BD3A7FB-ABBE-FD5E-BCC7-D912023E4F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92" y="2928"/>
                <a:ext cx="288" cy="288"/>
                <a:chOff x="2784" y="2736"/>
                <a:chExt cx="288" cy="288"/>
              </a:xfrm>
            </p:grpSpPr>
            <p:sp>
              <p:nvSpPr>
                <p:cNvPr id="48216" name="Rectangle 59">
                  <a:extLst>
                    <a:ext uri="{FF2B5EF4-FFF2-40B4-BE49-F238E27FC236}">
                      <a16:creationId xmlns:a16="http://schemas.microsoft.com/office/drawing/2014/main" id="{0E52EC8E-76A4-D2EE-19D8-D955388661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84" y="2832"/>
                  <a:ext cx="288" cy="192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48217" name="Oval 60">
                  <a:extLst>
                    <a:ext uri="{FF2B5EF4-FFF2-40B4-BE49-F238E27FC236}">
                      <a16:creationId xmlns:a16="http://schemas.microsoft.com/office/drawing/2014/main" id="{433D3CFE-1B47-21F0-8CA3-0A7C9AD568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0" y="2736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  <p:sp>
            <p:nvSpPr>
              <p:cNvPr id="48210" name="Line 61">
                <a:extLst>
                  <a:ext uri="{FF2B5EF4-FFF2-40B4-BE49-F238E27FC236}">
                    <a16:creationId xmlns:a16="http://schemas.microsoft.com/office/drawing/2014/main" id="{8F646A8C-3F25-0EEC-CD93-8A43829E66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3216"/>
                <a:ext cx="0" cy="62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211" name="Line 62">
                <a:extLst>
                  <a:ext uri="{FF2B5EF4-FFF2-40B4-BE49-F238E27FC236}">
                    <a16:creationId xmlns:a16="http://schemas.microsoft.com/office/drawing/2014/main" id="{72E9C903-EBE1-7BB4-9751-05F3CBAF66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8" y="1248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212" name="Line 63">
                <a:extLst>
                  <a:ext uri="{FF2B5EF4-FFF2-40B4-BE49-F238E27FC236}">
                    <a16:creationId xmlns:a16="http://schemas.microsoft.com/office/drawing/2014/main" id="{E6D7594E-3C85-A010-380E-2A9F0A9BBD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1248"/>
                <a:ext cx="2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213" name="Line 64">
                <a:extLst>
                  <a:ext uri="{FF2B5EF4-FFF2-40B4-BE49-F238E27FC236}">
                    <a16:creationId xmlns:a16="http://schemas.microsoft.com/office/drawing/2014/main" id="{042B1D96-4A23-A3A3-CC0E-D7B171802E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56" y="1248"/>
                <a:ext cx="0" cy="15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214" name="Line 65">
                <a:extLst>
                  <a:ext uri="{FF2B5EF4-FFF2-40B4-BE49-F238E27FC236}">
                    <a16:creationId xmlns:a16="http://schemas.microsoft.com/office/drawing/2014/main" id="{764A7696-88BA-08F4-8FAB-ADF4544B27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2832"/>
                <a:ext cx="52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215" name="Line 66">
                <a:extLst>
                  <a:ext uri="{FF2B5EF4-FFF2-40B4-BE49-F238E27FC236}">
                    <a16:creationId xmlns:a16="http://schemas.microsoft.com/office/drawing/2014/main" id="{A03AD0A5-7783-5A1D-1221-1E1B9209BC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2688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11747" name="Group 67">
              <a:extLst>
                <a:ext uri="{FF2B5EF4-FFF2-40B4-BE49-F238E27FC236}">
                  <a16:creationId xmlns:a16="http://schemas.microsoft.com/office/drawing/2014/main" id="{42EB2EE7-93DA-571E-A845-FC3D6D58B1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67200" y="1600200"/>
              <a:ext cx="2819400" cy="4191000"/>
              <a:chOff x="2688" y="1248"/>
              <a:chExt cx="1776" cy="2640"/>
            </a:xfrm>
          </p:grpSpPr>
          <p:grpSp>
            <p:nvGrpSpPr>
              <p:cNvPr id="48180" name="Group 68">
                <a:extLst>
                  <a:ext uri="{FF2B5EF4-FFF2-40B4-BE49-F238E27FC236}">
                    <a16:creationId xmlns:a16="http://schemas.microsoft.com/office/drawing/2014/main" id="{4C77A180-B0C8-8966-9763-4DAAADFD48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96" y="2352"/>
                <a:ext cx="384" cy="336"/>
                <a:chOff x="2928" y="2256"/>
                <a:chExt cx="384" cy="336"/>
              </a:xfrm>
            </p:grpSpPr>
            <p:sp>
              <p:nvSpPr>
                <p:cNvPr id="48199" name="Rectangle 69">
                  <a:extLst>
                    <a:ext uri="{FF2B5EF4-FFF2-40B4-BE49-F238E27FC236}">
                      <a16:creationId xmlns:a16="http://schemas.microsoft.com/office/drawing/2014/main" id="{7FEC05E6-6D1B-A80F-0E70-4302606856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8" y="2352"/>
                  <a:ext cx="384" cy="24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48200" name="Oval 70">
                  <a:extLst>
                    <a:ext uri="{FF2B5EF4-FFF2-40B4-BE49-F238E27FC236}">
                      <a16:creationId xmlns:a16="http://schemas.microsoft.com/office/drawing/2014/main" id="{F891C43B-AA0F-0E77-6EB9-7F1943033E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2" y="2256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11751" name="Text Box 71">
                  <a:extLst>
                    <a:ext uri="{FF2B5EF4-FFF2-40B4-BE49-F238E27FC236}">
                      <a16:creationId xmlns:a16="http://schemas.microsoft.com/office/drawing/2014/main" id="{8C68FF1C-F601-7E43-AE36-28A05ABD0F3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24" y="2342"/>
                  <a:ext cx="240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b="1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  <a:sym typeface="Symbol" panose="05050102010706020507" pitchFamily="18" charset="2"/>
                    </a:rPr>
                    <a:t></a:t>
                  </a:r>
                  <a:endParaRPr lang="en-US" altLang="zh-CN" b="1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endParaRPr>
                </a:p>
              </p:txBody>
            </p:sp>
          </p:grpSp>
          <p:grpSp>
            <p:nvGrpSpPr>
              <p:cNvPr id="48181" name="Group 72">
                <a:extLst>
                  <a:ext uri="{FF2B5EF4-FFF2-40B4-BE49-F238E27FC236}">
                    <a16:creationId xmlns:a16="http://schemas.microsoft.com/office/drawing/2014/main" id="{62B3307A-EE49-A1A4-9D4E-70AE53D613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00" y="2928"/>
                <a:ext cx="384" cy="336"/>
                <a:chOff x="2928" y="2256"/>
                <a:chExt cx="384" cy="336"/>
              </a:xfrm>
            </p:grpSpPr>
            <p:sp>
              <p:nvSpPr>
                <p:cNvPr id="48196" name="Rectangle 73">
                  <a:extLst>
                    <a:ext uri="{FF2B5EF4-FFF2-40B4-BE49-F238E27FC236}">
                      <a16:creationId xmlns:a16="http://schemas.microsoft.com/office/drawing/2014/main" id="{AC4C6B41-C6BB-0DF6-EF23-A81705475F8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928" y="2352"/>
                  <a:ext cx="384" cy="24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48197" name="Oval 74">
                  <a:extLst>
                    <a:ext uri="{FF2B5EF4-FFF2-40B4-BE49-F238E27FC236}">
                      <a16:creationId xmlns:a16="http://schemas.microsoft.com/office/drawing/2014/main" id="{1CC26161-8EC6-DAAF-CB9E-EF8DC61ECC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72" y="2256"/>
                  <a:ext cx="96" cy="96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711755" name="Text Box 75">
                  <a:extLst>
                    <a:ext uri="{FF2B5EF4-FFF2-40B4-BE49-F238E27FC236}">
                      <a16:creationId xmlns:a16="http://schemas.microsoft.com/office/drawing/2014/main" id="{CD90076C-0066-4BCE-6676-549B3DAC425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024" y="2342"/>
                  <a:ext cx="240" cy="25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  <a:defRPr/>
                  </a:pPr>
                  <a:r>
                    <a:rPr lang="en-US" altLang="zh-CN" b="1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  <a:sym typeface="Symbol" panose="05050102010706020507" pitchFamily="18" charset="2"/>
                    </a:rPr>
                    <a:t>+</a:t>
                  </a:r>
                  <a:endParaRPr lang="en-US" altLang="zh-CN" b="1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endParaRPr>
                </a:p>
              </p:txBody>
            </p:sp>
          </p:grpSp>
          <p:sp>
            <p:nvSpPr>
              <p:cNvPr id="48182" name="Line 76">
                <a:extLst>
                  <a:ext uri="{FF2B5EF4-FFF2-40B4-BE49-F238E27FC236}">
                    <a16:creationId xmlns:a16="http://schemas.microsoft.com/office/drawing/2014/main" id="{C59774BC-D5A6-7BB4-295F-81F277958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1920"/>
                <a:ext cx="0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83" name="Oval 77">
                <a:extLst>
                  <a:ext uri="{FF2B5EF4-FFF2-40B4-BE49-F238E27FC236}">
                    <a16:creationId xmlns:a16="http://schemas.microsoft.com/office/drawing/2014/main" id="{0AFD46F5-03C5-781C-891A-33099E429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278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8184" name="Line 78">
                <a:extLst>
                  <a:ext uri="{FF2B5EF4-FFF2-40B4-BE49-F238E27FC236}">
                    <a16:creationId xmlns:a16="http://schemas.microsoft.com/office/drawing/2014/main" id="{21434DF2-F227-C22A-62DD-29FF943AFD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6" y="2832"/>
                <a:ext cx="0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85" name="Line 79">
                <a:extLst>
                  <a:ext uri="{FF2B5EF4-FFF2-40B4-BE49-F238E27FC236}">
                    <a16:creationId xmlns:a16="http://schemas.microsoft.com/office/drawing/2014/main" id="{159E89BE-711D-CAC5-DDED-6C6D8BF301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64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86" name="Line 80">
                <a:extLst>
                  <a:ext uri="{FF2B5EF4-FFF2-40B4-BE49-F238E27FC236}">
                    <a16:creationId xmlns:a16="http://schemas.microsoft.com/office/drawing/2014/main" id="{905EB29D-1274-1469-C18A-577714BFD4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6" y="3504"/>
                <a:ext cx="24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87" name="Line 81">
                <a:extLst>
                  <a:ext uri="{FF2B5EF4-FFF2-40B4-BE49-F238E27FC236}">
                    <a16:creationId xmlns:a16="http://schemas.microsoft.com/office/drawing/2014/main" id="{BDC76F05-9C7A-400B-AE3D-C11D39B6BF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2" y="2688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88" name="Oval 82">
                <a:extLst>
                  <a:ext uri="{FF2B5EF4-FFF2-40B4-BE49-F238E27FC236}">
                    <a16:creationId xmlns:a16="http://schemas.microsoft.com/office/drawing/2014/main" id="{FDBDEE0C-A112-36BB-D284-C11216CCF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8" y="379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8189" name="Line 83">
                <a:extLst>
                  <a:ext uri="{FF2B5EF4-FFF2-40B4-BE49-F238E27FC236}">
                    <a16:creationId xmlns:a16="http://schemas.microsoft.com/office/drawing/2014/main" id="{FC4B7E87-9FEB-E08A-170C-F9FC4CDD95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3840"/>
                <a:ext cx="115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90" name="Line 84">
                <a:extLst>
                  <a:ext uri="{FF2B5EF4-FFF2-40B4-BE49-F238E27FC236}">
                    <a16:creationId xmlns:a16="http://schemas.microsoft.com/office/drawing/2014/main" id="{E1378BAF-3088-A0BC-12A3-F1D52A8D06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3264"/>
                <a:ext cx="0" cy="5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91" name="Line 85">
                <a:extLst>
                  <a:ext uri="{FF2B5EF4-FFF2-40B4-BE49-F238E27FC236}">
                    <a16:creationId xmlns:a16="http://schemas.microsoft.com/office/drawing/2014/main" id="{80DEDCA5-DAD3-F444-0E9E-5BE45BF09F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76" y="1248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92" name="Line 86">
                <a:extLst>
                  <a:ext uri="{FF2B5EF4-FFF2-40B4-BE49-F238E27FC236}">
                    <a16:creationId xmlns:a16="http://schemas.microsoft.com/office/drawing/2014/main" id="{85EAA101-2705-BFEC-6269-0300F0DE8F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1248"/>
                <a:ext cx="288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93" name="Line 87">
                <a:extLst>
                  <a:ext uri="{FF2B5EF4-FFF2-40B4-BE49-F238E27FC236}">
                    <a16:creationId xmlns:a16="http://schemas.microsoft.com/office/drawing/2014/main" id="{FF6B5917-3507-3EC7-3AFA-1D0C4B821C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64" y="1248"/>
                <a:ext cx="0" cy="158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94" name="Line 88">
                <a:extLst>
                  <a:ext uri="{FF2B5EF4-FFF2-40B4-BE49-F238E27FC236}">
                    <a16:creationId xmlns:a16="http://schemas.microsoft.com/office/drawing/2014/main" id="{A3070167-4570-0338-4D64-42897C25E4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832"/>
                <a:ext cx="4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48195" name="Line 89">
                <a:extLst>
                  <a:ext uri="{FF2B5EF4-FFF2-40B4-BE49-F238E27FC236}">
                    <a16:creationId xmlns:a16="http://schemas.microsoft.com/office/drawing/2014/main" id="{8DFA1E31-F5C5-308C-B085-136A5EC831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4" y="2688"/>
                <a:ext cx="0" cy="14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11770" name="Group 90">
              <a:extLst>
                <a:ext uri="{FF2B5EF4-FFF2-40B4-BE49-F238E27FC236}">
                  <a16:creationId xmlns:a16="http://schemas.microsoft.com/office/drawing/2014/main" id="{0520C3A2-379E-D8F3-D4E9-969AA1AE2A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91200" y="1600200"/>
              <a:ext cx="2895600" cy="4191000"/>
              <a:chOff x="3648" y="1248"/>
              <a:chExt cx="1824" cy="2640"/>
            </a:xfrm>
          </p:grpSpPr>
          <p:sp>
            <p:nvSpPr>
              <p:cNvPr id="48154" name="Line 91">
                <a:extLst>
                  <a:ext uri="{FF2B5EF4-FFF2-40B4-BE49-F238E27FC236}">
                    <a16:creationId xmlns:a16="http://schemas.microsoft.com/office/drawing/2014/main" id="{13040D50-E7A3-7F3E-6004-9BF3ED691C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52" y="3264"/>
                <a:ext cx="0" cy="2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48155" name="Group 92">
                <a:extLst>
                  <a:ext uri="{FF2B5EF4-FFF2-40B4-BE49-F238E27FC236}">
                    <a16:creationId xmlns:a16="http://schemas.microsoft.com/office/drawing/2014/main" id="{EC86E6DB-4959-EB06-3475-92C460CF72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48" y="1248"/>
                <a:ext cx="1824" cy="2640"/>
                <a:chOff x="3648" y="1248"/>
                <a:chExt cx="1824" cy="2640"/>
              </a:xfrm>
            </p:grpSpPr>
            <p:grpSp>
              <p:nvGrpSpPr>
                <p:cNvPr id="48156" name="Group 93">
                  <a:extLst>
                    <a:ext uri="{FF2B5EF4-FFF2-40B4-BE49-F238E27FC236}">
                      <a16:creationId xmlns:a16="http://schemas.microsoft.com/office/drawing/2014/main" id="{1C032CF0-2547-B76C-DD5B-3169793B7AF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08" y="2352"/>
                  <a:ext cx="384" cy="336"/>
                  <a:chOff x="2928" y="2256"/>
                  <a:chExt cx="384" cy="336"/>
                </a:xfrm>
              </p:grpSpPr>
              <p:sp>
                <p:nvSpPr>
                  <p:cNvPr id="48177" name="Rectangle 94">
                    <a:extLst>
                      <a:ext uri="{FF2B5EF4-FFF2-40B4-BE49-F238E27FC236}">
                        <a16:creationId xmlns:a16="http://schemas.microsoft.com/office/drawing/2014/main" id="{2310E685-AD3A-D51B-EEA3-DBBF690211C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28" y="2352"/>
                    <a:ext cx="384" cy="240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000"/>
                  </a:p>
                </p:txBody>
              </p:sp>
              <p:sp>
                <p:nvSpPr>
                  <p:cNvPr id="48178" name="Oval 95">
                    <a:extLst>
                      <a:ext uri="{FF2B5EF4-FFF2-40B4-BE49-F238E27FC236}">
                        <a16:creationId xmlns:a16="http://schemas.microsoft.com/office/drawing/2014/main" id="{4702C173-4389-BAEF-A1F3-9455440DDCA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072" y="2256"/>
                    <a:ext cx="96" cy="96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000"/>
                  </a:p>
                </p:txBody>
              </p:sp>
              <p:sp>
                <p:nvSpPr>
                  <p:cNvPr id="711776" name="Text Box 96">
                    <a:extLst>
                      <a:ext uri="{FF2B5EF4-FFF2-40B4-BE49-F238E27FC236}">
                        <a16:creationId xmlns:a16="http://schemas.microsoft.com/office/drawing/2014/main" id="{27447976-6C28-AB31-A308-C9F54F27BC7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24" y="2342"/>
                    <a:ext cx="240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  <a:defRPr/>
                    </a:pPr>
                    <a:r>
                      <a:rPr lang="en-US" altLang="zh-CN" b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pitchFamily="18" charset="0"/>
                        <a:sym typeface="Symbol" panose="05050102010706020507" pitchFamily="18" charset="2"/>
                      </a:rPr>
                      <a:t></a:t>
                    </a:r>
                    <a:endParaRPr lang="en-US" altLang="zh-CN" b="1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</a:endParaRPr>
                  </a:p>
                </p:txBody>
              </p:sp>
            </p:grpSp>
            <p:grpSp>
              <p:nvGrpSpPr>
                <p:cNvPr id="48157" name="Group 97">
                  <a:extLst>
                    <a:ext uri="{FF2B5EF4-FFF2-40B4-BE49-F238E27FC236}">
                      <a16:creationId xmlns:a16="http://schemas.microsoft.com/office/drawing/2014/main" id="{A085B834-46E8-C879-2C76-2679B7317FE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560" y="2928"/>
                  <a:ext cx="384" cy="336"/>
                  <a:chOff x="2928" y="2256"/>
                  <a:chExt cx="384" cy="336"/>
                </a:xfrm>
              </p:grpSpPr>
              <p:sp>
                <p:nvSpPr>
                  <p:cNvPr id="48174" name="Rectangle 98">
                    <a:extLst>
                      <a:ext uri="{FF2B5EF4-FFF2-40B4-BE49-F238E27FC236}">
                        <a16:creationId xmlns:a16="http://schemas.microsoft.com/office/drawing/2014/main" id="{5B078D66-DCFD-FD74-7816-D4EC5B143F2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928" y="2352"/>
                    <a:ext cx="384" cy="240"/>
                  </a:xfrm>
                  <a:prstGeom prst="rect">
                    <a:avLst/>
                  </a:prstGeom>
                  <a:noFill/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000"/>
                  </a:p>
                </p:txBody>
              </p:sp>
              <p:sp>
                <p:nvSpPr>
                  <p:cNvPr id="48175" name="Oval 99">
                    <a:extLst>
                      <a:ext uri="{FF2B5EF4-FFF2-40B4-BE49-F238E27FC236}">
                        <a16:creationId xmlns:a16="http://schemas.microsoft.com/office/drawing/2014/main" id="{AC21B82E-C422-4822-3CF0-CD587DB7491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072" y="2256"/>
                    <a:ext cx="96" cy="96"/>
                  </a:xfrm>
                  <a:prstGeom prst="ellips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000"/>
                  </a:p>
                </p:txBody>
              </p:sp>
              <p:sp>
                <p:nvSpPr>
                  <p:cNvPr id="711780" name="Text Box 100">
                    <a:extLst>
                      <a:ext uri="{FF2B5EF4-FFF2-40B4-BE49-F238E27FC236}">
                        <a16:creationId xmlns:a16="http://schemas.microsoft.com/office/drawing/2014/main" id="{5DD08997-87E8-33D2-DBE3-7DA0CCD0A9C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24" y="2342"/>
                    <a:ext cx="240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  <a:defRPr/>
                    </a:pPr>
                    <a:r>
                      <a:rPr lang="en-US" altLang="zh-CN" b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Georgia" panose="02040502050405020303" pitchFamily="18" charset="0"/>
                        <a:sym typeface="Symbol" panose="05050102010706020507" pitchFamily="18" charset="2"/>
                      </a:rPr>
                      <a:t>+</a:t>
                    </a:r>
                    <a:endParaRPr lang="en-US" altLang="zh-CN" b="1">
                      <a:effectLst>
                        <a:outerShdw blurRad="38100" dist="38100" dir="2700000" algn="tl">
                          <a:srgbClr val="000000"/>
                        </a:outerShdw>
                      </a:effectLst>
                      <a:latin typeface="Georgia" panose="02040502050405020303" pitchFamily="18" charset="0"/>
                    </a:endParaRPr>
                  </a:p>
                </p:txBody>
              </p:sp>
            </p:grpSp>
            <p:sp>
              <p:nvSpPr>
                <p:cNvPr id="48158" name="Oval 101">
                  <a:extLst>
                    <a:ext uri="{FF2B5EF4-FFF2-40B4-BE49-F238E27FC236}">
                      <a16:creationId xmlns:a16="http://schemas.microsoft.com/office/drawing/2014/main" id="{00F6B99F-D6A2-8B66-4D73-0D1CAE56FA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16" y="278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48159" name="Line 102">
                  <a:extLst>
                    <a:ext uri="{FF2B5EF4-FFF2-40B4-BE49-F238E27FC236}">
                      <a16:creationId xmlns:a16="http://schemas.microsoft.com/office/drawing/2014/main" id="{790DA4A5-626D-D9C5-CA1B-DBFC465BB6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00" y="1920"/>
                  <a:ext cx="0" cy="43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160" name="Oval 103">
                  <a:extLst>
                    <a:ext uri="{FF2B5EF4-FFF2-40B4-BE49-F238E27FC236}">
                      <a16:creationId xmlns:a16="http://schemas.microsoft.com/office/drawing/2014/main" id="{E8668305-E373-D007-5C62-1901DC9AAF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840" y="379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48161" name="Line 104">
                  <a:extLst>
                    <a:ext uri="{FF2B5EF4-FFF2-40B4-BE49-F238E27FC236}">
                      <a16:creationId xmlns:a16="http://schemas.microsoft.com/office/drawing/2014/main" id="{E926633B-D640-419B-CD45-E653708696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88" y="3840"/>
                  <a:ext cx="1008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162" name="Line 105">
                  <a:extLst>
                    <a:ext uri="{FF2B5EF4-FFF2-40B4-BE49-F238E27FC236}">
                      <a16:creationId xmlns:a16="http://schemas.microsoft.com/office/drawing/2014/main" id="{F333E82B-1330-36B1-AC22-4E963872E0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96" y="3264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163" name="Line 106">
                  <a:extLst>
                    <a:ext uri="{FF2B5EF4-FFF2-40B4-BE49-F238E27FC236}">
                      <a16:creationId xmlns:a16="http://schemas.microsoft.com/office/drawing/2014/main" id="{EC357CCD-7E31-186A-E011-46913E7433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96" y="3504"/>
                  <a:ext cx="105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164" name="Line 107">
                  <a:extLst>
                    <a:ext uri="{FF2B5EF4-FFF2-40B4-BE49-F238E27FC236}">
                      <a16:creationId xmlns:a16="http://schemas.microsoft.com/office/drawing/2014/main" id="{7491648A-B765-C4C8-6A7A-4E26967CD5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64" y="2832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165" name="Line 108">
                  <a:extLst>
                    <a:ext uri="{FF2B5EF4-FFF2-40B4-BE49-F238E27FC236}">
                      <a16:creationId xmlns:a16="http://schemas.microsoft.com/office/drawing/2014/main" id="{DADC9F32-5F6C-7C32-6B26-9029D445EB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64" y="3408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166" name="Line 109">
                  <a:extLst>
                    <a:ext uri="{FF2B5EF4-FFF2-40B4-BE49-F238E27FC236}">
                      <a16:creationId xmlns:a16="http://schemas.microsoft.com/office/drawing/2014/main" id="{A0F868EA-A461-C0FD-E534-777C32D4504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8" y="3264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167" name="Line 110">
                  <a:extLst>
                    <a:ext uri="{FF2B5EF4-FFF2-40B4-BE49-F238E27FC236}">
                      <a16:creationId xmlns:a16="http://schemas.microsoft.com/office/drawing/2014/main" id="{6B88AA7C-2638-83D2-D5B8-8D72A197EF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52" y="2688"/>
                  <a:ext cx="0" cy="2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168" name="Line 111">
                  <a:extLst>
                    <a:ext uri="{FF2B5EF4-FFF2-40B4-BE49-F238E27FC236}">
                      <a16:creationId xmlns:a16="http://schemas.microsoft.com/office/drawing/2014/main" id="{E998783A-B7DA-0AC2-83D2-557861DC94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184" y="124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169" name="Line 112">
                  <a:extLst>
                    <a:ext uri="{FF2B5EF4-FFF2-40B4-BE49-F238E27FC236}">
                      <a16:creationId xmlns:a16="http://schemas.microsoft.com/office/drawing/2014/main" id="{7D76C2F5-8FC6-9C49-0F07-7C7CE40268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184" y="1248"/>
                  <a:ext cx="288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170" name="Line 113">
                  <a:extLst>
                    <a:ext uri="{FF2B5EF4-FFF2-40B4-BE49-F238E27FC236}">
                      <a16:creationId xmlns:a16="http://schemas.microsoft.com/office/drawing/2014/main" id="{E819ED08-D716-37AA-6B1B-6149186EBE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5472" y="1248"/>
                  <a:ext cx="0" cy="158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171" name="Line 114">
                  <a:extLst>
                    <a:ext uri="{FF2B5EF4-FFF2-40B4-BE49-F238E27FC236}">
                      <a16:creationId xmlns:a16="http://schemas.microsoft.com/office/drawing/2014/main" id="{44482304-9CA1-76F4-BFC8-8B20FEBDCE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96" y="2832"/>
                  <a:ext cx="57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172" name="Line 115">
                  <a:extLst>
                    <a:ext uri="{FF2B5EF4-FFF2-40B4-BE49-F238E27FC236}">
                      <a16:creationId xmlns:a16="http://schemas.microsoft.com/office/drawing/2014/main" id="{9C89E0CE-EEAD-7FEB-54D8-80A74D4C7F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896" y="268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173" name="Oval 116">
                  <a:extLst>
                    <a:ext uri="{FF2B5EF4-FFF2-40B4-BE49-F238E27FC236}">
                      <a16:creationId xmlns:a16="http://schemas.microsoft.com/office/drawing/2014/main" id="{69180FA4-305E-DBBF-2F93-FC44255210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48" y="3456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</p:grpSp>
        </p:grpSp>
        <p:grpSp>
          <p:nvGrpSpPr>
            <p:cNvPr id="711798" name="Group 118">
              <a:extLst>
                <a:ext uri="{FF2B5EF4-FFF2-40B4-BE49-F238E27FC236}">
                  <a16:creationId xmlns:a16="http://schemas.microsoft.com/office/drawing/2014/main" id="{97124881-0F76-9CE5-3150-6571760591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8800" y="2667000"/>
              <a:ext cx="6400800" cy="914400"/>
              <a:chOff x="1152" y="1632"/>
              <a:chExt cx="4032" cy="576"/>
            </a:xfrm>
          </p:grpSpPr>
          <p:grpSp>
            <p:nvGrpSpPr>
              <p:cNvPr id="48144" name="Group 119">
                <a:extLst>
                  <a:ext uri="{FF2B5EF4-FFF2-40B4-BE49-F238E27FC236}">
                    <a16:creationId xmlns:a16="http://schemas.microsoft.com/office/drawing/2014/main" id="{E75EBBEC-A94B-4B26-1A0D-CC82389BAE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00" y="1632"/>
                <a:ext cx="3984" cy="336"/>
                <a:chOff x="1200" y="1632"/>
                <a:chExt cx="3984" cy="336"/>
              </a:xfrm>
            </p:grpSpPr>
            <p:sp>
              <p:nvSpPr>
                <p:cNvPr id="48146" name="Line 120">
                  <a:extLst>
                    <a:ext uri="{FF2B5EF4-FFF2-40B4-BE49-F238E27FC236}">
                      <a16:creationId xmlns:a16="http://schemas.microsoft.com/office/drawing/2014/main" id="{B5E751D6-7F99-700E-8FD9-3AAFE58C246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00" y="1920"/>
                  <a:ext cx="3984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147" name="Line 121">
                  <a:extLst>
                    <a:ext uri="{FF2B5EF4-FFF2-40B4-BE49-F238E27FC236}">
                      <a16:creationId xmlns:a16="http://schemas.microsoft.com/office/drawing/2014/main" id="{3F595D59-F93E-8340-D8AB-376256E981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04" y="1632"/>
                  <a:ext cx="0" cy="28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148" name="Oval 122">
                  <a:extLst>
                    <a:ext uri="{FF2B5EF4-FFF2-40B4-BE49-F238E27FC236}">
                      <a16:creationId xmlns:a16="http://schemas.microsoft.com/office/drawing/2014/main" id="{D73C9056-0C5B-6966-F5CB-5B76E3B5B8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56" y="187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48149" name="Line 123">
                  <a:extLst>
                    <a:ext uri="{FF2B5EF4-FFF2-40B4-BE49-F238E27FC236}">
                      <a16:creationId xmlns:a16="http://schemas.microsoft.com/office/drawing/2014/main" id="{67646601-DFDB-1EA1-F2A9-01D6CE4F0CC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6" y="1632"/>
                  <a:ext cx="0" cy="28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150" name="Oval 124">
                  <a:extLst>
                    <a:ext uri="{FF2B5EF4-FFF2-40B4-BE49-F238E27FC236}">
                      <a16:creationId xmlns:a16="http://schemas.microsoft.com/office/drawing/2014/main" id="{ADA5B474-FC44-0F44-37A3-94076564F4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8" y="187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48151" name="Line 125">
                  <a:extLst>
                    <a:ext uri="{FF2B5EF4-FFF2-40B4-BE49-F238E27FC236}">
                      <a16:creationId xmlns:a16="http://schemas.microsoft.com/office/drawing/2014/main" id="{4A603693-5272-EBD4-E304-07EBB50868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24" y="1632"/>
                  <a:ext cx="0" cy="28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8152" name="Oval 126">
                  <a:extLst>
                    <a:ext uri="{FF2B5EF4-FFF2-40B4-BE49-F238E27FC236}">
                      <a16:creationId xmlns:a16="http://schemas.microsoft.com/office/drawing/2014/main" id="{3DD662DC-4A03-1AC0-6C4B-C05741542B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76" y="187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48153" name="Line 127">
                  <a:extLst>
                    <a:ext uri="{FF2B5EF4-FFF2-40B4-BE49-F238E27FC236}">
                      <a16:creationId xmlns:a16="http://schemas.microsoft.com/office/drawing/2014/main" id="{272963E9-3384-AF40-D06B-2B67A66FF9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184" y="1632"/>
                  <a:ext cx="0" cy="28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711808" name="Rectangle 128">
                <a:extLst>
                  <a:ext uri="{FF2B5EF4-FFF2-40B4-BE49-F238E27FC236}">
                    <a16:creationId xmlns:a16="http://schemas.microsoft.com/office/drawing/2014/main" id="{F3EDE97B-7764-E51A-4DD1-75F98AAE99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1920"/>
                <a:ext cx="356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Georgia" panose="02040502050405020303" pitchFamily="18" charset="0"/>
                  </a:rPr>
                  <a:t>CP</a:t>
                </a:r>
              </a:p>
            </p:txBody>
          </p:sp>
        </p:grpSp>
      </p:grp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C95FECF9-1496-E750-414F-9374DD796546}"/>
              </a:ext>
            </a:extLst>
          </p:cNvPr>
          <p:cNvGrpSpPr>
            <a:grpSpLocks/>
          </p:cNvGrpSpPr>
          <p:nvPr/>
        </p:nvGrpSpPr>
        <p:grpSpPr bwMode="auto">
          <a:xfrm>
            <a:off x="442913" y="3643313"/>
            <a:ext cx="2757487" cy="2390775"/>
            <a:chOff x="-2763468" y="3904978"/>
            <a:chExt cx="2843922" cy="2389921"/>
          </a:xfrm>
        </p:grpSpPr>
        <p:sp>
          <p:nvSpPr>
            <p:cNvPr id="48140" name="文本框 15">
              <a:extLst>
                <a:ext uri="{FF2B5EF4-FFF2-40B4-BE49-F238E27FC236}">
                  <a16:creationId xmlns:a16="http://schemas.microsoft.com/office/drawing/2014/main" id="{DE52ECDC-3F0C-6367-F465-406DE87858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3904978"/>
              <a:ext cx="2410024" cy="469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0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endParaRPr lang="zh-CN" altLang="en-US" sz="2000" baseline="-25000"/>
            </a:p>
          </p:txBody>
        </p:sp>
        <p:sp>
          <p:nvSpPr>
            <p:cNvPr id="48141" name="文本框 16">
              <a:extLst>
                <a:ext uri="{FF2B5EF4-FFF2-40B4-BE49-F238E27FC236}">
                  <a16:creationId xmlns:a16="http://schemas.microsoft.com/office/drawing/2014/main" id="{A3ACFBBF-F3A4-A3A4-DB33-C06D2141D1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4558240"/>
              <a:ext cx="222870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1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endParaRPr lang="zh-CN" altLang="en-US" sz="2000" baseline="-25000"/>
            </a:p>
          </p:txBody>
        </p:sp>
        <p:sp>
          <p:nvSpPr>
            <p:cNvPr id="48142" name="文本框 17">
              <a:extLst>
                <a:ext uri="{FF2B5EF4-FFF2-40B4-BE49-F238E27FC236}">
                  <a16:creationId xmlns:a16="http://schemas.microsoft.com/office/drawing/2014/main" id="{64F8F13A-1C99-00F2-6789-05C607DC61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42341" y="5166640"/>
              <a:ext cx="247282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     —    —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/>
                <a:t>D</a:t>
              </a:r>
              <a:r>
                <a:rPr lang="en-US" altLang="zh-CN" sz="2000" baseline="-25000" dirty="0"/>
                <a:t>2</a:t>
              </a:r>
              <a:r>
                <a:rPr lang="en-US" altLang="zh-CN" sz="2000" dirty="0"/>
                <a:t>=Q</a:t>
              </a:r>
              <a:r>
                <a:rPr lang="en-US" altLang="zh-CN" sz="2000" baseline="-25000" dirty="0"/>
                <a:t>0n</a:t>
              </a:r>
              <a:r>
                <a:rPr lang="en-US" altLang="zh-CN" sz="2000" dirty="0"/>
                <a:t>+</a:t>
              </a:r>
              <a:r>
                <a:rPr lang="en-US" altLang="zh-CN" sz="2000" dirty="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1n</a:t>
              </a:r>
              <a:r>
                <a:rPr lang="en-US" altLang="zh-CN" sz="2000" dirty="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 dirty="0">
                  <a:sym typeface="Symbol" panose="05050102010706020507" pitchFamily="18" charset="2"/>
                </a:rPr>
                <a:t>2n</a:t>
              </a:r>
              <a:endParaRPr lang="zh-CN" altLang="en-US" sz="2000" dirty="0"/>
            </a:p>
          </p:txBody>
        </p:sp>
        <p:sp>
          <p:nvSpPr>
            <p:cNvPr id="48143" name="文本框 18">
              <a:extLst>
                <a:ext uri="{FF2B5EF4-FFF2-40B4-BE49-F238E27FC236}">
                  <a16:creationId xmlns:a16="http://schemas.microsoft.com/office/drawing/2014/main" id="{E397F021-438D-3C64-C408-41BCD688CA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763468" y="5809881"/>
              <a:ext cx="2843922" cy="485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——————</a:t>
              </a:r>
            </a:p>
            <a:p>
              <a:pPr>
                <a:lnSpc>
                  <a:spcPts val="5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  —    —    —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D</a:t>
              </a:r>
              <a:r>
                <a:rPr lang="en-US" altLang="zh-CN" sz="2000" baseline="-25000"/>
                <a:t>3</a:t>
              </a:r>
              <a:r>
                <a:rPr lang="en-US" altLang="zh-CN" sz="2000"/>
                <a:t>=Q</a:t>
              </a:r>
              <a:r>
                <a:rPr lang="en-US" altLang="zh-CN" sz="2000" baseline="-25000"/>
                <a:t>0n</a:t>
              </a:r>
              <a:r>
                <a:rPr lang="en-US" altLang="zh-CN" sz="2000"/>
                <a:t>+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1n</a:t>
              </a:r>
              <a:r>
                <a:rPr lang="en-US" altLang="zh-CN" sz="2000"/>
                <a:t>+</a:t>
              </a:r>
              <a:r>
                <a:rPr lang="en-US" altLang="zh-CN" sz="2000">
                  <a:sym typeface="Symbol" panose="05050102010706020507" pitchFamily="18" charset="2"/>
                </a:rPr>
                <a:t>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2n</a:t>
              </a:r>
              <a:r>
                <a:rPr lang="en-US" altLang="zh-CN" sz="2000">
                  <a:sym typeface="Symbol" panose="05050102010706020507" pitchFamily="18" charset="2"/>
                </a:rPr>
                <a:t>Q</a:t>
              </a:r>
              <a:r>
                <a:rPr lang="en-US" altLang="zh-CN" sz="2000" baseline="-25000">
                  <a:sym typeface="Symbol" panose="05050102010706020507" pitchFamily="18" charset="2"/>
                </a:rPr>
                <a:t>3n</a:t>
              </a:r>
              <a:endParaRPr lang="zh-CN" altLang="en-US" sz="2000" baseline="-25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0" name="Rectangle 2">
            <a:extLst>
              <a:ext uri="{FF2B5EF4-FFF2-40B4-BE49-F238E27FC236}">
                <a16:creationId xmlns:a16="http://schemas.microsoft.com/office/drawing/2014/main" id="{0877D530-72F3-4215-35A8-D3294164B9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计数器</a:t>
            </a:r>
          </a:p>
        </p:txBody>
      </p:sp>
      <p:sp>
        <p:nvSpPr>
          <p:cNvPr id="713731" name="Rectangle 3">
            <a:extLst>
              <a:ext uri="{FF2B5EF4-FFF2-40B4-BE49-F238E27FC236}">
                <a16:creationId xmlns:a16="http://schemas.microsoft.com/office/drawing/2014/main" id="{222B1E6F-57DE-0F00-5229-A9442E6AD7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集成化的</a:t>
            </a:r>
            <a:r>
              <a:rPr lang="en-US" altLang="zh-CN"/>
              <a:t>4</a:t>
            </a:r>
            <a:r>
              <a:rPr lang="zh-CN" altLang="en-US"/>
              <a:t>位二进制计数器设计</a:t>
            </a:r>
          </a:p>
          <a:p>
            <a:pPr lvl="1" eaLnBrk="1" hangingPunct="1">
              <a:defRPr/>
            </a:pPr>
            <a:r>
              <a:rPr lang="zh-CN" altLang="en-US"/>
              <a:t>集成化的计数器具有的基本功能</a:t>
            </a:r>
          </a:p>
        </p:txBody>
      </p:sp>
      <p:sp>
        <p:nvSpPr>
          <p:cNvPr id="11" name="灯片编号占位符 5">
            <a:extLst>
              <a:ext uri="{FF2B5EF4-FFF2-40B4-BE49-F238E27FC236}">
                <a16:creationId xmlns:a16="http://schemas.microsoft.com/office/drawing/2014/main" id="{FCC07FC1-CF3B-87DA-63CE-86341B6AD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9F21382B-E204-4C3A-B351-51E81059E785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7</a:t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713732" name="Rectangle 4">
            <a:extLst>
              <a:ext uri="{FF2B5EF4-FFF2-40B4-BE49-F238E27FC236}">
                <a16:creationId xmlns:a16="http://schemas.microsoft.com/office/drawing/2014/main" id="{2082B83D-18D7-D4C3-F692-B7D442686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514600"/>
            <a:ext cx="4502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2" eaLnBrk="1" hangingPunct="1">
              <a:spcBef>
                <a:spcPct val="20000"/>
              </a:spcBef>
              <a:buClr>
                <a:srgbClr val="FFFF00"/>
              </a:buClr>
              <a:buFont typeface="Wingdings" pitchFamily="2" charset="2"/>
              <a:buChar char="ü"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异步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/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同步清零：初始化</a:t>
            </a:r>
          </a:p>
        </p:txBody>
      </p:sp>
      <p:sp>
        <p:nvSpPr>
          <p:cNvPr id="713733" name="Rectangle 5">
            <a:extLst>
              <a:ext uri="{FF2B5EF4-FFF2-40B4-BE49-F238E27FC236}">
                <a16:creationId xmlns:a16="http://schemas.microsoft.com/office/drawing/2014/main" id="{9042853E-45C2-1662-3619-309AAC939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971800"/>
            <a:ext cx="49958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2" algn="ctr" eaLnBrk="1" hangingPunct="1">
              <a:spcBef>
                <a:spcPct val="50000"/>
              </a:spcBef>
              <a:buClr>
                <a:srgbClr val="FFFF00"/>
              </a:buClr>
              <a:buFont typeface="Wingdings" pitchFamily="2" charset="2"/>
              <a:buChar char="ü"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同步置数：开始计数的初值</a:t>
            </a:r>
          </a:p>
        </p:txBody>
      </p:sp>
      <p:sp>
        <p:nvSpPr>
          <p:cNvPr id="713734" name="Rectangle 6">
            <a:extLst>
              <a:ext uri="{FF2B5EF4-FFF2-40B4-BE49-F238E27FC236}">
                <a16:creationId xmlns:a16="http://schemas.microsoft.com/office/drawing/2014/main" id="{E63FF2FD-30D0-EE6E-EB4D-865704A4F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505200"/>
            <a:ext cx="39481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2" algn="ctr" eaLnBrk="1" hangingPunct="1">
              <a:spcBef>
                <a:spcPct val="50000"/>
              </a:spcBef>
              <a:buClr>
                <a:srgbClr val="FFFF00"/>
              </a:buClr>
              <a:buFont typeface="Wingdings" pitchFamily="2" charset="2"/>
              <a:buChar char="ü"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计     数：正常工作</a:t>
            </a:r>
          </a:p>
        </p:txBody>
      </p:sp>
      <p:sp>
        <p:nvSpPr>
          <p:cNvPr id="713735" name="Rectangle 7">
            <a:extLst>
              <a:ext uri="{FF2B5EF4-FFF2-40B4-BE49-F238E27FC236}">
                <a16:creationId xmlns:a16="http://schemas.microsoft.com/office/drawing/2014/main" id="{44051088-E8E6-43D7-148C-934AD3D0F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038600"/>
            <a:ext cx="66913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2" algn="ctr" eaLnBrk="1" hangingPunct="1">
              <a:spcBef>
                <a:spcPct val="50000"/>
              </a:spcBef>
              <a:buClr>
                <a:srgbClr val="FFFF00"/>
              </a:buClr>
              <a:buFont typeface="Wingdings" pitchFamily="2" charset="2"/>
              <a:buChar char="ü"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保     持：计数到某个特定的计数值保持</a:t>
            </a:r>
          </a:p>
        </p:txBody>
      </p:sp>
      <p:sp>
        <p:nvSpPr>
          <p:cNvPr id="713736" name="Rectangle 8">
            <a:extLst>
              <a:ext uri="{FF2B5EF4-FFF2-40B4-BE49-F238E27FC236}">
                <a16:creationId xmlns:a16="http://schemas.microsoft.com/office/drawing/2014/main" id="{C77099B3-BDCE-954B-1484-0AD0AB520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4572000"/>
            <a:ext cx="67103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buClr>
                <a:srgbClr val="FFFF00"/>
              </a:buClr>
              <a:buFont typeface="Wingdings" pitchFamily="2" charset="2"/>
              <a:buChar char="ü"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扩 展 性：相同的计数器级连更多位数的计数器</a:t>
            </a:r>
          </a:p>
        </p:txBody>
      </p:sp>
      <p:sp>
        <p:nvSpPr>
          <p:cNvPr id="713737" name="Rectangle 9">
            <a:extLst>
              <a:ext uri="{FF2B5EF4-FFF2-40B4-BE49-F238E27FC236}">
                <a16:creationId xmlns:a16="http://schemas.microsoft.com/office/drawing/2014/main" id="{38CD214F-14DA-2E60-1A9D-ECE68E602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105400"/>
            <a:ext cx="62150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2" algn="ctr" eaLnBrk="1" hangingPunct="1">
              <a:spcBef>
                <a:spcPct val="50000"/>
              </a:spcBef>
              <a:buClr>
                <a:srgbClr val="FFFF00"/>
              </a:buClr>
              <a:buFont typeface="Wingdings" pitchFamily="2" charset="2"/>
              <a:buChar char="ü"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进位传递：扩展时进位传递到高位片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3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1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13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1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13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3732" grpId="0" autoUpdateAnimBg="0"/>
      <p:bldP spid="713733" grpId="0" autoUpdateAnimBg="0"/>
      <p:bldP spid="713734" grpId="0" autoUpdateAnimBg="0"/>
      <p:bldP spid="713735" grpId="0" autoUpdateAnimBg="0"/>
      <p:bldP spid="713736" grpId="0" autoUpdateAnimBg="0"/>
      <p:bldP spid="713737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922" name="Rectangle 2">
            <a:extLst>
              <a:ext uri="{FF2B5EF4-FFF2-40B4-BE49-F238E27FC236}">
                <a16:creationId xmlns:a16="http://schemas.microsoft.com/office/drawing/2014/main" id="{AD59808B-0E4F-EEEB-936E-4896D3CBE8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计数器</a:t>
            </a:r>
          </a:p>
        </p:txBody>
      </p:sp>
      <p:sp>
        <p:nvSpPr>
          <p:cNvPr id="721923" name="Rectangle 3">
            <a:extLst>
              <a:ext uri="{FF2B5EF4-FFF2-40B4-BE49-F238E27FC236}">
                <a16:creationId xmlns:a16="http://schemas.microsoft.com/office/drawing/2014/main" id="{3F174483-0359-135D-7003-01D22C22A7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集成化的</a:t>
            </a:r>
            <a:r>
              <a:rPr lang="en-US" altLang="zh-CN"/>
              <a:t>4</a:t>
            </a:r>
            <a:r>
              <a:rPr lang="zh-CN" altLang="en-US"/>
              <a:t>位二进制计数器的逻辑符号图</a:t>
            </a:r>
          </a:p>
        </p:txBody>
      </p:sp>
      <p:sp>
        <p:nvSpPr>
          <p:cNvPr id="32" name="灯片编号占位符 5">
            <a:extLst>
              <a:ext uri="{FF2B5EF4-FFF2-40B4-BE49-F238E27FC236}">
                <a16:creationId xmlns:a16="http://schemas.microsoft.com/office/drawing/2014/main" id="{57187236-BBCA-1B0C-9139-D92C0017F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240C7730-6E3D-4958-8719-84BABDB775CA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8</a:t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721924" name="Rectangle 4">
            <a:extLst>
              <a:ext uri="{FF2B5EF4-FFF2-40B4-BE49-F238E27FC236}">
                <a16:creationId xmlns:a16="http://schemas.microsoft.com/office/drawing/2014/main" id="{3791D690-0865-62BC-D644-D0D90E208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725" y="5165725"/>
            <a:ext cx="9969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000000"/>
                  </a:outerShdw>
                </a:effectLst>
              </a:rPr>
              <a:t>输入</a:t>
            </a:r>
          </a:p>
        </p:txBody>
      </p:sp>
      <p:sp>
        <p:nvSpPr>
          <p:cNvPr id="721925" name="Rectangle 5">
            <a:extLst>
              <a:ext uri="{FF2B5EF4-FFF2-40B4-BE49-F238E27FC236}">
                <a16:creationId xmlns:a16="http://schemas.microsoft.com/office/drawing/2014/main" id="{DD3D0A34-658F-C05F-22CE-E2129C6D7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209800"/>
            <a:ext cx="9969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输出</a:t>
            </a:r>
          </a:p>
        </p:txBody>
      </p:sp>
      <p:grpSp>
        <p:nvGrpSpPr>
          <p:cNvPr id="3" name="Group 6">
            <a:extLst>
              <a:ext uri="{FF2B5EF4-FFF2-40B4-BE49-F238E27FC236}">
                <a16:creationId xmlns:a16="http://schemas.microsoft.com/office/drawing/2014/main" id="{31C349F5-A1A2-9C8E-7ED7-44CA98FA4A83}"/>
              </a:ext>
            </a:extLst>
          </p:cNvPr>
          <p:cNvGrpSpPr>
            <a:grpSpLocks/>
          </p:cNvGrpSpPr>
          <p:nvPr/>
        </p:nvGrpSpPr>
        <p:grpSpPr bwMode="auto">
          <a:xfrm>
            <a:off x="1475656" y="2830008"/>
            <a:ext cx="5334000" cy="2286000"/>
            <a:chOff x="672" y="1680"/>
            <a:chExt cx="3360" cy="1440"/>
          </a:xfrm>
        </p:grpSpPr>
        <p:grpSp>
          <p:nvGrpSpPr>
            <p:cNvPr id="4" name="Group 7">
              <a:extLst>
                <a:ext uri="{FF2B5EF4-FFF2-40B4-BE49-F238E27FC236}">
                  <a16:creationId xmlns:a16="http://schemas.microsoft.com/office/drawing/2014/main" id="{33539C96-2428-011E-4CD8-0643A444E9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1680"/>
              <a:ext cx="2928" cy="1440"/>
              <a:chOff x="816" y="1392"/>
              <a:chExt cx="2928" cy="144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3321438-1644-0D0A-D111-4A76F2150A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1642"/>
                <a:ext cx="2928" cy="9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Text Box 9">
                <a:extLst>
                  <a:ext uri="{FF2B5EF4-FFF2-40B4-BE49-F238E27FC236}">
                    <a16:creationId xmlns:a16="http://schemas.microsoft.com/office/drawing/2014/main" id="{ED645AAF-43B2-61CD-5420-C263E4EB8A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2304"/>
                <a:ext cx="81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A  B  C  D</a:t>
                </a:r>
              </a:p>
            </p:txBody>
          </p:sp>
          <p:sp>
            <p:nvSpPr>
              <p:cNvPr id="11" name="Text Box 10">
                <a:extLst>
                  <a:ext uri="{FF2B5EF4-FFF2-40B4-BE49-F238E27FC236}">
                    <a16:creationId xmlns:a16="http://schemas.microsoft.com/office/drawing/2014/main" id="{48B41B71-751C-97DA-A82E-13FB705EFF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1680"/>
                <a:ext cx="283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  <a:r>
                  <a:rPr lang="en-US" altLang="zh-CN" sz="2400" baseline="-25000"/>
                  <a:t>A</a:t>
                </a:r>
                <a:r>
                  <a:rPr lang="en-US" altLang="zh-CN" sz="2000"/>
                  <a:t>   Q</a:t>
                </a:r>
                <a:r>
                  <a:rPr lang="en-US" altLang="zh-CN" sz="2400" baseline="-25000"/>
                  <a:t>B</a:t>
                </a:r>
                <a:r>
                  <a:rPr lang="en-US" altLang="zh-CN" sz="2000"/>
                  <a:t>   Q</a:t>
                </a:r>
                <a:r>
                  <a:rPr lang="en-US" altLang="zh-CN" sz="2400" baseline="-25000"/>
                  <a:t>C</a:t>
                </a:r>
                <a:r>
                  <a:rPr lang="en-US" altLang="zh-CN" sz="2000"/>
                  <a:t>   Q</a:t>
                </a:r>
                <a:r>
                  <a:rPr lang="en-US" altLang="zh-CN" sz="2400" baseline="-25000"/>
                  <a:t>D                             </a:t>
                </a:r>
                <a:r>
                  <a:rPr lang="en-US" altLang="zh-CN" sz="2000"/>
                  <a:t>RC</a:t>
                </a:r>
              </a:p>
            </p:txBody>
          </p:sp>
          <p:sp>
            <p:nvSpPr>
              <p:cNvPr id="12" name="Text Box 11">
                <a:extLst>
                  <a:ext uri="{FF2B5EF4-FFF2-40B4-BE49-F238E27FC236}">
                    <a16:creationId xmlns:a16="http://schemas.microsoft.com/office/drawing/2014/main" id="{C39102B1-DE4E-AB44-6B9A-3039D0F851B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6" y="2314"/>
                <a:ext cx="192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   CLR   L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DB03084-1C32-FE9D-C982-05468CF86C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304"/>
                <a:ext cx="44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T   P</a:t>
                </a:r>
              </a:p>
            </p:txBody>
          </p:sp>
          <p:sp>
            <p:nvSpPr>
              <p:cNvPr id="14" name="Line 13">
                <a:extLst>
                  <a:ext uri="{FF2B5EF4-FFF2-40B4-BE49-F238E27FC236}">
                    <a16:creationId xmlns:a16="http://schemas.microsoft.com/office/drawing/2014/main" id="{B50A7D4D-47F1-945B-0219-1CC151251C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" name="Line 14">
                <a:extLst>
                  <a:ext uri="{FF2B5EF4-FFF2-40B4-BE49-F238E27FC236}">
                    <a16:creationId xmlns:a16="http://schemas.microsoft.com/office/drawing/2014/main" id="{66FAE4F5-9431-F67F-6B62-7847A6169C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4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6" name="Line 15">
                <a:extLst>
                  <a:ext uri="{FF2B5EF4-FFF2-40B4-BE49-F238E27FC236}">
                    <a16:creationId xmlns:a16="http://schemas.microsoft.com/office/drawing/2014/main" id="{E94900EF-46BD-54BD-A9C1-0F57C8690D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" name="Line 16">
                <a:extLst>
                  <a:ext uri="{FF2B5EF4-FFF2-40B4-BE49-F238E27FC236}">
                    <a16:creationId xmlns:a16="http://schemas.microsoft.com/office/drawing/2014/main" id="{1F9A3728-7BCF-60F3-9359-E1B41D16E8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" name="Line 17">
                <a:extLst>
                  <a:ext uri="{FF2B5EF4-FFF2-40B4-BE49-F238E27FC236}">
                    <a16:creationId xmlns:a16="http://schemas.microsoft.com/office/drawing/2014/main" id="{96934375-CD3D-66B6-96F9-F7A1D4E833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Line 18">
                <a:extLst>
                  <a:ext uri="{FF2B5EF4-FFF2-40B4-BE49-F238E27FC236}">
                    <a16:creationId xmlns:a16="http://schemas.microsoft.com/office/drawing/2014/main" id="{15A51CC6-0DC8-867A-2893-A7DD0335EE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" name="Line 19">
                <a:extLst>
                  <a:ext uri="{FF2B5EF4-FFF2-40B4-BE49-F238E27FC236}">
                    <a16:creationId xmlns:a16="http://schemas.microsoft.com/office/drawing/2014/main" id="{6E195A40-AF3C-9529-E141-4EFD4844B7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" name="Line 20">
                <a:extLst>
                  <a:ext uri="{FF2B5EF4-FFF2-40B4-BE49-F238E27FC236}">
                    <a16:creationId xmlns:a16="http://schemas.microsoft.com/office/drawing/2014/main" id="{4C25A62F-8671-7530-9605-4602C05358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" name="Line 21">
                <a:extLst>
                  <a:ext uri="{FF2B5EF4-FFF2-40B4-BE49-F238E27FC236}">
                    <a16:creationId xmlns:a16="http://schemas.microsoft.com/office/drawing/2014/main" id="{9AB16AC3-64FE-8F1B-5F70-A3F12F7490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" name="Line 22">
                <a:extLst>
                  <a:ext uri="{FF2B5EF4-FFF2-40B4-BE49-F238E27FC236}">
                    <a16:creationId xmlns:a16="http://schemas.microsoft.com/office/drawing/2014/main" id="{813ACBB9-BE95-9E21-E945-D5CF9C7B6A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" name="Line 23">
                <a:extLst>
                  <a:ext uri="{FF2B5EF4-FFF2-40B4-BE49-F238E27FC236}">
                    <a16:creationId xmlns:a16="http://schemas.microsoft.com/office/drawing/2014/main" id="{727D0BD4-C2A0-06C3-A98A-57BAB7D964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5" name="Line 24">
                <a:extLst>
                  <a:ext uri="{FF2B5EF4-FFF2-40B4-BE49-F238E27FC236}">
                    <a16:creationId xmlns:a16="http://schemas.microsoft.com/office/drawing/2014/main" id="{26F639D2-D302-7C29-2C6F-F0E837BA10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" name="Line 25">
                <a:extLst>
                  <a:ext uri="{FF2B5EF4-FFF2-40B4-BE49-F238E27FC236}">
                    <a16:creationId xmlns:a16="http://schemas.microsoft.com/office/drawing/2014/main" id="{7AA3C1F8-EC02-496A-7A52-EFC1326710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" name="Line 26">
                <a:extLst>
                  <a:ext uri="{FF2B5EF4-FFF2-40B4-BE49-F238E27FC236}">
                    <a16:creationId xmlns:a16="http://schemas.microsoft.com/office/drawing/2014/main" id="{DF01693D-46B2-D7DC-FBDA-B9A1346D49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0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5" name="Group 27">
              <a:extLst>
                <a:ext uri="{FF2B5EF4-FFF2-40B4-BE49-F238E27FC236}">
                  <a16:creationId xmlns:a16="http://schemas.microsoft.com/office/drawing/2014/main" id="{F320A100-D890-757C-25D8-C4B8DB8DB7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2256"/>
              <a:ext cx="576" cy="288"/>
              <a:chOff x="576" y="3696"/>
              <a:chExt cx="576" cy="288"/>
            </a:xfrm>
          </p:grpSpPr>
          <p:sp>
            <p:nvSpPr>
              <p:cNvPr id="7" name="Text Box 28">
                <a:extLst>
                  <a:ext uri="{FF2B5EF4-FFF2-40B4-BE49-F238E27FC236}">
                    <a16:creationId xmlns:a16="http://schemas.microsoft.com/office/drawing/2014/main" id="{3BBE388A-9627-FF89-A2B8-AD664FF964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696"/>
                <a:ext cx="57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R</a:t>
                </a:r>
                <a:r>
                  <a:rPr lang="en-US" altLang="zh-CN" sz="2400" baseline="-25000"/>
                  <a:t>D</a:t>
                </a:r>
              </a:p>
            </p:txBody>
          </p:sp>
          <p:sp>
            <p:nvSpPr>
              <p:cNvPr id="8" name="Line 29">
                <a:extLst>
                  <a:ext uri="{FF2B5EF4-FFF2-40B4-BE49-F238E27FC236}">
                    <a16:creationId xmlns:a16="http://schemas.microsoft.com/office/drawing/2014/main" id="{DBB923B3-B1A6-FAE3-0272-454CB57365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20" y="374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" name="Line 30">
              <a:extLst>
                <a:ext uri="{FF2B5EF4-FFF2-40B4-BE49-F238E27FC236}">
                  <a16:creationId xmlns:a16="http://schemas.microsoft.com/office/drawing/2014/main" id="{8B0B59E5-4BF1-1816-8EE1-BA729E0D5C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" y="235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2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2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1924" grpId="0" autoUpdateAnimBg="0"/>
      <p:bldP spid="721925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37DD4E-7E59-11DF-D1C1-983A2426D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计数器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FD5EA2-6DB7-124A-DB0C-81741879D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E1AF02-7B09-44E2-84F9-43B0AAE72710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3BCCB4A-6BFF-19B6-46EE-F179007968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450192"/>
            <a:ext cx="3945758" cy="266429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8438473-C594-9BAC-4EEE-1B8323789D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2225" y="1066800"/>
            <a:ext cx="3555072" cy="201208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B6A77DB2-0DDB-8600-B83E-BE44C3A6D0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502" y="3284984"/>
            <a:ext cx="3871021" cy="1659009"/>
          </a:xfrm>
          <a:prstGeom prst="rect">
            <a:avLst/>
          </a:prstGeom>
        </p:spPr>
      </p:pic>
      <p:sp>
        <p:nvSpPr>
          <p:cNvPr id="15" name="Rectangle 5">
            <a:extLst>
              <a:ext uri="{FF2B5EF4-FFF2-40B4-BE49-F238E27FC236}">
                <a16:creationId xmlns:a16="http://schemas.microsoft.com/office/drawing/2014/main" id="{4B23DE1C-B0A0-118B-D627-DDB99608C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5763" y="4980165"/>
            <a:ext cx="700487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74161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和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74163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封装完全一致，差别只是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CLR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是异步清零还是同步清零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2174898-93EF-1D3A-2251-755FB929B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694" y="5790839"/>
            <a:ext cx="72326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RCO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和前页中的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RC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一致，是进位。</a:t>
            </a:r>
            <a:endParaRPr lang="en-US" altLang="zh-CN" sz="2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algn="ctr" eaLnBrk="1" hangingPunct="1"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芯片说明中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ENP=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课本中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，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ENT=T</a:t>
            </a:r>
            <a:endParaRPr lang="zh-CN" altLang="en-US" sz="2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92691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utoUpdateAnimBg="0"/>
      <p:bldP spid="3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754" name="Rectangle 2">
            <a:extLst>
              <a:ext uri="{FF2B5EF4-FFF2-40B4-BE49-F238E27FC236}">
                <a16:creationId xmlns:a16="http://schemas.microsoft.com/office/drawing/2014/main" id="{9AA518D6-4074-4338-C1E1-485DB9F747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计数器</a:t>
            </a:r>
          </a:p>
        </p:txBody>
      </p:sp>
      <p:sp>
        <p:nvSpPr>
          <p:cNvPr id="714755" name="Rectangle 3">
            <a:extLst>
              <a:ext uri="{FF2B5EF4-FFF2-40B4-BE49-F238E27FC236}">
                <a16:creationId xmlns:a16="http://schemas.microsoft.com/office/drawing/2014/main" id="{A5C946B9-53D4-4851-46C2-EAECBAA87D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26197" y="1066800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集成化的计数器</a:t>
            </a:r>
          </a:p>
          <a:p>
            <a:pPr lvl="1" eaLnBrk="1" hangingPunct="1">
              <a:defRPr/>
            </a:pPr>
            <a:r>
              <a:rPr lang="zh-CN" altLang="en-US" dirty="0"/>
              <a:t>集成化的计数器具有的基本功能</a:t>
            </a:r>
          </a:p>
          <a:p>
            <a:pPr lvl="1" eaLnBrk="1" hangingPunct="1">
              <a:defRPr/>
            </a:pPr>
            <a:r>
              <a:rPr lang="zh-CN" altLang="en-US" dirty="0"/>
              <a:t>用</a:t>
            </a:r>
            <a:r>
              <a:rPr lang="zh-CN" altLang="en-US" dirty="0">
                <a:solidFill>
                  <a:srgbClr val="FFFF00"/>
                </a:solidFill>
              </a:rPr>
              <a:t>负边沿</a:t>
            </a:r>
            <a:r>
              <a:rPr lang="en-US" altLang="zh-CN" dirty="0"/>
              <a:t>D</a:t>
            </a:r>
            <a:r>
              <a:rPr lang="zh-CN" altLang="en-US" dirty="0"/>
              <a:t>触发器构成的</a:t>
            </a:r>
            <a:r>
              <a:rPr lang="en-US" altLang="zh-CN" dirty="0"/>
              <a:t>4</a:t>
            </a:r>
            <a:r>
              <a:rPr lang="zh-CN" altLang="en-US" dirty="0"/>
              <a:t>位二进制计数器</a:t>
            </a:r>
          </a:p>
        </p:txBody>
      </p:sp>
      <p:sp>
        <p:nvSpPr>
          <p:cNvPr id="36" name="灯片编号占位符 5">
            <a:extLst>
              <a:ext uri="{FF2B5EF4-FFF2-40B4-BE49-F238E27FC236}">
                <a16:creationId xmlns:a16="http://schemas.microsoft.com/office/drawing/2014/main" id="{F5EC64F4-52E9-9B0E-453B-FD25F1F92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00850" y="6103938"/>
            <a:ext cx="1905000" cy="457200"/>
          </a:xfrm>
        </p:spPr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7722AAA1-8329-4F76-8BA8-25A9CD7B6DEE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10</a:t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60A6822E-929B-C8BE-D840-3545EAA0A097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3080069"/>
            <a:ext cx="6386513" cy="463549"/>
            <a:chOff x="672" y="2311"/>
            <a:chExt cx="4023" cy="292"/>
          </a:xfrm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774B3B07-F05E-B2DD-D5F8-50A8DA9D3C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5" y="2316"/>
              <a:ext cx="1260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  <a:defRPr/>
              </a:pP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清零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(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异步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)</a:t>
              </a:r>
            </a:p>
          </p:txBody>
        </p: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BAF2ADFB-7415-E3A9-C663-AEA92DFB49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311"/>
              <a:ext cx="292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0     X      </a:t>
              </a:r>
              <a:r>
                <a:rPr lang="en-US" altLang="zh-CN" sz="2400" dirty="0" err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X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   </a:t>
              </a:r>
              <a:r>
                <a:rPr lang="en-US" altLang="zh-CN" sz="2400" dirty="0" err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X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    </a:t>
              </a:r>
              <a:r>
                <a:rPr lang="en-US" altLang="zh-CN" sz="2400" dirty="0" err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X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    </a:t>
              </a:r>
              <a:r>
                <a:rPr lang="en-US" altLang="zh-CN" sz="2400" dirty="0" err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X</a:t>
              </a:r>
              <a:endPara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12" name="Line 7">
            <a:extLst>
              <a:ext uri="{FF2B5EF4-FFF2-40B4-BE49-F238E27FC236}">
                <a16:creationId xmlns:a16="http://schemas.microsoft.com/office/drawing/2014/main" id="{26B5524D-34AA-D827-1AE3-998B59636500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3068960"/>
            <a:ext cx="6858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Line 8">
            <a:extLst>
              <a:ext uri="{FF2B5EF4-FFF2-40B4-BE49-F238E27FC236}">
                <a16:creationId xmlns:a16="http://schemas.microsoft.com/office/drawing/2014/main" id="{D38690B4-5025-61AA-F9B6-5A7A46E182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338815" y="2681288"/>
            <a:ext cx="0" cy="3200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9">
            <a:extLst>
              <a:ext uri="{FF2B5EF4-FFF2-40B4-BE49-F238E27FC236}">
                <a16:creationId xmlns:a16="http://schemas.microsoft.com/office/drawing/2014/main" id="{1DDFE90F-399C-782B-9831-5B110F6647A7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4059560"/>
            <a:ext cx="6858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5" name="Group 10">
            <a:extLst>
              <a:ext uri="{FF2B5EF4-FFF2-40B4-BE49-F238E27FC236}">
                <a16:creationId xmlns:a16="http://schemas.microsoft.com/office/drawing/2014/main" id="{FF644247-2657-782B-D595-CAA2CA5DE87B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2321248"/>
            <a:ext cx="5975350" cy="747712"/>
            <a:chOff x="720" y="1833"/>
            <a:chExt cx="3764" cy="471"/>
          </a:xfrm>
        </p:grpSpPr>
        <p:sp>
          <p:nvSpPr>
            <p:cNvPr id="16" name="Rectangle 11">
              <a:extLst>
                <a:ext uri="{FF2B5EF4-FFF2-40B4-BE49-F238E27FC236}">
                  <a16:creationId xmlns:a16="http://schemas.microsoft.com/office/drawing/2014/main" id="{8C102511-D2EB-A186-7181-7BFFC1C89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833"/>
              <a:ext cx="2880" cy="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55000"/>
                </a:lnSpc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_</a:t>
              </a:r>
            </a:p>
            <a:p>
              <a:pPr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R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D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CLR     L      T       P     CP</a:t>
              </a:r>
            </a:p>
          </p:txBody>
        </p:sp>
        <p:sp>
          <p:nvSpPr>
            <p:cNvPr id="17" name="Text Box 12">
              <a:extLst>
                <a:ext uri="{FF2B5EF4-FFF2-40B4-BE49-F238E27FC236}">
                  <a16:creationId xmlns:a16="http://schemas.microsoft.com/office/drawing/2014/main" id="{ECEB8956-0C94-E616-C456-4B5645C970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4" y="2016"/>
              <a:ext cx="50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latin typeface="Georgia" panose="02040502050405020303" pitchFamily="18" charset="0"/>
                </a:rPr>
                <a:t>功能</a:t>
              </a:r>
            </a:p>
          </p:txBody>
        </p:sp>
      </p:grpSp>
      <p:sp>
        <p:nvSpPr>
          <p:cNvPr id="18" name="Line 13">
            <a:extLst>
              <a:ext uri="{FF2B5EF4-FFF2-40B4-BE49-F238E27FC236}">
                <a16:creationId xmlns:a16="http://schemas.microsoft.com/office/drawing/2014/main" id="{4F3C8BAD-FB6C-8342-611B-390A133661A8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4973960"/>
            <a:ext cx="6858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9" name="Group 14">
            <a:extLst>
              <a:ext uri="{FF2B5EF4-FFF2-40B4-BE49-F238E27FC236}">
                <a16:creationId xmlns:a16="http://schemas.microsoft.com/office/drawing/2014/main" id="{8754F7AF-D9DF-A3F3-B4E0-A851978BD95B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5489904"/>
            <a:ext cx="6926263" cy="474663"/>
            <a:chOff x="720" y="3829"/>
            <a:chExt cx="4363" cy="299"/>
          </a:xfrm>
        </p:grpSpPr>
        <p:sp>
          <p:nvSpPr>
            <p:cNvPr id="20" name="Rectangle 15">
              <a:extLst>
                <a:ext uri="{FF2B5EF4-FFF2-40B4-BE49-F238E27FC236}">
                  <a16:creationId xmlns:a16="http://schemas.microsoft.com/office/drawing/2014/main" id="{126EE472-D755-1C35-62B4-F2F737F9D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3841"/>
              <a:ext cx="2784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1     1      1     1      0     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</a:t>
              </a:r>
              <a:endPara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1" name="Rectangle 16">
              <a:extLst>
                <a:ext uri="{FF2B5EF4-FFF2-40B4-BE49-F238E27FC236}">
                  <a16:creationId xmlns:a16="http://schemas.microsoft.com/office/drawing/2014/main" id="{D4E0C0FF-EE3A-9791-8B7B-57D5AF19E5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7" y="3829"/>
              <a:ext cx="1536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Hold(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保持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)</a:t>
              </a:r>
            </a:p>
          </p:txBody>
        </p:sp>
      </p:grpSp>
      <p:sp>
        <p:nvSpPr>
          <p:cNvPr id="22" name="Line 17">
            <a:extLst>
              <a:ext uri="{FF2B5EF4-FFF2-40B4-BE49-F238E27FC236}">
                <a16:creationId xmlns:a16="http://schemas.microsoft.com/office/drawing/2014/main" id="{23A8FD7A-6F07-B1C6-0997-4A2A18387C4C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5507360"/>
            <a:ext cx="6858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3" name="Group 18">
            <a:extLst>
              <a:ext uri="{FF2B5EF4-FFF2-40B4-BE49-F238E27FC236}">
                <a16:creationId xmlns:a16="http://schemas.microsoft.com/office/drawing/2014/main" id="{5C04FF48-3E79-28CC-9181-0DD4B8A3874C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5032703"/>
            <a:ext cx="6651625" cy="473076"/>
            <a:chOff x="720" y="3541"/>
            <a:chExt cx="4190" cy="298"/>
          </a:xfrm>
        </p:grpSpPr>
        <p:sp>
          <p:nvSpPr>
            <p:cNvPr id="24" name="Rectangle 19">
              <a:extLst>
                <a:ext uri="{FF2B5EF4-FFF2-40B4-BE49-F238E27FC236}">
                  <a16:creationId xmlns:a16="http://schemas.microsoft.com/office/drawing/2014/main" id="{68EC1AC0-8A13-FBBD-0682-6C9F2448B7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3552"/>
              <a:ext cx="2880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     1      1     0      X     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</a:t>
              </a:r>
              <a:endPara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25" name="Rectangle 20">
              <a:extLst>
                <a:ext uri="{FF2B5EF4-FFF2-40B4-BE49-F238E27FC236}">
                  <a16:creationId xmlns:a16="http://schemas.microsoft.com/office/drawing/2014/main" id="{C173AD25-E946-8165-A90D-EF2E346AE6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5" y="3541"/>
              <a:ext cx="1475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FF Hold, RC=0</a:t>
              </a:r>
            </a:p>
          </p:txBody>
        </p:sp>
      </p:grpSp>
      <p:sp>
        <p:nvSpPr>
          <p:cNvPr id="26" name="Line 21">
            <a:extLst>
              <a:ext uri="{FF2B5EF4-FFF2-40B4-BE49-F238E27FC236}">
                <a16:creationId xmlns:a16="http://schemas.microsoft.com/office/drawing/2014/main" id="{837FFEA2-C4B6-A60E-2F71-A324DF0782D1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3526160"/>
            <a:ext cx="6858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7" name="Group 39">
            <a:extLst>
              <a:ext uri="{FF2B5EF4-FFF2-40B4-BE49-F238E27FC236}">
                <a16:creationId xmlns:a16="http://schemas.microsoft.com/office/drawing/2014/main" id="{A26B3122-6B22-7DD0-3E9D-132C7BCD5BEC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3527748"/>
            <a:ext cx="6200775" cy="455612"/>
            <a:chOff x="720" y="2593"/>
            <a:chExt cx="3906" cy="287"/>
          </a:xfrm>
        </p:grpSpPr>
        <p:sp>
          <p:nvSpPr>
            <p:cNvPr id="28" name="Rectangle 23">
              <a:extLst>
                <a:ext uri="{FF2B5EF4-FFF2-40B4-BE49-F238E27FC236}">
                  <a16:creationId xmlns:a16="http://schemas.microsoft.com/office/drawing/2014/main" id="{4C1563A4-6BB6-C08B-89FF-3100ED7BE5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4" y="2593"/>
              <a:ext cx="1102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  <a:defRPr/>
              </a:pP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清零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(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同步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)</a:t>
              </a:r>
            </a:p>
          </p:txBody>
        </p:sp>
        <p:sp>
          <p:nvSpPr>
            <p:cNvPr id="29" name="Rectangle 24">
              <a:extLst>
                <a:ext uri="{FF2B5EF4-FFF2-40B4-BE49-F238E27FC236}">
                  <a16:creationId xmlns:a16="http://schemas.microsoft.com/office/drawing/2014/main" id="{8DFF3033-A7B0-6EBD-BEC2-DAA4DA6E0D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593"/>
              <a:ext cx="292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     0      X     </a:t>
              </a:r>
              <a:r>
                <a:rPr lang="en-US" altLang="zh-CN" sz="2400" dirty="0" err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X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    </a:t>
              </a:r>
              <a:r>
                <a:rPr lang="en-US" altLang="zh-CN" sz="2400" dirty="0" err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X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   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</a:t>
              </a:r>
              <a:endPara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sp>
        <p:nvSpPr>
          <p:cNvPr id="30" name="Line 30">
            <a:extLst>
              <a:ext uri="{FF2B5EF4-FFF2-40B4-BE49-F238E27FC236}">
                <a16:creationId xmlns:a16="http://schemas.microsoft.com/office/drawing/2014/main" id="{C2818C11-2294-A342-80D7-73458DB7F427}"/>
              </a:ext>
            </a:extLst>
          </p:cNvPr>
          <p:cNvSpPr>
            <a:spLocks noChangeShapeType="1"/>
          </p:cNvSpPr>
          <p:nvPr/>
        </p:nvSpPr>
        <p:spPr bwMode="auto">
          <a:xfrm>
            <a:off x="1143000" y="4516760"/>
            <a:ext cx="6858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1" name="Group 42">
            <a:extLst>
              <a:ext uri="{FF2B5EF4-FFF2-40B4-BE49-F238E27FC236}">
                <a16:creationId xmlns:a16="http://schemas.microsoft.com/office/drawing/2014/main" id="{C03690AC-43FC-A493-E5EA-089A60FB7761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4512003"/>
            <a:ext cx="6305550" cy="460376"/>
            <a:chOff x="720" y="3213"/>
            <a:chExt cx="3972" cy="290"/>
          </a:xfrm>
        </p:grpSpPr>
        <p:sp>
          <p:nvSpPr>
            <p:cNvPr id="32" name="Rectangle 32">
              <a:extLst>
                <a:ext uri="{FF2B5EF4-FFF2-40B4-BE49-F238E27FC236}">
                  <a16:creationId xmlns:a16="http://schemas.microsoft.com/office/drawing/2014/main" id="{A54EE604-5AC1-34C1-C3E7-AEAF3CDA50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8" y="3213"/>
              <a:ext cx="1184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Count(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计数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)</a:t>
              </a:r>
            </a:p>
          </p:txBody>
        </p:sp>
        <p:sp>
          <p:nvSpPr>
            <p:cNvPr id="33" name="Rectangle 33">
              <a:extLst>
                <a:ext uri="{FF2B5EF4-FFF2-40B4-BE49-F238E27FC236}">
                  <a16:creationId xmlns:a16="http://schemas.microsoft.com/office/drawing/2014/main" id="{87A791AF-3601-9CB9-DFBE-04BD03C38A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3216"/>
              <a:ext cx="2928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1     1      1     1      1     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</a:t>
              </a:r>
              <a:endPara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</p:grpSp>
      <p:grpSp>
        <p:nvGrpSpPr>
          <p:cNvPr id="34" name="Group 41">
            <a:extLst>
              <a:ext uri="{FF2B5EF4-FFF2-40B4-BE49-F238E27FC236}">
                <a16:creationId xmlns:a16="http://schemas.microsoft.com/office/drawing/2014/main" id="{CD8821FA-4C93-D8FF-B36F-BA64E3F087E1}"/>
              </a:ext>
            </a:extLst>
          </p:cNvPr>
          <p:cNvGrpSpPr>
            <a:grpSpLocks/>
          </p:cNvGrpSpPr>
          <p:nvPr/>
        </p:nvGrpSpPr>
        <p:grpSpPr bwMode="auto">
          <a:xfrm>
            <a:off x="1219200" y="4046860"/>
            <a:ext cx="7315200" cy="468313"/>
            <a:chOff x="720" y="2920"/>
            <a:chExt cx="4608" cy="295"/>
          </a:xfrm>
        </p:grpSpPr>
        <p:sp>
          <p:nvSpPr>
            <p:cNvPr id="35" name="Rectangle 27">
              <a:extLst>
                <a:ext uri="{FF2B5EF4-FFF2-40B4-BE49-F238E27FC236}">
                  <a16:creationId xmlns:a16="http://schemas.microsoft.com/office/drawing/2014/main" id="{BA134EF4-B0EF-D422-D82E-D89A255DCB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928"/>
              <a:ext cx="2976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     1      0     X      </a:t>
              </a:r>
              <a:r>
                <a:rPr lang="en-US" altLang="zh-CN" sz="2400" dirty="0" err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X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    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</a:t>
              </a:r>
              <a:endPara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37" name="Rectangle 28">
              <a:extLst>
                <a:ext uri="{FF2B5EF4-FFF2-40B4-BE49-F238E27FC236}">
                  <a16:creationId xmlns:a16="http://schemas.microsoft.com/office/drawing/2014/main" id="{623F647E-83B1-7FA3-9A6D-3C7C571B13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2" y="2920"/>
              <a:ext cx="1966" cy="2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eaLnBrk="1" hangingPunct="1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None/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Load(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并行数据输入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)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365E1537-AD50-1DCA-7CA9-869637FB9881}"/>
              </a:ext>
            </a:extLst>
          </p:cNvPr>
          <p:cNvSpPr txBox="1"/>
          <p:nvPr/>
        </p:nvSpPr>
        <p:spPr>
          <a:xfrm>
            <a:off x="826197" y="6030888"/>
            <a:ext cx="75622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eaLnBrk="1" hangingPunct="1">
              <a:defRPr/>
            </a:pPr>
            <a:r>
              <a:rPr lang="zh-CN" altLang="en-US" b="1" dirty="0">
                <a:solidFill>
                  <a:srgbClr val="FFC000"/>
                </a:solidFill>
              </a:rPr>
              <a:t>注意：和</a:t>
            </a:r>
            <a:r>
              <a:rPr lang="en-US" altLang="zh-CN" b="1" dirty="0">
                <a:solidFill>
                  <a:srgbClr val="FFC000"/>
                </a:solidFill>
              </a:rPr>
              <a:t>161</a:t>
            </a:r>
            <a:r>
              <a:rPr lang="zh-CN" altLang="en-US" b="1" dirty="0">
                <a:solidFill>
                  <a:srgbClr val="FFC000"/>
                </a:solidFill>
              </a:rPr>
              <a:t>和</a:t>
            </a:r>
            <a:r>
              <a:rPr lang="en-US" altLang="zh-CN" b="1" dirty="0">
                <a:solidFill>
                  <a:srgbClr val="FFC000"/>
                </a:solidFill>
              </a:rPr>
              <a:t>163</a:t>
            </a:r>
            <a:r>
              <a:rPr lang="zh-CN" altLang="en-US" b="1" dirty="0">
                <a:solidFill>
                  <a:srgbClr val="FFC000"/>
                </a:solidFill>
              </a:rPr>
              <a:t>的区别：既有异步清零，也有同步清零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778" name="Rectangle 2">
            <a:extLst>
              <a:ext uri="{FF2B5EF4-FFF2-40B4-BE49-F238E27FC236}">
                <a16:creationId xmlns:a16="http://schemas.microsoft.com/office/drawing/2014/main" id="{26765448-0D28-F5FB-1DFE-AE423767E3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计数器</a:t>
            </a:r>
          </a:p>
        </p:txBody>
      </p:sp>
      <p:sp>
        <p:nvSpPr>
          <p:cNvPr id="715779" name="Rectangle 3">
            <a:extLst>
              <a:ext uri="{FF2B5EF4-FFF2-40B4-BE49-F238E27FC236}">
                <a16:creationId xmlns:a16="http://schemas.microsoft.com/office/drawing/2014/main" id="{D49BE6FD-D64C-BA80-95AD-011C8FF71C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集成化的计数器各功能的实现</a:t>
            </a:r>
          </a:p>
          <a:p>
            <a:pPr lvl="1" eaLnBrk="1" hangingPunct="1">
              <a:defRPr/>
            </a:pPr>
            <a:endParaRPr lang="zh-CN" altLang="en-US" dirty="0"/>
          </a:p>
          <a:p>
            <a:pPr eaLnBrk="1" hangingPunct="1">
              <a:defRPr/>
            </a:pPr>
            <a:endParaRPr lang="en-US" altLang="zh-CN" dirty="0"/>
          </a:p>
        </p:txBody>
      </p: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837725DF-EB7F-61E6-E52B-A0F899F4C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03A96BF6-6355-49E9-A211-65F5429C794C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11</a:t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715780" name="Rectangle 4">
            <a:extLst>
              <a:ext uri="{FF2B5EF4-FFF2-40B4-BE49-F238E27FC236}">
                <a16:creationId xmlns:a16="http://schemas.microsoft.com/office/drawing/2014/main" id="{ACEA79D1-46B6-0C51-116E-21FF3BDAF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133600"/>
            <a:ext cx="22098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1" eaLnBrk="1" hangingPunct="1">
              <a:spcBef>
                <a:spcPct val="50000"/>
              </a:spcBef>
              <a:buClr>
                <a:srgbClr val="FFFF00"/>
              </a:buClr>
              <a:buFont typeface="Wingdings" pitchFamily="2" charset="2"/>
              <a:buChar char="Ø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异步清零：</a:t>
            </a:r>
            <a:endParaRPr lang="en-US" altLang="zh-CN" sz="2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lvl="1" eaLnBrk="1" hangingPunct="1">
              <a:spcBef>
                <a:spcPct val="50000"/>
              </a:spcBef>
              <a:buClr>
                <a:srgbClr val="FFFF00"/>
              </a:buClr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(74161)</a:t>
            </a:r>
            <a:endParaRPr lang="zh-CN" altLang="en-US" sz="2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15784" name="Rectangle 8">
            <a:extLst>
              <a:ext uri="{FF2B5EF4-FFF2-40B4-BE49-F238E27FC236}">
                <a16:creationId xmlns:a16="http://schemas.microsoft.com/office/drawing/2014/main" id="{41CA9BEF-579E-8791-9BB3-ACB01D8E7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622675"/>
            <a:ext cx="22098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1" eaLnBrk="1" hangingPunct="1">
              <a:spcBef>
                <a:spcPct val="50000"/>
              </a:spcBef>
              <a:buClr>
                <a:srgbClr val="FFFF00"/>
              </a:buClr>
              <a:buFont typeface="Wingdings" pitchFamily="2" charset="2"/>
              <a:buChar char="Ø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同步清零：</a:t>
            </a:r>
            <a:endParaRPr lang="en-US" altLang="zh-CN" sz="2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lvl="1" eaLnBrk="1" hangingPunct="1">
              <a:spcBef>
                <a:spcPct val="50000"/>
              </a:spcBef>
              <a:buClr>
                <a:srgbClr val="FFFF00"/>
              </a:buClr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(74163)</a:t>
            </a:r>
            <a:endParaRPr lang="zh-CN" altLang="en-US" sz="2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715785" name="Rectangle 9">
            <a:extLst>
              <a:ext uri="{FF2B5EF4-FFF2-40B4-BE49-F238E27FC236}">
                <a16:creationId xmlns:a16="http://schemas.microsoft.com/office/drawing/2014/main" id="{BB2CFCB2-39FF-8EEA-EF02-B0A740980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133600"/>
            <a:ext cx="40084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）用触发器提供的异步清零</a:t>
            </a:r>
          </a:p>
        </p:txBody>
      </p:sp>
      <p:sp>
        <p:nvSpPr>
          <p:cNvPr id="715786" name="Rectangle 10">
            <a:extLst>
              <a:ext uri="{FF2B5EF4-FFF2-40B4-BE49-F238E27FC236}">
                <a16:creationId xmlns:a16="http://schemas.microsoft.com/office/drawing/2014/main" id="{BDEB4802-CA03-FF04-9959-C4EA120E2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657600"/>
            <a:ext cx="46180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）在约定时钟到来前将激励置零</a:t>
            </a:r>
          </a:p>
        </p:txBody>
      </p:sp>
      <p:sp>
        <p:nvSpPr>
          <p:cNvPr id="715787" name="Rectangle 11">
            <a:extLst>
              <a:ext uri="{FF2B5EF4-FFF2-40B4-BE49-F238E27FC236}">
                <a16:creationId xmlns:a16="http://schemas.microsoft.com/office/drawing/2014/main" id="{7A163E83-E37D-EE12-E045-AE6500D89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343400"/>
            <a:ext cx="32480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实现要从激励方程入手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8993D1C7-2FCC-9749-1F93-A7846DB72C80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2667000"/>
            <a:ext cx="5075238" cy="822325"/>
            <a:chOff x="2895600" y="2667000"/>
            <a:chExt cx="5075238" cy="822325"/>
          </a:xfrm>
        </p:grpSpPr>
        <p:sp>
          <p:nvSpPr>
            <p:cNvPr id="715782" name="Rectangle 6">
              <a:extLst>
                <a:ext uri="{FF2B5EF4-FFF2-40B4-BE49-F238E27FC236}">
                  <a16:creationId xmlns:a16="http://schemas.microsoft.com/office/drawing/2014/main" id="{558BD373-3C92-7FA3-E858-F7D9D5D27D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5600" y="2667000"/>
              <a:ext cx="5075238" cy="822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2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）在输出用组合逻辑（如：        ）</a:t>
              </a:r>
            </a:p>
            <a:p>
              <a:pPr eaLnBrk="1" hangingPunct="1">
                <a:defRPr/>
              </a:pP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      采用该方法时要慎重</a:t>
              </a:r>
            </a:p>
          </p:txBody>
        </p:sp>
        <p:sp>
          <p:nvSpPr>
            <p:cNvPr id="9228" name="文本框 2">
              <a:extLst>
                <a:ext uri="{FF2B5EF4-FFF2-40B4-BE49-F238E27FC236}">
                  <a16:creationId xmlns:a16="http://schemas.microsoft.com/office/drawing/2014/main" id="{9827DB7E-5272-780C-75B7-A2E7766728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5600" y="2667000"/>
              <a:ext cx="864096" cy="461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R</a:t>
              </a:r>
              <a:r>
                <a:rPr lang="en-US" altLang="zh-CN" sz="2000" baseline="-25000"/>
                <a:t>d</a:t>
              </a:r>
              <a:r>
                <a:rPr lang="en-US" altLang="zh-CN" sz="2000">
                  <a:sym typeface="Symbol" panose="05050102010706020507" pitchFamily="18" charset="2"/>
                </a:rPr>
                <a:t>Q</a:t>
              </a:r>
              <a:endParaRPr lang="zh-CN" altLang="en-US" sz="2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5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15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15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715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5780" grpId="0" autoUpdateAnimBg="0"/>
      <p:bldP spid="715784" grpId="0" autoUpdateAnimBg="0"/>
      <p:bldP spid="715785" grpId="0" autoUpdateAnimBg="0"/>
      <p:bldP spid="715786" grpId="0" autoUpdateAnimBg="0"/>
      <p:bldP spid="71578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02" name="Rectangle 2">
            <a:extLst>
              <a:ext uri="{FF2B5EF4-FFF2-40B4-BE49-F238E27FC236}">
                <a16:creationId xmlns:a16="http://schemas.microsoft.com/office/drawing/2014/main" id="{2E3459D1-49C6-A04C-56BD-5C28CA7BE7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计数器</a:t>
            </a:r>
          </a:p>
        </p:txBody>
      </p:sp>
      <p:sp>
        <p:nvSpPr>
          <p:cNvPr id="14" name="灯片编号占位符 5">
            <a:extLst>
              <a:ext uri="{FF2B5EF4-FFF2-40B4-BE49-F238E27FC236}">
                <a16:creationId xmlns:a16="http://schemas.microsoft.com/office/drawing/2014/main" id="{E2FC124E-B4B7-06DE-C458-66B408017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7179C869-2FDF-4AEE-B677-9A50BE162F40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12</a:t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716803" name="Rectangle 3">
            <a:extLst>
              <a:ext uri="{FF2B5EF4-FFF2-40B4-BE49-F238E27FC236}">
                <a16:creationId xmlns:a16="http://schemas.microsoft.com/office/drawing/2014/main" id="{25BADC84-90E1-677D-6D87-847619D3E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447800"/>
            <a:ext cx="79248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rgbClr val="FFFF00"/>
              </a:buClr>
              <a:buFont typeface="Wingdings" pitchFamily="2" charset="2"/>
              <a:buChar char="l"/>
              <a:defRPr/>
            </a:pPr>
            <a:r>
              <a:rPr lang="zh-CN" altLang="en-US" sz="3200">
                <a:effectLst>
                  <a:outerShdw blurRad="38100" dist="38100" dir="2700000" algn="tl">
                    <a:srgbClr val="000000"/>
                  </a:outerShdw>
                </a:effectLst>
              </a:rPr>
              <a:t>集成化的计数器各功能的实现</a:t>
            </a:r>
            <a:endParaRPr lang="zh-CN" altLang="en-US" sz="3200" b="1"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742950" lvl="1" indent="-285750" eaLnBrk="1" hangingPunct="1">
              <a:spcBef>
                <a:spcPct val="20000"/>
              </a:spcBef>
              <a:buClr>
                <a:srgbClr val="FFFF00"/>
              </a:buClr>
              <a:buFont typeface="Wingdings" pitchFamily="2" charset="2"/>
              <a:buChar char="Ø"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同步清零的实现</a:t>
            </a:r>
          </a:p>
        </p:txBody>
      </p:sp>
      <p:sp>
        <p:nvSpPr>
          <p:cNvPr id="716805" name="AutoShape 5">
            <a:extLst>
              <a:ext uri="{FF2B5EF4-FFF2-40B4-BE49-F238E27FC236}">
                <a16:creationId xmlns:a16="http://schemas.microsoft.com/office/drawing/2014/main" id="{5600A913-5A95-449B-8757-7C0F328C2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1050" y="4173538"/>
            <a:ext cx="838200" cy="457200"/>
          </a:xfrm>
          <a:prstGeom prst="rightArrow">
            <a:avLst>
              <a:gd name="adj1" fmla="val 50000"/>
              <a:gd name="adj2" fmla="val 45833"/>
            </a:avLst>
          </a:prstGeom>
          <a:solidFill>
            <a:schemeClr val="accent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800">
              <a:latin typeface="Times New Roman" panose="02020603050405020304" pitchFamily="18" charset="0"/>
            </a:endParaRPr>
          </a:p>
        </p:txBody>
      </p:sp>
      <p:sp>
        <p:nvSpPr>
          <p:cNvPr id="716811" name="Rectangle 11">
            <a:extLst>
              <a:ext uri="{FF2B5EF4-FFF2-40B4-BE49-F238E27FC236}">
                <a16:creationId xmlns:a16="http://schemas.microsoft.com/office/drawing/2014/main" id="{7B04B221-7468-109E-AA3C-DBB0CE662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050" y="2649538"/>
            <a:ext cx="26670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4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位二进制计数器的激励方程：</a:t>
            </a:r>
          </a:p>
        </p:txBody>
      </p:sp>
      <p:sp>
        <p:nvSpPr>
          <p:cNvPr id="716812" name="Rectangle 12">
            <a:extLst>
              <a:ext uri="{FF2B5EF4-FFF2-40B4-BE49-F238E27FC236}">
                <a16:creationId xmlns:a16="http://schemas.microsoft.com/office/drawing/2014/main" id="{25FDEFD2-36A9-AC88-2A36-4694BF878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8250" y="2420938"/>
            <a:ext cx="48006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当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CLR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＝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时，在下一个时钟跳变时输出都为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。意味着在时钟跳变到来前，所有触发器的激励要为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“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/>
              </a:rPr>
              <a:t>”</a:t>
            </a:r>
            <a:endParaRPr lang="en-US" altLang="zh-CN" sz="2400" dirty="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E66296E-8914-21E3-B870-00E9753F316A}"/>
              </a:ext>
            </a:extLst>
          </p:cNvPr>
          <p:cNvGrpSpPr>
            <a:grpSpLocks/>
          </p:cNvGrpSpPr>
          <p:nvPr/>
        </p:nvGrpSpPr>
        <p:grpSpPr bwMode="auto">
          <a:xfrm>
            <a:off x="4840288" y="3990975"/>
            <a:ext cx="3878262" cy="1784350"/>
            <a:chOff x="597396" y="3838983"/>
            <a:chExt cx="3878241" cy="1784065"/>
          </a:xfrm>
        </p:grpSpPr>
        <p:sp>
          <p:nvSpPr>
            <p:cNvPr id="10254" name="文本框 1">
              <a:extLst>
                <a:ext uri="{FF2B5EF4-FFF2-40B4-BE49-F238E27FC236}">
                  <a16:creationId xmlns:a16="http://schemas.microsoft.com/office/drawing/2014/main" id="{4152D4F9-5D68-5030-BC0E-4BF46D8D89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396" y="3838983"/>
              <a:ext cx="2410024" cy="469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A</a:t>
              </a:r>
              <a:r>
                <a:rPr lang="en-US" altLang="zh-CN" sz="2400"/>
                <a:t>= CLR</a:t>
              </a:r>
              <a:r>
                <a:rPr lang="en-US" altLang="zh-CN" sz="2400">
                  <a:sym typeface="Symbol" panose="05050102010706020507" pitchFamily="18" charset="2"/>
                </a:rPr>
                <a:t> 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A</a:t>
              </a:r>
              <a:endParaRPr lang="zh-CN" altLang="en-US" sz="2400" baseline="-25000"/>
            </a:p>
          </p:txBody>
        </p:sp>
        <p:sp>
          <p:nvSpPr>
            <p:cNvPr id="10255" name="文本框 10">
              <a:extLst>
                <a:ext uri="{FF2B5EF4-FFF2-40B4-BE49-F238E27FC236}">
                  <a16:creationId xmlns:a16="http://schemas.microsoft.com/office/drawing/2014/main" id="{8BEC82A3-8B3C-D207-F7C9-CE84762E4D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374" y="4450862"/>
              <a:ext cx="3516215" cy="290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B</a:t>
              </a:r>
              <a:r>
                <a:rPr lang="en-US" altLang="zh-CN" sz="2400"/>
                <a:t>= CLR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B</a:t>
              </a:r>
              <a:r>
                <a:rPr lang="en-US" altLang="zh-CN" sz="240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A</a:t>
              </a:r>
              <a:r>
                <a:rPr lang="zh-CN" altLang="en-US" sz="2400">
                  <a:sym typeface="Symbol" panose="05050102010706020507" pitchFamily="18" charset="2"/>
                </a:rPr>
                <a:t>）</a:t>
              </a:r>
              <a:endParaRPr lang="zh-CN" altLang="en-US" sz="2400"/>
            </a:p>
          </p:txBody>
        </p:sp>
        <p:sp>
          <p:nvSpPr>
            <p:cNvPr id="10256" name="文本框 11">
              <a:extLst>
                <a:ext uri="{FF2B5EF4-FFF2-40B4-BE49-F238E27FC236}">
                  <a16:creationId xmlns:a16="http://schemas.microsoft.com/office/drawing/2014/main" id="{A703A8E5-5ECC-B541-636C-94714163EE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084" y="4863799"/>
              <a:ext cx="3554480" cy="290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C</a:t>
              </a:r>
              <a:r>
                <a:rPr lang="en-US" altLang="zh-CN" sz="2400"/>
                <a:t>= CLR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C</a:t>
              </a:r>
              <a:r>
                <a:rPr lang="en-US" altLang="zh-CN" sz="240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B</a:t>
              </a:r>
              <a:r>
                <a:rPr lang="en-US" altLang="zh-CN" sz="240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A</a:t>
              </a:r>
              <a:r>
                <a:rPr lang="zh-CN" altLang="en-US" sz="2400">
                  <a:sym typeface="Symbol" panose="05050102010706020507" pitchFamily="18" charset="2"/>
                </a:rPr>
                <a:t> ）</a:t>
              </a:r>
              <a:endParaRPr lang="zh-CN" altLang="en-US" sz="2400" baseline="-25000"/>
            </a:p>
          </p:txBody>
        </p:sp>
        <p:sp>
          <p:nvSpPr>
            <p:cNvPr id="10257" name="文本框 12">
              <a:extLst>
                <a:ext uri="{FF2B5EF4-FFF2-40B4-BE49-F238E27FC236}">
                  <a16:creationId xmlns:a16="http://schemas.microsoft.com/office/drawing/2014/main" id="{AB54A533-18A8-C7F1-1874-6F4671032A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072" y="5332327"/>
              <a:ext cx="3814565" cy="2907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D</a:t>
              </a:r>
              <a:r>
                <a:rPr lang="en-US" altLang="zh-CN" sz="2400"/>
                <a:t>= CLR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D</a:t>
              </a:r>
              <a:r>
                <a:rPr lang="en-US" altLang="zh-CN" sz="240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C</a:t>
              </a:r>
              <a:r>
                <a:rPr lang="en-US" altLang="zh-CN" sz="240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B</a:t>
              </a:r>
              <a:r>
                <a:rPr lang="en-US" altLang="zh-CN" sz="240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A</a:t>
              </a:r>
              <a:r>
                <a:rPr lang="zh-CN" altLang="en-US" sz="2400">
                  <a:sym typeface="Symbol" panose="05050102010706020507" pitchFamily="18" charset="2"/>
                </a:rPr>
                <a:t> ）</a:t>
              </a:r>
              <a:endParaRPr lang="zh-CN" altLang="en-US" sz="2400" baseline="-25000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930CBA4-0E44-3925-0F53-BD0391B2B813}"/>
              </a:ext>
            </a:extLst>
          </p:cNvPr>
          <p:cNvGrpSpPr>
            <a:grpSpLocks/>
          </p:cNvGrpSpPr>
          <p:nvPr/>
        </p:nvGrpSpPr>
        <p:grpSpPr bwMode="auto">
          <a:xfrm>
            <a:off x="749300" y="3990975"/>
            <a:ext cx="2474913" cy="1785938"/>
            <a:chOff x="597396" y="3838983"/>
            <a:chExt cx="2473701" cy="1785988"/>
          </a:xfrm>
        </p:grpSpPr>
        <p:sp>
          <p:nvSpPr>
            <p:cNvPr id="10250" name="文本框 15">
              <a:extLst>
                <a:ext uri="{FF2B5EF4-FFF2-40B4-BE49-F238E27FC236}">
                  <a16:creationId xmlns:a16="http://schemas.microsoft.com/office/drawing/2014/main" id="{1F6773D1-E93C-37ED-FBDD-6867AACF4A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396" y="3838983"/>
              <a:ext cx="2410024" cy="4696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—</a:t>
              </a:r>
            </a:p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A</a:t>
              </a:r>
              <a:r>
                <a:rPr lang="en-US" altLang="zh-CN" sz="2400"/>
                <a:t>=Q</a:t>
              </a:r>
              <a:r>
                <a:rPr lang="en-US" altLang="zh-CN" sz="2400" baseline="-25000"/>
                <a:t>A</a:t>
              </a:r>
              <a:endParaRPr lang="zh-CN" altLang="en-US" sz="2400" baseline="-25000"/>
            </a:p>
          </p:txBody>
        </p:sp>
        <p:sp>
          <p:nvSpPr>
            <p:cNvPr id="10251" name="文本框 16">
              <a:extLst>
                <a:ext uri="{FF2B5EF4-FFF2-40B4-BE49-F238E27FC236}">
                  <a16:creationId xmlns:a16="http://schemas.microsoft.com/office/drawing/2014/main" id="{6B9B6D72-E74A-F0C1-FC82-4F07ED08DB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6375" y="4450862"/>
              <a:ext cx="2410024" cy="290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B</a:t>
              </a:r>
              <a:r>
                <a:rPr lang="en-US" altLang="zh-CN" sz="2400"/>
                <a:t>=Q</a:t>
              </a:r>
              <a:r>
                <a:rPr lang="en-US" altLang="zh-CN" sz="2400" baseline="-25000"/>
                <a:t>B</a:t>
              </a:r>
              <a:r>
                <a:rPr lang="en-US" altLang="zh-CN" sz="240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A</a:t>
              </a:r>
              <a:endParaRPr lang="zh-CN" altLang="en-US" sz="2400" baseline="-25000"/>
            </a:p>
          </p:txBody>
        </p:sp>
        <p:sp>
          <p:nvSpPr>
            <p:cNvPr id="10252" name="文本框 17">
              <a:extLst>
                <a:ext uri="{FF2B5EF4-FFF2-40B4-BE49-F238E27FC236}">
                  <a16:creationId xmlns:a16="http://schemas.microsoft.com/office/drawing/2014/main" id="{C32BA56D-637B-2329-4CFD-858798FC87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084" y="4863799"/>
              <a:ext cx="2410024" cy="290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C</a:t>
              </a:r>
              <a:r>
                <a:rPr lang="en-US" altLang="zh-CN" sz="2400"/>
                <a:t>=Q</a:t>
              </a:r>
              <a:r>
                <a:rPr lang="en-US" altLang="zh-CN" sz="2400" baseline="-25000"/>
                <a:t>C</a:t>
              </a:r>
              <a:r>
                <a:rPr lang="en-US" altLang="zh-CN" sz="240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B</a:t>
              </a:r>
              <a:r>
                <a:rPr lang="en-US" altLang="zh-CN" sz="240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A</a:t>
              </a:r>
              <a:endParaRPr lang="zh-CN" altLang="en-US" sz="2400" baseline="-25000"/>
            </a:p>
          </p:txBody>
        </p:sp>
        <p:sp>
          <p:nvSpPr>
            <p:cNvPr id="10253" name="文本框 18">
              <a:extLst>
                <a:ext uri="{FF2B5EF4-FFF2-40B4-BE49-F238E27FC236}">
                  <a16:creationId xmlns:a16="http://schemas.microsoft.com/office/drawing/2014/main" id="{DEE4E02E-B6C5-B9FA-743C-2A1C1B1F9F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1073" y="5332327"/>
              <a:ext cx="2410024" cy="292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D</a:t>
              </a:r>
              <a:r>
                <a:rPr lang="en-US" altLang="zh-CN" sz="2400"/>
                <a:t>=Q</a:t>
              </a:r>
              <a:r>
                <a:rPr lang="en-US" altLang="zh-CN" sz="2400" baseline="-25000"/>
                <a:t>D</a:t>
              </a:r>
              <a:r>
                <a:rPr lang="en-US" altLang="zh-CN" sz="240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C</a:t>
              </a:r>
              <a:r>
                <a:rPr lang="en-US" altLang="zh-CN" sz="240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B</a:t>
              </a:r>
              <a:r>
                <a:rPr lang="en-US" altLang="zh-CN" sz="240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A</a:t>
              </a:r>
              <a:endParaRPr lang="zh-CN" altLang="en-US" sz="2400" baseline="-25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6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716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716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05" grpId="0" animBg="1"/>
      <p:bldP spid="716811" grpId="0" autoUpdateAnimBg="0"/>
      <p:bldP spid="716812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826" name="Rectangle 2">
            <a:extLst>
              <a:ext uri="{FF2B5EF4-FFF2-40B4-BE49-F238E27FC236}">
                <a16:creationId xmlns:a16="http://schemas.microsoft.com/office/drawing/2014/main" id="{43735A54-0E70-3075-6129-DC74BB1A69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计数器</a:t>
            </a:r>
          </a:p>
        </p:txBody>
      </p:sp>
      <p:sp>
        <p:nvSpPr>
          <p:cNvPr id="717827" name="Rectangle 3">
            <a:extLst>
              <a:ext uri="{FF2B5EF4-FFF2-40B4-BE49-F238E27FC236}">
                <a16:creationId xmlns:a16="http://schemas.microsoft.com/office/drawing/2014/main" id="{0C280D7D-BE9D-9F1C-B39A-1D5C81C158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01675" y="1079500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集成化的计数器各功能的实现</a:t>
            </a:r>
            <a:endParaRPr lang="zh-CN" altLang="en-US" b="1" dirty="0"/>
          </a:p>
          <a:p>
            <a:pPr lvl="1" eaLnBrk="1" hangingPunct="1">
              <a:defRPr/>
            </a:pPr>
            <a:endParaRPr lang="en-US" altLang="zh-CN" dirty="0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D912F10F-A902-A60E-DEBF-86E2371DE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6453BC08-D999-4FE8-81A8-D9BDEC13FBEE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13</a:t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717828" name="Rectangle 4">
            <a:extLst>
              <a:ext uri="{FF2B5EF4-FFF2-40B4-BE49-F238E27FC236}">
                <a16:creationId xmlns:a16="http://schemas.microsoft.com/office/drawing/2014/main" id="{6914EC82-A503-D11C-C9F2-15116F6A1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5688" y="1743075"/>
            <a:ext cx="716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itchFamily="2" charset="2"/>
              <a:buChar char="Ø"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Load(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并行数据输入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)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：符号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L</a:t>
            </a:r>
          </a:p>
        </p:txBody>
      </p:sp>
      <p:sp>
        <p:nvSpPr>
          <p:cNvPr id="717829" name="Rectangle 5">
            <a:extLst>
              <a:ext uri="{FF2B5EF4-FFF2-40B4-BE49-F238E27FC236}">
                <a16:creationId xmlns:a16="http://schemas.microsoft.com/office/drawing/2014/main" id="{FB340766-D8D7-64E0-1126-7A3414782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7875" y="2200275"/>
            <a:ext cx="675640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itchFamily="2" charset="2"/>
              <a:buChar char="ü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当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L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＝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时，触发器接收已准备好的数据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A~D</a:t>
            </a:r>
          </a:p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itchFamily="2" charset="2"/>
              <a:buChar char="ü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当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L=1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时，触发器接收进位信号（原激励不变）</a:t>
            </a:r>
          </a:p>
        </p:txBody>
      </p:sp>
      <p:sp>
        <p:nvSpPr>
          <p:cNvPr id="717831" name="Rectangle 7">
            <a:extLst>
              <a:ext uri="{FF2B5EF4-FFF2-40B4-BE49-F238E27FC236}">
                <a16:creationId xmlns:a16="http://schemas.microsoft.com/office/drawing/2014/main" id="{5F0CAF88-40B2-7992-CAF8-84DF149F0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488" y="3114675"/>
            <a:ext cx="7162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FFFF00"/>
              </a:buClr>
              <a:buFont typeface="Wingdings" pitchFamily="2" charset="2"/>
              <a:buChar char="Ø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从本质上看，用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L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对激励做数据选择（二选一）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3DF0B06-C4EA-435E-3860-E998336D3B0B}"/>
              </a:ext>
            </a:extLst>
          </p:cNvPr>
          <p:cNvGrpSpPr>
            <a:grpSpLocks/>
          </p:cNvGrpSpPr>
          <p:nvPr/>
        </p:nvGrpSpPr>
        <p:grpSpPr bwMode="auto">
          <a:xfrm>
            <a:off x="1773238" y="3706813"/>
            <a:ext cx="6126162" cy="1939925"/>
            <a:chOff x="1772666" y="3706277"/>
            <a:chExt cx="6126160" cy="1940792"/>
          </a:xfrm>
        </p:grpSpPr>
        <p:sp>
          <p:nvSpPr>
            <p:cNvPr id="11273" name="文本框 10">
              <a:extLst>
                <a:ext uri="{FF2B5EF4-FFF2-40B4-BE49-F238E27FC236}">
                  <a16:creationId xmlns:a16="http://schemas.microsoft.com/office/drawing/2014/main" id="{074910E5-B038-ABF0-FE1F-DC5223F929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2666" y="3706277"/>
              <a:ext cx="3814565" cy="508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—         —</a:t>
              </a:r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A</a:t>
              </a:r>
              <a:r>
                <a:rPr lang="en-US" altLang="zh-CN" sz="2400"/>
                <a:t>= CLR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L</a:t>
              </a:r>
              <a:r>
                <a:rPr lang="en-US" altLang="zh-CN" sz="2400"/>
                <a:t>A+L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en-US" altLang="zh-CN" sz="2400"/>
                <a:t> Q</a:t>
              </a:r>
              <a:r>
                <a:rPr lang="en-US" altLang="zh-CN" sz="2400" baseline="-25000"/>
                <a:t>A</a:t>
              </a:r>
              <a:r>
                <a:rPr lang="zh-CN" altLang="en-US" sz="2400"/>
                <a:t>）</a:t>
              </a:r>
            </a:p>
          </p:txBody>
        </p:sp>
        <p:sp>
          <p:nvSpPr>
            <p:cNvPr id="11274" name="文本框 11">
              <a:extLst>
                <a:ext uri="{FF2B5EF4-FFF2-40B4-BE49-F238E27FC236}">
                  <a16:creationId xmlns:a16="http://schemas.microsoft.com/office/drawing/2014/main" id="{72599D83-1432-8E40-5664-078933B9D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1834" y="4125421"/>
              <a:ext cx="4883765" cy="56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—</a:t>
              </a:r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B</a:t>
              </a:r>
              <a:r>
                <a:rPr lang="en-US" altLang="zh-CN" sz="2400"/>
                <a:t>= CLR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L</a:t>
              </a:r>
              <a:r>
                <a:rPr lang="en-US" altLang="zh-CN" sz="2400"/>
                <a:t>B+L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B</a:t>
              </a:r>
              <a:r>
                <a:rPr lang="en-US" altLang="zh-CN" sz="240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A</a:t>
              </a:r>
              <a:r>
                <a:rPr lang="zh-CN" altLang="en-US" sz="2400">
                  <a:sym typeface="Symbol" panose="05050102010706020507" pitchFamily="18" charset="2"/>
                </a:rPr>
                <a:t>））</a:t>
              </a:r>
              <a:endParaRPr lang="zh-CN" altLang="en-US" sz="2400"/>
            </a:p>
          </p:txBody>
        </p:sp>
        <p:sp>
          <p:nvSpPr>
            <p:cNvPr id="11275" name="文本框 12">
              <a:extLst>
                <a:ext uri="{FF2B5EF4-FFF2-40B4-BE49-F238E27FC236}">
                  <a16:creationId xmlns:a16="http://schemas.microsoft.com/office/drawing/2014/main" id="{04703DF8-58BD-9C39-35F2-17F504B19A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1834" y="4616604"/>
              <a:ext cx="6076992" cy="56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—</a:t>
              </a:r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C</a:t>
              </a:r>
              <a:r>
                <a:rPr lang="en-US" altLang="zh-CN" sz="2400"/>
                <a:t>= CLR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L</a:t>
              </a:r>
              <a:r>
                <a:rPr lang="en-US" altLang="zh-CN" sz="2400"/>
                <a:t>C+L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C</a:t>
              </a:r>
              <a:r>
                <a:rPr lang="en-US" altLang="zh-CN" sz="240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B</a:t>
              </a:r>
              <a:r>
                <a:rPr lang="en-US" altLang="zh-CN" sz="240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A</a:t>
              </a:r>
              <a:r>
                <a:rPr lang="zh-CN" altLang="en-US" sz="2400">
                  <a:sym typeface="Symbol" panose="05050102010706020507" pitchFamily="18" charset="2"/>
                </a:rPr>
                <a:t> ）</a:t>
              </a:r>
              <a:endParaRPr lang="zh-CN" altLang="en-US" sz="2400" baseline="-25000"/>
            </a:p>
          </p:txBody>
        </p:sp>
        <p:sp>
          <p:nvSpPr>
            <p:cNvPr id="11276" name="文本框 13">
              <a:extLst>
                <a:ext uri="{FF2B5EF4-FFF2-40B4-BE49-F238E27FC236}">
                  <a16:creationId xmlns:a16="http://schemas.microsoft.com/office/drawing/2014/main" id="{05A9E7BA-5EA1-C25E-9546-0A4D1D4C60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1226" y="5087044"/>
              <a:ext cx="5480940" cy="56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—</a:t>
              </a:r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D</a:t>
              </a:r>
              <a:r>
                <a:rPr lang="en-US" altLang="zh-CN" sz="2400"/>
                <a:t>= CLR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L</a:t>
              </a:r>
              <a:r>
                <a:rPr lang="en-US" altLang="zh-CN" sz="2400"/>
                <a:t>D+L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D</a:t>
              </a:r>
              <a:r>
                <a:rPr lang="en-US" altLang="zh-CN" sz="240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C</a:t>
              </a:r>
              <a:r>
                <a:rPr lang="en-US" altLang="zh-CN" sz="240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B</a:t>
              </a:r>
              <a:r>
                <a:rPr lang="en-US" altLang="zh-CN" sz="240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A</a:t>
              </a:r>
              <a:r>
                <a:rPr lang="zh-CN" altLang="en-US" sz="2400">
                  <a:sym typeface="Symbol" panose="05050102010706020507" pitchFamily="18" charset="2"/>
                </a:rPr>
                <a:t> ）</a:t>
              </a:r>
              <a:endParaRPr lang="zh-CN" altLang="en-US" sz="2400" baseline="-25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17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828" grpId="0" autoUpdateAnimBg="0"/>
      <p:bldP spid="717829" grpId="0" autoUpdateAnimBg="0"/>
      <p:bldP spid="717831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850" name="Rectangle 2">
            <a:extLst>
              <a:ext uri="{FF2B5EF4-FFF2-40B4-BE49-F238E27FC236}">
                <a16:creationId xmlns:a16="http://schemas.microsoft.com/office/drawing/2014/main" id="{5B859997-E267-4F4E-901F-DFF0B9D0FE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计数器</a:t>
            </a:r>
          </a:p>
        </p:txBody>
      </p:sp>
      <p:sp>
        <p:nvSpPr>
          <p:cNvPr id="718851" name="Rectangle 3">
            <a:extLst>
              <a:ext uri="{FF2B5EF4-FFF2-40B4-BE49-F238E27FC236}">
                <a16:creationId xmlns:a16="http://schemas.microsoft.com/office/drawing/2014/main" id="{5729D9B3-C089-8D85-237F-1FD3735A28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1038" y="1050925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集成化的计数器各功能的实现</a:t>
            </a:r>
          </a:p>
          <a:p>
            <a:pPr lvl="1" eaLnBrk="1" hangingPunct="1">
              <a:defRPr/>
            </a:pPr>
            <a:r>
              <a:rPr lang="zh-CN" altLang="en-US" dirty="0"/>
              <a:t>扩展应用：多片计数器扩展</a:t>
            </a:r>
            <a:endParaRPr lang="zh-CN" altLang="en-US" dirty="0">
              <a:sym typeface="Wingdings" pitchFamily="2" charset="2"/>
            </a:endParaRPr>
          </a:p>
          <a:p>
            <a:pPr lvl="1" eaLnBrk="1" hangingPunct="1">
              <a:defRPr/>
            </a:pPr>
            <a:endParaRPr lang="en-US" altLang="zh-CN" dirty="0"/>
          </a:p>
        </p:txBody>
      </p:sp>
      <p:sp>
        <p:nvSpPr>
          <p:cNvPr id="13" name="灯片编号占位符 5">
            <a:extLst>
              <a:ext uri="{FF2B5EF4-FFF2-40B4-BE49-F238E27FC236}">
                <a16:creationId xmlns:a16="http://schemas.microsoft.com/office/drawing/2014/main" id="{0956020E-8635-F3EF-A164-2AC14320B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07200" y="6137275"/>
            <a:ext cx="1905000" cy="457200"/>
          </a:xfrm>
        </p:spPr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F21DE975-183C-41BB-B64B-F52B91ED1DFF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14</a:t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718852" name="Rectangle 4">
            <a:extLst>
              <a:ext uri="{FF2B5EF4-FFF2-40B4-BE49-F238E27FC236}">
                <a16:creationId xmlns:a16="http://schemas.microsoft.com/office/drawing/2014/main" id="{D188479C-F2A8-E162-B3D5-A0198411E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0638" y="3413125"/>
            <a:ext cx="46688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1" eaLnBrk="1" hangingPunct="1">
              <a:spcBef>
                <a:spcPct val="20000"/>
              </a:spcBef>
              <a:buClr>
                <a:srgbClr val="FFFF00"/>
              </a:buClr>
              <a:buFont typeface="Wingdings" pitchFamily="2" charset="2"/>
              <a:buChar char="ü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二进制计数器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RC=Q</a:t>
            </a:r>
            <a:r>
              <a: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Q</a:t>
            </a:r>
            <a:r>
              <a: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Q</a:t>
            </a:r>
            <a:r>
              <a: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Q</a:t>
            </a:r>
            <a:r>
              <a: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D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D70F36D4-A6FD-AAD2-4F44-DE55841AB717}"/>
              </a:ext>
            </a:extLst>
          </p:cNvPr>
          <p:cNvGrpSpPr>
            <a:grpSpLocks/>
          </p:cNvGrpSpPr>
          <p:nvPr/>
        </p:nvGrpSpPr>
        <p:grpSpPr bwMode="auto">
          <a:xfrm>
            <a:off x="1266825" y="3870325"/>
            <a:ext cx="4672013" cy="457200"/>
            <a:chOff x="1200" y="3504"/>
            <a:chExt cx="2943" cy="288"/>
          </a:xfrm>
        </p:grpSpPr>
        <p:sp>
          <p:nvSpPr>
            <p:cNvPr id="13322" name="Line 6">
              <a:extLst>
                <a:ext uri="{FF2B5EF4-FFF2-40B4-BE49-F238E27FC236}">
                  <a16:creationId xmlns:a16="http://schemas.microsoft.com/office/drawing/2014/main" id="{191EA1BC-7CC1-3A52-7020-A3FE482A4E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355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3" name="Line 7">
              <a:extLst>
                <a:ext uri="{FF2B5EF4-FFF2-40B4-BE49-F238E27FC236}">
                  <a16:creationId xmlns:a16="http://schemas.microsoft.com/office/drawing/2014/main" id="{93762FDB-0FBC-7F4C-629E-FB9B708A1F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355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8856" name="Rectangle 8">
              <a:extLst>
                <a:ext uri="{FF2B5EF4-FFF2-40B4-BE49-F238E27FC236}">
                  <a16:creationId xmlns:a16="http://schemas.microsoft.com/office/drawing/2014/main" id="{5B458B53-49DC-19E5-B2D2-F57315DC0E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3504"/>
              <a:ext cx="294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lvl="1"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itchFamily="2" charset="2"/>
                <a:buChar char="ü"/>
                <a:defRPr/>
              </a:pP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十进制计数器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RC=Q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A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B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C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D</a:t>
              </a:r>
            </a:p>
          </p:txBody>
        </p:sp>
      </p:grpSp>
      <p:sp>
        <p:nvSpPr>
          <p:cNvPr id="718857" name="Rectangle 9">
            <a:extLst>
              <a:ext uri="{FF2B5EF4-FFF2-40B4-BE49-F238E27FC236}">
                <a16:creationId xmlns:a16="http://schemas.microsoft.com/office/drawing/2014/main" id="{62DF7BDC-8E24-3B56-9219-207F01A64A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838" y="4365625"/>
            <a:ext cx="65532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1" eaLnBrk="1" hangingPunct="1">
              <a:spcBef>
                <a:spcPct val="50000"/>
              </a:spcBef>
              <a:buClr>
                <a:srgbClr val="FFFF00"/>
              </a:buClr>
              <a:buFont typeface="Wingdings" pitchFamily="2" charset="2"/>
              <a:buChar char="Ø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允许（禁止）端：</a:t>
            </a:r>
          </a:p>
          <a:p>
            <a:pPr lvl="2" eaLnBrk="1" hangingPunct="1">
              <a:spcBef>
                <a:spcPct val="20000"/>
              </a:spcBef>
              <a:buClr>
                <a:srgbClr val="FFFF00"/>
              </a:buClr>
              <a:buFont typeface="Wingdings" pitchFamily="2" charset="2"/>
              <a:buChar char="ü"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T (Trickle) 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串行控制</a:t>
            </a:r>
          </a:p>
          <a:p>
            <a:pPr lvl="2" eaLnBrk="1" hangingPunct="1">
              <a:spcBef>
                <a:spcPct val="20000"/>
              </a:spcBef>
              <a:buClr>
                <a:srgbClr val="FFFF00"/>
              </a:buClr>
              <a:buFont typeface="Wingdings" pitchFamily="2" charset="2"/>
              <a:buChar char="ü"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P (Parallel) 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并行控制</a:t>
            </a:r>
          </a:p>
        </p:txBody>
      </p:sp>
      <p:sp>
        <p:nvSpPr>
          <p:cNvPr id="718858" name="Rectangle 10">
            <a:extLst>
              <a:ext uri="{FF2B5EF4-FFF2-40B4-BE49-F238E27FC236}">
                <a16:creationId xmlns:a16="http://schemas.microsoft.com/office/drawing/2014/main" id="{BDAD78E6-EEEC-0A17-136F-E43924F0C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38" y="2060575"/>
            <a:ext cx="800100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1" eaLnBrk="1" hangingPunct="1">
              <a:spcBef>
                <a:spcPct val="20000"/>
              </a:spcBef>
              <a:buClr>
                <a:srgbClr val="FFFF00"/>
              </a:buClr>
              <a:buFont typeface="Wingdings" pitchFamily="2" charset="2"/>
              <a:buChar char="Ø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sym typeface="Wingdings" pitchFamily="2" charset="2"/>
              </a:rPr>
              <a:t>扩展规则：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  <a:sym typeface="Wingdings" pitchFamily="2" charset="2"/>
              </a:rPr>
              <a:t>1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  <a:sym typeface="Wingdings" pitchFamily="2" charset="2"/>
              </a:rPr>
              <a:t>）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低位片未计满，则高位片不能计数</a:t>
            </a:r>
          </a:p>
          <a:p>
            <a:pPr lvl="1" eaLnBrk="1" hangingPunct="1">
              <a:spcBef>
                <a:spcPct val="20000"/>
              </a:spcBef>
              <a:buClr>
                <a:srgbClr val="FFFF00"/>
              </a:buClr>
              <a:buFont typeface="Wingdings" pitchFamily="2" charset="2"/>
              <a:buNone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                   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）低位片记满后来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CP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，两片一起动</a:t>
            </a:r>
          </a:p>
        </p:txBody>
      </p:sp>
      <p:sp>
        <p:nvSpPr>
          <p:cNvPr id="718859" name="Rectangle 11">
            <a:extLst>
              <a:ext uri="{FF2B5EF4-FFF2-40B4-BE49-F238E27FC236}">
                <a16:creationId xmlns:a16="http://schemas.microsoft.com/office/drawing/2014/main" id="{569B940D-6A2D-7AC5-96B9-83B368682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838" y="2955925"/>
            <a:ext cx="75834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lvl="1" eaLnBrk="1" hangingPunct="1">
              <a:spcBef>
                <a:spcPct val="50000"/>
              </a:spcBef>
              <a:buClr>
                <a:srgbClr val="FFFF00"/>
              </a:buClr>
              <a:buFont typeface="Wingdings" pitchFamily="2" charset="2"/>
              <a:buChar char="Ø"/>
              <a:defRPr/>
            </a:pP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设置进位标志：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RC (Ripple Carry</a:t>
            </a:r>
            <a:r>
              <a:rPr lang="zh-CN" altLang="en-US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：计数器的输出</a:t>
            </a:r>
            <a:r>
              <a:rPr lang="en-US" altLang="zh-CN" sz="2400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)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8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18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1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18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852" grpId="0" autoUpdateAnimBg="0"/>
      <p:bldP spid="718857" grpId="0" autoUpdateAnimBg="0"/>
      <p:bldP spid="718858" grpId="0" autoUpdateAnimBg="0"/>
      <p:bldP spid="718859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354" name="Rectangle 2">
            <a:extLst>
              <a:ext uri="{FF2B5EF4-FFF2-40B4-BE49-F238E27FC236}">
                <a16:creationId xmlns:a16="http://schemas.microsoft.com/office/drawing/2014/main" id="{9C179195-5666-E631-7A22-D98B151863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3820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计数器</a:t>
            </a:r>
          </a:p>
        </p:txBody>
      </p:sp>
      <p:sp>
        <p:nvSpPr>
          <p:cNvPr id="14339" name="Text Box 60">
            <a:extLst>
              <a:ext uri="{FF2B5EF4-FFF2-40B4-BE49-F238E27FC236}">
                <a16:creationId xmlns:a16="http://schemas.microsoft.com/office/drawing/2014/main" id="{019DC465-6A37-6224-0FF6-ADB4053901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908050"/>
            <a:ext cx="7924800" cy="464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effectLst/>
                <a:latin typeface="Georgia" panose="02040502050405020303" pitchFamily="18" charset="0"/>
              </a:rPr>
              <a:t>第一种：串行扩展，</a:t>
            </a:r>
            <a:r>
              <a:rPr lang="en-US" altLang="zh-CN" sz="2400" b="1">
                <a:effectLst/>
                <a:latin typeface="Georgia" panose="02040502050405020303" pitchFamily="18" charset="0"/>
              </a:rPr>
              <a:t>RC</a:t>
            </a:r>
            <a:r>
              <a:rPr lang="zh-CN" altLang="en-US" sz="2400" b="1">
                <a:effectLst/>
                <a:latin typeface="Georgia" panose="02040502050405020303" pitchFamily="18" charset="0"/>
              </a:rPr>
              <a:t>逐片传送</a:t>
            </a:r>
          </a:p>
        </p:txBody>
      </p:sp>
      <p:sp>
        <p:nvSpPr>
          <p:cNvPr id="73" name="灯片编号占位符 5">
            <a:extLst>
              <a:ext uri="{FF2B5EF4-FFF2-40B4-BE49-F238E27FC236}">
                <a16:creationId xmlns:a16="http://schemas.microsoft.com/office/drawing/2014/main" id="{51682B08-7426-0300-034E-92334E10D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3388" y="6149975"/>
            <a:ext cx="1905000" cy="457200"/>
          </a:xfrm>
        </p:spPr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4754926F-4243-4EB9-AC7C-BF7CA51D949E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15</a:t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B9CAF7B5-AA68-50AD-2DD0-A0B177BD2409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2527300"/>
            <a:ext cx="2057400" cy="1387475"/>
            <a:chOff x="144" y="1536"/>
            <a:chExt cx="1296" cy="874"/>
          </a:xfrm>
        </p:grpSpPr>
        <p:sp>
          <p:nvSpPr>
            <p:cNvPr id="14398" name="Rectangle 4">
              <a:extLst>
                <a:ext uri="{FF2B5EF4-FFF2-40B4-BE49-F238E27FC236}">
                  <a16:creationId xmlns:a16="http://schemas.microsoft.com/office/drawing/2014/main" id="{932E5F43-2B46-A420-FB85-62D64D835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680"/>
              <a:ext cx="960" cy="7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4399" name="Rectangle 5">
              <a:extLst>
                <a:ext uri="{FF2B5EF4-FFF2-40B4-BE49-F238E27FC236}">
                  <a16:creationId xmlns:a16="http://schemas.microsoft.com/office/drawing/2014/main" id="{3F0738F1-E506-547A-9C02-986CD4108D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680"/>
              <a:ext cx="9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400" baseline="-25000"/>
                <a:t>A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B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C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D</a:t>
              </a:r>
            </a:p>
          </p:txBody>
        </p:sp>
        <p:sp>
          <p:nvSpPr>
            <p:cNvPr id="14400" name="Text Box 6">
              <a:extLst>
                <a:ext uri="{FF2B5EF4-FFF2-40B4-BE49-F238E27FC236}">
                  <a16:creationId xmlns:a16="http://schemas.microsoft.com/office/drawing/2014/main" id="{223B0EC8-32BB-F771-1D7E-B6E39A5D71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006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RC</a:t>
              </a:r>
            </a:p>
          </p:txBody>
        </p:sp>
        <p:sp>
          <p:nvSpPr>
            <p:cNvPr id="14401" name="Text Box 7">
              <a:extLst>
                <a:ext uri="{FF2B5EF4-FFF2-40B4-BE49-F238E27FC236}">
                  <a16:creationId xmlns:a16="http://schemas.microsoft.com/office/drawing/2014/main" id="{1B68D572-FE06-8437-D849-D7F98697A2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200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T</a:t>
              </a:r>
            </a:p>
          </p:txBody>
        </p:sp>
        <p:sp>
          <p:nvSpPr>
            <p:cNvPr id="14402" name="Text Box 8">
              <a:extLst>
                <a:ext uri="{FF2B5EF4-FFF2-40B4-BE49-F238E27FC236}">
                  <a16:creationId xmlns:a16="http://schemas.microsoft.com/office/drawing/2014/main" id="{81BB4EEE-9D09-AB5B-16D5-63D61B0565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160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CP</a:t>
              </a:r>
            </a:p>
          </p:txBody>
        </p:sp>
        <p:sp>
          <p:nvSpPr>
            <p:cNvPr id="14403" name="Line 9">
              <a:extLst>
                <a:ext uri="{FF2B5EF4-FFF2-40B4-BE49-F238E27FC236}">
                  <a16:creationId xmlns:a16="http://schemas.microsoft.com/office/drawing/2014/main" id="{F21EC656-F49B-9C60-7B65-632D5762C0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11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04" name="Line 10">
              <a:extLst>
                <a:ext uri="{FF2B5EF4-FFF2-40B4-BE49-F238E27FC236}">
                  <a16:creationId xmlns:a16="http://schemas.microsoft.com/office/drawing/2014/main" id="{BED45B29-9B5E-0C3C-9DFC-518533C758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" y="15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05" name="Line 11">
              <a:extLst>
                <a:ext uri="{FF2B5EF4-FFF2-40B4-BE49-F238E27FC236}">
                  <a16:creationId xmlns:a16="http://schemas.microsoft.com/office/drawing/2014/main" id="{1A52A383-10D0-F8CA-9B86-002791953A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2" y="15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06" name="Line 12">
              <a:extLst>
                <a:ext uri="{FF2B5EF4-FFF2-40B4-BE49-F238E27FC236}">
                  <a16:creationId xmlns:a16="http://schemas.microsoft.com/office/drawing/2014/main" id="{0F8F4F75-0CD9-EE67-1B3F-0468E420E8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15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07" name="Line 13">
              <a:extLst>
                <a:ext uri="{FF2B5EF4-FFF2-40B4-BE49-F238E27FC236}">
                  <a16:creationId xmlns:a16="http://schemas.microsoft.com/office/drawing/2014/main" id="{B0E15E14-6A83-F298-87DD-D3CA32C20E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15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08" name="Line 14">
              <a:extLst>
                <a:ext uri="{FF2B5EF4-FFF2-40B4-BE49-F238E27FC236}">
                  <a16:creationId xmlns:a16="http://schemas.microsoft.com/office/drawing/2014/main" id="{4F7694D7-1633-2BC8-D8FA-6F267D1984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" y="211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5">
            <a:extLst>
              <a:ext uri="{FF2B5EF4-FFF2-40B4-BE49-F238E27FC236}">
                <a16:creationId xmlns:a16="http://schemas.microsoft.com/office/drawing/2014/main" id="{2BB30A09-88CC-C221-C22E-1FDB0731998B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2527300"/>
            <a:ext cx="2057400" cy="1387475"/>
            <a:chOff x="144" y="1536"/>
            <a:chExt cx="1296" cy="874"/>
          </a:xfrm>
        </p:grpSpPr>
        <p:sp>
          <p:nvSpPr>
            <p:cNvPr id="14387" name="Rectangle 16">
              <a:extLst>
                <a:ext uri="{FF2B5EF4-FFF2-40B4-BE49-F238E27FC236}">
                  <a16:creationId xmlns:a16="http://schemas.microsoft.com/office/drawing/2014/main" id="{C2C8D606-395D-3247-A2A3-783F209B12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680"/>
              <a:ext cx="960" cy="7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4388" name="Rectangle 17">
              <a:extLst>
                <a:ext uri="{FF2B5EF4-FFF2-40B4-BE49-F238E27FC236}">
                  <a16:creationId xmlns:a16="http://schemas.microsoft.com/office/drawing/2014/main" id="{D31CDE3F-D351-BCE5-9F38-C53A3C7295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680"/>
              <a:ext cx="9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400" baseline="-25000"/>
                <a:t>A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B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C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D</a:t>
              </a:r>
            </a:p>
          </p:txBody>
        </p:sp>
        <p:sp>
          <p:nvSpPr>
            <p:cNvPr id="14389" name="Text Box 18">
              <a:extLst>
                <a:ext uri="{FF2B5EF4-FFF2-40B4-BE49-F238E27FC236}">
                  <a16:creationId xmlns:a16="http://schemas.microsoft.com/office/drawing/2014/main" id="{639BA244-CCFE-5315-47C2-D2E0A38A06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006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RC</a:t>
              </a:r>
            </a:p>
          </p:txBody>
        </p:sp>
        <p:sp>
          <p:nvSpPr>
            <p:cNvPr id="14390" name="Text Box 19">
              <a:extLst>
                <a:ext uri="{FF2B5EF4-FFF2-40B4-BE49-F238E27FC236}">
                  <a16:creationId xmlns:a16="http://schemas.microsoft.com/office/drawing/2014/main" id="{7C7417C9-49FE-7971-D016-273F596B72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200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T</a:t>
              </a:r>
            </a:p>
          </p:txBody>
        </p:sp>
        <p:sp>
          <p:nvSpPr>
            <p:cNvPr id="14391" name="Text Box 20">
              <a:extLst>
                <a:ext uri="{FF2B5EF4-FFF2-40B4-BE49-F238E27FC236}">
                  <a16:creationId xmlns:a16="http://schemas.microsoft.com/office/drawing/2014/main" id="{106A0304-3CD6-70EB-70C1-B0492F717A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160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CP</a:t>
              </a:r>
            </a:p>
          </p:txBody>
        </p:sp>
        <p:sp>
          <p:nvSpPr>
            <p:cNvPr id="14392" name="Line 21">
              <a:extLst>
                <a:ext uri="{FF2B5EF4-FFF2-40B4-BE49-F238E27FC236}">
                  <a16:creationId xmlns:a16="http://schemas.microsoft.com/office/drawing/2014/main" id="{90155B19-B588-3835-BDB7-8E59BCD979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11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93" name="Line 22">
              <a:extLst>
                <a:ext uri="{FF2B5EF4-FFF2-40B4-BE49-F238E27FC236}">
                  <a16:creationId xmlns:a16="http://schemas.microsoft.com/office/drawing/2014/main" id="{522D28DD-A96B-9C8E-8B3E-610EFA86DF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" y="15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94" name="Line 23">
              <a:extLst>
                <a:ext uri="{FF2B5EF4-FFF2-40B4-BE49-F238E27FC236}">
                  <a16:creationId xmlns:a16="http://schemas.microsoft.com/office/drawing/2014/main" id="{0257C2D5-2BB7-49BA-2EC3-9CCDF2E2D0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2" y="15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95" name="Line 24">
              <a:extLst>
                <a:ext uri="{FF2B5EF4-FFF2-40B4-BE49-F238E27FC236}">
                  <a16:creationId xmlns:a16="http://schemas.microsoft.com/office/drawing/2014/main" id="{F82A7497-5730-5310-F5C6-E95B1F862A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15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96" name="Line 25">
              <a:extLst>
                <a:ext uri="{FF2B5EF4-FFF2-40B4-BE49-F238E27FC236}">
                  <a16:creationId xmlns:a16="http://schemas.microsoft.com/office/drawing/2014/main" id="{B91A9989-D292-DB35-C25F-71FFB40C9E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15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97" name="Line 26">
              <a:extLst>
                <a:ext uri="{FF2B5EF4-FFF2-40B4-BE49-F238E27FC236}">
                  <a16:creationId xmlns:a16="http://schemas.microsoft.com/office/drawing/2014/main" id="{3E6393D0-B28E-31AE-3383-2233B7305E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" y="211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27">
            <a:extLst>
              <a:ext uri="{FF2B5EF4-FFF2-40B4-BE49-F238E27FC236}">
                <a16:creationId xmlns:a16="http://schemas.microsoft.com/office/drawing/2014/main" id="{0E083208-F98F-519E-0469-3D9770BC5EEB}"/>
              </a:ext>
            </a:extLst>
          </p:cNvPr>
          <p:cNvGrpSpPr>
            <a:grpSpLocks/>
          </p:cNvGrpSpPr>
          <p:nvPr/>
        </p:nvGrpSpPr>
        <p:grpSpPr bwMode="auto">
          <a:xfrm>
            <a:off x="4495800" y="2527300"/>
            <a:ext cx="2057400" cy="1387475"/>
            <a:chOff x="144" y="1536"/>
            <a:chExt cx="1296" cy="874"/>
          </a:xfrm>
        </p:grpSpPr>
        <p:sp>
          <p:nvSpPr>
            <p:cNvPr id="14376" name="Rectangle 28">
              <a:extLst>
                <a:ext uri="{FF2B5EF4-FFF2-40B4-BE49-F238E27FC236}">
                  <a16:creationId xmlns:a16="http://schemas.microsoft.com/office/drawing/2014/main" id="{58300F3A-CF0B-C8BF-E7C1-124CC054C5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680"/>
              <a:ext cx="960" cy="7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4377" name="Rectangle 29">
              <a:extLst>
                <a:ext uri="{FF2B5EF4-FFF2-40B4-BE49-F238E27FC236}">
                  <a16:creationId xmlns:a16="http://schemas.microsoft.com/office/drawing/2014/main" id="{B5B0B4EE-610F-20CF-533F-F572EBB3DB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680"/>
              <a:ext cx="9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400" baseline="-25000"/>
                <a:t>A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B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C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D</a:t>
              </a:r>
            </a:p>
          </p:txBody>
        </p:sp>
        <p:sp>
          <p:nvSpPr>
            <p:cNvPr id="14378" name="Text Box 30">
              <a:extLst>
                <a:ext uri="{FF2B5EF4-FFF2-40B4-BE49-F238E27FC236}">
                  <a16:creationId xmlns:a16="http://schemas.microsoft.com/office/drawing/2014/main" id="{6F0C1E17-1BB9-98D3-21F2-832C209C47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006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RC</a:t>
              </a:r>
            </a:p>
          </p:txBody>
        </p:sp>
        <p:sp>
          <p:nvSpPr>
            <p:cNvPr id="14379" name="Text Box 31">
              <a:extLst>
                <a:ext uri="{FF2B5EF4-FFF2-40B4-BE49-F238E27FC236}">
                  <a16:creationId xmlns:a16="http://schemas.microsoft.com/office/drawing/2014/main" id="{563F1608-CB86-39D0-CDE4-D4D466E345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200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T</a:t>
              </a:r>
            </a:p>
          </p:txBody>
        </p:sp>
        <p:sp>
          <p:nvSpPr>
            <p:cNvPr id="14380" name="Text Box 32">
              <a:extLst>
                <a:ext uri="{FF2B5EF4-FFF2-40B4-BE49-F238E27FC236}">
                  <a16:creationId xmlns:a16="http://schemas.microsoft.com/office/drawing/2014/main" id="{0D77FDFA-1B77-9B2F-9321-F82D26587C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160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CP</a:t>
              </a:r>
            </a:p>
          </p:txBody>
        </p:sp>
        <p:sp>
          <p:nvSpPr>
            <p:cNvPr id="14381" name="Line 33">
              <a:extLst>
                <a:ext uri="{FF2B5EF4-FFF2-40B4-BE49-F238E27FC236}">
                  <a16:creationId xmlns:a16="http://schemas.microsoft.com/office/drawing/2014/main" id="{D0FFBAED-9548-6F1B-3C9B-D8317C5EBE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11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2" name="Line 34">
              <a:extLst>
                <a:ext uri="{FF2B5EF4-FFF2-40B4-BE49-F238E27FC236}">
                  <a16:creationId xmlns:a16="http://schemas.microsoft.com/office/drawing/2014/main" id="{8B1BCEAE-9753-EAEE-5A1F-BCDC855411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" y="15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3" name="Line 35">
              <a:extLst>
                <a:ext uri="{FF2B5EF4-FFF2-40B4-BE49-F238E27FC236}">
                  <a16:creationId xmlns:a16="http://schemas.microsoft.com/office/drawing/2014/main" id="{0140EB78-2842-5593-6357-2A4C98AB9C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2" y="15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4" name="Line 36">
              <a:extLst>
                <a:ext uri="{FF2B5EF4-FFF2-40B4-BE49-F238E27FC236}">
                  <a16:creationId xmlns:a16="http://schemas.microsoft.com/office/drawing/2014/main" id="{8BFE94E7-B4B1-DF98-EE93-45DEFFF982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15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5" name="Line 37">
              <a:extLst>
                <a:ext uri="{FF2B5EF4-FFF2-40B4-BE49-F238E27FC236}">
                  <a16:creationId xmlns:a16="http://schemas.microsoft.com/office/drawing/2014/main" id="{8F20DF19-731E-DABA-FFA8-0966FDD16D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15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86" name="Line 38">
              <a:extLst>
                <a:ext uri="{FF2B5EF4-FFF2-40B4-BE49-F238E27FC236}">
                  <a16:creationId xmlns:a16="http://schemas.microsoft.com/office/drawing/2014/main" id="{67775A40-C555-E3D4-FCF8-E3D91E18BD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" y="211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39">
            <a:extLst>
              <a:ext uri="{FF2B5EF4-FFF2-40B4-BE49-F238E27FC236}">
                <a16:creationId xmlns:a16="http://schemas.microsoft.com/office/drawing/2014/main" id="{5C3A3C6D-E2EB-D262-0FD2-FD17A3577CCC}"/>
              </a:ext>
            </a:extLst>
          </p:cNvPr>
          <p:cNvGrpSpPr>
            <a:grpSpLocks/>
          </p:cNvGrpSpPr>
          <p:nvPr/>
        </p:nvGrpSpPr>
        <p:grpSpPr bwMode="auto">
          <a:xfrm>
            <a:off x="6553200" y="2527300"/>
            <a:ext cx="2057400" cy="1387475"/>
            <a:chOff x="144" y="1536"/>
            <a:chExt cx="1296" cy="874"/>
          </a:xfrm>
        </p:grpSpPr>
        <p:sp>
          <p:nvSpPr>
            <p:cNvPr id="14365" name="Rectangle 40">
              <a:extLst>
                <a:ext uri="{FF2B5EF4-FFF2-40B4-BE49-F238E27FC236}">
                  <a16:creationId xmlns:a16="http://schemas.microsoft.com/office/drawing/2014/main" id="{21A67214-E4B5-CA0B-331A-D59AB2816C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680"/>
              <a:ext cx="960" cy="7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4366" name="Rectangle 41">
              <a:extLst>
                <a:ext uri="{FF2B5EF4-FFF2-40B4-BE49-F238E27FC236}">
                  <a16:creationId xmlns:a16="http://schemas.microsoft.com/office/drawing/2014/main" id="{CA35C0B0-1CFC-9C5F-9EF7-7187519C8E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1680"/>
              <a:ext cx="96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400" baseline="-25000"/>
                <a:t>A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B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C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D</a:t>
              </a:r>
            </a:p>
          </p:txBody>
        </p:sp>
        <p:sp>
          <p:nvSpPr>
            <p:cNvPr id="14367" name="Text Box 42">
              <a:extLst>
                <a:ext uri="{FF2B5EF4-FFF2-40B4-BE49-F238E27FC236}">
                  <a16:creationId xmlns:a16="http://schemas.microsoft.com/office/drawing/2014/main" id="{ECA2053B-0C3D-F35E-254B-864CF3D63D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006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RC</a:t>
              </a:r>
            </a:p>
          </p:txBody>
        </p:sp>
        <p:sp>
          <p:nvSpPr>
            <p:cNvPr id="14368" name="Text Box 43">
              <a:extLst>
                <a:ext uri="{FF2B5EF4-FFF2-40B4-BE49-F238E27FC236}">
                  <a16:creationId xmlns:a16="http://schemas.microsoft.com/office/drawing/2014/main" id="{ECA46F79-A0B0-25BB-3D45-F54640162F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200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T</a:t>
              </a:r>
            </a:p>
          </p:txBody>
        </p:sp>
        <p:sp>
          <p:nvSpPr>
            <p:cNvPr id="14369" name="Text Box 44">
              <a:extLst>
                <a:ext uri="{FF2B5EF4-FFF2-40B4-BE49-F238E27FC236}">
                  <a16:creationId xmlns:a16="http://schemas.microsoft.com/office/drawing/2014/main" id="{25121B61-D386-E3AA-D102-FF3731C684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160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CP</a:t>
              </a:r>
            </a:p>
          </p:txBody>
        </p:sp>
        <p:sp>
          <p:nvSpPr>
            <p:cNvPr id="14370" name="Line 45">
              <a:extLst>
                <a:ext uri="{FF2B5EF4-FFF2-40B4-BE49-F238E27FC236}">
                  <a16:creationId xmlns:a16="http://schemas.microsoft.com/office/drawing/2014/main" id="{92F80917-7248-3266-DCD2-F71FA7F286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11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1" name="Line 46">
              <a:extLst>
                <a:ext uri="{FF2B5EF4-FFF2-40B4-BE49-F238E27FC236}">
                  <a16:creationId xmlns:a16="http://schemas.microsoft.com/office/drawing/2014/main" id="{589E9238-F60F-2961-91C5-DF623EFFDF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" y="15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2" name="Line 47">
              <a:extLst>
                <a:ext uri="{FF2B5EF4-FFF2-40B4-BE49-F238E27FC236}">
                  <a16:creationId xmlns:a16="http://schemas.microsoft.com/office/drawing/2014/main" id="{9F9A0A91-352D-F30E-D6B2-74262E31CC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2" y="15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3" name="Line 48">
              <a:extLst>
                <a:ext uri="{FF2B5EF4-FFF2-40B4-BE49-F238E27FC236}">
                  <a16:creationId xmlns:a16="http://schemas.microsoft.com/office/drawing/2014/main" id="{2412B336-3BA0-07A6-1B7E-9C15E4DA86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15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4" name="Line 49">
              <a:extLst>
                <a:ext uri="{FF2B5EF4-FFF2-40B4-BE49-F238E27FC236}">
                  <a16:creationId xmlns:a16="http://schemas.microsoft.com/office/drawing/2014/main" id="{D1AED040-104E-C6FB-3AF9-B9CDB3A297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56" y="153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5" name="Line 50">
              <a:extLst>
                <a:ext uri="{FF2B5EF4-FFF2-40B4-BE49-F238E27FC236}">
                  <a16:creationId xmlns:a16="http://schemas.microsoft.com/office/drawing/2014/main" id="{6D3313B1-1031-B3D4-F36C-FB953B06FD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" y="211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" name="Group 51">
            <a:extLst>
              <a:ext uri="{FF2B5EF4-FFF2-40B4-BE49-F238E27FC236}">
                <a16:creationId xmlns:a16="http://schemas.microsoft.com/office/drawing/2014/main" id="{5EDE3F73-995F-1888-7429-2866FB490CE6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3898900"/>
            <a:ext cx="7239000" cy="457200"/>
            <a:chOff x="192" y="2400"/>
            <a:chExt cx="4560" cy="288"/>
          </a:xfrm>
        </p:grpSpPr>
        <p:sp>
          <p:nvSpPr>
            <p:cNvPr id="14357" name="Line 52">
              <a:extLst>
                <a:ext uri="{FF2B5EF4-FFF2-40B4-BE49-F238E27FC236}">
                  <a16:creationId xmlns:a16="http://schemas.microsoft.com/office/drawing/2014/main" id="{A91A74FF-C9DF-7F3E-AD3F-F35AFEBD3C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2640"/>
              <a:ext cx="45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8" name="Line 53">
              <a:extLst>
                <a:ext uri="{FF2B5EF4-FFF2-40B4-BE49-F238E27FC236}">
                  <a16:creationId xmlns:a16="http://schemas.microsoft.com/office/drawing/2014/main" id="{1A722E6C-5170-C641-9B52-B3F24EC088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2" y="240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59" name="Line 54">
              <a:extLst>
                <a:ext uri="{FF2B5EF4-FFF2-40B4-BE49-F238E27FC236}">
                  <a16:creationId xmlns:a16="http://schemas.microsoft.com/office/drawing/2014/main" id="{BB03F272-072C-4C8D-BE06-350FDF1EF1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240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0" name="Line 55">
              <a:extLst>
                <a:ext uri="{FF2B5EF4-FFF2-40B4-BE49-F238E27FC236}">
                  <a16:creationId xmlns:a16="http://schemas.microsoft.com/office/drawing/2014/main" id="{359AE451-B4E0-64AD-0A62-2F7633BA32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240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1" name="Line 56">
              <a:extLst>
                <a:ext uri="{FF2B5EF4-FFF2-40B4-BE49-F238E27FC236}">
                  <a16:creationId xmlns:a16="http://schemas.microsoft.com/office/drawing/2014/main" id="{D6770E82-1578-9790-4508-4C6D14E787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240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62" name="Oval 57">
              <a:extLst>
                <a:ext uri="{FF2B5EF4-FFF2-40B4-BE49-F238E27FC236}">
                  <a16:creationId xmlns:a16="http://schemas.microsoft.com/office/drawing/2014/main" id="{5F7C8EF4-07D5-824D-7E7C-1FB4162A68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59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4363" name="Oval 58">
              <a:extLst>
                <a:ext uri="{FF2B5EF4-FFF2-40B4-BE49-F238E27FC236}">
                  <a16:creationId xmlns:a16="http://schemas.microsoft.com/office/drawing/2014/main" id="{E046E8EE-0FF7-0F96-9C85-DA291B172B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59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4364" name="Oval 59">
              <a:extLst>
                <a:ext uri="{FF2B5EF4-FFF2-40B4-BE49-F238E27FC236}">
                  <a16:creationId xmlns:a16="http://schemas.microsoft.com/office/drawing/2014/main" id="{EEA71F01-0E38-DD2C-0A7E-97A04C30AF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259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sp>
        <p:nvSpPr>
          <p:cNvPr id="740413" name="Text Box 61">
            <a:extLst>
              <a:ext uri="{FF2B5EF4-FFF2-40B4-BE49-F238E27FC236}">
                <a16:creationId xmlns:a16="http://schemas.microsoft.com/office/drawing/2014/main" id="{E4B826F7-5AA3-9146-5132-75D30F172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1670050"/>
            <a:ext cx="1066800" cy="4572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(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高位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)</a:t>
            </a:r>
          </a:p>
        </p:txBody>
      </p:sp>
      <p:sp>
        <p:nvSpPr>
          <p:cNvPr id="740414" name="Text Box 62">
            <a:extLst>
              <a:ext uri="{FF2B5EF4-FFF2-40B4-BE49-F238E27FC236}">
                <a16:creationId xmlns:a16="http://schemas.microsoft.com/office/drawing/2014/main" id="{B9AC71C9-0B3D-2CF3-6B3A-AFDA10DF5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151188"/>
            <a:ext cx="53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>
                <a:solidFill>
                  <a:srgbClr val="FFFF00"/>
                </a:solidFill>
              </a:rPr>
              <a:t>I</a:t>
            </a:r>
          </a:p>
        </p:txBody>
      </p:sp>
      <p:sp>
        <p:nvSpPr>
          <p:cNvPr id="740415" name="Text Box 63">
            <a:extLst>
              <a:ext uri="{FF2B5EF4-FFF2-40B4-BE49-F238E27FC236}">
                <a16:creationId xmlns:a16="http://schemas.microsoft.com/office/drawing/2014/main" id="{EC0F90C8-8CB1-FC53-3E14-795FC5A458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3151188"/>
            <a:ext cx="533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>
                <a:solidFill>
                  <a:srgbClr val="FFFF00"/>
                </a:solidFill>
              </a:rPr>
              <a:t>II</a:t>
            </a:r>
          </a:p>
        </p:txBody>
      </p:sp>
      <p:sp>
        <p:nvSpPr>
          <p:cNvPr id="740416" name="Text Box 64">
            <a:extLst>
              <a:ext uri="{FF2B5EF4-FFF2-40B4-BE49-F238E27FC236}">
                <a16:creationId xmlns:a16="http://schemas.microsoft.com/office/drawing/2014/main" id="{294CF2B4-4973-B65F-7DE6-E21595CF6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3136900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>
                <a:solidFill>
                  <a:srgbClr val="FFFF00"/>
                </a:solidFill>
              </a:rPr>
              <a:t>III</a:t>
            </a:r>
          </a:p>
        </p:txBody>
      </p:sp>
      <p:sp>
        <p:nvSpPr>
          <p:cNvPr id="740417" name="Text Box 65">
            <a:extLst>
              <a:ext uri="{FF2B5EF4-FFF2-40B4-BE49-F238E27FC236}">
                <a16:creationId xmlns:a16="http://schemas.microsoft.com/office/drawing/2014/main" id="{41C74265-FE3D-59CA-B1DB-AB5A9160C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3136900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>
                <a:solidFill>
                  <a:srgbClr val="FFFF00"/>
                </a:solidFill>
              </a:rPr>
              <a:t>IV</a:t>
            </a:r>
          </a:p>
        </p:txBody>
      </p:sp>
      <p:sp>
        <p:nvSpPr>
          <p:cNvPr id="740418" name="Text Box 66">
            <a:extLst>
              <a:ext uri="{FF2B5EF4-FFF2-40B4-BE49-F238E27FC236}">
                <a16:creationId xmlns:a16="http://schemas.microsoft.com/office/drawing/2014/main" id="{9F98A586-E94F-9ACF-525C-6A160730EA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584700"/>
            <a:ext cx="8610600" cy="89535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特点：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）只有当低位片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RC=1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时，相邻高位片计数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             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） 当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RC=0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时，相邻高位片保持	</a:t>
            </a:r>
          </a:p>
        </p:txBody>
      </p:sp>
      <p:sp>
        <p:nvSpPr>
          <p:cNvPr id="740419" name="Rectangle 67">
            <a:extLst>
              <a:ext uri="{FF2B5EF4-FFF2-40B4-BE49-F238E27FC236}">
                <a16:creationId xmlns:a16="http://schemas.microsoft.com/office/drawing/2014/main" id="{47F480F7-F05A-3CF6-9D57-6BE367161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2146300"/>
            <a:ext cx="1346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Q</a:t>
            </a:r>
            <a:r>
              <a:rPr lang="en-US" altLang="zh-CN" sz="2400" baseline="-25000"/>
              <a:t>0</a:t>
            </a:r>
            <a:r>
              <a:rPr lang="en-US" altLang="zh-CN" sz="2000"/>
              <a:t>Q</a:t>
            </a:r>
            <a:r>
              <a:rPr lang="en-US" altLang="zh-CN" sz="2400" baseline="-25000"/>
              <a:t>1</a:t>
            </a:r>
            <a:r>
              <a:rPr lang="en-US" altLang="zh-CN" sz="2000"/>
              <a:t>Q</a:t>
            </a:r>
            <a:r>
              <a:rPr lang="en-US" altLang="zh-CN" sz="2400" baseline="-25000"/>
              <a:t>2</a:t>
            </a:r>
            <a:r>
              <a:rPr lang="en-US" altLang="zh-CN" sz="2000"/>
              <a:t>Q</a:t>
            </a:r>
            <a:r>
              <a:rPr lang="en-US" altLang="zh-CN" sz="2400" baseline="-25000"/>
              <a:t>3</a:t>
            </a:r>
          </a:p>
        </p:txBody>
      </p:sp>
      <p:sp>
        <p:nvSpPr>
          <p:cNvPr id="740420" name="Rectangle 68">
            <a:extLst>
              <a:ext uri="{FF2B5EF4-FFF2-40B4-BE49-F238E27FC236}">
                <a16:creationId xmlns:a16="http://schemas.microsoft.com/office/drawing/2014/main" id="{6EBE58A1-21EA-E5A5-B204-CA588060B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146300"/>
            <a:ext cx="1346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Q</a:t>
            </a:r>
            <a:r>
              <a:rPr lang="en-US" altLang="zh-CN" sz="2400" baseline="-25000"/>
              <a:t>4</a:t>
            </a:r>
            <a:r>
              <a:rPr lang="en-US" altLang="zh-CN" sz="2000"/>
              <a:t>Q</a:t>
            </a:r>
            <a:r>
              <a:rPr lang="en-US" altLang="zh-CN" sz="2400" baseline="-25000"/>
              <a:t>5</a:t>
            </a:r>
            <a:r>
              <a:rPr lang="en-US" altLang="zh-CN" sz="2000"/>
              <a:t>Q</a:t>
            </a:r>
            <a:r>
              <a:rPr lang="en-US" altLang="zh-CN" sz="2400" baseline="-25000"/>
              <a:t>6</a:t>
            </a:r>
            <a:r>
              <a:rPr lang="en-US" altLang="zh-CN" sz="2000"/>
              <a:t>Q</a:t>
            </a:r>
            <a:r>
              <a:rPr lang="en-US" altLang="zh-CN" sz="2400" baseline="-25000"/>
              <a:t>7</a:t>
            </a:r>
          </a:p>
        </p:txBody>
      </p:sp>
      <p:sp>
        <p:nvSpPr>
          <p:cNvPr id="740421" name="Rectangle 69">
            <a:extLst>
              <a:ext uri="{FF2B5EF4-FFF2-40B4-BE49-F238E27FC236}">
                <a16:creationId xmlns:a16="http://schemas.microsoft.com/office/drawing/2014/main" id="{190EFDED-5FBC-8C51-FF8D-E835003AF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9475" y="2146300"/>
            <a:ext cx="1568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Q</a:t>
            </a:r>
            <a:r>
              <a:rPr lang="en-US" altLang="zh-CN" sz="2400" baseline="-25000"/>
              <a:t>8</a:t>
            </a:r>
            <a:r>
              <a:rPr lang="en-US" altLang="zh-CN" sz="2000"/>
              <a:t>Q</a:t>
            </a:r>
            <a:r>
              <a:rPr lang="en-US" altLang="zh-CN" sz="2400" baseline="-25000"/>
              <a:t>9</a:t>
            </a:r>
            <a:r>
              <a:rPr lang="en-US" altLang="zh-CN" sz="2000"/>
              <a:t>Q</a:t>
            </a:r>
            <a:r>
              <a:rPr lang="en-US" altLang="zh-CN" sz="2400" baseline="-25000"/>
              <a:t>10</a:t>
            </a:r>
            <a:r>
              <a:rPr lang="en-US" altLang="zh-CN" sz="2000"/>
              <a:t>Q</a:t>
            </a:r>
            <a:r>
              <a:rPr lang="en-US" altLang="zh-CN" sz="2400" baseline="-25000"/>
              <a:t>11</a:t>
            </a:r>
          </a:p>
        </p:txBody>
      </p:sp>
      <p:sp>
        <p:nvSpPr>
          <p:cNvPr id="740422" name="Rectangle 70">
            <a:extLst>
              <a:ext uri="{FF2B5EF4-FFF2-40B4-BE49-F238E27FC236}">
                <a16:creationId xmlns:a16="http://schemas.microsoft.com/office/drawing/2014/main" id="{91CECF14-136D-CAEE-C61F-A85A71BC1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2146300"/>
            <a:ext cx="1790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Q</a:t>
            </a:r>
            <a:r>
              <a:rPr lang="en-US" altLang="zh-CN" sz="2400" baseline="-25000"/>
              <a:t>12</a:t>
            </a:r>
            <a:r>
              <a:rPr lang="en-US" altLang="zh-CN" sz="2000"/>
              <a:t>Q</a:t>
            </a:r>
            <a:r>
              <a:rPr lang="en-US" altLang="zh-CN" sz="2400" baseline="-25000"/>
              <a:t>13</a:t>
            </a:r>
            <a:r>
              <a:rPr lang="en-US" altLang="zh-CN" sz="2000"/>
              <a:t>Q</a:t>
            </a:r>
            <a:r>
              <a:rPr lang="en-US" altLang="zh-CN" sz="2400" baseline="-25000"/>
              <a:t>14</a:t>
            </a:r>
            <a:r>
              <a:rPr lang="en-US" altLang="zh-CN" sz="2000"/>
              <a:t>Q</a:t>
            </a:r>
            <a:r>
              <a:rPr lang="en-US" altLang="zh-CN" sz="2400" baseline="-25000"/>
              <a:t>15</a:t>
            </a:r>
          </a:p>
        </p:txBody>
      </p:sp>
      <p:sp>
        <p:nvSpPr>
          <p:cNvPr id="740423" name="Text Box 71">
            <a:extLst>
              <a:ext uri="{FF2B5EF4-FFF2-40B4-BE49-F238E27FC236}">
                <a16:creationId xmlns:a16="http://schemas.microsoft.com/office/drawing/2014/main" id="{BD165E52-7A66-3FB5-1863-3446D86F1A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746250"/>
            <a:ext cx="1066800" cy="4572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(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低位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  <a:latin typeface="Georgia" pitchFamily="18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40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40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40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40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74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740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74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74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74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74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74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0413" grpId="0" autoUpdateAnimBg="0"/>
      <p:bldP spid="740414" grpId="0" autoUpdateAnimBg="0"/>
      <p:bldP spid="740415" grpId="0" autoUpdateAnimBg="0"/>
      <p:bldP spid="740416" grpId="0" autoUpdateAnimBg="0"/>
      <p:bldP spid="740417" grpId="0" autoUpdateAnimBg="0"/>
      <p:bldP spid="740418" grpId="0" autoUpdateAnimBg="0"/>
      <p:bldP spid="740419" grpId="0" autoUpdateAnimBg="0"/>
      <p:bldP spid="740420" grpId="0" autoUpdateAnimBg="0"/>
      <p:bldP spid="740421" grpId="0" autoUpdateAnimBg="0"/>
      <p:bldP spid="740422" grpId="0" autoUpdateAnimBg="0"/>
      <p:bldP spid="740423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灯片编号占位符 5">
            <a:extLst>
              <a:ext uri="{FF2B5EF4-FFF2-40B4-BE49-F238E27FC236}">
                <a16:creationId xmlns:a16="http://schemas.microsoft.com/office/drawing/2014/main" id="{C64D18A7-0BF9-2AD1-03CB-94F49905B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0AA4E0D6-F361-4C01-86C2-732968319E38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16</a:t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grpSp>
        <p:nvGrpSpPr>
          <p:cNvPr id="15363" name="Group 2">
            <a:extLst>
              <a:ext uri="{FF2B5EF4-FFF2-40B4-BE49-F238E27FC236}">
                <a16:creationId xmlns:a16="http://schemas.microsoft.com/office/drawing/2014/main" id="{8A291F6D-9025-0075-A056-B70434E266CE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196850"/>
            <a:ext cx="9067800" cy="6661150"/>
            <a:chOff x="48" y="124"/>
            <a:chExt cx="5712" cy="4196"/>
          </a:xfrm>
        </p:grpSpPr>
        <p:grpSp>
          <p:nvGrpSpPr>
            <p:cNvPr id="15369" name="Group 3">
              <a:extLst>
                <a:ext uri="{FF2B5EF4-FFF2-40B4-BE49-F238E27FC236}">
                  <a16:creationId xmlns:a16="http://schemas.microsoft.com/office/drawing/2014/main" id="{8C5A6108-2956-FC03-55E1-2C999A5716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624"/>
              <a:ext cx="3840" cy="528"/>
              <a:chOff x="1008" y="912"/>
              <a:chExt cx="3840" cy="528"/>
            </a:xfrm>
          </p:grpSpPr>
          <p:sp>
            <p:nvSpPr>
              <p:cNvPr id="15653" name="Rectangle 4">
                <a:extLst>
                  <a:ext uri="{FF2B5EF4-FFF2-40B4-BE49-F238E27FC236}">
                    <a16:creationId xmlns:a16="http://schemas.microsoft.com/office/drawing/2014/main" id="{9A1C9442-A5A9-D00F-8A12-72907A8484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912"/>
                <a:ext cx="672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654" name="Rectangle 5">
                <a:extLst>
                  <a:ext uri="{FF2B5EF4-FFF2-40B4-BE49-F238E27FC236}">
                    <a16:creationId xmlns:a16="http://schemas.microsoft.com/office/drawing/2014/main" id="{7E9FC40C-4223-35A7-4F50-E2D3C198E4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912"/>
                <a:ext cx="624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655" name="Rectangle 6">
                <a:extLst>
                  <a:ext uri="{FF2B5EF4-FFF2-40B4-BE49-F238E27FC236}">
                    <a16:creationId xmlns:a16="http://schemas.microsoft.com/office/drawing/2014/main" id="{496645C0-B97E-04F1-FA6A-59571F1AB6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912"/>
                <a:ext cx="624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656" name="Rectangle 7">
                <a:extLst>
                  <a:ext uri="{FF2B5EF4-FFF2-40B4-BE49-F238E27FC236}">
                    <a16:creationId xmlns:a16="http://schemas.microsoft.com/office/drawing/2014/main" id="{10FD8585-096E-5F80-DF0E-A14AEF6B7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912"/>
                <a:ext cx="624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5370" name="Group 8">
              <a:extLst>
                <a:ext uri="{FF2B5EF4-FFF2-40B4-BE49-F238E27FC236}">
                  <a16:creationId xmlns:a16="http://schemas.microsoft.com/office/drawing/2014/main" id="{23642C76-7457-01D5-1E8E-F18CC97C80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6" y="902"/>
              <a:ext cx="3408" cy="260"/>
              <a:chOff x="1056" y="1190"/>
              <a:chExt cx="3408" cy="260"/>
            </a:xfrm>
          </p:grpSpPr>
          <p:sp>
            <p:nvSpPr>
              <p:cNvPr id="15649" name="Text Box 9">
                <a:extLst>
                  <a:ext uri="{FF2B5EF4-FFF2-40B4-BE49-F238E27FC236}">
                    <a16:creationId xmlns:a16="http://schemas.microsoft.com/office/drawing/2014/main" id="{79E3DE05-ADD1-2FA7-21C7-C66EC7BE7E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120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D</a:t>
                </a:r>
              </a:p>
            </p:txBody>
          </p:sp>
          <p:sp>
            <p:nvSpPr>
              <p:cNvPr id="15650" name="Text Box 10">
                <a:extLst>
                  <a:ext uri="{FF2B5EF4-FFF2-40B4-BE49-F238E27FC236}">
                    <a16:creationId xmlns:a16="http://schemas.microsoft.com/office/drawing/2014/main" id="{86B9EE41-028D-7351-CA4F-E7D42FB9CB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0" y="119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D</a:t>
                </a:r>
              </a:p>
            </p:txBody>
          </p:sp>
          <p:sp>
            <p:nvSpPr>
              <p:cNvPr id="15651" name="Text Box 11">
                <a:extLst>
                  <a:ext uri="{FF2B5EF4-FFF2-40B4-BE49-F238E27FC236}">
                    <a16:creationId xmlns:a16="http://schemas.microsoft.com/office/drawing/2014/main" id="{18F8B629-D42D-E536-BA19-2C7C741899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16" y="120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D</a:t>
                </a:r>
              </a:p>
            </p:txBody>
          </p:sp>
          <p:sp>
            <p:nvSpPr>
              <p:cNvPr id="15652" name="Text Box 12">
                <a:extLst>
                  <a:ext uri="{FF2B5EF4-FFF2-40B4-BE49-F238E27FC236}">
                    <a16:creationId xmlns:a16="http://schemas.microsoft.com/office/drawing/2014/main" id="{4436873F-03E2-6309-60CF-0E29686DA8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24" y="120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D</a:t>
                </a:r>
              </a:p>
            </p:txBody>
          </p:sp>
        </p:grpSp>
        <p:grpSp>
          <p:nvGrpSpPr>
            <p:cNvPr id="15371" name="Group 13">
              <a:extLst>
                <a:ext uri="{FF2B5EF4-FFF2-40B4-BE49-F238E27FC236}">
                  <a16:creationId xmlns:a16="http://schemas.microsoft.com/office/drawing/2014/main" id="{BE8335AF-56FC-D332-1CF3-05571C3DE4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6" y="652"/>
              <a:ext cx="3408" cy="260"/>
              <a:chOff x="1056" y="940"/>
              <a:chExt cx="3408" cy="260"/>
            </a:xfrm>
          </p:grpSpPr>
          <p:sp>
            <p:nvSpPr>
              <p:cNvPr id="15645" name="Text Box 14">
                <a:extLst>
                  <a:ext uri="{FF2B5EF4-FFF2-40B4-BE49-F238E27FC236}">
                    <a16:creationId xmlns:a16="http://schemas.microsoft.com/office/drawing/2014/main" id="{71779E8F-06AF-3D69-4CF5-9D0CFEBC3D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95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</a:p>
            </p:txBody>
          </p:sp>
          <p:sp>
            <p:nvSpPr>
              <p:cNvPr id="15646" name="Text Box 15">
                <a:extLst>
                  <a:ext uri="{FF2B5EF4-FFF2-40B4-BE49-F238E27FC236}">
                    <a16:creationId xmlns:a16="http://schemas.microsoft.com/office/drawing/2014/main" id="{68F2C855-0024-CA82-7938-C3CDA403FF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0" y="94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</a:p>
            </p:txBody>
          </p:sp>
          <p:sp>
            <p:nvSpPr>
              <p:cNvPr id="15647" name="Text Box 16">
                <a:extLst>
                  <a:ext uri="{FF2B5EF4-FFF2-40B4-BE49-F238E27FC236}">
                    <a16:creationId xmlns:a16="http://schemas.microsoft.com/office/drawing/2014/main" id="{F605C2F2-1A68-9FE2-67D1-E9265CA070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16" y="95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</a:p>
            </p:txBody>
          </p:sp>
          <p:sp>
            <p:nvSpPr>
              <p:cNvPr id="15648" name="Text Box 17">
                <a:extLst>
                  <a:ext uri="{FF2B5EF4-FFF2-40B4-BE49-F238E27FC236}">
                    <a16:creationId xmlns:a16="http://schemas.microsoft.com/office/drawing/2014/main" id="{D8E4B0CF-987A-A34C-54E5-D1289CCAB2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24" y="95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</a:p>
            </p:txBody>
          </p:sp>
        </p:grpSp>
        <p:grpSp>
          <p:nvGrpSpPr>
            <p:cNvPr id="15372" name="Group 18">
              <a:extLst>
                <a:ext uri="{FF2B5EF4-FFF2-40B4-BE49-F238E27FC236}">
                  <a16:creationId xmlns:a16="http://schemas.microsoft.com/office/drawing/2014/main" id="{2FD76A01-F3A1-0B0C-7523-E1B8C6D086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672"/>
              <a:ext cx="3408" cy="250"/>
              <a:chOff x="1392" y="960"/>
              <a:chExt cx="3408" cy="250"/>
            </a:xfrm>
          </p:grpSpPr>
          <p:sp>
            <p:nvSpPr>
              <p:cNvPr id="15637" name="Text Box 19">
                <a:extLst>
                  <a:ext uri="{FF2B5EF4-FFF2-40B4-BE49-F238E27FC236}">
                    <a16:creationId xmlns:a16="http://schemas.microsoft.com/office/drawing/2014/main" id="{3D50A5F3-A532-93ED-19A1-974322280D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2" y="96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</a:p>
            </p:txBody>
          </p:sp>
          <p:sp>
            <p:nvSpPr>
              <p:cNvPr id="15638" name="Text Box 20">
                <a:extLst>
                  <a:ext uri="{FF2B5EF4-FFF2-40B4-BE49-F238E27FC236}">
                    <a16:creationId xmlns:a16="http://schemas.microsoft.com/office/drawing/2014/main" id="{F2BCDFD5-F047-C14F-51BF-4CA7D83150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96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</a:p>
            </p:txBody>
          </p:sp>
          <p:sp>
            <p:nvSpPr>
              <p:cNvPr id="15639" name="Line 21">
                <a:extLst>
                  <a:ext uri="{FF2B5EF4-FFF2-40B4-BE49-F238E27FC236}">
                    <a16:creationId xmlns:a16="http://schemas.microsoft.com/office/drawing/2014/main" id="{E73314A9-F332-EE1B-219D-36935620C7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1008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640" name="Line 22">
                <a:extLst>
                  <a:ext uri="{FF2B5EF4-FFF2-40B4-BE49-F238E27FC236}">
                    <a16:creationId xmlns:a16="http://schemas.microsoft.com/office/drawing/2014/main" id="{240E0086-4C5D-DCC2-7A2D-C7642FAD9E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6" y="1008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641" name="Text Box 23">
                <a:extLst>
                  <a:ext uri="{FF2B5EF4-FFF2-40B4-BE49-F238E27FC236}">
                    <a16:creationId xmlns:a16="http://schemas.microsoft.com/office/drawing/2014/main" id="{CEC177E6-0F72-0580-ECD7-B7A7C8B8FF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4" y="96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</a:p>
            </p:txBody>
          </p:sp>
          <p:sp>
            <p:nvSpPr>
              <p:cNvPr id="15642" name="Line 24">
                <a:extLst>
                  <a:ext uri="{FF2B5EF4-FFF2-40B4-BE49-F238E27FC236}">
                    <a16:creationId xmlns:a16="http://schemas.microsoft.com/office/drawing/2014/main" id="{476C6972-450D-17CD-ED86-0238433EF5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1008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643" name="Text Box 25">
                <a:extLst>
                  <a:ext uri="{FF2B5EF4-FFF2-40B4-BE49-F238E27FC236}">
                    <a16:creationId xmlns:a16="http://schemas.microsoft.com/office/drawing/2014/main" id="{B28DD4BC-C25A-52D2-DB86-058E793BBA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0" y="96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</a:p>
            </p:txBody>
          </p:sp>
          <p:sp>
            <p:nvSpPr>
              <p:cNvPr id="15644" name="Line 26">
                <a:extLst>
                  <a:ext uri="{FF2B5EF4-FFF2-40B4-BE49-F238E27FC236}">
                    <a16:creationId xmlns:a16="http://schemas.microsoft.com/office/drawing/2014/main" id="{95BE34E5-94AC-9314-3D76-8AFF3B4E75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8" y="1008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5373" name="Group 27">
              <a:extLst>
                <a:ext uri="{FF2B5EF4-FFF2-40B4-BE49-F238E27FC236}">
                  <a16:creationId xmlns:a16="http://schemas.microsoft.com/office/drawing/2014/main" id="{B16F4789-F274-A1FE-1FE6-8C2A37F510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912"/>
              <a:ext cx="3456" cy="260"/>
              <a:chOff x="1392" y="1200"/>
              <a:chExt cx="3456" cy="260"/>
            </a:xfrm>
          </p:grpSpPr>
          <p:sp>
            <p:nvSpPr>
              <p:cNvPr id="15633" name="Text Box 28">
                <a:extLst>
                  <a:ext uri="{FF2B5EF4-FFF2-40B4-BE49-F238E27FC236}">
                    <a16:creationId xmlns:a16="http://schemas.microsoft.com/office/drawing/2014/main" id="{7EADF0E0-4C1A-7E00-CF8B-6D8552BCD67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2" y="1210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</a:t>
                </a:r>
              </a:p>
            </p:txBody>
          </p:sp>
          <p:sp>
            <p:nvSpPr>
              <p:cNvPr id="15634" name="Text Box 29">
                <a:extLst>
                  <a:ext uri="{FF2B5EF4-FFF2-40B4-BE49-F238E27FC236}">
                    <a16:creationId xmlns:a16="http://schemas.microsoft.com/office/drawing/2014/main" id="{CF341914-B163-F871-3296-C282C01D48F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1200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</a:t>
                </a:r>
              </a:p>
            </p:txBody>
          </p:sp>
          <p:sp>
            <p:nvSpPr>
              <p:cNvPr id="15635" name="Text Box 30">
                <a:extLst>
                  <a:ext uri="{FF2B5EF4-FFF2-40B4-BE49-F238E27FC236}">
                    <a16:creationId xmlns:a16="http://schemas.microsoft.com/office/drawing/2014/main" id="{90B3B2B5-7BC9-9DE3-35BC-A2D050F827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6" y="1210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</a:t>
                </a:r>
              </a:p>
            </p:txBody>
          </p:sp>
          <p:sp>
            <p:nvSpPr>
              <p:cNvPr id="15636" name="Text Box 31">
                <a:extLst>
                  <a:ext uri="{FF2B5EF4-FFF2-40B4-BE49-F238E27FC236}">
                    <a16:creationId xmlns:a16="http://schemas.microsoft.com/office/drawing/2014/main" id="{4B0ACCC0-3D44-C4E5-397B-34FBCC7025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12" y="1210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</a:t>
                </a:r>
              </a:p>
            </p:txBody>
          </p:sp>
        </p:grpSp>
        <p:grpSp>
          <p:nvGrpSpPr>
            <p:cNvPr id="15374" name="Group 32">
              <a:extLst>
                <a:ext uri="{FF2B5EF4-FFF2-40B4-BE49-F238E27FC236}">
                  <a16:creationId xmlns:a16="http://schemas.microsoft.com/office/drawing/2014/main" id="{1FA92FDA-FFC7-9D18-AF45-09E3749EB5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2" y="1392"/>
              <a:ext cx="3792" cy="432"/>
              <a:chOff x="816" y="1680"/>
              <a:chExt cx="3792" cy="432"/>
            </a:xfrm>
          </p:grpSpPr>
          <p:grpSp>
            <p:nvGrpSpPr>
              <p:cNvPr id="15613" name="Group 33">
                <a:extLst>
                  <a:ext uri="{FF2B5EF4-FFF2-40B4-BE49-F238E27FC236}">
                    <a16:creationId xmlns:a16="http://schemas.microsoft.com/office/drawing/2014/main" id="{21541061-1CE3-9610-42F1-98E7EFB959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16" y="1680"/>
                <a:ext cx="576" cy="432"/>
                <a:chOff x="720" y="1680"/>
                <a:chExt cx="576" cy="432"/>
              </a:xfrm>
            </p:grpSpPr>
            <p:sp>
              <p:nvSpPr>
                <p:cNvPr id="15629" name="Rectangle 34">
                  <a:extLst>
                    <a:ext uri="{FF2B5EF4-FFF2-40B4-BE49-F238E27FC236}">
                      <a16:creationId xmlns:a16="http://schemas.microsoft.com/office/drawing/2014/main" id="{578E4C99-4E21-2AD3-25CC-F6DEEAB963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0" y="1728"/>
                  <a:ext cx="576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630" name="Line 35">
                  <a:extLst>
                    <a:ext uri="{FF2B5EF4-FFF2-40B4-BE49-F238E27FC236}">
                      <a16:creationId xmlns:a16="http://schemas.microsoft.com/office/drawing/2014/main" id="{EA809B78-C84E-0456-53C0-EC44D1D549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1920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631" name="Text Box 36">
                  <a:extLst>
                    <a:ext uri="{FF2B5EF4-FFF2-40B4-BE49-F238E27FC236}">
                      <a16:creationId xmlns:a16="http://schemas.microsoft.com/office/drawing/2014/main" id="{B6872B51-3E67-7DC7-BF15-8B1E660437A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64" y="1680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+</a:t>
                  </a:r>
                </a:p>
              </p:txBody>
            </p:sp>
            <p:sp>
              <p:nvSpPr>
                <p:cNvPr id="15632" name="Line 37">
                  <a:extLst>
                    <a:ext uri="{FF2B5EF4-FFF2-40B4-BE49-F238E27FC236}">
                      <a16:creationId xmlns:a16="http://schemas.microsoft.com/office/drawing/2014/main" id="{760A0889-19EE-CA8C-EA2A-0C20865D45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8" y="192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614" name="Group 38">
                <a:extLst>
                  <a:ext uri="{FF2B5EF4-FFF2-40B4-BE49-F238E27FC236}">
                    <a16:creationId xmlns:a16="http://schemas.microsoft.com/office/drawing/2014/main" id="{7796FFB0-080B-3885-9C43-D01FA25952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0" y="1680"/>
                <a:ext cx="576" cy="432"/>
                <a:chOff x="720" y="1680"/>
                <a:chExt cx="576" cy="432"/>
              </a:xfrm>
            </p:grpSpPr>
            <p:sp>
              <p:nvSpPr>
                <p:cNvPr id="15625" name="Rectangle 39">
                  <a:extLst>
                    <a:ext uri="{FF2B5EF4-FFF2-40B4-BE49-F238E27FC236}">
                      <a16:creationId xmlns:a16="http://schemas.microsoft.com/office/drawing/2014/main" id="{2BC9E833-E782-0CAD-88AF-1561AFEB1F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0" y="1728"/>
                  <a:ext cx="576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626" name="Line 40">
                  <a:extLst>
                    <a:ext uri="{FF2B5EF4-FFF2-40B4-BE49-F238E27FC236}">
                      <a16:creationId xmlns:a16="http://schemas.microsoft.com/office/drawing/2014/main" id="{F968BFCE-F10F-2AE9-DABD-96F59209D9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1920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627" name="Text Box 41">
                  <a:extLst>
                    <a:ext uri="{FF2B5EF4-FFF2-40B4-BE49-F238E27FC236}">
                      <a16:creationId xmlns:a16="http://schemas.microsoft.com/office/drawing/2014/main" id="{A88EF91A-7C35-E6E8-2D59-CF6722D80A2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64" y="1680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+</a:t>
                  </a:r>
                </a:p>
              </p:txBody>
            </p:sp>
            <p:sp>
              <p:nvSpPr>
                <p:cNvPr id="15628" name="Line 42">
                  <a:extLst>
                    <a:ext uri="{FF2B5EF4-FFF2-40B4-BE49-F238E27FC236}">
                      <a16:creationId xmlns:a16="http://schemas.microsoft.com/office/drawing/2014/main" id="{CF4F9F91-F329-1BE4-E941-B359B217BB9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8" y="192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615" name="Group 43">
                <a:extLst>
                  <a:ext uri="{FF2B5EF4-FFF2-40B4-BE49-F238E27FC236}">
                    <a16:creationId xmlns:a16="http://schemas.microsoft.com/office/drawing/2014/main" id="{697E21F7-ACDF-8ECB-D35F-40BFD07E0F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24" y="1680"/>
                <a:ext cx="576" cy="432"/>
                <a:chOff x="720" y="1680"/>
                <a:chExt cx="576" cy="432"/>
              </a:xfrm>
            </p:grpSpPr>
            <p:sp>
              <p:nvSpPr>
                <p:cNvPr id="15621" name="Rectangle 44">
                  <a:extLst>
                    <a:ext uri="{FF2B5EF4-FFF2-40B4-BE49-F238E27FC236}">
                      <a16:creationId xmlns:a16="http://schemas.microsoft.com/office/drawing/2014/main" id="{8E0FEC1F-960E-C1C6-0047-D17675E7D6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0" y="1728"/>
                  <a:ext cx="576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622" name="Line 45">
                  <a:extLst>
                    <a:ext uri="{FF2B5EF4-FFF2-40B4-BE49-F238E27FC236}">
                      <a16:creationId xmlns:a16="http://schemas.microsoft.com/office/drawing/2014/main" id="{3AB483C8-27B6-A914-8803-43FBB7C4A44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1920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623" name="Text Box 46">
                  <a:extLst>
                    <a:ext uri="{FF2B5EF4-FFF2-40B4-BE49-F238E27FC236}">
                      <a16:creationId xmlns:a16="http://schemas.microsoft.com/office/drawing/2014/main" id="{B7F90662-6097-BB5D-44A0-1AB0FFA3B96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64" y="1680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+</a:t>
                  </a:r>
                </a:p>
              </p:txBody>
            </p:sp>
            <p:sp>
              <p:nvSpPr>
                <p:cNvPr id="15624" name="Line 47">
                  <a:extLst>
                    <a:ext uri="{FF2B5EF4-FFF2-40B4-BE49-F238E27FC236}">
                      <a16:creationId xmlns:a16="http://schemas.microsoft.com/office/drawing/2014/main" id="{16175C83-7F9F-E56B-71ED-745F240B30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8" y="192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616" name="Group 48">
                <a:extLst>
                  <a:ext uri="{FF2B5EF4-FFF2-40B4-BE49-F238E27FC236}">
                    <a16:creationId xmlns:a16="http://schemas.microsoft.com/office/drawing/2014/main" id="{9315AFCA-88BE-44CE-AA92-4FF5AF72B8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32" y="1680"/>
                <a:ext cx="576" cy="432"/>
                <a:chOff x="720" y="1680"/>
                <a:chExt cx="576" cy="432"/>
              </a:xfrm>
            </p:grpSpPr>
            <p:sp>
              <p:nvSpPr>
                <p:cNvPr id="15617" name="Rectangle 49">
                  <a:extLst>
                    <a:ext uri="{FF2B5EF4-FFF2-40B4-BE49-F238E27FC236}">
                      <a16:creationId xmlns:a16="http://schemas.microsoft.com/office/drawing/2014/main" id="{8DAD8F93-60C0-6068-2D48-A53BF3607C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0" y="1728"/>
                  <a:ext cx="576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618" name="Line 50">
                  <a:extLst>
                    <a:ext uri="{FF2B5EF4-FFF2-40B4-BE49-F238E27FC236}">
                      <a16:creationId xmlns:a16="http://schemas.microsoft.com/office/drawing/2014/main" id="{63F30C53-8B57-AC55-CC87-30362109B2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1920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619" name="Text Box 51">
                  <a:extLst>
                    <a:ext uri="{FF2B5EF4-FFF2-40B4-BE49-F238E27FC236}">
                      <a16:creationId xmlns:a16="http://schemas.microsoft.com/office/drawing/2014/main" id="{766871E0-8B6F-F091-7574-C63B86B6FA9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64" y="1680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+</a:t>
                  </a:r>
                </a:p>
              </p:txBody>
            </p:sp>
            <p:sp>
              <p:nvSpPr>
                <p:cNvPr id="15620" name="Line 52">
                  <a:extLst>
                    <a:ext uri="{FF2B5EF4-FFF2-40B4-BE49-F238E27FC236}">
                      <a16:creationId xmlns:a16="http://schemas.microsoft.com/office/drawing/2014/main" id="{00B51295-07EB-8A03-D310-098F0C82B4B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8" y="192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5375" name="Group 53">
              <a:extLst>
                <a:ext uri="{FF2B5EF4-FFF2-40B4-BE49-F238E27FC236}">
                  <a16:creationId xmlns:a16="http://schemas.microsoft.com/office/drawing/2014/main" id="{E7D9216E-1018-D8DF-7B50-77B02AFB6E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6" y="3168"/>
              <a:ext cx="336" cy="298"/>
              <a:chOff x="2256" y="3072"/>
              <a:chExt cx="336" cy="298"/>
            </a:xfrm>
          </p:grpSpPr>
          <p:sp>
            <p:nvSpPr>
              <p:cNvPr id="15610" name="Rectangle 54">
                <a:extLst>
                  <a:ext uri="{FF2B5EF4-FFF2-40B4-BE49-F238E27FC236}">
                    <a16:creationId xmlns:a16="http://schemas.microsoft.com/office/drawing/2014/main" id="{25DC318C-9CD6-166F-997C-1CA9A24459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3168"/>
                <a:ext cx="28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611" name="Oval 55">
                <a:extLst>
                  <a:ext uri="{FF2B5EF4-FFF2-40B4-BE49-F238E27FC236}">
                    <a16:creationId xmlns:a16="http://schemas.microsoft.com/office/drawing/2014/main" id="{0AB98B62-817C-A87B-735D-6AA2FC9BBF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30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612" name="Text Box 56">
                <a:extLst>
                  <a:ext uri="{FF2B5EF4-FFF2-40B4-BE49-F238E27FC236}">
                    <a16:creationId xmlns:a16="http://schemas.microsoft.com/office/drawing/2014/main" id="{878B4A3B-1AE8-4501-C096-E745D645D7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6" y="3120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+</a:t>
                </a:r>
              </a:p>
            </p:txBody>
          </p:sp>
        </p:grpSp>
        <p:grpSp>
          <p:nvGrpSpPr>
            <p:cNvPr id="15376" name="Group 57">
              <a:extLst>
                <a:ext uri="{FF2B5EF4-FFF2-40B4-BE49-F238E27FC236}">
                  <a16:creationId xmlns:a16="http://schemas.microsoft.com/office/drawing/2014/main" id="{8F1AE2EF-EEE8-F0D6-F54A-67C5E448D0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4" y="3168"/>
              <a:ext cx="336" cy="298"/>
              <a:chOff x="2256" y="3072"/>
              <a:chExt cx="336" cy="298"/>
            </a:xfrm>
          </p:grpSpPr>
          <p:sp>
            <p:nvSpPr>
              <p:cNvPr id="15607" name="Rectangle 58">
                <a:extLst>
                  <a:ext uri="{FF2B5EF4-FFF2-40B4-BE49-F238E27FC236}">
                    <a16:creationId xmlns:a16="http://schemas.microsoft.com/office/drawing/2014/main" id="{E714177C-8506-235C-771F-5CA7EFBFE0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3168"/>
                <a:ext cx="28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608" name="Oval 59">
                <a:extLst>
                  <a:ext uri="{FF2B5EF4-FFF2-40B4-BE49-F238E27FC236}">
                    <a16:creationId xmlns:a16="http://schemas.microsoft.com/office/drawing/2014/main" id="{1600E6A3-66C4-B092-7F4F-D67D6C57D7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30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609" name="Text Box 60">
                <a:extLst>
                  <a:ext uri="{FF2B5EF4-FFF2-40B4-BE49-F238E27FC236}">
                    <a16:creationId xmlns:a16="http://schemas.microsoft.com/office/drawing/2014/main" id="{21074B08-D1D5-4F68-19A6-1AA309D4CF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6" y="3120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+</a:t>
                </a:r>
              </a:p>
            </p:txBody>
          </p:sp>
        </p:grpSp>
        <p:grpSp>
          <p:nvGrpSpPr>
            <p:cNvPr id="15377" name="Group 61">
              <a:extLst>
                <a:ext uri="{FF2B5EF4-FFF2-40B4-BE49-F238E27FC236}">
                  <a16:creationId xmlns:a16="http://schemas.microsoft.com/office/drawing/2014/main" id="{CD99DDB9-36DA-14AF-35C5-2E418D6FE2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56" y="2688"/>
              <a:ext cx="2400" cy="192"/>
              <a:chOff x="2304" y="2976"/>
              <a:chExt cx="2400" cy="192"/>
            </a:xfrm>
          </p:grpSpPr>
          <p:sp>
            <p:nvSpPr>
              <p:cNvPr id="15604" name="Rectangle 62">
                <a:extLst>
                  <a:ext uri="{FF2B5EF4-FFF2-40B4-BE49-F238E27FC236}">
                    <a16:creationId xmlns:a16="http://schemas.microsoft.com/office/drawing/2014/main" id="{30BF169A-3242-8810-2121-79AF7EEFC3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976"/>
                <a:ext cx="28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605" name="Rectangle 63">
                <a:extLst>
                  <a:ext uri="{FF2B5EF4-FFF2-40B4-BE49-F238E27FC236}">
                    <a16:creationId xmlns:a16="http://schemas.microsoft.com/office/drawing/2014/main" id="{9CBA986F-A544-52D2-AE73-B2575D050C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2976"/>
                <a:ext cx="28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606" name="Rectangle 64">
                <a:extLst>
                  <a:ext uri="{FF2B5EF4-FFF2-40B4-BE49-F238E27FC236}">
                    <a16:creationId xmlns:a16="http://schemas.microsoft.com/office/drawing/2014/main" id="{B1BDD4A4-5E07-2117-ABA0-533C84E2F5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2976"/>
                <a:ext cx="28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5378" name="Group 65">
              <a:extLst>
                <a:ext uri="{FF2B5EF4-FFF2-40B4-BE49-F238E27FC236}">
                  <a16:creationId xmlns:a16="http://schemas.microsoft.com/office/drawing/2014/main" id="{CBD1C962-8107-A0FB-DE90-69D1B67390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3168"/>
              <a:ext cx="336" cy="298"/>
              <a:chOff x="2256" y="3072"/>
              <a:chExt cx="336" cy="298"/>
            </a:xfrm>
          </p:grpSpPr>
          <p:sp>
            <p:nvSpPr>
              <p:cNvPr id="15601" name="Rectangle 66">
                <a:extLst>
                  <a:ext uri="{FF2B5EF4-FFF2-40B4-BE49-F238E27FC236}">
                    <a16:creationId xmlns:a16="http://schemas.microsoft.com/office/drawing/2014/main" id="{37F1FA62-5052-3A07-EA43-5DFEB3C65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3168"/>
                <a:ext cx="28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602" name="Oval 67">
                <a:extLst>
                  <a:ext uri="{FF2B5EF4-FFF2-40B4-BE49-F238E27FC236}">
                    <a16:creationId xmlns:a16="http://schemas.microsoft.com/office/drawing/2014/main" id="{F7487E1E-A58E-4269-FA94-0C09C1A4F2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30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603" name="Text Box 68">
                <a:extLst>
                  <a:ext uri="{FF2B5EF4-FFF2-40B4-BE49-F238E27FC236}">
                    <a16:creationId xmlns:a16="http://schemas.microsoft.com/office/drawing/2014/main" id="{10D2C2AF-D3D8-846A-8FE9-CC4370E816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6" y="3120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zh-CN" sz="2000"/>
              </a:p>
            </p:txBody>
          </p:sp>
        </p:grpSp>
        <p:grpSp>
          <p:nvGrpSpPr>
            <p:cNvPr id="15379" name="Group 69">
              <a:extLst>
                <a:ext uri="{FF2B5EF4-FFF2-40B4-BE49-F238E27FC236}">
                  <a16:creationId xmlns:a16="http://schemas.microsoft.com/office/drawing/2014/main" id="{1AAF1333-70F4-9E20-F2D4-AF7AD791B5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2" y="864"/>
              <a:ext cx="576" cy="298"/>
              <a:chOff x="4992" y="1392"/>
              <a:chExt cx="576" cy="298"/>
            </a:xfrm>
          </p:grpSpPr>
          <p:sp>
            <p:nvSpPr>
              <p:cNvPr id="15598" name="Rectangle 70">
                <a:extLst>
                  <a:ext uri="{FF2B5EF4-FFF2-40B4-BE49-F238E27FC236}">
                    <a16:creationId xmlns:a16="http://schemas.microsoft.com/office/drawing/2014/main" id="{65E7D7B3-67F2-9C0E-4D7C-4A04DAE131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2" y="1488"/>
                <a:ext cx="57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99" name="Oval 71">
                <a:extLst>
                  <a:ext uri="{FF2B5EF4-FFF2-40B4-BE49-F238E27FC236}">
                    <a16:creationId xmlns:a16="http://schemas.microsoft.com/office/drawing/2014/main" id="{0B5132C9-4649-9803-FEFD-1C50C1E7B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2" y="1392"/>
                <a:ext cx="89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600" name="Text Box 72">
                <a:extLst>
                  <a:ext uri="{FF2B5EF4-FFF2-40B4-BE49-F238E27FC236}">
                    <a16:creationId xmlns:a16="http://schemas.microsoft.com/office/drawing/2014/main" id="{42C90773-51DD-BFF5-1A82-2C583AEC57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2" y="1440"/>
                <a:ext cx="57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+</a:t>
                </a:r>
              </a:p>
            </p:txBody>
          </p:sp>
        </p:grpSp>
        <p:grpSp>
          <p:nvGrpSpPr>
            <p:cNvPr id="15380" name="Group 73">
              <a:extLst>
                <a:ext uri="{FF2B5EF4-FFF2-40B4-BE49-F238E27FC236}">
                  <a16:creationId xmlns:a16="http://schemas.microsoft.com/office/drawing/2014/main" id="{43EA28D7-D6D3-AA1B-7C2A-61F161FF29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0" y="1152"/>
              <a:ext cx="3168" cy="288"/>
              <a:chOff x="1200" y="1440"/>
              <a:chExt cx="3168" cy="288"/>
            </a:xfrm>
          </p:grpSpPr>
          <p:sp>
            <p:nvSpPr>
              <p:cNvPr id="15594" name="Line 74">
                <a:extLst>
                  <a:ext uri="{FF2B5EF4-FFF2-40B4-BE49-F238E27FC236}">
                    <a16:creationId xmlns:a16="http://schemas.microsoft.com/office/drawing/2014/main" id="{F2A9A41B-249D-25EB-98C9-932A6625D4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00" y="144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95" name="Line 75">
                <a:extLst>
                  <a:ext uri="{FF2B5EF4-FFF2-40B4-BE49-F238E27FC236}">
                    <a16:creationId xmlns:a16="http://schemas.microsoft.com/office/drawing/2014/main" id="{A11A20B6-F986-84D5-04DA-2C6F151CA5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04" y="144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96" name="Line 76">
                <a:extLst>
                  <a:ext uri="{FF2B5EF4-FFF2-40B4-BE49-F238E27FC236}">
                    <a16:creationId xmlns:a16="http://schemas.microsoft.com/office/drawing/2014/main" id="{8392E32D-A498-F5FC-D9F1-AA87789BCD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60" y="144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97" name="Line 77">
                <a:extLst>
                  <a:ext uri="{FF2B5EF4-FFF2-40B4-BE49-F238E27FC236}">
                    <a16:creationId xmlns:a16="http://schemas.microsoft.com/office/drawing/2014/main" id="{E17326E6-C8CB-7F2B-570D-50AB0F1FD3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68" y="144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381" name="Line 78">
              <a:extLst>
                <a:ext uri="{FF2B5EF4-FFF2-40B4-BE49-F238E27FC236}">
                  <a16:creationId xmlns:a16="http://schemas.microsoft.com/office/drawing/2014/main" id="{97736148-CA69-18DC-9563-B0D331965F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254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2" name="Line 79">
              <a:extLst>
                <a:ext uri="{FF2B5EF4-FFF2-40B4-BE49-F238E27FC236}">
                  <a16:creationId xmlns:a16="http://schemas.microsoft.com/office/drawing/2014/main" id="{613EECF3-22DD-9C8A-FDEF-AF4B6161C2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244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383" name="Group 80">
              <a:extLst>
                <a:ext uri="{FF2B5EF4-FFF2-40B4-BE49-F238E27FC236}">
                  <a16:creationId xmlns:a16="http://schemas.microsoft.com/office/drawing/2014/main" id="{BD23CD10-92E8-FB35-B280-C5A997B718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0" y="1824"/>
              <a:ext cx="288" cy="672"/>
              <a:chOff x="1200" y="2112"/>
              <a:chExt cx="288" cy="672"/>
            </a:xfrm>
          </p:grpSpPr>
          <p:grpSp>
            <p:nvGrpSpPr>
              <p:cNvPr id="15589" name="Group 81">
                <a:extLst>
                  <a:ext uri="{FF2B5EF4-FFF2-40B4-BE49-F238E27FC236}">
                    <a16:creationId xmlns:a16="http://schemas.microsoft.com/office/drawing/2014/main" id="{1BD5DD60-504F-02B5-DDB9-8440FC6D3B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00" y="2552"/>
                <a:ext cx="288" cy="232"/>
                <a:chOff x="1008" y="2736"/>
                <a:chExt cx="288" cy="232"/>
              </a:xfrm>
            </p:grpSpPr>
            <p:sp>
              <p:nvSpPr>
                <p:cNvPr id="15592" name="Rectangle 82">
                  <a:extLst>
                    <a:ext uri="{FF2B5EF4-FFF2-40B4-BE49-F238E27FC236}">
                      <a16:creationId xmlns:a16="http://schemas.microsoft.com/office/drawing/2014/main" id="{AD990780-CD1D-03D2-E1F5-0ACAD09262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8" y="2736"/>
                  <a:ext cx="288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593" name="Text Box 83">
                  <a:extLst>
                    <a:ext uri="{FF2B5EF4-FFF2-40B4-BE49-F238E27FC236}">
                      <a16:creationId xmlns:a16="http://schemas.microsoft.com/office/drawing/2014/main" id="{FDC74EF2-BB1C-9469-5A5A-CAA64F39A3F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8" y="2736"/>
                  <a:ext cx="288" cy="2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tIns="1800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>
                      <a:sym typeface="Symbol" panose="05050102010706020507" pitchFamily="18" charset="2"/>
                    </a:rPr>
                    <a:t></a:t>
                  </a:r>
                  <a:endParaRPr lang="en-US" altLang="zh-CN" sz="2000"/>
                </a:p>
              </p:txBody>
            </p:sp>
          </p:grpSp>
          <p:sp>
            <p:nvSpPr>
              <p:cNvPr id="15590" name="Oval 84">
                <a:extLst>
                  <a:ext uri="{FF2B5EF4-FFF2-40B4-BE49-F238E27FC236}">
                    <a16:creationId xmlns:a16="http://schemas.microsoft.com/office/drawing/2014/main" id="{43B99338-03DE-7E99-BA24-F938BFFC6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2456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91" name="Line 85">
                <a:extLst>
                  <a:ext uri="{FF2B5EF4-FFF2-40B4-BE49-F238E27FC236}">
                    <a16:creationId xmlns:a16="http://schemas.microsoft.com/office/drawing/2014/main" id="{833935DD-9E85-DA00-BE8B-E69CA75634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44" y="2112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5384" name="Group 86">
              <a:extLst>
                <a:ext uri="{FF2B5EF4-FFF2-40B4-BE49-F238E27FC236}">
                  <a16:creationId xmlns:a16="http://schemas.microsoft.com/office/drawing/2014/main" id="{925FD632-DA8C-09AB-E4AB-EF7F90671B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56" y="1816"/>
              <a:ext cx="288" cy="672"/>
              <a:chOff x="2256" y="2104"/>
              <a:chExt cx="288" cy="672"/>
            </a:xfrm>
          </p:grpSpPr>
          <p:grpSp>
            <p:nvGrpSpPr>
              <p:cNvPr id="15584" name="Group 87">
                <a:extLst>
                  <a:ext uri="{FF2B5EF4-FFF2-40B4-BE49-F238E27FC236}">
                    <a16:creationId xmlns:a16="http://schemas.microsoft.com/office/drawing/2014/main" id="{5505B5CF-4FC2-12C0-5165-06C397FDA2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56" y="2544"/>
                <a:ext cx="288" cy="232"/>
                <a:chOff x="1008" y="2736"/>
                <a:chExt cx="288" cy="232"/>
              </a:xfrm>
            </p:grpSpPr>
            <p:sp>
              <p:nvSpPr>
                <p:cNvPr id="15587" name="Rectangle 88">
                  <a:extLst>
                    <a:ext uri="{FF2B5EF4-FFF2-40B4-BE49-F238E27FC236}">
                      <a16:creationId xmlns:a16="http://schemas.microsoft.com/office/drawing/2014/main" id="{52245D2E-7C73-0E59-F5D2-752D81CDC9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8" y="2736"/>
                  <a:ext cx="288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588" name="Text Box 89">
                  <a:extLst>
                    <a:ext uri="{FF2B5EF4-FFF2-40B4-BE49-F238E27FC236}">
                      <a16:creationId xmlns:a16="http://schemas.microsoft.com/office/drawing/2014/main" id="{6434250C-00A4-9F87-2D45-E50A61E6B23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8" y="2736"/>
                  <a:ext cx="288" cy="2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tIns="1800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>
                      <a:sym typeface="Symbol" panose="05050102010706020507" pitchFamily="18" charset="2"/>
                    </a:rPr>
                    <a:t></a:t>
                  </a:r>
                  <a:endParaRPr lang="en-US" altLang="zh-CN" sz="2000"/>
                </a:p>
              </p:txBody>
            </p:sp>
          </p:grpSp>
          <p:sp>
            <p:nvSpPr>
              <p:cNvPr id="15585" name="Oval 90">
                <a:extLst>
                  <a:ext uri="{FF2B5EF4-FFF2-40B4-BE49-F238E27FC236}">
                    <a16:creationId xmlns:a16="http://schemas.microsoft.com/office/drawing/2014/main" id="{0151B72A-FFFC-B8E9-8EA5-2CEC47B2FA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2448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86" name="Line 91">
                <a:extLst>
                  <a:ext uri="{FF2B5EF4-FFF2-40B4-BE49-F238E27FC236}">
                    <a16:creationId xmlns:a16="http://schemas.microsoft.com/office/drawing/2014/main" id="{74C3A6A4-40F1-05C9-8BB5-C10AEEE12F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00" y="2104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5385" name="Group 92">
              <a:extLst>
                <a:ext uri="{FF2B5EF4-FFF2-40B4-BE49-F238E27FC236}">
                  <a16:creationId xmlns:a16="http://schemas.microsoft.com/office/drawing/2014/main" id="{62FE5177-06B0-FDF1-0D5C-1E67BA91DD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824"/>
              <a:ext cx="288" cy="672"/>
              <a:chOff x="1296" y="2208"/>
              <a:chExt cx="288" cy="672"/>
            </a:xfrm>
          </p:grpSpPr>
          <p:grpSp>
            <p:nvGrpSpPr>
              <p:cNvPr id="15579" name="Group 93">
                <a:extLst>
                  <a:ext uri="{FF2B5EF4-FFF2-40B4-BE49-F238E27FC236}">
                    <a16:creationId xmlns:a16="http://schemas.microsoft.com/office/drawing/2014/main" id="{85BC80BA-3CBE-339B-2741-1A2B807F15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96" y="2648"/>
                <a:ext cx="288" cy="232"/>
                <a:chOff x="1008" y="2736"/>
                <a:chExt cx="288" cy="232"/>
              </a:xfrm>
            </p:grpSpPr>
            <p:sp>
              <p:nvSpPr>
                <p:cNvPr id="15582" name="Rectangle 94">
                  <a:extLst>
                    <a:ext uri="{FF2B5EF4-FFF2-40B4-BE49-F238E27FC236}">
                      <a16:creationId xmlns:a16="http://schemas.microsoft.com/office/drawing/2014/main" id="{0B945185-7F2F-F113-1C62-92CF38CC8D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8" y="2736"/>
                  <a:ext cx="288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583" name="Text Box 95">
                  <a:extLst>
                    <a:ext uri="{FF2B5EF4-FFF2-40B4-BE49-F238E27FC236}">
                      <a16:creationId xmlns:a16="http://schemas.microsoft.com/office/drawing/2014/main" id="{BDAE159C-2810-1273-0484-7FE7603736D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8" y="2736"/>
                  <a:ext cx="288" cy="2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tIns="1800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>
                      <a:sym typeface="Symbol" panose="05050102010706020507" pitchFamily="18" charset="2"/>
                    </a:rPr>
                    <a:t></a:t>
                  </a:r>
                  <a:endParaRPr lang="en-US" altLang="zh-CN" sz="2000"/>
                </a:p>
              </p:txBody>
            </p:sp>
          </p:grpSp>
          <p:sp>
            <p:nvSpPr>
              <p:cNvPr id="15580" name="Oval 96">
                <a:extLst>
                  <a:ext uri="{FF2B5EF4-FFF2-40B4-BE49-F238E27FC236}">
                    <a16:creationId xmlns:a16="http://schemas.microsoft.com/office/drawing/2014/main" id="{CF8F2768-EA99-0140-188B-76821A4CED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255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81" name="Line 97">
                <a:extLst>
                  <a:ext uri="{FF2B5EF4-FFF2-40B4-BE49-F238E27FC236}">
                    <a16:creationId xmlns:a16="http://schemas.microsoft.com/office/drawing/2014/main" id="{B18CCF5E-D8A4-A20C-6EBF-4198D6D45E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40" y="2208"/>
                <a:ext cx="1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5386" name="Group 98">
              <a:extLst>
                <a:ext uri="{FF2B5EF4-FFF2-40B4-BE49-F238E27FC236}">
                  <a16:creationId xmlns:a16="http://schemas.microsoft.com/office/drawing/2014/main" id="{9775EE86-590E-BFDC-424A-977D3E0705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1824"/>
              <a:ext cx="288" cy="672"/>
              <a:chOff x="1296" y="2208"/>
              <a:chExt cx="288" cy="672"/>
            </a:xfrm>
          </p:grpSpPr>
          <p:grpSp>
            <p:nvGrpSpPr>
              <p:cNvPr id="15574" name="Group 99">
                <a:extLst>
                  <a:ext uri="{FF2B5EF4-FFF2-40B4-BE49-F238E27FC236}">
                    <a16:creationId xmlns:a16="http://schemas.microsoft.com/office/drawing/2014/main" id="{D934662A-F2A1-0E8B-BAA3-1A8FA9B5DCC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96" y="2648"/>
                <a:ext cx="288" cy="232"/>
                <a:chOff x="1008" y="2736"/>
                <a:chExt cx="288" cy="232"/>
              </a:xfrm>
            </p:grpSpPr>
            <p:sp>
              <p:nvSpPr>
                <p:cNvPr id="15577" name="Rectangle 100">
                  <a:extLst>
                    <a:ext uri="{FF2B5EF4-FFF2-40B4-BE49-F238E27FC236}">
                      <a16:creationId xmlns:a16="http://schemas.microsoft.com/office/drawing/2014/main" id="{0230C598-DA6C-4155-A05A-CCC5FB366C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8" y="2736"/>
                  <a:ext cx="288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578" name="Text Box 101">
                  <a:extLst>
                    <a:ext uri="{FF2B5EF4-FFF2-40B4-BE49-F238E27FC236}">
                      <a16:creationId xmlns:a16="http://schemas.microsoft.com/office/drawing/2014/main" id="{A5E61952-66FB-8B44-6F7F-34C880D32D8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8" y="2736"/>
                  <a:ext cx="288" cy="2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tIns="1800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>
                      <a:sym typeface="Symbol" panose="05050102010706020507" pitchFamily="18" charset="2"/>
                    </a:rPr>
                    <a:t></a:t>
                  </a:r>
                  <a:endParaRPr lang="en-US" altLang="zh-CN" sz="2000"/>
                </a:p>
              </p:txBody>
            </p:sp>
          </p:grpSp>
          <p:sp>
            <p:nvSpPr>
              <p:cNvPr id="15575" name="Oval 102">
                <a:extLst>
                  <a:ext uri="{FF2B5EF4-FFF2-40B4-BE49-F238E27FC236}">
                    <a16:creationId xmlns:a16="http://schemas.microsoft.com/office/drawing/2014/main" id="{017672BD-9A15-D4A3-29DD-E740A610F4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255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76" name="Line 103">
                <a:extLst>
                  <a:ext uri="{FF2B5EF4-FFF2-40B4-BE49-F238E27FC236}">
                    <a16:creationId xmlns:a16="http://schemas.microsoft.com/office/drawing/2014/main" id="{C467F2B9-90C8-8D18-2AD5-19C36E482E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40" y="220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387" name="Line 104">
              <a:extLst>
                <a:ext uri="{FF2B5EF4-FFF2-40B4-BE49-F238E27FC236}">
                  <a16:creationId xmlns:a16="http://schemas.microsoft.com/office/drawing/2014/main" id="{6778747C-4C8D-A8BB-8211-4D9CC6D447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2" y="244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8" name="Line 105">
              <a:extLst>
                <a:ext uri="{FF2B5EF4-FFF2-40B4-BE49-F238E27FC236}">
                  <a16:creationId xmlns:a16="http://schemas.microsoft.com/office/drawing/2014/main" id="{6D021B06-A6AF-8E96-4E36-7A71C118D65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244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9" name="Line 106">
              <a:extLst>
                <a:ext uri="{FF2B5EF4-FFF2-40B4-BE49-F238E27FC236}">
                  <a16:creationId xmlns:a16="http://schemas.microsoft.com/office/drawing/2014/main" id="{5633F645-6969-F554-35A8-C18D9454EF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4" y="244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390" name="Group 107">
              <a:extLst>
                <a:ext uri="{FF2B5EF4-FFF2-40B4-BE49-F238E27FC236}">
                  <a16:creationId xmlns:a16="http://schemas.microsoft.com/office/drawing/2014/main" id="{C3D205C5-C013-6D34-5EDC-68F6803643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8" y="528"/>
              <a:ext cx="336" cy="2064"/>
              <a:chOff x="4608" y="528"/>
              <a:chExt cx="336" cy="2064"/>
            </a:xfrm>
          </p:grpSpPr>
          <p:sp>
            <p:nvSpPr>
              <p:cNvPr id="15569" name="Line 108">
                <a:extLst>
                  <a:ext uri="{FF2B5EF4-FFF2-40B4-BE49-F238E27FC236}">
                    <a16:creationId xmlns:a16="http://schemas.microsoft.com/office/drawing/2014/main" id="{E5429259-CF24-0D36-03A6-4CFC4F4487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04" y="5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70" name="Line 109">
                <a:extLst>
                  <a:ext uri="{FF2B5EF4-FFF2-40B4-BE49-F238E27FC236}">
                    <a16:creationId xmlns:a16="http://schemas.microsoft.com/office/drawing/2014/main" id="{2B91C83F-D0A4-A5AB-7839-1B8F684E5F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528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71" name="Line 110">
                <a:extLst>
                  <a:ext uri="{FF2B5EF4-FFF2-40B4-BE49-F238E27FC236}">
                    <a16:creationId xmlns:a16="http://schemas.microsoft.com/office/drawing/2014/main" id="{D87E69E8-D8B0-7973-C4B7-EDE1C83B6E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4" y="528"/>
                <a:ext cx="0" cy="20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72" name="Line 111">
                <a:extLst>
                  <a:ext uri="{FF2B5EF4-FFF2-40B4-BE49-F238E27FC236}">
                    <a16:creationId xmlns:a16="http://schemas.microsoft.com/office/drawing/2014/main" id="{5704E3CA-8F6B-5621-1335-922D6BB7D6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08" y="2592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73" name="Line 112">
                <a:extLst>
                  <a:ext uri="{FF2B5EF4-FFF2-40B4-BE49-F238E27FC236}">
                    <a16:creationId xmlns:a16="http://schemas.microsoft.com/office/drawing/2014/main" id="{5D9C5722-F7CF-BE41-4F29-C63A18CB21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08" y="244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391" name="Line 113">
              <a:extLst>
                <a:ext uri="{FF2B5EF4-FFF2-40B4-BE49-F238E27FC236}">
                  <a16:creationId xmlns:a16="http://schemas.microsoft.com/office/drawing/2014/main" id="{F19C4585-6522-E958-E778-9CDDCFDE24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6" y="288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2" name="Line 114">
              <a:extLst>
                <a:ext uri="{FF2B5EF4-FFF2-40B4-BE49-F238E27FC236}">
                  <a16:creationId xmlns:a16="http://schemas.microsoft.com/office/drawing/2014/main" id="{697774E8-F22E-AF79-1E45-71A0BCE38A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0" y="288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93" name="Line 115">
              <a:extLst>
                <a:ext uri="{FF2B5EF4-FFF2-40B4-BE49-F238E27FC236}">
                  <a16:creationId xmlns:a16="http://schemas.microsoft.com/office/drawing/2014/main" id="{2641B4EE-E22E-0D93-9C54-CDFF791AE0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8" y="288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394" name="Group 116">
              <a:extLst>
                <a:ext uri="{FF2B5EF4-FFF2-40B4-BE49-F238E27FC236}">
                  <a16:creationId xmlns:a16="http://schemas.microsoft.com/office/drawing/2014/main" id="{56D90F92-3493-DCFF-E896-21B719151A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528"/>
              <a:ext cx="384" cy="2064"/>
              <a:chOff x="1392" y="528"/>
              <a:chExt cx="384" cy="2064"/>
            </a:xfrm>
          </p:grpSpPr>
          <p:sp>
            <p:nvSpPr>
              <p:cNvPr id="15564" name="Line 117">
                <a:extLst>
                  <a:ext uri="{FF2B5EF4-FFF2-40B4-BE49-F238E27FC236}">
                    <a16:creationId xmlns:a16="http://schemas.microsoft.com/office/drawing/2014/main" id="{F6AD704E-A1D3-8040-F5BF-39712997F4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244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65" name="Line 118">
                <a:extLst>
                  <a:ext uri="{FF2B5EF4-FFF2-40B4-BE49-F238E27FC236}">
                    <a16:creationId xmlns:a16="http://schemas.microsoft.com/office/drawing/2014/main" id="{069413D5-4483-C3B9-B0BB-0478128C8F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36" y="5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66" name="Line 119">
                <a:extLst>
                  <a:ext uri="{FF2B5EF4-FFF2-40B4-BE49-F238E27FC236}">
                    <a16:creationId xmlns:a16="http://schemas.microsoft.com/office/drawing/2014/main" id="{8EA5E2CB-FADA-2237-E8B4-F6A4CFF1A7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528"/>
                <a:ext cx="0" cy="20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67" name="Line 120">
                <a:extLst>
                  <a:ext uri="{FF2B5EF4-FFF2-40B4-BE49-F238E27FC236}">
                    <a16:creationId xmlns:a16="http://schemas.microsoft.com/office/drawing/2014/main" id="{07F2B876-B0D5-194E-CF74-D962001175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2592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68" name="Line 121">
                <a:extLst>
                  <a:ext uri="{FF2B5EF4-FFF2-40B4-BE49-F238E27FC236}">
                    <a16:creationId xmlns:a16="http://schemas.microsoft.com/office/drawing/2014/main" id="{0E0506E2-DF48-7FCB-BA77-50E3CA4242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528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5395" name="Group 122">
              <a:extLst>
                <a:ext uri="{FF2B5EF4-FFF2-40B4-BE49-F238E27FC236}">
                  <a16:creationId xmlns:a16="http://schemas.microsoft.com/office/drawing/2014/main" id="{ED287C11-4377-72CD-57A5-B0A6E9FFA2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528"/>
              <a:ext cx="336" cy="2064"/>
              <a:chOff x="2496" y="528"/>
              <a:chExt cx="336" cy="2064"/>
            </a:xfrm>
          </p:grpSpPr>
          <p:sp>
            <p:nvSpPr>
              <p:cNvPr id="15559" name="Line 123">
                <a:extLst>
                  <a:ext uri="{FF2B5EF4-FFF2-40B4-BE49-F238E27FC236}">
                    <a16:creationId xmlns:a16="http://schemas.microsoft.com/office/drawing/2014/main" id="{FE02C4DB-AE7D-7BA4-32A1-3A4AA9DBA8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92" y="5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60" name="Line 124">
                <a:extLst>
                  <a:ext uri="{FF2B5EF4-FFF2-40B4-BE49-F238E27FC236}">
                    <a16:creationId xmlns:a16="http://schemas.microsoft.com/office/drawing/2014/main" id="{94D98BE6-B6D4-15DB-95D2-390876944F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528"/>
                <a:ext cx="0" cy="20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61" name="Line 125">
                <a:extLst>
                  <a:ext uri="{FF2B5EF4-FFF2-40B4-BE49-F238E27FC236}">
                    <a16:creationId xmlns:a16="http://schemas.microsoft.com/office/drawing/2014/main" id="{040FCCE3-1EA6-C7E1-3CAC-55A330B0FB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96" y="2592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62" name="Line 126">
                <a:extLst>
                  <a:ext uri="{FF2B5EF4-FFF2-40B4-BE49-F238E27FC236}">
                    <a16:creationId xmlns:a16="http://schemas.microsoft.com/office/drawing/2014/main" id="{603F62A3-6E47-6C76-2CBC-BC9D2E812F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96" y="244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63" name="Line 127">
                <a:extLst>
                  <a:ext uri="{FF2B5EF4-FFF2-40B4-BE49-F238E27FC236}">
                    <a16:creationId xmlns:a16="http://schemas.microsoft.com/office/drawing/2014/main" id="{EF746352-B919-2568-CAD4-62D400442F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2" y="528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5396" name="Group 128">
              <a:extLst>
                <a:ext uri="{FF2B5EF4-FFF2-40B4-BE49-F238E27FC236}">
                  <a16:creationId xmlns:a16="http://schemas.microsoft.com/office/drawing/2014/main" id="{26C6EF22-F859-FDFC-F49B-2E994A6869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0" y="528"/>
              <a:ext cx="288" cy="2064"/>
              <a:chOff x="3600" y="528"/>
              <a:chExt cx="288" cy="2064"/>
            </a:xfrm>
          </p:grpSpPr>
          <p:sp>
            <p:nvSpPr>
              <p:cNvPr id="15554" name="Line 129">
                <a:extLst>
                  <a:ext uri="{FF2B5EF4-FFF2-40B4-BE49-F238E27FC236}">
                    <a16:creationId xmlns:a16="http://schemas.microsoft.com/office/drawing/2014/main" id="{B4D9C6F0-99FB-7493-757D-183E6BD2C9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48" y="5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55" name="Line 130">
                <a:extLst>
                  <a:ext uri="{FF2B5EF4-FFF2-40B4-BE49-F238E27FC236}">
                    <a16:creationId xmlns:a16="http://schemas.microsoft.com/office/drawing/2014/main" id="{0DA73818-529B-7AB2-4AFC-54730A04EC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528"/>
                <a:ext cx="0" cy="20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56" name="Line 131">
                <a:extLst>
                  <a:ext uri="{FF2B5EF4-FFF2-40B4-BE49-F238E27FC236}">
                    <a16:creationId xmlns:a16="http://schemas.microsoft.com/office/drawing/2014/main" id="{BEEAB16D-2C4B-B873-4DD6-3090C6F9BC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00" y="2592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57" name="Line 132">
                <a:extLst>
                  <a:ext uri="{FF2B5EF4-FFF2-40B4-BE49-F238E27FC236}">
                    <a16:creationId xmlns:a16="http://schemas.microsoft.com/office/drawing/2014/main" id="{A5F32256-133A-2248-1F38-F28C32873D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00" y="244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58" name="Line 133">
                <a:extLst>
                  <a:ext uri="{FF2B5EF4-FFF2-40B4-BE49-F238E27FC236}">
                    <a16:creationId xmlns:a16="http://schemas.microsoft.com/office/drawing/2014/main" id="{C001D826-A24B-DB90-C05C-166F333B9F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528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5397" name="Group 134">
              <a:extLst>
                <a:ext uri="{FF2B5EF4-FFF2-40B4-BE49-F238E27FC236}">
                  <a16:creationId xmlns:a16="http://schemas.microsoft.com/office/drawing/2014/main" id="{1EE3FE7B-EAA0-CD79-3892-FE20A0CFEF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2544"/>
              <a:ext cx="2784" cy="1248"/>
              <a:chOff x="1728" y="2544"/>
              <a:chExt cx="2784" cy="1248"/>
            </a:xfrm>
          </p:grpSpPr>
          <p:sp>
            <p:nvSpPr>
              <p:cNvPr id="15545" name="Line 135">
                <a:extLst>
                  <a:ext uri="{FF2B5EF4-FFF2-40B4-BE49-F238E27FC236}">
                    <a16:creationId xmlns:a16="http://schemas.microsoft.com/office/drawing/2014/main" id="{89D19363-BEA3-3DD3-C20C-DA2A273ECA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12" y="345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5546" name="Group 136">
                <a:extLst>
                  <a:ext uri="{FF2B5EF4-FFF2-40B4-BE49-F238E27FC236}">
                    <a16:creationId xmlns:a16="http://schemas.microsoft.com/office/drawing/2014/main" id="{DEE6A3D9-6474-DF47-5733-AE475F37E8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28" y="2544"/>
                <a:ext cx="2784" cy="1248"/>
                <a:chOff x="1728" y="2544"/>
                <a:chExt cx="2784" cy="1248"/>
              </a:xfrm>
            </p:grpSpPr>
            <p:sp>
              <p:nvSpPr>
                <p:cNvPr id="15547" name="Oval 137">
                  <a:extLst>
                    <a:ext uri="{FF2B5EF4-FFF2-40B4-BE49-F238E27FC236}">
                      <a16:creationId xmlns:a16="http://schemas.microsoft.com/office/drawing/2014/main" id="{16F21CEE-F37F-7770-7E3B-C15BF98288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28" y="254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548" name="Line 138">
                  <a:extLst>
                    <a:ext uri="{FF2B5EF4-FFF2-40B4-BE49-F238E27FC236}">
                      <a16:creationId xmlns:a16="http://schemas.microsoft.com/office/drawing/2014/main" id="{7E253353-F4CD-D19B-8FB3-EA3BAABE33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592"/>
                  <a:ext cx="0" cy="115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549" name="Line 139">
                  <a:extLst>
                    <a:ext uri="{FF2B5EF4-FFF2-40B4-BE49-F238E27FC236}">
                      <a16:creationId xmlns:a16="http://schemas.microsoft.com/office/drawing/2014/main" id="{9820AF40-8245-E5FC-8B7B-038C68048E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3744"/>
                  <a:ext cx="27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550" name="Line 140">
                  <a:extLst>
                    <a:ext uri="{FF2B5EF4-FFF2-40B4-BE49-F238E27FC236}">
                      <a16:creationId xmlns:a16="http://schemas.microsoft.com/office/drawing/2014/main" id="{F4F6C662-6E1A-BC92-EE67-694DEF0D86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96" y="3456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551" name="Oval 141">
                  <a:extLst>
                    <a:ext uri="{FF2B5EF4-FFF2-40B4-BE49-F238E27FC236}">
                      <a16:creationId xmlns:a16="http://schemas.microsoft.com/office/drawing/2014/main" id="{79E713C8-3E28-3688-022E-DD4B962152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3696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552" name="Line 142">
                  <a:extLst>
                    <a:ext uri="{FF2B5EF4-FFF2-40B4-BE49-F238E27FC236}">
                      <a16:creationId xmlns:a16="http://schemas.microsoft.com/office/drawing/2014/main" id="{1FF268E5-2DBF-91D5-41DF-8797E774AF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52" y="3456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553" name="Oval 143">
                  <a:extLst>
                    <a:ext uri="{FF2B5EF4-FFF2-40B4-BE49-F238E27FC236}">
                      <a16:creationId xmlns:a16="http://schemas.microsoft.com/office/drawing/2014/main" id="{8D11EC06-F076-A3CD-CBF7-3256B460CA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04" y="3696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15398" name="Line 144">
              <a:extLst>
                <a:ext uri="{FF2B5EF4-FFF2-40B4-BE49-F238E27FC236}">
                  <a16:creationId xmlns:a16="http://schemas.microsoft.com/office/drawing/2014/main" id="{AEB0C06B-04B8-0426-1960-D4CCC1DE96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8" y="345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399" name="Group 145">
              <a:extLst>
                <a:ext uri="{FF2B5EF4-FFF2-40B4-BE49-F238E27FC236}">
                  <a16:creationId xmlns:a16="http://schemas.microsoft.com/office/drawing/2014/main" id="{14B42E18-48A9-A6CE-313D-D309F3C001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4" y="2544"/>
              <a:ext cx="1824" cy="1152"/>
              <a:chOff x="2784" y="2544"/>
              <a:chExt cx="1824" cy="1152"/>
            </a:xfrm>
          </p:grpSpPr>
          <p:sp>
            <p:nvSpPr>
              <p:cNvPr id="15539" name="Oval 146">
                <a:extLst>
                  <a:ext uri="{FF2B5EF4-FFF2-40B4-BE49-F238E27FC236}">
                    <a16:creationId xmlns:a16="http://schemas.microsoft.com/office/drawing/2014/main" id="{3661B17B-2497-77FE-D81B-7D13F65D6A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254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15540" name="Group 147">
                <a:extLst>
                  <a:ext uri="{FF2B5EF4-FFF2-40B4-BE49-F238E27FC236}">
                    <a16:creationId xmlns:a16="http://schemas.microsoft.com/office/drawing/2014/main" id="{EFD1DABF-F9FB-BDA9-AADF-3EFDBFDCD9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32" y="2592"/>
                <a:ext cx="1776" cy="1104"/>
                <a:chOff x="2832" y="2592"/>
                <a:chExt cx="1776" cy="1104"/>
              </a:xfrm>
            </p:grpSpPr>
            <p:sp>
              <p:nvSpPr>
                <p:cNvPr id="15541" name="Line 148">
                  <a:extLst>
                    <a:ext uri="{FF2B5EF4-FFF2-40B4-BE49-F238E27FC236}">
                      <a16:creationId xmlns:a16="http://schemas.microsoft.com/office/drawing/2014/main" id="{B98921DD-908D-F9F8-678F-B4E24271F2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32" y="3648"/>
                  <a:ext cx="17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542" name="Line 149">
                  <a:extLst>
                    <a:ext uri="{FF2B5EF4-FFF2-40B4-BE49-F238E27FC236}">
                      <a16:creationId xmlns:a16="http://schemas.microsoft.com/office/drawing/2014/main" id="{941E9888-A2CE-61A8-79F6-E9459745B6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32" y="2592"/>
                  <a:ext cx="0" cy="105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543" name="Line 150">
                  <a:extLst>
                    <a:ext uri="{FF2B5EF4-FFF2-40B4-BE49-F238E27FC236}">
                      <a16:creationId xmlns:a16="http://schemas.microsoft.com/office/drawing/2014/main" id="{08EEC96A-CE55-1186-0EBF-7DA4BB31F3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08" y="34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544" name="Oval 151">
                  <a:extLst>
                    <a:ext uri="{FF2B5EF4-FFF2-40B4-BE49-F238E27FC236}">
                      <a16:creationId xmlns:a16="http://schemas.microsoft.com/office/drawing/2014/main" id="{A8CDA474-A846-BC36-CE29-3E41274E50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360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15400" name="Group 152">
              <a:extLst>
                <a:ext uri="{FF2B5EF4-FFF2-40B4-BE49-F238E27FC236}">
                  <a16:creationId xmlns:a16="http://schemas.microsoft.com/office/drawing/2014/main" id="{25552D44-FFB2-E72E-D205-0056114B75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2544"/>
              <a:ext cx="864" cy="1008"/>
              <a:chOff x="3840" y="2544"/>
              <a:chExt cx="864" cy="1008"/>
            </a:xfrm>
          </p:grpSpPr>
          <p:sp>
            <p:nvSpPr>
              <p:cNvPr id="15535" name="Line 153">
                <a:extLst>
                  <a:ext uri="{FF2B5EF4-FFF2-40B4-BE49-F238E27FC236}">
                    <a16:creationId xmlns:a16="http://schemas.microsoft.com/office/drawing/2014/main" id="{1BC3A0A9-483D-7839-2E28-BBCDF3AC17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3552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36" name="Line 154">
                <a:extLst>
                  <a:ext uri="{FF2B5EF4-FFF2-40B4-BE49-F238E27FC236}">
                    <a16:creationId xmlns:a16="http://schemas.microsoft.com/office/drawing/2014/main" id="{CF81C9EB-FDD6-BF7A-8E21-55A79ECD44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2592"/>
                <a:ext cx="0" cy="9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37" name="Oval 155">
                <a:extLst>
                  <a:ext uri="{FF2B5EF4-FFF2-40B4-BE49-F238E27FC236}">
                    <a16:creationId xmlns:a16="http://schemas.microsoft.com/office/drawing/2014/main" id="{28D9BED6-E238-33E4-E84F-A33618A6E1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0" y="254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38" name="Line 156">
                <a:extLst>
                  <a:ext uri="{FF2B5EF4-FFF2-40B4-BE49-F238E27FC236}">
                    <a16:creationId xmlns:a16="http://schemas.microsoft.com/office/drawing/2014/main" id="{441C1309-5B18-1074-0776-3E5E2C5B76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04" y="345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401" name="Line 157">
              <a:extLst>
                <a:ext uri="{FF2B5EF4-FFF2-40B4-BE49-F238E27FC236}">
                  <a16:creationId xmlns:a16="http://schemas.microsoft.com/office/drawing/2014/main" id="{021353D8-ADFC-ACA6-531F-A621520D1C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2" y="1152"/>
              <a:ext cx="0" cy="24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402" name="Group 158">
              <a:extLst>
                <a:ext uri="{FF2B5EF4-FFF2-40B4-BE49-F238E27FC236}">
                  <a16:creationId xmlns:a16="http://schemas.microsoft.com/office/drawing/2014/main" id="{8F295F6A-6253-A402-5B10-F40D865C46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96" y="1152"/>
              <a:ext cx="144" cy="1488"/>
              <a:chOff x="4896" y="1152"/>
              <a:chExt cx="144" cy="1488"/>
            </a:xfrm>
          </p:grpSpPr>
          <p:sp>
            <p:nvSpPr>
              <p:cNvPr id="15532" name="Line 159">
                <a:extLst>
                  <a:ext uri="{FF2B5EF4-FFF2-40B4-BE49-F238E27FC236}">
                    <a16:creationId xmlns:a16="http://schemas.microsoft.com/office/drawing/2014/main" id="{64F81B5D-1DC4-07C6-1957-13CD5B2394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4" y="2592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33" name="Line 160">
                <a:extLst>
                  <a:ext uri="{FF2B5EF4-FFF2-40B4-BE49-F238E27FC236}">
                    <a16:creationId xmlns:a16="http://schemas.microsoft.com/office/drawing/2014/main" id="{EDA0583E-6F46-A4CE-E7EF-4212D98DC5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40" y="1152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34" name="Oval 161">
                <a:extLst>
                  <a:ext uri="{FF2B5EF4-FFF2-40B4-BE49-F238E27FC236}">
                    <a16:creationId xmlns:a16="http://schemas.microsoft.com/office/drawing/2014/main" id="{89C83A5B-E56F-2838-F219-966A9D54C1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6" y="254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5403" name="Group 162">
              <a:extLst>
                <a:ext uri="{FF2B5EF4-FFF2-40B4-BE49-F238E27FC236}">
                  <a16:creationId xmlns:a16="http://schemas.microsoft.com/office/drawing/2014/main" id="{937786B5-9303-BA0B-0761-0A5BF37376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6" y="1152"/>
              <a:ext cx="480" cy="2448"/>
              <a:chOff x="4656" y="1152"/>
              <a:chExt cx="480" cy="2448"/>
            </a:xfrm>
          </p:grpSpPr>
          <p:sp>
            <p:nvSpPr>
              <p:cNvPr id="15530" name="Line 163">
                <a:extLst>
                  <a:ext uri="{FF2B5EF4-FFF2-40B4-BE49-F238E27FC236}">
                    <a16:creationId xmlns:a16="http://schemas.microsoft.com/office/drawing/2014/main" id="{596CDA70-26AC-1E89-B2D6-5F92BA16D8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36" y="1152"/>
                <a:ext cx="0" cy="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31" name="Oval 164">
                <a:extLst>
                  <a:ext uri="{FF2B5EF4-FFF2-40B4-BE49-F238E27FC236}">
                    <a16:creationId xmlns:a16="http://schemas.microsoft.com/office/drawing/2014/main" id="{0F901BFC-9068-3B4F-17BC-0825219961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6" y="350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5404" name="Line 165">
              <a:extLst>
                <a:ext uri="{FF2B5EF4-FFF2-40B4-BE49-F238E27FC236}">
                  <a16:creationId xmlns:a16="http://schemas.microsoft.com/office/drawing/2014/main" id="{631ABEB1-EF12-D045-F850-B042AEC6B8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355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5405" name="Group 166">
              <a:extLst>
                <a:ext uri="{FF2B5EF4-FFF2-40B4-BE49-F238E27FC236}">
                  <a16:creationId xmlns:a16="http://schemas.microsoft.com/office/drawing/2014/main" id="{D04FE348-3D79-9E7C-9B63-72BE47B133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0" y="3600"/>
              <a:ext cx="672" cy="96"/>
              <a:chOff x="4560" y="3600"/>
              <a:chExt cx="672" cy="96"/>
            </a:xfrm>
          </p:grpSpPr>
          <p:sp>
            <p:nvSpPr>
              <p:cNvPr id="15528" name="Oval 167">
                <a:extLst>
                  <a:ext uri="{FF2B5EF4-FFF2-40B4-BE49-F238E27FC236}">
                    <a16:creationId xmlns:a16="http://schemas.microsoft.com/office/drawing/2014/main" id="{C68A01A2-A7FD-47EF-AE01-C82C61698C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0" y="36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29" name="Line 168">
                <a:extLst>
                  <a:ext uri="{FF2B5EF4-FFF2-40B4-BE49-F238E27FC236}">
                    <a16:creationId xmlns:a16="http://schemas.microsoft.com/office/drawing/2014/main" id="{F9BE5EDE-E45B-9A8E-A92B-3304F58D31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8" y="364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5406" name="Group 169">
              <a:extLst>
                <a:ext uri="{FF2B5EF4-FFF2-40B4-BE49-F238E27FC236}">
                  <a16:creationId xmlns:a16="http://schemas.microsoft.com/office/drawing/2014/main" id="{08D86B79-4B1E-7733-E1D2-B107940FDD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4" y="1152"/>
              <a:ext cx="864" cy="2640"/>
              <a:chOff x="4464" y="1152"/>
              <a:chExt cx="864" cy="2640"/>
            </a:xfrm>
          </p:grpSpPr>
          <p:sp>
            <p:nvSpPr>
              <p:cNvPr id="15525" name="Line 170">
                <a:extLst>
                  <a:ext uri="{FF2B5EF4-FFF2-40B4-BE49-F238E27FC236}">
                    <a16:creationId xmlns:a16="http://schemas.microsoft.com/office/drawing/2014/main" id="{89285686-3A36-5885-9825-8B84BEE4DC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8" y="1152"/>
                <a:ext cx="0" cy="25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526" name="Oval 171">
                <a:extLst>
                  <a:ext uri="{FF2B5EF4-FFF2-40B4-BE49-F238E27FC236}">
                    <a16:creationId xmlns:a16="http://schemas.microsoft.com/office/drawing/2014/main" id="{EBC74F0C-C80D-7BE6-E939-4A7355974E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36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527" name="Line 172">
                <a:extLst>
                  <a:ext uri="{FF2B5EF4-FFF2-40B4-BE49-F238E27FC236}">
                    <a16:creationId xmlns:a16="http://schemas.microsoft.com/office/drawing/2014/main" id="{CFDDA3C2-5C6D-85AC-3C3F-31E3C1532F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12" y="3744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5407" name="Group 173">
              <a:extLst>
                <a:ext uri="{FF2B5EF4-FFF2-40B4-BE49-F238E27FC236}">
                  <a16:creationId xmlns:a16="http://schemas.microsoft.com/office/drawing/2014/main" id="{CF143441-D32B-A90C-997D-9193AA0B1C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1152"/>
              <a:ext cx="4464" cy="2976"/>
              <a:chOff x="192" y="1152"/>
              <a:chExt cx="4464" cy="2976"/>
            </a:xfrm>
          </p:grpSpPr>
          <p:grpSp>
            <p:nvGrpSpPr>
              <p:cNvPr id="15509" name="Group 174">
                <a:extLst>
                  <a:ext uri="{FF2B5EF4-FFF2-40B4-BE49-F238E27FC236}">
                    <a16:creationId xmlns:a16="http://schemas.microsoft.com/office/drawing/2014/main" id="{6C54CEDD-D723-C9BE-A840-D567ABD8678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1152"/>
                <a:ext cx="4464" cy="2592"/>
                <a:chOff x="192" y="1440"/>
                <a:chExt cx="4464" cy="2592"/>
              </a:xfrm>
            </p:grpSpPr>
            <p:grpSp>
              <p:nvGrpSpPr>
                <p:cNvPr id="15511" name="Group 175">
                  <a:extLst>
                    <a:ext uri="{FF2B5EF4-FFF2-40B4-BE49-F238E27FC236}">
                      <a16:creationId xmlns:a16="http://schemas.microsoft.com/office/drawing/2014/main" id="{FF4CA51D-A48B-031B-B769-A042DBF27A7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2" y="3446"/>
                  <a:ext cx="336" cy="298"/>
                  <a:chOff x="2256" y="3072"/>
                  <a:chExt cx="336" cy="298"/>
                </a:xfrm>
              </p:grpSpPr>
              <p:sp>
                <p:nvSpPr>
                  <p:cNvPr id="15522" name="Rectangle 176">
                    <a:extLst>
                      <a:ext uri="{FF2B5EF4-FFF2-40B4-BE49-F238E27FC236}">
                        <a16:creationId xmlns:a16="http://schemas.microsoft.com/office/drawing/2014/main" id="{60EEE3BF-E67C-8184-0995-EF05B3C534D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256" y="3168"/>
                    <a:ext cx="288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523" name="Oval 177">
                    <a:extLst>
                      <a:ext uri="{FF2B5EF4-FFF2-40B4-BE49-F238E27FC236}">
                        <a16:creationId xmlns:a16="http://schemas.microsoft.com/office/drawing/2014/main" id="{184AF9DA-DA9F-30D1-F469-E11F44E120C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352" y="3072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524" name="Text Box 178">
                    <a:extLst>
                      <a:ext uri="{FF2B5EF4-FFF2-40B4-BE49-F238E27FC236}">
                        <a16:creationId xmlns:a16="http://schemas.microsoft.com/office/drawing/2014/main" id="{ED75FE98-7A02-10D6-14D4-89C207691CF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56" y="3120"/>
                    <a:ext cx="3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endParaRPr lang="zh-CN" altLang="zh-CN" sz="2000"/>
                  </a:p>
                </p:txBody>
              </p:sp>
            </p:grpSp>
            <p:sp>
              <p:nvSpPr>
                <p:cNvPr id="15512" name="Line 179">
                  <a:extLst>
                    <a:ext uri="{FF2B5EF4-FFF2-40B4-BE49-F238E27FC236}">
                      <a16:creationId xmlns:a16="http://schemas.microsoft.com/office/drawing/2014/main" id="{837875D8-56E2-99F0-788E-E3290AAB18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6" y="3744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513" name="Line 180">
                  <a:extLst>
                    <a:ext uri="{FF2B5EF4-FFF2-40B4-BE49-F238E27FC236}">
                      <a16:creationId xmlns:a16="http://schemas.microsoft.com/office/drawing/2014/main" id="{B4C82953-8726-62EE-94C2-C9E95131D28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6" y="1536"/>
                  <a:ext cx="0" cy="19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514" name="Line 181">
                  <a:extLst>
                    <a:ext uri="{FF2B5EF4-FFF2-40B4-BE49-F238E27FC236}">
                      <a16:creationId xmlns:a16="http://schemas.microsoft.com/office/drawing/2014/main" id="{760BDF41-AE6F-5E9E-C141-643CEB5F16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6" y="1536"/>
                  <a:ext cx="432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515" name="Line 182">
                  <a:extLst>
                    <a:ext uri="{FF2B5EF4-FFF2-40B4-BE49-F238E27FC236}">
                      <a16:creationId xmlns:a16="http://schemas.microsoft.com/office/drawing/2014/main" id="{A05427DB-79CF-B283-639A-15314F5C18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56" y="144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516" name="Line 183">
                  <a:extLst>
                    <a:ext uri="{FF2B5EF4-FFF2-40B4-BE49-F238E27FC236}">
                      <a16:creationId xmlns:a16="http://schemas.microsoft.com/office/drawing/2014/main" id="{4638523F-AED1-3F89-F77A-897F08545AA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0" y="144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517" name="Line 184">
                  <a:extLst>
                    <a:ext uri="{FF2B5EF4-FFF2-40B4-BE49-F238E27FC236}">
                      <a16:creationId xmlns:a16="http://schemas.microsoft.com/office/drawing/2014/main" id="{3CCB3931-4F04-942D-1DEC-1DE7EFC5EE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592" y="144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518" name="Line 185">
                  <a:extLst>
                    <a:ext uri="{FF2B5EF4-FFF2-40B4-BE49-F238E27FC236}">
                      <a16:creationId xmlns:a16="http://schemas.microsoft.com/office/drawing/2014/main" id="{ABA8B70A-7E06-2099-5090-9ACC7FA095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536" y="144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519" name="Oval 186">
                  <a:extLst>
                    <a:ext uri="{FF2B5EF4-FFF2-40B4-BE49-F238E27FC236}">
                      <a16:creationId xmlns:a16="http://schemas.microsoft.com/office/drawing/2014/main" id="{7C894A57-D456-EB28-20CA-CCC98A6882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88" y="1488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520" name="Oval 187">
                  <a:extLst>
                    <a:ext uri="{FF2B5EF4-FFF2-40B4-BE49-F238E27FC236}">
                      <a16:creationId xmlns:a16="http://schemas.microsoft.com/office/drawing/2014/main" id="{FFC04E00-20B2-C0C9-76DE-8823ECDCC8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4" y="1488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521" name="Oval 188">
                  <a:extLst>
                    <a:ext uri="{FF2B5EF4-FFF2-40B4-BE49-F238E27FC236}">
                      <a16:creationId xmlns:a16="http://schemas.microsoft.com/office/drawing/2014/main" id="{44847D6F-5822-40E8-4EB4-477352C7F0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1488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5510" name="Line 189">
                <a:extLst>
                  <a:ext uri="{FF2B5EF4-FFF2-40B4-BE49-F238E27FC236}">
                    <a16:creationId xmlns:a16="http://schemas.microsoft.com/office/drawing/2014/main" id="{412807E6-DBE3-2B8C-D19E-C869B11192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3744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5408" name="Group 190">
              <a:extLst>
                <a:ext uri="{FF2B5EF4-FFF2-40B4-BE49-F238E27FC236}">
                  <a16:creationId xmlns:a16="http://schemas.microsoft.com/office/drawing/2014/main" id="{618B86C3-FDA2-F3D9-CE24-2E14FA8A71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1824"/>
              <a:ext cx="3792" cy="2304"/>
              <a:chOff x="432" y="1824"/>
              <a:chExt cx="3792" cy="2304"/>
            </a:xfrm>
          </p:grpSpPr>
          <p:grpSp>
            <p:nvGrpSpPr>
              <p:cNvPr id="15487" name="Group 191">
                <a:extLst>
                  <a:ext uri="{FF2B5EF4-FFF2-40B4-BE49-F238E27FC236}">
                    <a16:creationId xmlns:a16="http://schemas.microsoft.com/office/drawing/2014/main" id="{539B0A13-3707-C726-96DD-B14430FF79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" y="1824"/>
                <a:ext cx="3792" cy="1920"/>
                <a:chOff x="432" y="2112"/>
                <a:chExt cx="3792" cy="1920"/>
              </a:xfrm>
            </p:grpSpPr>
            <p:grpSp>
              <p:nvGrpSpPr>
                <p:cNvPr id="15489" name="Group 192">
                  <a:extLst>
                    <a:ext uri="{FF2B5EF4-FFF2-40B4-BE49-F238E27FC236}">
                      <a16:creationId xmlns:a16="http://schemas.microsoft.com/office/drawing/2014/main" id="{16FAB038-0EAD-C1EE-3D0F-1FBA677F3E4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32" y="2928"/>
                  <a:ext cx="336" cy="298"/>
                  <a:chOff x="432" y="2928"/>
                  <a:chExt cx="336" cy="298"/>
                </a:xfrm>
              </p:grpSpPr>
              <p:grpSp>
                <p:nvGrpSpPr>
                  <p:cNvPr id="15504" name="Group 193">
                    <a:extLst>
                      <a:ext uri="{FF2B5EF4-FFF2-40B4-BE49-F238E27FC236}">
                        <a16:creationId xmlns:a16="http://schemas.microsoft.com/office/drawing/2014/main" id="{0EB6638B-6311-CF5B-5C4F-F9871FBB44F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32" y="2928"/>
                    <a:ext cx="336" cy="298"/>
                    <a:chOff x="2256" y="3072"/>
                    <a:chExt cx="336" cy="298"/>
                  </a:xfrm>
                </p:grpSpPr>
                <p:sp>
                  <p:nvSpPr>
                    <p:cNvPr id="15506" name="Rectangle 194">
                      <a:extLst>
                        <a:ext uri="{FF2B5EF4-FFF2-40B4-BE49-F238E27FC236}">
                          <a16:creationId xmlns:a16="http://schemas.microsoft.com/office/drawing/2014/main" id="{9296B25E-DC56-AB63-3C05-6025C43E3D5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56" y="3168"/>
                      <a:ext cx="288" cy="192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80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5507" name="Oval 195">
                      <a:extLst>
                        <a:ext uri="{FF2B5EF4-FFF2-40B4-BE49-F238E27FC236}">
                          <a16:creationId xmlns:a16="http://schemas.microsoft.com/office/drawing/2014/main" id="{B9FEFAB4-DB1C-C74D-05FB-7AA452E5E11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52" y="3072"/>
                      <a:ext cx="96" cy="96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80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5508" name="Text Box 196">
                      <a:extLst>
                        <a:ext uri="{FF2B5EF4-FFF2-40B4-BE49-F238E27FC236}">
                          <a16:creationId xmlns:a16="http://schemas.microsoft.com/office/drawing/2014/main" id="{9E57C2EC-D16D-76F4-1B61-E4D3943F0AF5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256" y="3120"/>
                      <a:ext cx="336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50000"/>
                        </a:spcBef>
                        <a:buClrTx/>
                        <a:buFontTx/>
                        <a:buNone/>
                      </a:pPr>
                      <a:endParaRPr lang="zh-CN" altLang="zh-CN" sz="2000"/>
                    </a:p>
                  </p:txBody>
                </p:sp>
              </p:grpSp>
              <p:sp>
                <p:nvSpPr>
                  <p:cNvPr id="15505" name="Text Box 197">
                    <a:extLst>
                      <a:ext uri="{FF2B5EF4-FFF2-40B4-BE49-F238E27FC236}">
                        <a16:creationId xmlns:a16="http://schemas.microsoft.com/office/drawing/2014/main" id="{CAA12640-9AFF-354D-BCF3-E042596F59B0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2" y="2976"/>
                    <a:ext cx="28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r>
                      <a:rPr lang="en-US" altLang="zh-CN" sz="2000"/>
                      <a:t>+</a:t>
                    </a:r>
                  </a:p>
                </p:txBody>
              </p:sp>
            </p:grpSp>
            <p:sp>
              <p:nvSpPr>
                <p:cNvPr id="15490" name="Line 198">
                  <a:extLst>
                    <a:ext uri="{FF2B5EF4-FFF2-40B4-BE49-F238E27FC236}">
                      <a16:creationId xmlns:a16="http://schemas.microsoft.com/office/drawing/2014/main" id="{3FDD2A49-65B7-7B55-A756-EDEB1CFE4D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3216"/>
                  <a:ext cx="0" cy="81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91" name="Line 199">
                  <a:extLst>
                    <a:ext uri="{FF2B5EF4-FFF2-40B4-BE49-F238E27FC236}">
                      <a16:creationId xmlns:a16="http://schemas.microsoft.com/office/drawing/2014/main" id="{553BE729-29DC-DE26-DE35-0B4875DC75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76" y="2256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92" name="Line 200">
                  <a:extLst>
                    <a:ext uri="{FF2B5EF4-FFF2-40B4-BE49-F238E27FC236}">
                      <a16:creationId xmlns:a16="http://schemas.microsoft.com/office/drawing/2014/main" id="{0445AE59-8681-44FD-41FC-8D306CADA90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256"/>
                  <a:ext cx="36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93" name="Line 201">
                  <a:extLst>
                    <a:ext uri="{FF2B5EF4-FFF2-40B4-BE49-F238E27FC236}">
                      <a16:creationId xmlns:a16="http://schemas.microsoft.com/office/drawing/2014/main" id="{5DE75EF9-2DDE-88EA-6364-12F56DBFE0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8" y="2112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94" name="Line 202">
                  <a:extLst>
                    <a:ext uri="{FF2B5EF4-FFF2-40B4-BE49-F238E27FC236}">
                      <a16:creationId xmlns:a16="http://schemas.microsoft.com/office/drawing/2014/main" id="{398F6A8C-10E9-0F33-D0DF-A6299165EB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2" y="2112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95" name="Line 203">
                  <a:extLst>
                    <a:ext uri="{FF2B5EF4-FFF2-40B4-BE49-F238E27FC236}">
                      <a16:creationId xmlns:a16="http://schemas.microsoft.com/office/drawing/2014/main" id="{9095530D-A780-FB41-14DE-2324958C80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6" y="2112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96" name="Line 204">
                  <a:extLst>
                    <a:ext uri="{FF2B5EF4-FFF2-40B4-BE49-F238E27FC236}">
                      <a16:creationId xmlns:a16="http://schemas.microsoft.com/office/drawing/2014/main" id="{1FCAA920-0369-6876-EDA2-9DE17E60E3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24" y="2112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97" name="Line 205">
                  <a:extLst>
                    <a:ext uri="{FF2B5EF4-FFF2-40B4-BE49-F238E27FC236}">
                      <a16:creationId xmlns:a16="http://schemas.microsoft.com/office/drawing/2014/main" id="{D123F734-2364-744E-1453-374DE451E5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24" y="3312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98" name="Line 206">
                  <a:extLst>
                    <a:ext uri="{FF2B5EF4-FFF2-40B4-BE49-F238E27FC236}">
                      <a16:creationId xmlns:a16="http://schemas.microsoft.com/office/drawing/2014/main" id="{09FDD7A7-3F16-8A51-14B6-548BB945C5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24" y="32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99" name="Oval 207">
                  <a:extLst>
                    <a:ext uri="{FF2B5EF4-FFF2-40B4-BE49-F238E27FC236}">
                      <a16:creationId xmlns:a16="http://schemas.microsoft.com/office/drawing/2014/main" id="{6BFD8166-7D61-7957-F74D-00EB05B87E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208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500" name="Oval 208">
                  <a:extLst>
                    <a:ext uri="{FF2B5EF4-FFF2-40B4-BE49-F238E27FC236}">
                      <a16:creationId xmlns:a16="http://schemas.microsoft.com/office/drawing/2014/main" id="{618F4D40-A59C-DD5B-2A7A-D1F99DE05B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64" y="2208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501" name="Oval 209">
                  <a:extLst>
                    <a:ext uri="{FF2B5EF4-FFF2-40B4-BE49-F238E27FC236}">
                      <a16:creationId xmlns:a16="http://schemas.microsoft.com/office/drawing/2014/main" id="{FF031A56-5FE6-AB6C-BBF8-6103A01358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8" y="2208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502" name="Oval 210">
                  <a:extLst>
                    <a:ext uri="{FF2B5EF4-FFF2-40B4-BE49-F238E27FC236}">
                      <a16:creationId xmlns:a16="http://schemas.microsoft.com/office/drawing/2014/main" id="{08B4DE1F-F4B9-CA28-E7DB-291913EDFE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" y="278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503" name="Oval 211">
                  <a:extLst>
                    <a:ext uri="{FF2B5EF4-FFF2-40B4-BE49-F238E27FC236}">
                      <a16:creationId xmlns:a16="http://schemas.microsoft.com/office/drawing/2014/main" id="{B08DBF43-6E5A-3A13-A676-1AB091EA6B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2" y="326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5488" name="Line 212">
                <a:extLst>
                  <a:ext uri="{FF2B5EF4-FFF2-40B4-BE49-F238E27FC236}">
                    <a16:creationId xmlns:a16="http://schemas.microsoft.com/office/drawing/2014/main" id="{8E3F9F9D-4BA5-2B50-A493-70A2BCA862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3696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5409" name="Group 213">
              <a:extLst>
                <a:ext uri="{FF2B5EF4-FFF2-40B4-BE49-F238E27FC236}">
                  <a16:creationId xmlns:a16="http://schemas.microsoft.com/office/drawing/2014/main" id="{68534D9F-F108-DAE7-BBB7-8FCFB49D83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1824"/>
              <a:ext cx="3888" cy="2304"/>
              <a:chOff x="768" y="1824"/>
              <a:chExt cx="3888" cy="2304"/>
            </a:xfrm>
          </p:grpSpPr>
          <p:grpSp>
            <p:nvGrpSpPr>
              <p:cNvPr id="15466" name="Group 214">
                <a:extLst>
                  <a:ext uri="{FF2B5EF4-FFF2-40B4-BE49-F238E27FC236}">
                    <a16:creationId xmlns:a16="http://schemas.microsoft.com/office/drawing/2014/main" id="{D7E3209D-807F-D1A8-B877-BEA27708AD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8" y="1824"/>
                <a:ext cx="3888" cy="1920"/>
                <a:chOff x="768" y="2112"/>
                <a:chExt cx="3888" cy="1920"/>
              </a:xfrm>
            </p:grpSpPr>
            <p:grpSp>
              <p:nvGrpSpPr>
                <p:cNvPr id="15468" name="Group 215">
                  <a:extLst>
                    <a:ext uri="{FF2B5EF4-FFF2-40B4-BE49-F238E27FC236}">
                      <a16:creationId xmlns:a16="http://schemas.microsoft.com/office/drawing/2014/main" id="{F5552799-BDF3-478E-18D3-12B156D0481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16" y="3446"/>
                  <a:ext cx="336" cy="298"/>
                  <a:chOff x="2256" y="3072"/>
                  <a:chExt cx="336" cy="298"/>
                </a:xfrm>
              </p:grpSpPr>
              <p:sp>
                <p:nvSpPr>
                  <p:cNvPr id="15484" name="Rectangle 216">
                    <a:extLst>
                      <a:ext uri="{FF2B5EF4-FFF2-40B4-BE49-F238E27FC236}">
                        <a16:creationId xmlns:a16="http://schemas.microsoft.com/office/drawing/2014/main" id="{C15ED7AF-8226-7E13-B7C2-FC2124CB145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256" y="3168"/>
                    <a:ext cx="288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485" name="Oval 217">
                    <a:extLst>
                      <a:ext uri="{FF2B5EF4-FFF2-40B4-BE49-F238E27FC236}">
                        <a16:creationId xmlns:a16="http://schemas.microsoft.com/office/drawing/2014/main" id="{1EA9EE84-76D3-FD60-C9DF-4C7AFBDD82A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352" y="3072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486" name="Text Box 218">
                    <a:extLst>
                      <a:ext uri="{FF2B5EF4-FFF2-40B4-BE49-F238E27FC236}">
                        <a16:creationId xmlns:a16="http://schemas.microsoft.com/office/drawing/2014/main" id="{5F3D3199-25FA-8DF3-A5FD-DBA054ACC657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56" y="3120"/>
                    <a:ext cx="3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endParaRPr lang="zh-CN" altLang="zh-CN" sz="2000"/>
                  </a:p>
                </p:txBody>
              </p:sp>
            </p:grpSp>
            <p:grpSp>
              <p:nvGrpSpPr>
                <p:cNvPr id="15469" name="Group 219">
                  <a:extLst>
                    <a:ext uri="{FF2B5EF4-FFF2-40B4-BE49-F238E27FC236}">
                      <a16:creationId xmlns:a16="http://schemas.microsoft.com/office/drawing/2014/main" id="{31322B81-3962-C614-F568-427D50FEE99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68" y="2448"/>
                  <a:ext cx="336" cy="298"/>
                  <a:chOff x="2256" y="3072"/>
                  <a:chExt cx="336" cy="298"/>
                </a:xfrm>
              </p:grpSpPr>
              <p:sp>
                <p:nvSpPr>
                  <p:cNvPr id="15481" name="Rectangle 220">
                    <a:extLst>
                      <a:ext uri="{FF2B5EF4-FFF2-40B4-BE49-F238E27FC236}">
                        <a16:creationId xmlns:a16="http://schemas.microsoft.com/office/drawing/2014/main" id="{E52EC74C-3C8B-4061-01FD-C33FDF49B56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256" y="3168"/>
                    <a:ext cx="288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482" name="Oval 221">
                    <a:extLst>
                      <a:ext uri="{FF2B5EF4-FFF2-40B4-BE49-F238E27FC236}">
                        <a16:creationId xmlns:a16="http://schemas.microsoft.com/office/drawing/2014/main" id="{A41F7EEF-1F86-B296-A13D-2A530FF3109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352" y="3072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483" name="Text Box 222">
                    <a:extLst>
                      <a:ext uri="{FF2B5EF4-FFF2-40B4-BE49-F238E27FC236}">
                        <a16:creationId xmlns:a16="http://schemas.microsoft.com/office/drawing/2014/main" id="{42642E1D-9C3E-E420-6EF5-B079C3535734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56" y="3120"/>
                    <a:ext cx="3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r>
                      <a:rPr lang="en-US" altLang="zh-CN" sz="2000"/>
                      <a:t>+</a:t>
                    </a:r>
                  </a:p>
                </p:txBody>
              </p:sp>
            </p:grpSp>
            <p:sp>
              <p:nvSpPr>
                <p:cNvPr id="15470" name="Line 223">
                  <a:extLst>
                    <a:ext uri="{FF2B5EF4-FFF2-40B4-BE49-F238E27FC236}">
                      <a16:creationId xmlns:a16="http://schemas.microsoft.com/office/drawing/2014/main" id="{A0EB1862-F930-2DE0-323F-FBC60105B3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60" y="2736"/>
                  <a:ext cx="0" cy="7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1" name="Line 224">
                  <a:extLst>
                    <a:ext uri="{FF2B5EF4-FFF2-40B4-BE49-F238E27FC236}">
                      <a16:creationId xmlns:a16="http://schemas.microsoft.com/office/drawing/2014/main" id="{16DB8DE8-B8D5-7DA0-4161-2C1E395BC0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0" y="3744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2" name="Line 225">
                  <a:extLst>
                    <a:ext uri="{FF2B5EF4-FFF2-40B4-BE49-F238E27FC236}">
                      <a16:creationId xmlns:a16="http://schemas.microsoft.com/office/drawing/2014/main" id="{6A428547-7C27-C11C-92E5-1545FEB826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12" y="2352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3" name="Line 226">
                  <a:extLst>
                    <a:ext uri="{FF2B5EF4-FFF2-40B4-BE49-F238E27FC236}">
                      <a16:creationId xmlns:a16="http://schemas.microsoft.com/office/drawing/2014/main" id="{8153EA71-C497-4BF3-25A9-E18D4A150A2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2" y="2352"/>
                  <a:ext cx="374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4" name="Line 227">
                  <a:extLst>
                    <a:ext uri="{FF2B5EF4-FFF2-40B4-BE49-F238E27FC236}">
                      <a16:creationId xmlns:a16="http://schemas.microsoft.com/office/drawing/2014/main" id="{E607419C-E27E-CC93-9880-88AB7459D7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56" y="2112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5" name="Line 228">
                  <a:extLst>
                    <a:ext uri="{FF2B5EF4-FFF2-40B4-BE49-F238E27FC236}">
                      <a16:creationId xmlns:a16="http://schemas.microsoft.com/office/drawing/2014/main" id="{73664B87-3C06-71C5-C769-6D1FD6E12D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440" y="2112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6" name="Line 229">
                  <a:extLst>
                    <a:ext uri="{FF2B5EF4-FFF2-40B4-BE49-F238E27FC236}">
                      <a16:creationId xmlns:a16="http://schemas.microsoft.com/office/drawing/2014/main" id="{B8171AE4-8BBB-2572-8DE0-357CD4593B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544" y="2112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7" name="Line 230">
                  <a:extLst>
                    <a:ext uri="{FF2B5EF4-FFF2-40B4-BE49-F238E27FC236}">
                      <a16:creationId xmlns:a16="http://schemas.microsoft.com/office/drawing/2014/main" id="{FBD02EC9-07CC-F0EA-3AE8-2CBAE5DB1D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48" y="2112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78" name="Oval 231">
                  <a:extLst>
                    <a:ext uri="{FF2B5EF4-FFF2-40B4-BE49-F238E27FC236}">
                      <a16:creationId xmlns:a16="http://schemas.microsoft.com/office/drawing/2014/main" id="{5D9F1C02-7AE3-1F59-807B-2C539E23C4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2" y="230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479" name="Oval 232">
                  <a:extLst>
                    <a:ext uri="{FF2B5EF4-FFF2-40B4-BE49-F238E27FC236}">
                      <a16:creationId xmlns:a16="http://schemas.microsoft.com/office/drawing/2014/main" id="{ED89F653-BF62-B275-BA6C-B884228FF4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230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15480" name="Oval 233">
                  <a:extLst>
                    <a:ext uri="{FF2B5EF4-FFF2-40B4-BE49-F238E27FC236}">
                      <a16:creationId xmlns:a16="http://schemas.microsoft.com/office/drawing/2014/main" id="{729FC2D8-0163-FFA0-C3EB-80901828088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30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5467" name="Line 234">
                <a:extLst>
                  <a:ext uri="{FF2B5EF4-FFF2-40B4-BE49-F238E27FC236}">
                    <a16:creationId xmlns:a16="http://schemas.microsoft.com/office/drawing/2014/main" id="{5D3B7E7F-395A-FBAA-AB74-16593B6B3F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3648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410" name="Line 235">
              <a:extLst>
                <a:ext uri="{FF2B5EF4-FFF2-40B4-BE49-F238E27FC236}">
                  <a16:creationId xmlns:a16="http://schemas.microsoft.com/office/drawing/2014/main" id="{3CB0C67F-1E86-3303-4AB2-3E2F0C950B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80" y="28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11" name="Text Box 236">
              <a:extLst>
                <a:ext uri="{FF2B5EF4-FFF2-40B4-BE49-F238E27FC236}">
                  <a16:creationId xmlns:a16="http://schemas.microsoft.com/office/drawing/2014/main" id="{730E2732-F0AD-1AA4-C85B-8BFDBC6EEE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" y="3926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CP</a:t>
              </a:r>
            </a:p>
          </p:txBody>
        </p:sp>
        <p:sp>
          <p:nvSpPr>
            <p:cNvPr id="15412" name="Text Box 237">
              <a:extLst>
                <a:ext uri="{FF2B5EF4-FFF2-40B4-BE49-F238E27FC236}">
                  <a16:creationId xmlns:a16="http://schemas.microsoft.com/office/drawing/2014/main" id="{6EE6BA03-CA0C-2DBE-509C-AC23BBE2A5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926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L</a:t>
              </a:r>
            </a:p>
          </p:txBody>
        </p:sp>
        <p:sp>
          <p:nvSpPr>
            <p:cNvPr id="15413" name="Text Box 238">
              <a:extLst>
                <a:ext uri="{FF2B5EF4-FFF2-40B4-BE49-F238E27FC236}">
                  <a16:creationId xmlns:a16="http://schemas.microsoft.com/office/drawing/2014/main" id="{7392AACB-B555-08CC-27E6-E591E96441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3926"/>
              <a:ext cx="4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CLR</a:t>
              </a:r>
            </a:p>
          </p:txBody>
        </p:sp>
        <p:grpSp>
          <p:nvGrpSpPr>
            <p:cNvPr id="15414" name="Group 239">
              <a:extLst>
                <a:ext uri="{FF2B5EF4-FFF2-40B4-BE49-F238E27FC236}">
                  <a16:creationId xmlns:a16="http://schemas.microsoft.com/office/drawing/2014/main" id="{ABA6F7E3-E34E-F846-5EE2-477B6AA4EB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1824"/>
              <a:ext cx="3552" cy="2362"/>
              <a:chOff x="1104" y="1824"/>
              <a:chExt cx="3552" cy="2362"/>
            </a:xfrm>
          </p:grpSpPr>
          <p:sp>
            <p:nvSpPr>
              <p:cNvPr id="15458" name="Line 240">
                <a:extLst>
                  <a:ext uri="{FF2B5EF4-FFF2-40B4-BE49-F238E27FC236}">
                    <a16:creationId xmlns:a16="http://schemas.microsoft.com/office/drawing/2014/main" id="{1A78CB62-13CF-4032-C51D-B4831709CC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1824"/>
                <a:ext cx="0" cy="23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59" name="Line 241">
                <a:extLst>
                  <a:ext uri="{FF2B5EF4-FFF2-40B4-BE49-F238E27FC236}">
                    <a16:creationId xmlns:a16="http://schemas.microsoft.com/office/drawing/2014/main" id="{98031B29-F42E-CB74-F031-277E87CD59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1824"/>
                <a:ext cx="0" cy="2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60" name="Line 242">
                <a:extLst>
                  <a:ext uri="{FF2B5EF4-FFF2-40B4-BE49-F238E27FC236}">
                    <a16:creationId xmlns:a16="http://schemas.microsoft.com/office/drawing/2014/main" id="{4D24E985-D0C3-E91B-DF0D-C0B29C42D5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1824"/>
                <a:ext cx="0" cy="2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61" name="Line 243">
                <a:extLst>
                  <a:ext uri="{FF2B5EF4-FFF2-40B4-BE49-F238E27FC236}">
                    <a16:creationId xmlns:a16="http://schemas.microsoft.com/office/drawing/2014/main" id="{2294E59C-0E33-80A3-966B-39F99244D2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0" y="1824"/>
                <a:ext cx="0" cy="2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62" name="Text Box 244">
                <a:extLst>
                  <a:ext uri="{FF2B5EF4-FFF2-40B4-BE49-F238E27FC236}">
                    <a16:creationId xmlns:a16="http://schemas.microsoft.com/office/drawing/2014/main" id="{FDAE3D65-B6F3-AD14-CE18-C862A4F627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4" y="3926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A</a:t>
                </a:r>
              </a:p>
            </p:txBody>
          </p:sp>
          <p:sp>
            <p:nvSpPr>
              <p:cNvPr id="15463" name="Text Box 245">
                <a:extLst>
                  <a:ext uri="{FF2B5EF4-FFF2-40B4-BE49-F238E27FC236}">
                    <a16:creationId xmlns:a16="http://schemas.microsoft.com/office/drawing/2014/main" id="{CC8A7261-9CA8-91E5-352C-2CDFBCBFFF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0" y="3926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B</a:t>
                </a:r>
              </a:p>
            </p:txBody>
          </p:sp>
          <p:sp>
            <p:nvSpPr>
              <p:cNvPr id="15464" name="Text Box 246">
                <a:extLst>
                  <a:ext uri="{FF2B5EF4-FFF2-40B4-BE49-F238E27FC236}">
                    <a16:creationId xmlns:a16="http://schemas.microsoft.com/office/drawing/2014/main" id="{3E7FDC3E-F09F-7F78-DF1F-B8AB9F34D8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4" y="3936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</a:t>
                </a:r>
              </a:p>
            </p:txBody>
          </p:sp>
          <p:sp>
            <p:nvSpPr>
              <p:cNvPr id="15465" name="Text Box 247">
                <a:extLst>
                  <a:ext uri="{FF2B5EF4-FFF2-40B4-BE49-F238E27FC236}">
                    <a16:creationId xmlns:a16="http://schemas.microsoft.com/office/drawing/2014/main" id="{2FF3D10A-FC6E-6BFB-6C5B-B95FAAF80D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2" y="3936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D</a:t>
                </a:r>
              </a:p>
            </p:txBody>
          </p:sp>
        </p:grpSp>
        <p:grpSp>
          <p:nvGrpSpPr>
            <p:cNvPr id="15415" name="Group 248">
              <a:extLst>
                <a:ext uri="{FF2B5EF4-FFF2-40B4-BE49-F238E27FC236}">
                  <a16:creationId xmlns:a16="http://schemas.microsoft.com/office/drawing/2014/main" id="{B41ABA18-D03F-ECB8-D9E0-ABFDF69B32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124"/>
              <a:ext cx="3552" cy="500"/>
              <a:chOff x="1152" y="124"/>
              <a:chExt cx="3552" cy="500"/>
            </a:xfrm>
          </p:grpSpPr>
          <p:grpSp>
            <p:nvGrpSpPr>
              <p:cNvPr id="15448" name="Group 249">
                <a:extLst>
                  <a:ext uri="{FF2B5EF4-FFF2-40B4-BE49-F238E27FC236}">
                    <a16:creationId xmlns:a16="http://schemas.microsoft.com/office/drawing/2014/main" id="{0E55714F-1E5F-15FF-93DB-D4E53B0F7F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52" y="288"/>
                <a:ext cx="3216" cy="336"/>
                <a:chOff x="1152" y="288"/>
                <a:chExt cx="3216" cy="336"/>
              </a:xfrm>
            </p:grpSpPr>
            <p:sp>
              <p:nvSpPr>
                <p:cNvPr id="15454" name="Line 250">
                  <a:extLst>
                    <a:ext uri="{FF2B5EF4-FFF2-40B4-BE49-F238E27FC236}">
                      <a16:creationId xmlns:a16="http://schemas.microsoft.com/office/drawing/2014/main" id="{C96A01D8-6845-1967-8F6F-927F30C4F9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152" y="28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55" name="Line 251">
                  <a:extLst>
                    <a:ext uri="{FF2B5EF4-FFF2-40B4-BE49-F238E27FC236}">
                      <a16:creationId xmlns:a16="http://schemas.microsoft.com/office/drawing/2014/main" id="{80331247-D377-200E-A3D3-51EEBBBB62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304" y="28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56" name="Line 252">
                  <a:extLst>
                    <a:ext uri="{FF2B5EF4-FFF2-40B4-BE49-F238E27FC236}">
                      <a16:creationId xmlns:a16="http://schemas.microsoft.com/office/drawing/2014/main" id="{77FA822F-184D-25C3-F353-059D099CD8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60" y="28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57" name="Line 253">
                  <a:extLst>
                    <a:ext uri="{FF2B5EF4-FFF2-40B4-BE49-F238E27FC236}">
                      <a16:creationId xmlns:a16="http://schemas.microsoft.com/office/drawing/2014/main" id="{FEA00803-71A4-5761-1782-728D6490F8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368" y="28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5449" name="Group 254">
                <a:extLst>
                  <a:ext uri="{FF2B5EF4-FFF2-40B4-BE49-F238E27FC236}">
                    <a16:creationId xmlns:a16="http://schemas.microsoft.com/office/drawing/2014/main" id="{CB61A0AD-CD54-0D72-8202-346FDAA37A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52" y="124"/>
                <a:ext cx="3552" cy="260"/>
                <a:chOff x="1152" y="124"/>
                <a:chExt cx="3552" cy="260"/>
              </a:xfrm>
            </p:grpSpPr>
            <p:sp>
              <p:nvSpPr>
                <p:cNvPr id="15450" name="Text Box 255">
                  <a:extLst>
                    <a:ext uri="{FF2B5EF4-FFF2-40B4-BE49-F238E27FC236}">
                      <a16:creationId xmlns:a16="http://schemas.microsoft.com/office/drawing/2014/main" id="{47A238F0-59F3-A1CB-C236-4A6E9FDC49C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52" y="124"/>
                  <a:ext cx="3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Q</a:t>
                  </a:r>
                  <a:r>
                    <a:rPr lang="en-US" altLang="zh-CN" sz="2400" baseline="-25000"/>
                    <a:t>A</a:t>
                  </a:r>
                </a:p>
              </p:txBody>
            </p:sp>
            <p:sp>
              <p:nvSpPr>
                <p:cNvPr id="15451" name="Text Box 256">
                  <a:extLst>
                    <a:ext uri="{FF2B5EF4-FFF2-40B4-BE49-F238E27FC236}">
                      <a16:creationId xmlns:a16="http://schemas.microsoft.com/office/drawing/2014/main" id="{9B0F98C0-0BA3-0914-20C0-31B18340370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56" y="124"/>
                  <a:ext cx="3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Q</a:t>
                  </a:r>
                  <a:r>
                    <a:rPr lang="en-US" altLang="zh-CN" sz="2400" baseline="-25000"/>
                    <a:t>B</a:t>
                  </a:r>
                </a:p>
              </p:txBody>
            </p:sp>
            <p:sp>
              <p:nvSpPr>
                <p:cNvPr id="15452" name="Text Box 257">
                  <a:extLst>
                    <a:ext uri="{FF2B5EF4-FFF2-40B4-BE49-F238E27FC236}">
                      <a16:creationId xmlns:a16="http://schemas.microsoft.com/office/drawing/2014/main" id="{A61F7343-FC43-A420-AADF-E0C30F9F27E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12" y="134"/>
                  <a:ext cx="3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Q</a:t>
                  </a:r>
                  <a:r>
                    <a:rPr lang="en-US" altLang="zh-CN" sz="2400" baseline="-25000"/>
                    <a:t>C</a:t>
                  </a:r>
                </a:p>
              </p:txBody>
            </p:sp>
            <p:sp>
              <p:nvSpPr>
                <p:cNvPr id="15453" name="Text Box 258">
                  <a:extLst>
                    <a:ext uri="{FF2B5EF4-FFF2-40B4-BE49-F238E27FC236}">
                      <a16:creationId xmlns:a16="http://schemas.microsoft.com/office/drawing/2014/main" id="{65C25BA9-70D6-E978-B09E-1513A3974CD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20" y="134"/>
                  <a:ext cx="3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Q</a:t>
                  </a:r>
                  <a:r>
                    <a:rPr lang="en-US" altLang="zh-CN" sz="2400" baseline="-25000"/>
                    <a:t>D</a:t>
                  </a:r>
                </a:p>
              </p:txBody>
            </p:sp>
          </p:grpSp>
        </p:grpSp>
        <p:sp>
          <p:nvSpPr>
            <p:cNvPr id="15416" name="Text Box 259">
              <a:extLst>
                <a:ext uri="{FF2B5EF4-FFF2-40B4-BE49-F238E27FC236}">
                  <a16:creationId xmlns:a16="http://schemas.microsoft.com/office/drawing/2014/main" id="{6209B176-2FA3-DA90-4E42-CD4111BC0B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2" y="182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RC</a:t>
              </a:r>
            </a:p>
          </p:txBody>
        </p:sp>
        <p:grpSp>
          <p:nvGrpSpPr>
            <p:cNvPr id="15417" name="Group 260">
              <a:extLst>
                <a:ext uri="{FF2B5EF4-FFF2-40B4-BE49-F238E27FC236}">
                  <a16:creationId xmlns:a16="http://schemas.microsoft.com/office/drawing/2014/main" id="{C595DB61-3554-0BD2-4221-98CB08742D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6" y="2448"/>
              <a:ext cx="4464" cy="1872"/>
              <a:chOff x="1296" y="2448"/>
              <a:chExt cx="4464" cy="1872"/>
            </a:xfrm>
          </p:grpSpPr>
          <p:grpSp>
            <p:nvGrpSpPr>
              <p:cNvPr id="15427" name="Group 261">
                <a:extLst>
                  <a:ext uri="{FF2B5EF4-FFF2-40B4-BE49-F238E27FC236}">
                    <a16:creationId xmlns:a16="http://schemas.microsoft.com/office/drawing/2014/main" id="{63B608DB-8D00-1A19-E4FA-E3632095A4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96" y="2448"/>
                <a:ext cx="4416" cy="1584"/>
                <a:chOff x="1296" y="2448"/>
                <a:chExt cx="4416" cy="1584"/>
              </a:xfrm>
            </p:grpSpPr>
            <p:grpSp>
              <p:nvGrpSpPr>
                <p:cNvPr id="15430" name="Group 262">
                  <a:extLst>
                    <a:ext uri="{FF2B5EF4-FFF2-40B4-BE49-F238E27FC236}">
                      <a16:creationId xmlns:a16="http://schemas.microsoft.com/office/drawing/2014/main" id="{36C63D9E-5F84-5035-DEDE-C7FBA7C5355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96" y="2448"/>
                  <a:ext cx="4416" cy="1200"/>
                  <a:chOff x="1296" y="2448"/>
                  <a:chExt cx="4416" cy="1200"/>
                </a:xfrm>
              </p:grpSpPr>
              <p:grpSp>
                <p:nvGrpSpPr>
                  <p:cNvPr id="15433" name="Group 263">
                    <a:extLst>
                      <a:ext uri="{FF2B5EF4-FFF2-40B4-BE49-F238E27FC236}">
                        <a16:creationId xmlns:a16="http://schemas.microsoft.com/office/drawing/2014/main" id="{6E3D4BB4-D102-CD5E-109E-88322E2F933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376" y="3216"/>
                    <a:ext cx="336" cy="432"/>
                    <a:chOff x="5088" y="3504"/>
                    <a:chExt cx="336" cy="432"/>
                  </a:xfrm>
                </p:grpSpPr>
                <p:sp>
                  <p:nvSpPr>
                    <p:cNvPr id="15444" name="Rectangle 264">
                      <a:extLst>
                        <a:ext uri="{FF2B5EF4-FFF2-40B4-BE49-F238E27FC236}">
                          <a16:creationId xmlns:a16="http://schemas.microsoft.com/office/drawing/2014/main" id="{F9EE444A-1BB0-666F-37A6-A1514A45F4A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88" y="3552"/>
                      <a:ext cx="288" cy="192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80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5445" name="Text Box 265">
                      <a:extLst>
                        <a:ext uri="{FF2B5EF4-FFF2-40B4-BE49-F238E27FC236}">
                          <a16:creationId xmlns:a16="http://schemas.microsoft.com/office/drawing/2014/main" id="{7218A20D-9E68-67F2-9D4B-72B83C7577A1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088" y="3504"/>
                      <a:ext cx="336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50000"/>
                        </a:spcBef>
                        <a:buClrTx/>
                        <a:buFontTx/>
                        <a:buNone/>
                      </a:pPr>
                      <a:endParaRPr lang="zh-CN" altLang="zh-CN" sz="2000"/>
                    </a:p>
                  </p:txBody>
                </p:sp>
                <p:sp>
                  <p:nvSpPr>
                    <p:cNvPr id="15446" name="Line 266">
                      <a:extLst>
                        <a:ext uri="{FF2B5EF4-FFF2-40B4-BE49-F238E27FC236}">
                          <a16:creationId xmlns:a16="http://schemas.microsoft.com/office/drawing/2014/main" id="{4001F0FE-E5E6-6A40-28F5-DE4AC9E9052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184" y="3744"/>
                      <a:ext cx="0" cy="19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5447" name="Line 267">
                      <a:extLst>
                        <a:ext uri="{FF2B5EF4-FFF2-40B4-BE49-F238E27FC236}">
                          <a16:creationId xmlns:a16="http://schemas.microsoft.com/office/drawing/2014/main" id="{3FF79E1E-DE90-FF9E-2246-76BCAE40304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328" y="3744"/>
                      <a:ext cx="0" cy="19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15434" name="Line 268">
                    <a:extLst>
                      <a:ext uri="{FF2B5EF4-FFF2-40B4-BE49-F238E27FC236}">
                        <a16:creationId xmlns:a16="http://schemas.microsoft.com/office/drawing/2014/main" id="{3D8747EF-557D-2C8A-C398-9F32FA00F23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96" y="3024"/>
                    <a:ext cx="422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15435" name="Group 269">
                    <a:extLst>
                      <a:ext uri="{FF2B5EF4-FFF2-40B4-BE49-F238E27FC236}">
                        <a16:creationId xmlns:a16="http://schemas.microsoft.com/office/drawing/2014/main" id="{3243136C-8869-D932-404C-41C461F8E8D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96" y="2448"/>
                    <a:ext cx="4224" cy="816"/>
                    <a:chOff x="1296" y="2448"/>
                    <a:chExt cx="4224" cy="816"/>
                  </a:xfrm>
                </p:grpSpPr>
                <p:sp>
                  <p:nvSpPr>
                    <p:cNvPr id="15436" name="Line 270">
                      <a:extLst>
                        <a:ext uri="{FF2B5EF4-FFF2-40B4-BE49-F238E27FC236}">
                          <a16:creationId xmlns:a16="http://schemas.microsoft.com/office/drawing/2014/main" id="{30AE6D7F-E0A7-1A2B-A111-C073F20B228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512" y="2880"/>
                      <a:ext cx="0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5437" name="Line 271">
                      <a:extLst>
                        <a:ext uri="{FF2B5EF4-FFF2-40B4-BE49-F238E27FC236}">
                          <a16:creationId xmlns:a16="http://schemas.microsoft.com/office/drawing/2014/main" id="{03532169-6AF2-FF2A-237D-AF1C784CBED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5520" y="3024"/>
                      <a:ext cx="0" cy="24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5438" name="Line 272">
                      <a:extLst>
                        <a:ext uri="{FF2B5EF4-FFF2-40B4-BE49-F238E27FC236}">
                          <a16:creationId xmlns:a16="http://schemas.microsoft.com/office/drawing/2014/main" id="{B2B2C036-BB21-7795-09CF-4770CB16983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96" y="2448"/>
                      <a:ext cx="0" cy="57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5439" name="Line 273">
                      <a:extLst>
                        <a:ext uri="{FF2B5EF4-FFF2-40B4-BE49-F238E27FC236}">
                          <a16:creationId xmlns:a16="http://schemas.microsoft.com/office/drawing/2014/main" id="{B241328C-E615-CB4A-A3DB-B74747FBD74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400" y="2880"/>
                      <a:ext cx="0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5440" name="Line 274">
                      <a:extLst>
                        <a:ext uri="{FF2B5EF4-FFF2-40B4-BE49-F238E27FC236}">
                          <a16:creationId xmlns:a16="http://schemas.microsoft.com/office/drawing/2014/main" id="{BBDF8B11-A866-8B0C-C2EA-847BA965793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504" y="2880"/>
                      <a:ext cx="0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5441" name="Oval 275">
                      <a:extLst>
                        <a:ext uri="{FF2B5EF4-FFF2-40B4-BE49-F238E27FC236}">
                          <a16:creationId xmlns:a16="http://schemas.microsoft.com/office/drawing/2014/main" id="{7A4589E5-AAB5-7BD8-AAB5-BC0F56BEEF4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52" y="2976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80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5442" name="Oval 276">
                      <a:extLst>
                        <a:ext uri="{FF2B5EF4-FFF2-40B4-BE49-F238E27FC236}">
                          <a16:creationId xmlns:a16="http://schemas.microsoft.com/office/drawing/2014/main" id="{84E5FCBC-7ABF-A6EB-AE17-3CD7DDD7913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456" y="2976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80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5443" name="Oval 277">
                      <a:extLst>
                        <a:ext uri="{FF2B5EF4-FFF2-40B4-BE49-F238E27FC236}">
                          <a16:creationId xmlns:a16="http://schemas.microsoft.com/office/drawing/2014/main" id="{FFA9D986-3C4D-E373-DFF9-9BE94C8D336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64" y="2976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800">
                        <a:latin typeface="Times New Roman" panose="02020603050405020304" pitchFamily="18" charset="0"/>
                      </a:endParaRPr>
                    </a:p>
                  </p:txBody>
                </p:sp>
              </p:grpSp>
            </p:grpSp>
            <p:sp>
              <p:nvSpPr>
                <p:cNvPr id="15431" name="Line 278">
                  <a:extLst>
                    <a:ext uri="{FF2B5EF4-FFF2-40B4-BE49-F238E27FC236}">
                      <a16:creationId xmlns:a16="http://schemas.microsoft.com/office/drawing/2014/main" id="{39CC0858-1818-7B6F-8CED-43CFFE3461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472" y="3648"/>
                  <a:ext cx="0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432" name="Line 279">
                  <a:extLst>
                    <a:ext uri="{FF2B5EF4-FFF2-40B4-BE49-F238E27FC236}">
                      <a16:creationId xmlns:a16="http://schemas.microsoft.com/office/drawing/2014/main" id="{0BDA5B62-9962-C3A7-ED31-CFB883E64C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616" y="3648"/>
                  <a:ext cx="0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5428" name="Text Box 280">
                <a:extLst>
                  <a:ext uri="{FF2B5EF4-FFF2-40B4-BE49-F238E27FC236}">
                    <a16:creationId xmlns:a16="http://schemas.microsoft.com/office/drawing/2014/main" id="{57C3D117-3191-F8E0-CCA8-3EA45BB781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76" y="407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P</a:t>
                </a:r>
              </a:p>
            </p:txBody>
          </p:sp>
          <p:sp>
            <p:nvSpPr>
              <p:cNvPr id="15429" name="Text Box 281">
                <a:extLst>
                  <a:ext uri="{FF2B5EF4-FFF2-40B4-BE49-F238E27FC236}">
                    <a16:creationId xmlns:a16="http://schemas.microsoft.com/office/drawing/2014/main" id="{02FF159D-8D46-62C9-0DCD-ED2AC4F0FF5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20" y="407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T</a:t>
                </a:r>
              </a:p>
            </p:txBody>
          </p:sp>
        </p:grpSp>
        <p:grpSp>
          <p:nvGrpSpPr>
            <p:cNvPr id="15418" name="Group 282">
              <a:extLst>
                <a:ext uri="{FF2B5EF4-FFF2-40B4-BE49-F238E27FC236}">
                  <a16:creationId xmlns:a16="http://schemas.microsoft.com/office/drawing/2014/main" id="{BAFAC382-4636-0C75-4488-378C1EE471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76" y="1152"/>
              <a:ext cx="336" cy="2496"/>
              <a:chOff x="5376" y="1152"/>
              <a:chExt cx="336" cy="2496"/>
            </a:xfrm>
          </p:grpSpPr>
          <p:sp>
            <p:nvSpPr>
              <p:cNvPr id="15419" name="Rectangle 283">
                <a:extLst>
                  <a:ext uri="{FF2B5EF4-FFF2-40B4-BE49-F238E27FC236}">
                    <a16:creationId xmlns:a16="http://schemas.microsoft.com/office/drawing/2014/main" id="{69CD8F39-469F-9231-2066-1B30095CAA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6" y="2640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20" name="Oval 284">
                <a:extLst>
                  <a:ext uri="{FF2B5EF4-FFF2-40B4-BE49-F238E27FC236}">
                    <a16:creationId xmlns:a16="http://schemas.microsoft.com/office/drawing/2014/main" id="{F9674C61-041F-8446-9473-88584B51E7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4" y="2544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421" name="Line 285">
                <a:extLst>
                  <a:ext uri="{FF2B5EF4-FFF2-40B4-BE49-F238E27FC236}">
                    <a16:creationId xmlns:a16="http://schemas.microsoft.com/office/drawing/2014/main" id="{B2D408DE-A121-CF31-CF1A-5BF6CD86C1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16" y="3600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22" name="Line 286">
                <a:extLst>
                  <a:ext uri="{FF2B5EF4-FFF2-40B4-BE49-F238E27FC236}">
                    <a16:creationId xmlns:a16="http://schemas.microsoft.com/office/drawing/2014/main" id="{EDEEE218-751C-7ACF-60D1-1061E46C70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12" y="2880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23" name="Line 287">
                <a:extLst>
                  <a:ext uri="{FF2B5EF4-FFF2-40B4-BE49-F238E27FC236}">
                    <a16:creationId xmlns:a16="http://schemas.microsoft.com/office/drawing/2014/main" id="{0CEA45A6-EA18-3D21-7452-FABBBFE91E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72" y="288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24" name="Line 288">
                <a:extLst>
                  <a:ext uri="{FF2B5EF4-FFF2-40B4-BE49-F238E27FC236}">
                    <a16:creationId xmlns:a16="http://schemas.microsoft.com/office/drawing/2014/main" id="{9A6FD82A-737C-6D11-6A68-96F250F360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72" y="2784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25" name="Line 289">
                <a:extLst>
                  <a:ext uri="{FF2B5EF4-FFF2-40B4-BE49-F238E27FC236}">
                    <a16:creationId xmlns:a16="http://schemas.microsoft.com/office/drawing/2014/main" id="{1EE38DF5-2356-F428-54D7-F2F64D2634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72" y="1152"/>
                <a:ext cx="0" cy="13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26" name="Oval 290">
                <a:extLst>
                  <a:ext uri="{FF2B5EF4-FFF2-40B4-BE49-F238E27FC236}">
                    <a16:creationId xmlns:a16="http://schemas.microsoft.com/office/drawing/2014/main" id="{7F0DDAF6-0A6A-0D5A-1D11-0A907B8731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8" y="355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723235" name="Text Box 291">
            <a:extLst>
              <a:ext uri="{FF2B5EF4-FFF2-40B4-BE49-F238E27FC236}">
                <a16:creationId xmlns:a16="http://schemas.microsoft.com/office/drawing/2014/main" id="{C424D24A-7F7F-B52E-6CE6-F9723B93DD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86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/>
              <a:t>74163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AD56229A-4C47-860B-FECB-3CF0879EC2A7}"/>
              </a:ext>
            </a:extLst>
          </p:cNvPr>
          <p:cNvGrpSpPr>
            <a:grpSpLocks/>
          </p:cNvGrpSpPr>
          <p:nvPr/>
        </p:nvGrpSpPr>
        <p:grpSpPr bwMode="auto">
          <a:xfrm>
            <a:off x="5634038" y="149225"/>
            <a:ext cx="3282950" cy="6032500"/>
            <a:chOff x="5633448" y="149552"/>
            <a:chExt cx="3283791" cy="6032173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35C2AF98-13D3-5602-5701-692E55E55305}"/>
                </a:ext>
              </a:extLst>
            </p:cNvPr>
            <p:cNvSpPr/>
            <p:nvPr/>
          </p:nvSpPr>
          <p:spPr>
            <a:xfrm>
              <a:off x="8026423" y="517832"/>
              <a:ext cx="890816" cy="5663893"/>
            </a:xfrm>
            <a:prstGeom prst="ellipse">
              <a:avLst/>
            </a:prstGeom>
            <a:noFill/>
            <a:ln w="635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5367" name="文本框 2">
              <a:extLst>
                <a:ext uri="{FF2B5EF4-FFF2-40B4-BE49-F238E27FC236}">
                  <a16:creationId xmlns:a16="http://schemas.microsoft.com/office/drawing/2014/main" id="{BA77EAE5-E09B-43F7-332C-3B920467AA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3448" y="149552"/>
              <a:ext cx="1676400" cy="523220"/>
            </a:xfrm>
            <a:prstGeom prst="rect">
              <a:avLst/>
            </a:prstGeom>
            <a:noFill/>
            <a:ln w="63500">
              <a:solidFill>
                <a:srgbClr val="FFC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b="1">
                  <a:solidFill>
                    <a:srgbClr val="FFC000"/>
                  </a:solidFill>
                </a:rPr>
                <a:t>组合逻辑</a:t>
              </a:r>
            </a:p>
          </p:txBody>
        </p: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45768B61-238F-AA12-416C-7152AB14C112}"/>
                </a:ext>
              </a:extLst>
            </p:cNvPr>
            <p:cNvCxnSpPr>
              <a:endCxn id="2" idx="1"/>
            </p:cNvCxnSpPr>
            <p:nvPr/>
          </p:nvCxnSpPr>
          <p:spPr>
            <a:xfrm>
              <a:off x="7310277" y="697210"/>
              <a:ext cx="846354" cy="649252"/>
            </a:xfrm>
            <a:prstGeom prst="straightConnector1">
              <a:avLst/>
            </a:prstGeom>
            <a:ln w="6350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3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3235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402" name="Rectangle 2">
            <a:extLst>
              <a:ext uri="{FF2B5EF4-FFF2-40B4-BE49-F238E27FC236}">
                <a16:creationId xmlns:a16="http://schemas.microsoft.com/office/drawing/2014/main" id="{A89A0536-582E-5866-B242-A5FB7F0568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计数器</a:t>
            </a:r>
          </a:p>
        </p:txBody>
      </p:sp>
      <p:sp>
        <p:nvSpPr>
          <p:cNvPr id="742403" name="Rectangle 3">
            <a:extLst>
              <a:ext uri="{FF2B5EF4-FFF2-40B4-BE49-F238E27FC236}">
                <a16:creationId xmlns:a16="http://schemas.microsoft.com/office/drawing/2014/main" id="{E160BA93-6E4A-4415-58E9-DA16156600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908050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集成化的计数器各功能的实现</a:t>
            </a:r>
          </a:p>
          <a:p>
            <a:pPr lvl="1" eaLnBrk="1" hangingPunct="1">
              <a:defRPr/>
            </a:pPr>
            <a:r>
              <a:rPr lang="zh-CN" altLang="en-US" dirty="0"/>
              <a:t>允许（禁止）端：</a:t>
            </a:r>
            <a:r>
              <a:rPr lang="en-US" altLang="zh-CN" dirty="0"/>
              <a:t>T (Trickle)</a:t>
            </a:r>
          </a:p>
          <a:p>
            <a:pPr eaLnBrk="1" hangingPunct="1">
              <a:defRPr/>
            </a:pPr>
            <a:endParaRPr lang="en-US" altLang="zh-CN" dirty="0"/>
          </a:p>
        </p:txBody>
      </p:sp>
      <p:sp>
        <p:nvSpPr>
          <p:cNvPr id="11" name="灯片编号占位符 5">
            <a:extLst>
              <a:ext uri="{FF2B5EF4-FFF2-40B4-BE49-F238E27FC236}">
                <a16:creationId xmlns:a16="http://schemas.microsoft.com/office/drawing/2014/main" id="{8FBC0437-E114-7E71-10D3-8F0853CC4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21500" y="6065838"/>
            <a:ext cx="1905000" cy="457200"/>
          </a:xfrm>
        </p:spPr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A4217B5F-439C-4177-BF5A-B2C777CBFA1C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17</a:t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742405" name="Rectangle 5">
            <a:extLst>
              <a:ext uri="{FF2B5EF4-FFF2-40B4-BE49-F238E27FC236}">
                <a16:creationId xmlns:a16="http://schemas.microsoft.com/office/drawing/2014/main" id="{66860332-55AE-59EC-2AB4-7D3462DC5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936750"/>
            <a:ext cx="762000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3" eaLnBrk="1" hangingPunct="1">
              <a:spcBef>
                <a:spcPct val="20000"/>
              </a:spcBef>
              <a:buClr>
                <a:srgbClr val="FFFF00"/>
              </a:buClr>
              <a:buFont typeface="Wingdings" pitchFamily="2" charset="2"/>
              <a:buNone/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）当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＝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时，触发器保持</a:t>
            </a:r>
          </a:p>
          <a:p>
            <a:pPr lvl="3" eaLnBrk="1" hangingPunct="1">
              <a:spcBef>
                <a:spcPct val="20000"/>
              </a:spcBef>
              <a:buClr>
                <a:srgbClr val="FFFF00"/>
              </a:buClr>
              <a:buFont typeface="Wingdings" pitchFamily="2" charset="2"/>
              <a:buNone/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）当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＝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时，允许计数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756D576-B39F-8878-9487-C9B540F8077E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2855913"/>
            <a:ext cx="7561263" cy="1941512"/>
            <a:chOff x="1772666" y="3706277"/>
            <a:chExt cx="7560840" cy="1940792"/>
          </a:xfrm>
        </p:grpSpPr>
        <p:sp>
          <p:nvSpPr>
            <p:cNvPr id="17416" name="文本框 12">
              <a:extLst>
                <a:ext uri="{FF2B5EF4-FFF2-40B4-BE49-F238E27FC236}">
                  <a16:creationId xmlns:a16="http://schemas.microsoft.com/office/drawing/2014/main" id="{E8395803-06DC-8D22-8124-B7D8802A65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2666" y="3706277"/>
              <a:ext cx="6719584" cy="508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—           —           —</a:t>
              </a:r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A</a:t>
              </a:r>
              <a:r>
                <a:rPr lang="en-US" altLang="zh-CN" sz="2400"/>
                <a:t>= CLR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L</a:t>
              </a:r>
              <a:r>
                <a:rPr lang="en-US" altLang="zh-CN" sz="2400"/>
                <a:t>A+L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T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A</a:t>
              </a:r>
              <a:r>
                <a:rPr lang="en-US" altLang="zh-CN" sz="2400"/>
                <a:t>+T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A </a:t>
              </a:r>
              <a:r>
                <a:rPr lang="zh-CN" altLang="en-US" sz="2400"/>
                <a:t>））</a:t>
              </a:r>
            </a:p>
          </p:txBody>
        </p:sp>
        <p:sp>
          <p:nvSpPr>
            <p:cNvPr id="17417" name="文本框 13">
              <a:extLst>
                <a:ext uri="{FF2B5EF4-FFF2-40B4-BE49-F238E27FC236}">
                  <a16:creationId xmlns:a16="http://schemas.microsoft.com/office/drawing/2014/main" id="{05762EF6-69F0-823E-565C-3F2509CA44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1834" y="4125421"/>
              <a:ext cx="6719584" cy="56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—           —       </a:t>
              </a:r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B</a:t>
              </a:r>
              <a:r>
                <a:rPr lang="en-US" altLang="zh-CN" sz="2400"/>
                <a:t>= CLR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L</a:t>
              </a:r>
              <a:r>
                <a:rPr lang="en-US" altLang="zh-CN" sz="2400"/>
                <a:t>B+L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T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B</a:t>
              </a:r>
              <a:r>
                <a:rPr lang="en-US" altLang="zh-CN" sz="2400">
                  <a:sym typeface="Symbol" panose="05050102010706020507" pitchFamily="18" charset="2"/>
                </a:rPr>
                <a:t>+T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B</a:t>
              </a:r>
              <a:r>
                <a:rPr lang="en-US" altLang="zh-CN" sz="240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A</a:t>
              </a:r>
              <a:r>
                <a:rPr lang="zh-CN" altLang="en-US" sz="2400">
                  <a:sym typeface="Symbol" panose="05050102010706020507" pitchFamily="18" charset="2"/>
                </a:rPr>
                <a:t>）））</a:t>
              </a:r>
              <a:endParaRPr lang="zh-CN" altLang="en-US" sz="2400"/>
            </a:p>
          </p:txBody>
        </p:sp>
        <p:sp>
          <p:nvSpPr>
            <p:cNvPr id="17418" name="文本框 14">
              <a:extLst>
                <a:ext uri="{FF2B5EF4-FFF2-40B4-BE49-F238E27FC236}">
                  <a16:creationId xmlns:a16="http://schemas.microsoft.com/office/drawing/2014/main" id="{806BC223-1509-1CC8-DF9E-3708C26DA6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1834" y="4616604"/>
              <a:ext cx="7373808" cy="56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—           —</a:t>
              </a:r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C</a:t>
              </a:r>
              <a:r>
                <a:rPr lang="en-US" altLang="zh-CN" sz="2400"/>
                <a:t>= CLR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L</a:t>
              </a:r>
              <a:r>
                <a:rPr lang="en-US" altLang="zh-CN" sz="2400"/>
                <a:t>C+L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T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C</a:t>
              </a:r>
              <a:r>
                <a:rPr lang="en-US" altLang="zh-CN" sz="2400">
                  <a:sym typeface="Symbol" panose="05050102010706020507" pitchFamily="18" charset="2"/>
                </a:rPr>
                <a:t>+T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C </a:t>
              </a:r>
              <a:r>
                <a:rPr lang="en-US" altLang="zh-CN" sz="240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B</a:t>
              </a:r>
              <a:r>
                <a:rPr lang="en-US" altLang="zh-CN" sz="240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A</a:t>
              </a:r>
              <a:r>
                <a:rPr lang="zh-CN" altLang="en-US" sz="2400">
                  <a:sym typeface="Symbol" panose="05050102010706020507" pitchFamily="18" charset="2"/>
                </a:rPr>
                <a:t> ）））</a:t>
              </a:r>
              <a:endParaRPr lang="zh-CN" altLang="en-US" sz="2400" baseline="-25000"/>
            </a:p>
          </p:txBody>
        </p:sp>
        <p:sp>
          <p:nvSpPr>
            <p:cNvPr id="17419" name="文本框 15">
              <a:extLst>
                <a:ext uri="{FF2B5EF4-FFF2-40B4-BE49-F238E27FC236}">
                  <a16:creationId xmlns:a16="http://schemas.microsoft.com/office/drawing/2014/main" id="{20D1B79E-AD6F-CEFC-76FB-B12EEA91F2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1226" y="5087044"/>
              <a:ext cx="7492280" cy="56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—            —</a:t>
              </a:r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D</a:t>
              </a:r>
              <a:r>
                <a:rPr lang="en-US" altLang="zh-CN" sz="2400"/>
                <a:t>= CLR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L</a:t>
              </a:r>
              <a:r>
                <a:rPr lang="en-US" altLang="zh-CN" sz="2400"/>
                <a:t>D+L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T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D</a:t>
              </a:r>
              <a:r>
                <a:rPr lang="en-US" altLang="zh-CN" sz="2400">
                  <a:sym typeface="Symbol" panose="05050102010706020507" pitchFamily="18" charset="2"/>
                </a:rPr>
                <a:t>+T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D</a:t>
              </a:r>
              <a:r>
                <a:rPr lang="en-US" altLang="zh-CN" sz="240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C</a:t>
              </a:r>
              <a:r>
                <a:rPr lang="en-US" altLang="zh-CN" sz="240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B</a:t>
              </a:r>
              <a:r>
                <a:rPr lang="en-US" altLang="zh-CN" sz="240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A</a:t>
              </a:r>
              <a:r>
                <a:rPr lang="zh-CN" altLang="en-US" sz="2400">
                  <a:sym typeface="Symbol" panose="05050102010706020507" pitchFamily="18" charset="2"/>
                </a:rPr>
                <a:t> ）））</a:t>
              </a:r>
              <a:endParaRPr lang="zh-CN" altLang="en-US" sz="2400" baseline="-25000"/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97BC6AD2-E16A-1592-F71E-96D706354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5713" y="4910138"/>
            <a:ext cx="31003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RC= Q</a:t>
            </a:r>
            <a:r>
              <a:rPr lang="en-US" altLang="zh-CN" sz="2400" baseline="-25000" dirty="0"/>
              <a:t>D</a:t>
            </a:r>
            <a:r>
              <a:rPr lang="en-US" altLang="zh-CN" sz="2400" dirty="0">
                <a:sym typeface="Symbol" panose="05050102010706020507" pitchFamily="18" charset="2"/>
              </a:rPr>
              <a:t>Q</a:t>
            </a:r>
            <a:r>
              <a:rPr lang="en-US" altLang="zh-CN" sz="2400" baseline="-25000" dirty="0">
                <a:sym typeface="Symbol" panose="05050102010706020507" pitchFamily="18" charset="2"/>
              </a:rPr>
              <a:t>C</a:t>
            </a:r>
            <a:r>
              <a:rPr lang="en-US" altLang="zh-CN" sz="2400" dirty="0">
                <a:sym typeface="Symbol" panose="05050102010706020507" pitchFamily="18" charset="2"/>
              </a:rPr>
              <a:t>Q</a:t>
            </a:r>
            <a:r>
              <a:rPr lang="en-US" altLang="zh-CN" sz="2400" baseline="-25000" dirty="0">
                <a:sym typeface="Symbol" panose="05050102010706020507" pitchFamily="18" charset="2"/>
              </a:rPr>
              <a:t>B</a:t>
            </a:r>
            <a:r>
              <a:rPr lang="en-US" altLang="zh-CN" sz="2400" dirty="0">
                <a:sym typeface="Symbol" panose="05050102010706020507" pitchFamily="18" charset="2"/>
              </a:rPr>
              <a:t>Q</a:t>
            </a:r>
            <a:r>
              <a:rPr lang="en-US" altLang="zh-CN" sz="2400" baseline="-25000" dirty="0">
                <a:sym typeface="Symbol" panose="05050102010706020507" pitchFamily="18" charset="2"/>
              </a:rPr>
              <a:t>A</a:t>
            </a:r>
            <a:r>
              <a:rPr lang="en-US" altLang="zh-CN" sz="2400" dirty="0">
                <a:sym typeface="Symbol" panose="05050102010706020507" pitchFamily="18" charset="2"/>
              </a:rPr>
              <a:t>T</a:t>
            </a:r>
            <a:endParaRPr lang="zh-CN" altLang="en-US" sz="2400" baseline="-2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42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2405" grpId="0" autoUpdateAnimBg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450" name="Rectangle 2">
            <a:extLst>
              <a:ext uri="{FF2B5EF4-FFF2-40B4-BE49-F238E27FC236}">
                <a16:creationId xmlns:a16="http://schemas.microsoft.com/office/drawing/2014/main" id="{4F9D5047-0F7C-CBD7-2ED3-CF1C5E8F7C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3820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计数器</a:t>
            </a:r>
          </a:p>
        </p:txBody>
      </p:sp>
      <p:sp>
        <p:nvSpPr>
          <p:cNvPr id="18435" name="Text Box 60">
            <a:extLst>
              <a:ext uri="{FF2B5EF4-FFF2-40B4-BE49-F238E27FC236}">
                <a16:creationId xmlns:a16="http://schemas.microsoft.com/office/drawing/2014/main" id="{8BFC32B6-765D-FC5E-BA5A-383DA22F28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61975" y="1285875"/>
            <a:ext cx="8153400" cy="4648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effectLst/>
                <a:latin typeface="Georgia" panose="02040502050405020303" pitchFamily="18" charset="0"/>
              </a:rPr>
              <a:t>第一种：串行扩展，</a:t>
            </a:r>
            <a:r>
              <a:rPr lang="en-US" altLang="zh-CN" sz="2400" b="1">
                <a:effectLst/>
                <a:latin typeface="Georgia" panose="02040502050405020303" pitchFamily="18" charset="0"/>
              </a:rPr>
              <a:t>RC</a:t>
            </a:r>
            <a:r>
              <a:rPr lang="zh-CN" altLang="en-US" sz="2400" b="1">
                <a:effectLst/>
                <a:latin typeface="Georgia" panose="02040502050405020303" pitchFamily="18" charset="0"/>
              </a:rPr>
              <a:t>逐片传送</a:t>
            </a:r>
          </a:p>
        </p:txBody>
      </p:sp>
      <p:sp>
        <p:nvSpPr>
          <p:cNvPr id="75" name="灯片编号占位符 5">
            <a:extLst>
              <a:ext uri="{FF2B5EF4-FFF2-40B4-BE49-F238E27FC236}">
                <a16:creationId xmlns:a16="http://schemas.microsoft.com/office/drawing/2014/main" id="{A5F757A4-0402-A644-79AF-6EFFAD0B4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33583187-F739-4EDC-98BF-76B516415A19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18</a:t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744514" name="Text Box 66">
            <a:extLst>
              <a:ext uri="{FF2B5EF4-FFF2-40B4-BE49-F238E27FC236}">
                <a16:creationId xmlns:a16="http://schemas.microsoft.com/office/drawing/2014/main" id="{52793276-6894-ADE2-A281-BC0A10A573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688" y="4686300"/>
            <a:ext cx="914400" cy="45720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问题：</a:t>
            </a:r>
          </a:p>
        </p:txBody>
      </p:sp>
      <p:grpSp>
        <p:nvGrpSpPr>
          <p:cNvPr id="18438" name="Group 72">
            <a:extLst>
              <a:ext uri="{FF2B5EF4-FFF2-40B4-BE49-F238E27FC236}">
                <a16:creationId xmlns:a16="http://schemas.microsoft.com/office/drawing/2014/main" id="{36CCCCA7-1DE7-EF4B-2EE4-57050DFCC029}"/>
              </a:ext>
            </a:extLst>
          </p:cNvPr>
          <p:cNvGrpSpPr>
            <a:grpSpLocks/>
          </p:cNvGrpSpPr>
          <p:nvPr/>
        </p:nvGrpSpPr>
        <p:grpSpPr bwMode="auto">
          <a:xfrm>
            <a:off x="700088" y="1928813"/>
            <a:ext cx="8229600" cy="2686050"/>
            <a:chOff x="240" y="1392"/>
            <a:chExt cx="5184" cy="1692"/>
          </a:xfrm>
        </p:grpSpPr>
        <p:grpSp>
          <p:nvGrpSpPr>
            <p:cNvPr id="18441" name="Group 3">
              <a:extLst>
                <a:ext uri="{FF2B5EF4-FFF2-40B4-BE49-F238E27FC236}">
                  <a16:creationId xmlns:a16="http://schemas.microsoft.com/office/drawing/2014/main" id="{5727B079-6117-68E9-E1E1-A592DFCE1F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1932"/>
              <a:ext cx="1296" cy="874"/>
              <a:chOff x="144" y="1536"/>
              <a:chExt cx="1296" cy="874"/>
            </a:xfrm>
          </p:grpSpPr>
          <p:sp>
            <p:nvSpPr>
              <p:cNvPr id="18497" name="Rectangle 4">
                <a:extLst>
                  <a:ext uri="{FF2B5EF4-FFF2-40B4-BE49-F238E27FC236}">
                    <a16:creationId xmlns:a16="http://schemas.microsoft.com/office/drawing/2014/main" id="{42ED8065-BD3D-8C32-AA56-7DDD06148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680"/>
                <a:ext cx="960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98" name="Rectangle 5">
                <a:extLst>
                  <a:ext uri="{FF2B5EF4-FFF2-40B4-BE49-F238E27FC236}">
                    <a16:creationId xmlns:a16="http://schemas.microsoft.com/office/drawing/2014/main" id="{FF08EAAF-5386-29F3-B955-838B6AF5D5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680"/>
                <a:ext cx="96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  <a:r>
                  <a:rPr lang="en-US" altLang="zh-CN" sz="2400" baseline="-25000"/>
                  <a:t>A</a:t>
                </a:r>
                <a:r>
                  <a:rPr lang="en-US" altLang="zh-CN" sz="2000"/>
                  <a:t>Q</a:t>
                </a:r>
                <a:r>
                  <a:rPr lang="en-US" altLang="zh-CN" sz="2400" baseline="-25000"/>
                  <a:t>B</a:t>
                </a:r>
                <a:r>
                  <a:rPr lang="en-US" altLang="zh-CN" sz="2000"/>
                  <a:t>Q</a:t>
                </a:r>
                <a:r>
                  <a:rPr lang="en-US" altLang="zh-CN" sz="2400" baseline="-25000"/>
                  <a:t>C</a:t>
                </a:r>
                <a:r>
                  <a:rPr lang="en-US" altLang="zh-CN" sz="2000"/>
                  <a:t>Q</a:t>
                </a:r>
                <a:r>
                  <a:rPr lang="en-US" altLang="zh-CN" sz="2400" baseline="-25000"/>
                  <a:t>D</a:t>
                </a:r>
              </a:p>
            </p:txBody>
          </p:sp>
          <p:sp>
            <p:nvSpPr>
              <p:cNvPr id="18499" name="Text Box 6">
                <a:extLst>
                  <a:ext uri="{FF2B5EF4-FFF2-40B4-BE49-F238E27FC236}">
                    <a16:creationId xmlns:a16="http://schemas.microsoft.com/office/drawing/2014/main" id="{2F702DFE-688A-9913-ED32-2C1DEDA50E4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8" y="2006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RC</a:t>
                </a:r>
              </a:p>
            </p:txBody>
          </p:sp>
          <p:sp>
            <p:nvSpPr>
              <p:cNvPr id="18500" name="Text Box 7">
                <a:extLst>
                  <a:ext uri="{FF2B5EF4-FFF2-40B4-BE49-F238E27FC236}">
                    <a16:creationId xmlns:a16="http://schemas.microsoft.com/office/drawing/2014/main" id="{B05A89AF-B44A-5481-A8CF-A630F8FCEC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" y="2006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T</a:t>
                </a:r>
              </a:p>
            </p:txBody>
          </p:sp>
          <p:sp>
            <p:nvSpPr>
              <p:cNvPr id="18501" name="Text Box 8">
                <a:extLst>
                  <a:ext uri="{FF2B5EF4-FFF2-40B4-BE49-F238E27FC236}">
                    <a16:creationId xmlns:a16="http://schemas.microsoft.com/office/drawing/2014/main" id="{87C7565F-58A2-9156-E822-E118BB59AB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2160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</a:t>
                </a:r>
              </a:p>
            </p:txBody>
          </p:sp>
          <p:sp>
            <p:nvSpPr>
              <p:cNvPr id="18502" name="Line 9">
                <a:extLst>
                  <a:ext uri="{FF2B5EF4-FFF2-40B4-BE49-F238E27FC236}">
                    <a16:creationId xmlns:a16="http://schemas.microsoft.com/office/drawing/2014/main" id="{0CA43A28-10FE-05A9-DD70-5ACABBE38C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2112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03" name="Line 10">
                <a:extLst>
                  <a:ext uri="{FF2B5EF4-FFF2-40B4-BE49-F238E27FC236}">
                    <a16:creationId xmlns:a16="http://schemas.microsoft.com/office/drawing/2014/main" id="{F7502FEF-C005-15DF-8EC5-55A3C9E6A2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0" y="15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04" name="Line 11">
                <a:extLst>
                  <a:ext uri="{FF2B5EF4-FFF2-40B4-BE49-F238E27FC236}">
                    <a16:creationId xmlns:a16="http://schemas.microsoft.com/office/drawing/2014/main" id="{F8FC3ED5-D9CF-A0F9-CC50-6679D6E356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15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05" name="Line 12">
                <a:extLst>
                  <a:ext uri="{FF2B5EF4-FFF2-40B4-BE49-F238E27FC236}">
                    <a16:creationId xmlns:a16="http://schemas.microsoft.com/office/drawing/2014/main" id="{AD9E439F-1B84-AAC4-7936-05FB47C24A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64" y="15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06" name="Line 13">
                <a:extLst>
                  <a:ext uri="{FF2B5EF4-FFF2-40B4-BE49-F238E27FC236}">
                    <a16:creationId xmlns:a16="http://schemas.microsoft.com/office/drawing/2014/main" id="{E9CD5DBA-00C9-F310-E9D1-F41A76FBE4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56" y="15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507" name="Line 14">
                <a:extLst>
                  <a:ext uri="{FF2B5EF4-FFF2-40B4-BE49-F238E27FC236}">
                    <a16:creationId xmlns:a16="http://schemas.microsoft.com/office/drawing/2014/main" id="{362E7A8D-E404-1BCD-2753-0CAE8C893B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" y="211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8442" name="Group 15">
              <a:extLst>
                <a:ext uri="{FF2B5EF4-FFF2-40B4-BE49-F238E27FC236}">
                  <a16:creationId xmlns:a16="http://schemas.microsoft.com/office/drawing/2014/main" id="{69D83965-57D8-DB46-5AC5-2FEF8E1BE1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1932"/>
              <a:ext cx="1296" cy="874"/>
              <a:chOff x="144" y="1536"/>
              <a:chExt cx="1296" cy="874"/>
            </a:xfrm>
          </p:grpSpPr>
          <p:sp>
            <p:nvSpPr>
              <p:cNvPr id="18486" name="Rectangle 16">
                <a:extLst>
                  <a:ext uri="{FF2B5EF4-FFF2-40B4-BE49-F238E27FC236}">
                    <a16:creationId xmlns:a16="http://schemas.microsoft.com/office/drawing/2014/main" id="{F4FF1DAA-40F4-AF14-C883-A83C46784B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680"/>
                <a:ext cx="960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87" name="Rectangle 17">
                <a:extLst>
                  <a:ext uri="{FF2B5EF4-FFF2-40B4-BE49-F238E27FC236}">
                    <a16:creationId xmlns:a16="http://schemas.microsoft.com/office/drawing/2014/main" id="{0347B6AB-A83B-02C7-CB41-8C73DFD75F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680"/>
                <a:ext cx="96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  <a:r>
                  <a:rPr lang="en-US" altLang="zh-CN" sz="2400" baseline="-25000"/>
                  <a:t>A</a:t>
                </a:r>
                <a:r>
                  <a:rPr lang="en-US" altLang="zh-CN" sz="2000"/>
                  <a:t>Q</a:t>
                </a:r>
                <a:r>
                  <a:rPr lang="en-US" altLang="zh-CN" sz="2400" baseline="-25000"/>
                  <a:t>B</a:t>
                </a:r>
                <a:r>
                  <a:rPr lang="en-US" altLang="zh-CN" sz="2000"/>
                  <a:t>Q</a:t>
                </a:r>
                <a:r>
                  <a:rPr lang="en-US" altLang="zh-CN" sz="2400" baseline="-25000"/>
                  <a:t>C</a:t>
                </a:r>
                <a:r>
                  <a:rPr lang="en-US" altLang="zh-CN" sz="2000"/>
                  <a:t>Q</a:t>
                </a:r>
                <a:r>
                  <a:rPr lang="en-US" altLang="zh-CN" sz="2400" baseline="-25000"/>
                  <a:t>D</a:t>
                </a:r>
              </a:p>
            </p:txBody>
          </p:sp>
          <p:sp>
            <p:nvSpPr>
              <p:cNvPr id="18488" name="Text Box 18">
                <a:extLst>
                  <a:ext uri="{FF2B5EF4-FFF2-40B4-BE49-F238E27FC236}">
                    <a16:creationId xmlns:a16="http://schemas.microsoft.com/office/drawing/2014/main" id="{C2E0BD6A-9504-B104-F32B-FAAD5E4517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8" y="2006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RC</a:t>
                </a:r>
              </a:p>
            </p:txBody>
          </p:sp>
          <p:sp>
            <p:nvSpPr>
              <p:cNvPr id="18489" name="Text Box 19">
                <a:extLst>
                  <a:ext uri="{FF2B5EF4-FFF2-40B4-BE49-F238E27FC236}">
                    <a16:creationId xmlns:a16="http://schemas.microsoft.com/office/drawing/2014/main" id="{A1C5D59E-0041-7701-0FD8-666F11C904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" y="2006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T</a:t>
                </a:r>
              </a:p>
            </p:txBody>
          </p:sp>
          <p:sp>
            <p:nvSpPr>
              <p:cNvPr id="18490" name="Text Box 20">
                <a:extLst>
                  <a:ext uri="{FF2B5EF4-FFF2-40B4-BE49-F238E27FC236}">
                    <a16:creationId xmlns:a16="http://schemas.microsoft.com/office/drawing/2014/main" id="{815CF0D7-FAB3-D467-2629-549FC418BF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2160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</a:t>
                </a:r>
              </a:p>
            </p:txBody>
          </p:sp>
          <p:sp>
            <p:nvSpPr>
              <p:cNvPr id="18491" name="Line 21">
                <a:extLst>
                  <a:ext uri="{FF2B5EF4-FFF2-40B4-BE49-F238E27FC236}">
                    <a16:creationId xmlns:a16="http://schemas.microsoft.com/office/drawing/2014/main" id="{1181B308-F82F-BB2F-E94F-A2A025C6DF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2112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92" name="Line 22">
                <a:extLst>
                  <a:ext uri="{FF2B5EF4-FFF2-40B4-BE49-F238E27FC236}">
                    <a16:creationId xmlns:a16="http://schemas.microsoft.com/office/drawing/2014/main" id="{8B782B16-A2EF-C0DC-D464-C1057B8519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0" y="15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93" name="Line 23">
                <a:extLst>
                  <a:ext uri="{FF2B5EF4-FFF2-40B4-BE49-F238E27FC236}">
                    <a16:creationId xmlns:a16="http://schemas.microsoft.com/office/drawing/2014/main" id="{0550F727-E3B8-D8E2-D36E-749485C74E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15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94" name="Line 24">
                <a:extLst>
                  <a:ext uri="{FF2B5EF4-FFF2-40B4-BE49-F238E27FC236}">
                    <a16:creationId xmlns:a16="http://schemas.microsoft.com/office/drawing/2014/main" id="{2F83C78E-A5AA-7B2E-C2B4-CF1F9F2159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64" y="15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95" name="Line 25">
                <a:extLst>
                  <a:ext uri="{FF2B5EF4-FFF2-40B4-BE49-F238E27FC236}">
                    <a16:creationId xmlns:a16="http://schemas.microsoft.com/office/drawing/2014/main" id="{02308215-3C5B-6A7C-77E3-50F9B74054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56" y="15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96" name="Line 26">
                <a:extLst>
                  <a:ext uri="{FF2B5EF4-FFF2-40B4-BE49-F238E27FC236}">
                    <a16:creationId xmlns:a16="http://schemas.microsoft.com/office/drawing/2014/main" id="{692C24A1-18DA-3D31-58C3-7627C439BD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" y="211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8443" name="Group 27">
              <a:extLst>
                <a:ext uri="{FF2B5EF4-FFF2-40B4-BE49-F238E27FC236}">
                  <a16:creationId xmlns:a16="http://schemas.microsoft.com/office/drawing/2014/main" id="{1240EE23-02E1-F741-A062-5737FEE0F2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" y="1932"/>
              <a:ext cx="1296" cy="874"/>
              <a:chOff x="144" y="1536"/>
              <a:chExt cx="1296" cy="874"/>
            </a:xfrm>
          </p:grpSpPr>
          <p:sp>
            <p:nvSpPr>
              <p:cNvPr id="18475" name="Rectangle 28">
                <a:extLst>
                  <a:ext uri="{FF2B5EF4-FFF2-40B4-BE49-F238E27FC236}">
                    <a16:creationId xmlns:a16="http://schemas.microsoft.com/office/drawing/2014/main" id="{D44C7338-0402-0690-E6FD-760CD4639E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680"/>
                <a:ext cx="960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76" name="Rectangle 29">
                <a:extLst>
                  <a:ext uri="{FF2B5EF4-FFF2-40B4-BE49-F238E27FC236}">
                    <a16:creationId xmlns:a16="http://schemas.microsoft.com/office/drawing/2014/main" id="{A62EBE1F-86A3-A9A5-0BED-894E24E006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680"/>
                <a:ext cx="96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  <a:r>
                  <a:rPr lang="en-US" altLang="zh-CN" sz="2400" baseline="-25000"/>
                  <a:t>A</a:t>
                </a:r>
                <a:r>
                  <a:rPr lang="en-US" altLang="zh-CN" sz="2000"/>
                  <a:t>Q</a:t>
                </a:r>
                <a:r>
                  <a:rPr lang="en-US" altLang="zh-CN" sz="2400" baseline="-25000"/>
                  <a:t>B</a:t>
                </a:r>
                <a:r>
                  <a:rPr lang="en-US" altLang="zh-CN" sz="2000"/>
                  <a:t>Q</a:t>
                </a:r>
                <a:r>
                  <a:rPr lang="en-US" altLang="zh-CN" sz="2400" baseline="-25000"/>
                  <a:t>C</a:t>
                </a:r>
                <a:r>
                  <a:rPr lang="en-US" altLang="zh-CN" sz="2000"/>
                  <a:t>Q</a:t>
                </a:r>
                <a:r>
                  <a:rPr lang="en-US" altLang="zh-CN" sz="2400" baseline="-25000"/>
                  <a:t>D</a:t>
                </a:r>
              </a:p>
            </p:txBody>
          </p:sp>
          <p:sp>
            <p:nvSpPr>
              <p:cNvPr id="18477" name="Text Box 30">
                <a:extLst>
                  <a:ext uri="{FF2B5EF4-FFF2-40B4-BE49-F238E27FC236}">
                    <a16:creationId xmlns:a16="http://schemas.microsoft.com/office/drawing/2014/main" id="{391F9D7C-B210-19A9-D53B-EDCB81012C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8" y="2006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RC</a:t>
                </a:r>
              </a:p>
            </p:txBody>
          </p:sp>
          <p:sp>
            <p:nvSpPr>
              <p:cNvPr id="18478" name="Text Box 31">
                <a:extLst>
                  <a:ext uri="{FF2B5EF4-FFF2-40B4-BE49-F238E27FC236}">
                    <a16:creationId xmlns:a16="http://schemas.microsoft.com/office/drawing/2014/main" id="{F421CCC8-F61F-E78A-FEEE-1FA016410F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" y="2006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T</a:t>
                </a:r>
              </a:p>
            </p:txBody>
          </p:sp>
          <p:sp>
            <p:nvSpPr>
              <p:cNvPr id="18479" name="Text Box 32">
                <a:extLst>
                  <a:ext uri="{FF2B5EF4-FFF2-40B4-BE49-F238E27FC236}">
                    <a16:creationId xmlns:a16="http://schemas.microsoft.com/office/drawing/2014/main" id="{9449582F-F085-6C98-07C6-B38587F9F9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2160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</a:t>
                </a:r>
              </a:p>
            </p:txBody>
          </p:sp>
          <p:sp>
            <p:nvSpPr>
              <p:cNvPr id="18480" name="Line 33">
                <a:extLst>
                  <a:ext uri="{FF2B5EF4-FFF2-40B4-BE49-F238E27FC236}">
                    <a16:creationId xmlns:a16="http://schemas.microsoft.com/office/drawing/2014/main" id="{E26B0CCE-963C-2AE7-F570-77D264C8F5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2112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81" name="Line 34">
                <a:extLst>
                  <a:ext uri="{FF2B5EF4-FFF2-40B4-BE49-F238E27FC236}">
                    <a16:creationId xmlns:a16="http://schemas.microsoft.com/office/drawing/2014/main" id="{E7AD472C-25E7-94BD-94E3-A8C1FC4493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0" y="15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82" name="Line 35">
                <a:extLst>
                  <a:ext uri="{FF2B5EF4-FFF2-40B4-BE49-F238E27FC236}">
                    <a16:creationId xmlns:a16="http://schemas.microsoft.com/office/drawing/2014/main" id="{7437F0B3-1E8E-C596-48CE-9EB4642798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15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83" name="Line 36">
                <a:extLst>
                  <a:ext uri="{FF2B5EF4-FFF2-40B4-BE49-F238E27FC236}">
                    <a16:creationId xmlns:a16="http://schemas.microsoft.com/office/drawing/2014/main" id="{A9320132-3DA4-FD58-C05B-8D16A5BE4E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64" y="15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84" name="Line 37">
                <a:extLst>
                  <a:ext uri="{FF2B5EF4-FFF2-40B4-BE49-F238E27FC236}">
                    <a16:creationId xmlns:a16="http://schemas.microsoft.com/office/drawing/2014/main" id="{6D57FB75-A61E-B6D1-E8DD-4D749A048D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56" y="15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85" name="Line 38">
                <a:extLst>
                  <a:ext uri="{FF2B5EF4-FFF2-40B4-BE49-F238E27FC236}">
                    <a16:creationId xmlns:a16="http://schemas.microsoft.com/office/drawing/2014/main" id="{0A616DBE-7F30-7EE3-9F64-793E6028C3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" y="211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8444" name="Group 39">
              <a:extLst>
                <a:ext uri="{FF2B5EF4-FFF2-40B4-BE49-F238E27FC236}">
                  <a16:creationId xmlns:a16="http://schemas.microsoft.com/office/drawing/2014/main" id="{16214A59-3974-8D89-62F1-1B1E7BD2FF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28" y="1932"/>
              <a:ext cx="1296" cy="874"/>
              <a:chOff x="144" y="1536"/>
              <a:chExt cx="1296" cy="874"/>
            </a:xfrm>
          </p:grpSpPr>
          <p:sp>
            <p:nvSpPr>
              <p:cNvPr id="18464" name="Rectangle 40">
                <a:extLst>
                  <a:ext uri="{FF2B5EF4-FFF2-40B4-BE49-F238E27FC236}">
                    <a16:creationId xmlns:a16="http://schemas.microsoft.com/office/drawing/2014/main" id="{CDDE70D9-284F-88B1-425D-26E98C4A38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680"/>
                <a:ext cx="960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65" name="Rectangle 41">
                <a:extLst>
                  <a:ext uri="{FF2B5EF4-FFF2-40B4-BE49-F238E27FC236}">
                    <a16:creationId xmlns:a16="http://schemas.microsoft.com/office/drawing/2014/main" id="{22A52846-C39F-7363-4400-A433811D7E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" y="1680"/>
                <a:ext cx="96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  <a:r>
                  <a:rPr lang="en-US" altLang="zh-CN" sz="2400" baseline="-25000"/>
                  <a:t>A</a:t>
                </a:r>
                <a:r>
                  <a:rPr lang="en-US" altLang="zh-CN" sz="2000"/>
                  <a:t>Q</a:t>
                </a:r>
                <a:r>
                  <a:rPr lang="en-US" altLang="zh-CN" sz="2400" baseline="-25000"/>
                  <a:t>B</a:t>
                </a:r>
                <a:r>
                  <a:rPr lang="en-US" altLang="zh-CN" sz="2000"/>
                  <a:t>Q</a:t>
                </a:r>
                <a:r>
                  <a:rPr lang="en-US" altLang="zh-CN" sz="2400" baseline="-25000"/>
                  <a:t>C</a:t>
                </a:r>
                <a:r>
                  <a:rPr lang="en-US" altLang="zh-CN" sz="2000"/>
                  <a:t>Q</a:t>
                </a:r>
                <a:r>
                  <a:rPr lang="en-US" altLang="zh-CN" sz="2400" baseline="-25000"/>
                  <a:t>D</a:t>
                </a:r>
              </a:p>
            </p:txBody>
          </p:sp>
          <p:sp>
            <p:nvSpPr>
              <p:cNvPr id="18466" name="Text Box 42">
                <a:extLst>
                  <a:ext uri="{FF2B5EF4-FFF2-40B4-BE49-F238E27FC236}">
                    <a16:creationId xmlns:a16="http://schemas.microsoft.com/office/drawing/2014/main" id="{17967FB7-50A4-1088-2F98-F782BBDA7C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8" y="2006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RC</a:t>
                </a:r>
              </a:p>
            </p:txBody>
          </p:sp>
          <p:sp>
            <p:nvSpPr>
              <p:cNvPr id="18467" name="Text Box 43">
                <a:extLst>
                  <a:ext uri="{FF2B5EF4-FFF2-40B4-BE49-F238E27FC236}">
                    <a16:creationId xmlns:a16="http://schemas.microsoft.com/office/drawing/2014/main" id="{8DAB9A62-9BCA-D2E0-2004-EC246E9310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" y="2006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T</a:t>
                </a:r>
              </a:p>
            </p:txBody>
          </p:sp>
          <p:sp>
            <p:nvSpPr>
              <p:cNvPr id="18468" name="Text Box 44">
                <a:extLst>
                  <a:ext uri="{FF2B5EF4-FFF2-40B4-BE49-F238E27FC236}">
                    <a16:creationId xmlns:a16="http://schemas.microsoft.com/office/drawing/2014/main" id="{5930CE7A-1DB5-5CAE-11B7-70D5C0FA8A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24" y="2160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</a:t>
                </a:r>
              </a:p>
            </p:txBody>
          </p:sp>
          <p:sp>
            <p:nvSpPr>
              <p:cNvPr id="18469" name="Line 45">
                <a:extLst>
                  <a:ext uri="{FF2B5EF4-FFF2-40B4-BE49-F238E27FC236}">
                    <a16:creationId xmlns:a16="http://schemas.microsoft.com/office/drawing/2014/main" id="{573059CB-6BAE-3E7B-7E7D-CB7F13AE6C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2112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0" name="Line 46">
                <a:extLst>
                  <a:ext uri="{FF2B5EF4-FFF2-40B4-BE49-F238E27FC236}">
                    <a16:creationId xmlns:a16="http://schemas.microsoft.com/office/drawing/2014/main" id="{E982470F-58DE-226B-4629-6CECF070F8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0" y="15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1" name="Line 47">
                <a:extLst>
                  <a:ext uri="{FF2B5EF4-FFF2-40B4-BE49-F238E27FC236}">
                    <a16:creationId xmlns:a16="http://schemas.microsoft.com/office/drawing/2014/main" id="{EF759FC9-88D4-1191-22C6-79FAD9C9DA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2" y="15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2" name="Line 48">
                <a:extLst>
                  <a:ext uri="{FF2B5EF4-FFF2-40B4-BE49-F238E27FC236}">
                    <a16:creationId xmlns:a16="http://schemas.microsoft.com/office/drawing/2014/main" id="{2C0AEF1D-CF55-FF9F-C46B-695B61A78F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64" y="15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3" name="Line 49">
                <a:extLst>
                  <a:ext uri="{FF2B5EF4-FFF2-40B4-BE49-F238E27FC236}">
                    <a16:creationId xmlns:a16="http://schemas.microsoft.com/office/drawing/2014/main" id="{8C23716C-9F42-4AD8-6117-E4B349C8A4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056" y="1536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4" name="Line 50">
                <a:extLst>
                  <a:ext uri="{FF2B5EF4-FFF2-40B4-BE49-F238E27FC236}">
                    <a16:creationId xmlns:a16="http://schemas.microsoft.com/office/drawing/2014/main" id="{C966701C-AA48-CBB6-20F4-4D7DF8A8A4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4" y="211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8445" name="Group 51">
              <a:extLst>
                <a:ext uri="{FF2B5EF4-FFF2-40B4-BE49-F238E27FC236}">
                  <a16:creationId xmlns:a16="http://schemas.microsoft.com/office/drawing/2014/main" id="{E7C6BFFC-D11B-1131-3342-48E560C458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2796"/>
              <a:ext cx="4560" cy="288"/>
              <a:chOff x="192" y="2400"/>
              <a:chExt cx="4560" cy="288"/>
            </a:xfrm>
          </p:grpSpPr>
          <p:sp>
            <p:nvSpPr>
              <p:cNvPr id="18456" name="Line 52">
                <a:extLst>
                  <a:ext uri="{FF2B5EF4-FFF2-40B4-BE49-F238E27FC236}">
                    <a16:creationId xmlns:a16="http://schemas.microsoft.com/office/drawing/2014/main" id="{34FE3B6E-70B4-EB62-1AE2-796B23D6AC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" y="2640"/>
                <a:ext cx="45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57" name="Line 53">
                <a:extLst>
                  <a:ext uri="{FF2B5EF4-FFF2-40B4-BE49-F238E27FC236}">
                    <a16:creationId xmlns:a16="http://schemas.microsoft.com/office/drawing/2014/main" id="{41423634-6E17-6D7A-07FE-C233FF55F8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52" y="240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58" name="Line 54">
                <a:extLst>
                  <a:ext uri="{FF2B5EF4-FFF2-40B4-BE49-F238E27FC236}">
                    <a16:creationId xmlns:a16="http://schemas.microsoft.com/office/drawing/2014/main" id="{3FCCF022-B273-CDB6-A1C2-5B5ADE2A91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56" y="240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59" name="Line 55">
                <a:extLst>
                  <a:ext uri="{FF2B5EF4-FFF2-40B4-BE49-F238E27FC236}">
                    <a16:creationId xmlns:a16="http://schemas.microsoft.com/office/drawing/2014/main" id="{D4140D53-50ED-6F64-BB68-54F7AB0EE2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60" y="240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60" name="Line 56">
                <a:extLst>
                  <a:ext uri="{FF2B5EF4-FFF2-40B4-BE49-F238E27FC236}">
                    <a16:creationId xmlns:a16="http://schemas.microsoft.com/office/drawing/2014/main" id="{D1027A46-043E-0BCB-6BE8-CA8925DF90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64" y="240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61" name="Oval 57">
                <a:extLst>
                  <a:ext uri="{FF2B5EF4-FFF2-40B4-BE49-F238E27FC236}">
                    <a16:creationId xmlns:a16="http://schemas.microsoft.com/office/drawing/2014/main" id="{9D6D8465-30B0-EE5A-E902-EB28607D6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259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62" name="Oval 58">
                <a:extLst>
                  <a:ext uri="{FF2B5EF4-FFF2-40B4-BE49-F238E27FC236}">
                    <a16:creationId xmlns:a16="http://schemas.microsoft.com/office/drawing/2014/main" id="{D43B5409-11FE-3249-9141-18F0A98204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259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63" name="Oval 59">
                <a:extLst>
                  <a:ext uri="{FF2B5EF4-FFF2-40B4-BE49-F238E27FC236}">
                    <a16:creationId xmlns:a16="http://schemas.microsoft.com/office/drawing/2014/main" id="{384E4DC7-4A48-634E-F0D5-C6117D2228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259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744509" name="Text Box 61">
              <a:extLst>
                <a:ext uri="{FF2B5EF4-FFF2-40B4-BE49-F238E27FC236}">
                  <a16:creationId xmlns:a16="http://schemas.microsoft.com/office/drawing/2014/main" id="{43D18DF2-FAA5-E634-7883-AFD8D79E66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8" y="1392"/>
              <a:ext cx="672" cy="288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itchFamily="18" charset="0"/>
                </a:rPr>
                <a:t>(</a:t>
              </a:r>
              <a:r>
                <a:rPr lang="zh-CN" altLang="en-US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itchFamily="18" charset="0"/>
                </a:rPr>
                <a:t>高位</a:t>
              </a:r>
              <a:r>
                <a:rPr lang="en-US" altLang="zh-CN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itchFamily="18" charset="0"/>
                </a:rPr>
                <a:t>)</a:t>
              </a:r>
            </a:p>
          </p:txBody>
        </p:sp>
        <p:sp>
          <p:nvSpPr>
            <p:cNvPr id="18447" name="Text Box 62">
              <a:extLst>
                <a:ext uri="{FF2B5EF4-FFF2-40B4-BE49-F238E27FC236}">
                  <a16:creationId xmlns:a16="http://schemas.microsoft.com/office/drawing/2014/main" id="{34643CA4-BF4E-B7E0-94D4-870EE03D19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0" y="2325"/>
              <a:ext cx="3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rgbClr val="FFFF00"/>
                  </a:solidFill>
                </a:rPr>
                <a:t>I</a:t>
              </a:r>
            </a:p>
          </p:txBody>
        </p:sp>
        <p:sp>
          <p:nvSpPr>
            <p:cNvPr id="18448" name="Text Box 63">
              <a:extLst>
                <a:ext uri="{FF2B5EF4-FFF2-40B4-BE49-F238E27FC236}">
                  <a16:creationId xmlns:a16="http://schemas.microsoft.com/office/drawing/2014/main" id="{EFBA6E9E-16A3-B157-E860-88F184BFF2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2325"/>
              <a:ext cx="3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rgbClr val="FFFF00"/>
                  </a:solidFill>
                </a:rPr>
                <a:t>II</a:t>
              </a:r>
            </a:p>
          </p:txBody>
        </p:sp>
        <p:sp>
          <p:nvSpPr>
            <p:cNvPr id="18449" name="Text Box 64">
              <a:extLst>
                <a:ext uri="{FF2B5EF4-FFF2-40B4-BE49-F238E27FC236}">
                  <a16:creationId xmlns:a16="http://schemas.microsoft.com/office/drawing/2014/main" id="{CB8A4756-3DD0-0C2C-E7B7-CDBAB332F4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2316"/>
              <a:ext cx="4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rgbClr val="FFFF00"/>
                  </a:solidFill>
                </a:rPr>
                <a:t>III</a:t>
              </a:r>
            </a:p>
          </p:txBody>
        </p:sp>
        <p:sp>
          <p:nvSpPr>
            <p:cNvPr id="18450" name="Text Box 65">
              <a:extLst>
                <a:ext uri="{FF2B5EF4-FFF2-40B4-BE49-F238E27FC236}">
                  <a16:creationId xmlns:a16="http://schemas.microsoft.com/office/drawing/2014/main" id="{9747A415-BE5C-03A8-ADD0-FC81A3975D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0" y="2316"/>
              <a:ext cx="4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rgbClr val="FFFF00"/>
                  </a:solidFill>
                </a:rPr>
                <a:t>IV</a:t>
              </a:r>
            </a:p>
          </p:txBody>
        </p:sp>
        <p:sp>
          <p:nvSpPr>
            <p:cNvPr id="18451" name="Rectangle 67">
              <a:extLst>
                <a:ext uri="{FF2B5EF4-FFF2-40B4-BE49-F238E27FC236}">
                  <a16:creationId xmlns:a16="http://schemas.microsoft.com/office/drawing/2014/main" id="{15DB7ED1-6EBD-BA68-192A-0065B0ED24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" y="1692"/>
              <a:ext cx="8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400" baseline="-25000"/>
                <a:t>0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1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2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3</a:t>
              </a:r>
            </a:p>
          </p:txBody>
        </p:sp>
        <p:sp>
          <p:nvSpPr>
            <p:cNvPr id="18452" name="Rectangle 68">
              <a:extLst>
                <a:ext uri="{FF2B5EF4-FFF2-40B4-BE49-F238E27FC236}">
                  <a16:creationId xmlns:a16="http://schemas.microsoft.com/office/drawing/2014/main" id="{A1173EB1-5BE7-518C-8A88-04EE42399F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692"/>
              <a:ext cx="8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400" baseline="-25000"/>
                <a:t>4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5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6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7</a:t>
              </a:r>
            </a:p>
          </p:txBody>
        </p:sp>
        <p:sp>
          <p:nvSpPr>
            <p:cNvPr id="18453" name="Rectangle 69">
              <a:extLst>
                <a:ext uri="{FF2B5EF4-FFF2-40B4-BE49-F238E27FC236}">
                  <a16:creationId xmlns:a16="http://schemas.microsoft.com/office/drawing/2014/main" id="{3F53180B-B722-C28E-9636-4539B4DA1B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4" y="1692"/>
              <a:ext cx="9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400" baseline="-25000"/>
                <a:t>8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9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10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11</a:t>
              </a:r>
            </a:p>
          </p:txBody>
        </p:sp>
        <p:sp>
          <p:nvSpPr>
            <p:cNvPr id="18454" name="Rectangle 70">
              <a:extLst>
                <a:ext uri="{FF2B5EF4-FFF2-40B4-BE49-F238E27FC236}">
                  <a16:creationId xmlns:a16="http://schemas.microsoft.com/office/drawing/2014/main" id="{19DE425B-9663-6A91-8E87-A3D6BEA550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1692"/>
              <a:ext cx="11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400" baseline="-25000"/>
                <a:t>12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13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14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15</a:t>
              </a:r>
            </a:p>
          </p:txBody>
        </p:sp>
        <p:sp>
          <p:nvSpPr>
            <p:cNvPr id="744519" name="Text Box 71">
              <a:extLst>
                <a:ext uri="{FF2B5EF4-FFF2-40B4-BE49-F238E27FC236}">
                  <a16:creationId xmlns:a16="http://schemas.microsoft.com/office/drawing/2014/main" id="{0701C2BD-267E-237B-1D7B-7872F5798B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" y="1440"/>
              <a:ext cx="672" cy="288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itchFamily="18" charset="0"/>
                </a:rPr>
                <a:t>(</a:t>
              </a:r>
              <a:r>
                <a:rPr lang="zh-CN" altLang="en-US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itchFamily="18" charset="0"/>
                </a:rPr>
                <a:t>低位</a:t>
              </a:r>
              <a:r>
                <a:rPr lang="en-US" altLang="zh-CN" sz="24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itchFamily="18" charset="0"/>
                </a:rPr>
                <a:t>)</a:t>
              </a:r>
            </a:p>
          </p:txBody>
        </p:sp>
      </p:grpSp>
      <p:sp>
        <p:nvSpPr>
          <p:cNvPr id="744521" name="Rectangle 73">
            <a:extLst>
              <a:ext uri="{FF2B5EF4-FFF2-40B4-BE49-F238E27FC236}">
                <a16:creationId xmlns:a16="http://schemas.microsoft.com/office/drawing/2014/main" id="{2A78C8C2-CB80-1D74-30CF-01B751A6F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7488" y="4686300"/>
            <a:ext cx="7366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片间进位信号</a:t>
            </a: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RC</a:t>
            </a:r>
            <a:r>
              <a:rPr lang="zh-CN" altLang="en-US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逐片传递，造成计数频率不能很高！</a:t>
            </a:r>
          </a:p>
        </p:txBody>
      </p:sp>
      <p:sp>
        <p:nvSpPr>
          <p:cNvPr id="76" name="Rectangle 68">
            <a:extLst>
              <a:ext uri="{FF2B5EF4-FFF2-40B4-BE49-F238E27FC236}">
                <a16:creationId xmlns:a16="http://schemas.microsoft.com/office/drawing/2014/main" id="{016F992E-B7D6-92AF-665F-6C37C036F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3214688"/>
            <a:ext cx="641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“1”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4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44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4514" grpId="0" autoUpdateAnimBg="0"/>
      <p:bldP spid="744521" grpId="0" autoUpdateAnimBg="0"/>
      <p:bldP spid="76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3F7229-48F8-A823-22F3-EAD3CFD2B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E9F936-4E14-19BE-B987-2CF2F6BA7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5625" y="6015038"/>
            <a:ext cx="1905000" cy="457200"/>
          </a:xfrm>
        </p:spPr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3F303526-AF36-48B0-8FF7-20524B8222BE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19</a:t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grpSp>
        <p:nvGrpSpPr>
          <p:cNvPr id="3" name="组合 239">
            <a:extLst>
              <a:ext uri="{FF2B5EF4-FFF2-40B4-BE49-F238E27FC236}">
                <a16:creationId xmlns:a16="http://schemas.microsoft.com/office/drawing/2014/main" id="{717C57CD-7C9F-4F85-E891-4E40F2E1B211}"/>
              </a:ext>
            </a:extLst>
          </p:cNvPr>
          <p:cNvGrpSpPr>
            <a:grpSpLocks/>
          </p:cNvGrpSpPr>
          <p:nvPr/>
        </p:nvGrpSpPr>
        <p:grpSpPr bwMode="auto">
          <a:xfrm>
            <a:off x="635000" y="4940300"/>
            <a:ext cx="7294563" cy="292100"/>
            <a:chOff x="1143000" y="5854700"/>
            <a:chExt cx="7294584" cy="292117"/>
          </a:xfrm>
        </p:grpSpPr>
        <p:sp>
          <p:nvSpPr>
            <p:cNvPr id="19652" name="Line 3">
              <a:extLst>
                <a:ext uri="{FF2B5EF4-FFF2-40B4-BE49-F238E27FC236}">
                  <a16:creationId xmlns:a16="http://schemas.microsoft.com/office/drawing/2014/main" id="{8D748519-17FE-1574-8731-BAAF04BC2C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43000" y="6143625"/>
              <a:ext cx="43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9653" name="Group 4">
              <a:extLst>
                <a:ext uri="{FF2B5EF4-FFF2-40B4-BE49-F238E27FC236}">
                  <a16:creationId xmlns:a16="http://schemas.microsoft.com/office/drawing/2014/main" id="{DA63A441-81D4-1D30-5CF1-C63B977B09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4800" y="5854700"/>
              <a:ext cx="865188" cy="288925"/>
              <a:chOff x="657" y="1570"/>
              <a:chExt cx="545" cy="182"/>
            </a:xfrm>
          </p:grpSpPr>
          <p:sp>
            <p:nvSpPr>
              <p:cNvPr id="19689" name="Line 5">
                <a:extLst>
                  <a:ext uri="{FF2B5EF4-FFF2-40B4-BE49-F238E27FC236}">
                    <a16:creationId xmlns:a16="http://schemas.microsoft.com/office/drawing/2014/main" id="{ADB245FD-7435-22EA-CC08-02F6A0FA74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90" name="Line 6">
                <a:extLst>
                  <a:ext uri="{FF2B5EF4-FFF2-40B4-BE49-F238E27FC236}">
                    <a16:creationId xmlns:a16="http://schemas.microsoft.com/office/drawing/2014/main" id="{22F6CDE1-DC8E-E75F-267D-53F4648D84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91" name="Line 7">
                <a:extLst>
                  <a:ext uri="{FF2B5EF4-FFF2-40B4-BE49-F238E27FC236}">
                    <a16:creationId xmlns:a16="http://schemas.microsoft.com/office/drawing/2014/main" id="{7AFFF3F2-7ECB-FA38-4C44-84B098015A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92" name="Line 8">
                <a:extLst>
                  <a:ext uri="{FF2B5EF4-FFF2-40B4-BE49-F238E27FC236}">
                    <a16:creationId xmlns:a16="http://schemas.microsoft.com/office/drawing/2014/main" id="{084B7774-0109-B099-7802-D91E1C2E6D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9654" name="Group 9">
              <a:extLst>
                <a:ext uri="{FF2B5EF4-FFF2-40B4-BE49-F238E27FC236}">
                  <a16:creationId xmlns:a16="http://schemas.microsoft.com/office/drawing/2014/main" id="{AB5755F1-EA94-ECA5-54FA-17BB42C0B1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38400" y="5854700"/>
              <a:ext cx="865188" cy="288925"/>
              <a:chOff x="657" y="1570"/>
              <a:chExt cx="545" cy="182"/>
            </a:xfrm>
          </p:grpSpPr>
          <p:sp>
            <p:nvSpPr>
              <p:cNvPr id="19685" name="Line 10">
                <a:extLst>
                  <a:ext uri="{FF2B5EF4-FFF2-40B4-BE49-F238E27FC236}">
                    <a16:creationId xmlns:a16="http://schemas.microsoft.com/office/drawing/2014/main" id="{2F38F29A-45FD-6B80-33A7-C884D267ED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86" name="Line 11">
                <a:extLst>
                  <a:ext uri="{FF2B5EF4-FFF2-40B4-BE49-F238E27FC236}">
                    <a16:creationId xmlns:a16="http://schemas.microsoft.com/office/drawing/2014/main" id="{4E8561F0-D8B9-B2F1-1492-8E58CE832A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87" name="Line 12">
                <a:extLst>
                  <a:ext uri="{FF2B5EF4-FFF2-40B4-BE49-F238E27FC236}">
                    <a16:creationId xmlns:a16="http://schemas.microsoft.com/office/drawing/2014/main" id="{48E89EBE-DDD8-A443-0044-28A5A57764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88" name="Line 13">
                <a:extLst>
                  <a:ext uri="{FF2B5EF4-FFF2-40B4-BE49-F238E27FC236}">
                    <a16:creationId xmlns:a16="http://schemas.microsoft.com/office/drawing/2014/main" id="{126EBC80-CA8A-55D7-6FE1-42EFB1C147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9655" name="Group 14">
              <a:extLst>
                <a:ext uri="{FF2B5EF4-FFF2-40B4-BE49-F238E27FC236}">
                  <a16:creationId xmlns:a16="http://schemas.microsoft.com/office/drawing/2014/main" id="{83EC41A9-0573-79D9-5523-ADA94CE748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03588" y="5854700"/>
              <a:ext cx="865187" cy="288925"/>
              <a:chOff x="657" y="1570"/>
              <a:chExt cx="545" cy="182"/>
            </a:xfrm>
          </p:grpSpPr>
          <p:sp>
            <p:nvSpPr>
              <p:cNvPr id="19681" name="Line 15">
                <a:extLst>
                  <a:ext uri="{FF2B5EF4-FFF2-40B4-BE49-F238E27FC236}">
                    <a16:creationId xmlns:a16="http://schemas.microsoft.com/office/drawing/2014/main" id="{D9BEE1F8-1BB5-8D31-1D9A-EE22E188C6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82" name="Line 16">
                <a:extLst>
                  <a:ext uri="{FF2B5EF4-FFF2-40B4-BE49-F238E27FC236}">
                    <a16:creationId xmlns:a16="http://schemas.microsoft.com/office/drawing/2014/main" id="{5DA5FB72-89A3-98AF-AC84-E9F53A7726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83" name="Line 17">
                <a:extLst>
                  <a:ext uri="{FF2B5EF4-FFF2-40B4-BE49-F238E27FC236}">
                    <a16:creationId xmlns:a16="http://schemas.microsoft.com/office/drawing/2014/main" id="{9226286B-BBD7-7397-EC7A-EFA09CADD9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84" name="Line 18">
                <a:extLst>
                  <a:ext uri="{FF2B5EF4-FFF2-40B4-BE49-F238E27FC236}">
                    <a16:creationId xmlns:a16="http://schemas.microsoft.com/office/drawing/2014/main" id="{6A3F406D-98DA-FE7B-B49B-46B66777B8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9656" name="Group 19">
              <a:extLst>
                <a:ext uri="{FF2B5EF4-FFF2-40B4-BE49-F238E27FC236}">
                  <a16:creationId xmlns:a16="http://schemas.microsoft.com/office/drawing/2014/main" id="{0725789E-E238-E2F9-79FA-FFBC5A0121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43375" y="5854700"/>
              <a:ext cx="865188" cy="288925"/>
              <a:chOff x="657" y="1570"/>
              <a:chExt cx="545" cy="182"/>
            </a:xfrm>
          </p:grpSpPr>
          <p:sp>
            <p:nvSpPr>
              <p:cNvPr id="19677" name="Line 20">
                <a:extLst>
                  <a:ext uri="{FF2B5EF4-FFF2-40B4-BE49-F238E27FC236}">
                    <a16:creationId xmlns:a16="http://schemas.microsoft.com/office/drawing/2014/main" id="{3EDDF1D5-BF3F-3E07-70C0-680F09B98B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78" name="Line 21">
                <a:extLst>
                  <a:ext uri="{FF2B5EF4-FFF2-40B4-BE49-F238E27FC236}">
                    <a16:creationId xmlns:a16="http://schemas.microsoft.com/office/drawing/2014/main" id="{4F899452-F6F8-FF63-AB28-D8771851BF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79" name="Line 22">
                <a:extLst>
                  <a:ext uri="{FF2B5EF4-FFF2-40B4-BE49-F238E27FC236}">
                    <a16:creationId xmlns:a16="http://schemas.microsoft.com/office/drawing/2014/main" id="{4DE579EC-E524-688B-8B21-985F25539C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80" name="Line 23">
                <a:extLst>
                  <a:ext uri="{FF2B5EF4-FFF2-40B4-BE49-F238E27FC236}">
                    <a16:creationId xmlns:a16="http://schemas.microsoft.com/office/drawing/2014/main" id="{AFCA35E3-F998-7039-A831-26EA0B4359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9657" name="Group 24">
              <a:extLst>
                <a:ext uri="{FF2B5EF4-FFF2-40B4-BE49-F238E27FC236}">
                  <a16:creationId xmlns:a16="http://schemas.microsoft.com/office/drawing/2014/main" id="{4BEB150A-5850-6E97-59EF-66FC5F7D96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00625" y="5854700"/>
              <a:ext cx="865188" cy="288925"/>
              <a:chOff x="657" y="1570"/>
              <a:chExt cx="545" cy="182"/>
            </a:xfrm>
          </p:grpSpPr>
          <p:sp>
            <p:nvSpPr>
              <p:cNvPr id="19673" name="Line 25">
                <a:extLst>
                  <a:ext uri="{FF2B5EF4-FFF2-40B4-BE49-F238E27FC236}">
                    <a16:creationId xmlns:a16="http://schemas.microsoft.com/office/drawing/2014/main" id="{8B2E1703-E48C-E175-B66E-20068CC5C8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74" name="Line 26">
                <a:extLst>
                  <a:ext uri="{FF2B5EF4-FFF2-40B4-BE49-F238E27FC236}">
                    <a16:creationId xmlns:a16="http://schemas.microsoft.com/office/drawing/2014/main" id="{F0BE2C97-08DC-A876-1315-DB28269417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75" name="Line 27">
                <a:extLst>
                  <a:ext uri="{FF2B5EF4-FFF2-40B4-BE49-F238E27FC236}">
                    <a16:creationId xmlns:a16="http://schemas.microsoft.com/office/drawing/2014/main" id="{F9D8A37E-13CE-A0AD-C2C6-C7322A7562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76" name="Line 28">
                <a:extLst>
                  <a:ext uri="{FF2B5EF4-FFF2-40B4-BE49-F238E27FC236}">
                    <a16:creationId xmlns:a16="http://schemas.microsoft.com/office/drawing/2014/main" id="{A130F2A4-D75F-7996-AC00-B3ACC3500D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9658" name="Group 29">
              <a:extLst>
                <a:ext uri="{FF2B5EF4-FFF2-40B4-BE49-F238E27FC236}">
                  <a16:creationId xmlns:a16="http://schemas.microsoft.com/office/drawing/2014/main" id="{3D4B246C-74E4-ADC8-BAE8-A31BF71BB9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57875" y="5854700"/>
              <a:ext cx="865188" cy="288925"/>
              <a:chOff x="657" y="1570"/>
              <a:chExt cx="545" cy="182"/>
            </a:xfrm>
          </p:grpSpPr>
          <p:sp>
            <p:nvSpPr>
              <p:cNvPr id="19669" name="Line 30">
                <a:extLst>
                  <a:ext uri="{FF2B5EF4-FFF2-40B4-BE49-F238E27FC236}">
                    <a16:creationId xmlns:a16="http://schemas.microsoft.com/office/drawing/2014/main" id="{FC0AB186-858A-AA60-67D7-BD53E9EB39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70" name="Line 31">
                <a:extLst>
                  <a:ext uri="{FF2B5EF4-FFF2-40B4-BE49-F238E27FC236}">
                    <a16:creationId xmlns:a16="http://schemas.microsoft.com/office/drawing/2014/main" id="{B50A5BCC-B629-210E-CE47-641F59ABBF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71" name="Line 32">
                <a:extLst>
                  <a:ext uri="{FF2B5EF4-FFF2-40B4-BE49-F238E27FC236}">
                    <a16:creationId xmlns:a16="http://schemas.microsoft.com/office/drawing/2014/main" id="{7ABF8529-4D06-CD54-DB56-584104BE60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72" name="Line 33">
                <a:extLst>
                  <a:ext uri="{FF2B5EF4-FFF2-40B4-BE49-F238E27FC236}">
                    <a16:creationId xmlns:a16="http://schemas.microsoft.com/office/drawing/2014/main" id="{6D997A5D-DD89-E24C-0BE5-BA353DA586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9659" name="Group 34">
              <a:extLst>
                <a:ext uri="{FF2B5EF4-FFF2-40B4-BE49-F238E27FC236}">
                  <a16:creationId xmlns:a16="http://schemas.microsoft.com/office/drawing/2014/main" id="{4E87ACE5-FF57-F092-944F-7CB3D4EDF8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15125" y="5854700"/>
              <a:ext cx="865188" cy="288925"/>
              <a:chOff x="657" y="1570"/>
              <a:chExt cx="545" cy="182"/>
            </a:xfrm>
          </p:grpSpPr>
          <p:sp>
            <p:nvSpPr>
              <p:cNvPr id="19665" name="Line 35">
                <a:extLst>
                  <a:ext uri="{FF2B5EF4-FFF2-40B4-BE49-F238E27FC236}">
                    <a16:creationId xmlns:a16="http://schemas.microsoft.com/office/drawing/2014/main" id="{7BF56529-3439-53F3-6A8C-1241EE1EF3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66" name="Line 36">
                <a:extLst>
                  <a:ext uri="{FF2B5EF4-FFF2-40B4-BE49-F238E27FC236}">
                    <a16:creationId xmlns:a16="http://schemas.microsoft.com/office/drawing/2014/main" id="{F22F4DBC-59D3-8830-1085-66B1093124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67" name="Line 37">
                <a:extLst>
                  <a:ext uri="{FF2B5EF4-FFF2-40B4-BE49-F238E27FC236}">
                    <a16:creationId xmlns:a16="http://schemas.microsoft.com/office/drawing/2014/main" id="{D340FD46-F85C-21F7-825A-95210C8826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68" name="Line 38">
                <a:extLst>
                  <a:ext uri="{FF2B5EF4-FFF2-40B4-BE49-F238E27FC236}">
                    <a16:creationId xmlns:a16="http://schemas.microsoft.com/office/drawing/2014/main" id="{2575E270-C5A3-23D3-96A8-9AB9A1E250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9660" name="Group 39">
              <a:extLst>
                <a:ext uri="{FF2B5EF4-FFF2-40B4-BE49-F238E27FC236}">
                  <a16:creationId xmlns:a16="http://schemas.microsoft.com/office/drawing/2014/main" id="{2171240D-48EB-3DD0-5649-74DD266167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72396" y="5857892"/>
              <a:ext cx="865188" cy="288925"/>
              <a:chOff x="657" y="1570"/>
              <a:chExt cx="545" cy="182"/>
            </a:xfrm>
          </p:grpSpPr>
          <p:sp>
            <p:nvSpPr>
              <p:cNvPr id="19661" name="Line 40">
                <a:extLst>
                  <a:ext uri="{FF2B5EF4-FFF2-40B4-BE49-F238E27FC236}">
                    <a16:creationId xmlns:a16="http://schemas.microsoft.com/office/drawing/2014/main" id="{AC5DF0D6-3585-255E-1B3C-D1433F6298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62" name="Line 41">
                <a:extLst>
                  <a:ext uri="{FF2B5EF4-FFF2-40B4-BE49-F238E27FC236}">
                    <a16:creationId xmlns:a16="http://schemas.microsoft.com/office/drawing/2014/main" id="{45F6AB86-4102-CFA7-3A11-CFA811323A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63" name="Line 42">
                <a:extLst>
                  <a:ext uri="{FF2B5EF4-FFF2-40B4-BE49-F238E27FC236}">
                    <a16:creationId xmlns:a16="http://schemas.microsoft.com/office/drawing/2014/main" id="{6EDEF385-2073-94B5-CA2B-DF157D2F69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664" name="Line 43">
                <a:extLst>
                  <a:ext uri="{FF2B5EF4-FFF2-40B4-BE49-F238E27FC236}">
                    <a16:creationId xmlns:a16="http://schemas.microsoft.com/office/drawing/2014/main" id="{CB42B50F-130C-E302-FDE5-0B2CDEA2C4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5" name="组合 127">
            <a:extLst>
              <a:ext uri="{FF2B5EF4-FFF2-40B4-BE49-F238E27FC236}">
                <a16:creationId xmlns:a16="http://schemas.microsoft.com/office/drawing/2014/main" id="{642A092E-B29C-6D6B-71D0-ECD07FA95A13}"/>
              </a:ext>
            </a:extLst>
          </p:cNvPr>
          <p:cNvGrpSpPr>
            <a:grpSpLocks/>
          </p:cNvGrpSpPr>
          <p:nvPr/>
        </p:nvGrpSpPr>
        <p:grpSpPr bwMode="auto">
          <a:xfrm>
            <a:off x="1500188" y="476250"/>
            <a:ext cx="5145087" cy="5000625"/>
            <a:chOff x="1571625" y="2230438"/>
            <a:chExt cx="5145088" cy="4198937"/>
          </a:xfrm>
        </p:grpSpPr>
        <p:cxnSp>
          <p:nvCxnSpPr>
            <p:cNvPr id="365" name="直接连接符 364">
              <a:extLst>
                <a:ext uri="{FF2B5EF4-FFF2-40B4-BE49-F238E27FC236}">
                  <a16:creationId xmlns:a16="http://schemas.microsoft.com/office/drawing/2014/main" id="{5641CA63-A037-18E1-59F1-A95CF95BC4E4}"/>
                </a:ext>
              </a:extLst>
            </p:cNvPr>
            <p:cNvCxnSpPr/>
            <p:nvPr/>
          </p:nvCxnSpPr>
          <p:spPr>
            <a:xfrm rot="5400000">
              <a:off x="1223442" y="4293122"/>
              <a:ext cx="4126955" cy="1587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直接连接符 365">
              <a:extLst>
                <a:ext uri="{FF2B5EF4-FFF2-40B4-BE49-F238E27FC236}">
                  <a16:creationId xmlns:a16="http://schemas.microsoft.com/office/drawing/2014/main" id="{6D91D8FB-0326-2673-EFBD-9E79A8AB8738}"/>
                </a:ext>
              </a:extLst>
            </p:cNvPr>
            <p:cNvCxnSpPr/>
            <p:nvPr/>
          </p:nvCxnSpPr>
          <p:spPr>
            <a:xfrm rot="5400000">
              <a:off x="2938609" y="4293788"/>
              <a:ext cx="4125622" cy="1587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直接连接符 390">
              <a:extLst>
                <a:ext uri="{FF2B5EF4-FFF2-40B4-BE49-F238E27FC236}">
                  <a16:creationId xmlns:a16="http://schemas.microsoft.com/office/drawing/2014/main" id="{FED988FB-0F9D-C94D-FF2B-62D364B1FDC4}"/>
                </a:ext>
              </a:extLst>
            </p:cNvPr>
            <p:cNvCxnSpPr/>
            <p:nvPr/>
          </p:nvCxnSpPr>
          <p:spPr>
            <a:xfrm rot="5400000">
              <a:off x="-491059" y="4365103"/>
              <a:ext cx="4126955" cy="1587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直接连接符 395">
              <a:extLst>
                <a:ext uri="{FF2B5EF4-FFF2-40B4-BE49-F238E27FC236}">
                  <a16:creationId xmlns:a16="http://schemas.microsoft.com/office/drawing/2014/main" id="{3CC80286-6385-F55C-F385-D296BDA737DA}"/>
                </a:ext>
              </a:extLst>
            </p:cNvPr>
            <p:cNvCxnSpPr/>
            <p:nvPr/>
          </p:nvCxnSpPr>
          <p:spPr>
            <a:xfrm rot="5400000">
              <a:off x="4723757" y="4293788"/>
              <a:ext cx="3984325" cy="1587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461">
            <a:extLst>
              <a:ext uri="{FF2B5EF4-FFF2-40B4-BE49-F238E27FC236}">
                <a16:creationId xmlns:a16="http://schemas.microsoft.com/office/drawing/2014/main" id="{1DB2EEE1-C5F9-E84E-D1AB-36FEE7181F21}"/>
              </a:ext>
            </a:extLst>
          </p:cNvPr>
          <p:cNvGrpSpPr>
            <a:grpSpLocks/>
          </p:cNvGrpSpPr>
          <p:nvPr/>
        </p:nvGrpSpPr>
        <p:grpSpPr bwMode="auto">
          <a:xfrm>
            <a:off x="1285875" y="3135313"/>
            <a:ext cx="6643688" cy="358775"/>
            <a:chOff x="1357290" y="3659212"/>
            <a:chExt cx="6643734" cy="358778"/>
          </a:xfrm>
        </p:grpSpPr>
        <p:cxnSp>
          <p:nvCxnSpPr>
            <p:cNvPr id="406" name="直接连接符 405">
              <a:extLst>
                <a:ext uri="{FF2B5EF4-FFF2-40B4-BE49-F238E27FC236}">
                  <a16:creationId xmlns:a16="http://schemas.microsoft.com/office/drawing/2014/main" id="{4B494D31-D32C-5743-EE96-0083B26D6811}"/>
                </a:ext>
              </a:extLst>
            </p:cNvPr>
            <p:cNvCxnSpPr/>
            <p:nvPr/>
          </p:nvCxnSpPr>
          <p:spPr>
            <a:xfrm>
              <a:off x="1357290" y="4016402"/>
              <a:ext cx="2428892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直接连接符 407">
              <a:extLst>
                <a:ext uri="{FF2B5EF4-FFF2-40B4-BE49-F238E27FC236}">
                  <a16:creationId xmlns:a16="http://schemas.microsoft.com/office/drawing/2014/main" id="{BE0BACEB-B01F-C788-5385-47C5C0B9B080}"/>
                </a:ext>
              </a:extLst>
            </p:cNvPr>
            <p:cNvCxnSpPr/>
            <p:nvPr/>
          </p:nvCxnSpPr>
          <p:spPr>
            <a:xfrm rot="5400000">
              <a:off x="3608381" y="3837012"/>
              <a:ext cx="355603" cy="31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直接连接符 409">
              <a:extLst>
                <a:ext uri="{FF2B5EF4-FFF2-40B4-BE49-F238E27FC236}">
                  <a16:creationId xmlns:a16="http://schemas.microsoft.com/office/drawing/2014/main" id="{9B36D08B-5BD7-4461-6E76-CDF22EBF3D6F}"/>
                </a:ext>
              </a:extLst>
            </p:cNvPr>
            <p:cNvCxnSpPr/>
            <p:nvPr/>
          </p:nvCxnSpPr>
          <p:spPr>
            <a:xfrm>
              <a:off x="3786182" y="3659212"/>
              <a:ext cx="1643074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直接连接符 411">
              <a:extLst>
                <a:ext uri="{FF2B5EF4-FFF2-40B4-BE49-F238E27FC236}">
                  <a16:creationId xmlns:a16="http://schemas.microsoft.com/office/drawing/2014/main" id="{C38D39BB-C891-9D9D-4BAA-8C037A4C84B4}"/>
                </a:ext>
              </a:extLst>
            </p:cNvPr>
            <p:cNvCxnSpPr/>
            <p:nvPr/>
          </p:nvCxnSpPr>
          <p:spPr>
            <a:xfrm rot="5400000">
              <a:off x="5287173" y="3801294"/>
              <a:ext cx="284165" cy="31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直接连接符 413">
              <a:extLst>
                <a:ext uri="{FF2B5EF4-FFF2-40B4-BE49-F238E27FC236}">
                  <a16:creationId xmlns:a16="http://schemas.microsoft.com/office/drawing/2014/main" id="{5028BB9A-BAFD-71FD-614A-549460A8C720}"/>
                </a:ext>
              </a:extLst>
            </p:cNvPr>
            <p:cNvCxnSpPr/>
            <p:nvPr/>
          </p:nvCxnSpPr>
          <p:spPr>
            <a:xfrm>
              <a:off x="5429256" y="3944964"/>
              <a:ext cx="2571768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463">
            <a:extLst>
              <a:ext uri="{FF2B5EF4-FFF2-40B4-BE49-F238E27FC236}">
                <a16:creationId xmlns:a16="http://schemas.microsoft.com/office/drawing/2014/main" id="{84408233-AAFE-6397-9150-77F4D02CA297}"/>
              </a:ext>
            </a:extLst>
          </p:cNvPr>
          <p:cNvGrpSpPr>
            <a:grpSpLocks/>
          </p:cNvGrpSpPr>
          <p:nvPr/>
        </p:nvGrpSpPr>
        <p:grpSpPr bwMode="auto">
          <a:xfrm>
            <a:off x="1285875" y="3563938"/>
            <a:ext cx="7143750" cy="358775"/>
            <a:chOff x="1357290" y="4087840"/>
            <a:chExt cx="7143800" cy="358778"/>
          </a:xfrm>
        </p:grpSpPr>
        <p:cxnSp>
          <p:nvCxnSpPr>
            <p:cNvPr id="417" name="直接连接符 416">
              <a:extLst>
                <a:ext uri="{FF2B5EF4-FFF2-40B4-BE49-F238E27FC236}">
                  <a16:creationId xmlns:a16="http://schemas.microsoft.com/office/drawing/2014/main" id="{1A250843-3B5F-DF0A-0529-D2E63AEDFE30}"/>
                </a:ext>
              </a:extLst>
            </p:cNvPr>
            <p:cNvCxnSpPr/>
            <p:nvPr/>
          </p:nvCxnSpPr>
          <p:spPr>
            <a:xfrm rot="5400000">
              <a:off x="4108447" y="4265640"/>
              <a:ext cx="355603" cy="31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638" name="组合 462">
              <a:extLst>
                <a:ext uri="{FF2B5EF4-FFF2-40B4-BE49-F238E27FC236}">
                  <a16:creationId xmlns:a16="http://schemas.microsoft.com/office/drawing/2014/main" id="{85443F1C-1CD6-D202-AFF2-800B215BBF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7290" y="4087840"/>
              <a:ext cx="7143800" cy="358778"/>
              <a:chOff x="1357290" y="4087840"/>
              <a:chExt cx="7143800" cy="358778"/>
            </a:xfrm>
          </p:grpSpPr>
          <p:cxnSp>
            <p:nvCxnSpPr>
              <p:cNvPr id="416" name="直接连接符 415">
                <a:extLst>
                  <a:ext uri="{FF2B5EF4-FFF2-40B4-BE49-F238E27FC236}">
                    <a16:creationId xmlns:a16="http://schemas.microsoft.com/office/drawing/2014/main" id="{4BAF5137-7EA3-16CA-286F-BDEE953876BC}"/>
                  </a:ext>
                </a:extLst>
              </p:cNvPr>
              <p:cNvCxnSpPr/>
              <p:nvPr/>
            </p:nvCxnSpPr>
            <p:spPr>
              <a:xfrm>
                <a:off x="1357290" y="4445030"/>
                <a:ext cx="2928959" cy="158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8" name="直接连接符 417">
                <a:extLst>
                  <a:ext uri="{FF2B5EF4-FFF2-40B4-BE49-F238E27FC236}">
                    <a16:creationId xmlns:a16="http://schemas.microsoft.com/office/drawing/2014/main" id="{E6C5F4E1-39ED-79BA-1556-79EE33D3F3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86249" y="4087840"/>
                <a:ext cx="1131881" cy="1906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" name="直接连接符 418">
                <a:extLst>
                  <a:ext uri="{FF2B5EF4-FFF2-40B4-BE49-F238E27FC236}">
                    <a16:creationId xmlns:a16="http://schemas.microsoft.com/office/drawing/2014/main" id="{B3840A81-A2F3-7B35-C662-4BBB3F081320}"/>
                  </a:ext>
                </a:extLst>
              </p:cNvPr>
              <p:cNvCxnSpPr/>
              <p:nvPr/>
            </p:nvCxnSpPr>
            <p:spPr>
              <a:xfrm rot="5400000">
                <a:off x="5277634" y="4241828"/>
                <a:ext cx="284165" cy="3175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" name="直接连接符 419">
                <a:extLst>
                  <a:ext uri="{FF2B5EF4-FFF2-40B4-BE49-F238E27FC236}">
                    <a16:creationId xmlns:a16="http://schemas.microsoft.com/office/drawing/2014/main" id="{738C7978-6269-C31F-1469-5953C83E49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18129" y="4375179"/>
                <a:ext cx="3082961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9" name="组合 464">
            <a:extLst>
              <a:ext uri="{FF2B5EF4-FFF2-40B4-BE49-F238E27FC236}">
                <a16:creationId xmlns:a16="http://schemas.microsoft.com/office/drawing/2014/main" id="{34D05193-FE54-C513-6AE3-356FFFC4713D}"/>
              </a:ext>
            </a:extLst>
          </p:cNvPr>
          <p:cNvGrpSpPr>
            <a:grpSpLocks/>
          </p:cNvGrpSpPr>
          <p:nvPr/>
        </p:nvGrpSpPr>
        <p:grpSpPr bwMode="auto">
          <a:xfrm>
            <a:off x="1285875" y="3974226"/>
            <a:ext cx="7643813" cy="377114"/>
            <a:chOff x="1357290" y="4498129"/>
            <a:chExt cx="7643866" cy="377117"/>
          </a:xfrm>
        </p:grpSpPr>
        <p:cxnSp>
          <p:nvCxnSpPr>
            <p:cNvPr id="422" name="直接连接符 421">
              <a:extLst>
                <a:ext uri="{FF2B5EF4-FFF2-40B4-BE49-F238E27FC236}">
                  <a16:creationId xmlns:a16="http://schemas.microsoft.com/office/drawing/2014/main" id="{1DCB274A-84E0-7CBE-161C-9398E588FBC7}"/>
                </a:ext>
              </a:extLst>
            </p:cNvPr>
            <p:cNvCxnSpPr/>
            <p:nvPr/>
          </p:nvCxnSpPr>
          <p:spPr>
            <a:xfrm>
              <a:off x="1357290" y="4873658"/>
              <a:ext cx="3429024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直接连接符 422">
              <a:extLst>
                <a:ext uri="{FF2B5EF4-FFF2-40B4-BE49-F238E27FC236}">
                  <a16:creationId xmlns:a16="http://schemas.microsoft.com/office/drawing/2014/main" id="{636E8FEB-BE1C-F2B0-8FA4-EC19B527B327}"/>
                </a:ext>
              </a:extLst>
            </p:cNvPr>
            <p:cNvCxnSpPr/>
            <p:nvPr/>
          </p:nvCxnSpPr>
          <p:spPr>
            <a:xfrm rot="5400000">
              <a:off x="4608513" y="4692681"/>
              <a:ext cx="355603" cy="31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直接连接符 423">
              <a:extLst>
                <a:ext uri="{FF2B5EF4-FFF2-40B4-BE49-F238E27FC236}">
                  <a16:creationId xmlns:a16="http://schemas.microsoft.com/office/drawing/2014/main" id="{93B3430D-DB34-8C66-A9B0-8476FC3E8FC0}"/>
                </a:ext>
              </a:extLst>
            </p:cNvPr>
            <p:cNvCxnSpPr>
              <a:cxnSpLocks/>
            </p:cNvCxnSpPr>
            <p:nvPr/>
          </p:nvCxnSpPr>
          <p:spPr>
            <a:xfrm>
              <a:off x="4786314" y="4514880"/>
              <a:ext cx="65038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直接连接符 424">
              <a:extLst>
                <a:ext uri="{FF2B5EF4-FFF2-40B4-BE49-F238E27FC236}">
                  <a16:creationId xmlns:a16="http://schemas.microsoft.com/office/drawing/2014/main" id="{418B4708-BA2B-5190-CF6D-AD262B35F355}"/>
                </a:ext>
              </a:extLst>
            </p:cNvPr>
            <p:cNvCxnSpPr/>
            <p:nvPr/>
          </p:nvCxnSpPr>
          <p:spPr>
            <a:xfrm rot="5400000">
              <a:off x="5287173" y="4638623"/>
              <a:ext cx="284164" cy="31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直接连接符 425">
              <a:extLst>
                <a:ext uri="{FF2B5EF4-FFF2-40B4-BE49-F238E27FC236}">
                  <a16:creationId xmlns:a16="http://schemas.microsoft.com/office/drawing/2014/main" id="{97521590-C5EA-B86C-7A02-370583BBF8D8}"/>
                </a:ext>
              </a:extLst>
            </p:cNvPr>
            <p:cNvCxnSpPr>
              <a:cxnSpLocks/>
            </p:cNvCxnSpPr>
            <p:nvPr/>
          </p:nvCxnSpPr>
          <p:spPr>
            <a:xfrm>
              <a:off x="5418129" y="4779994"/>
              <a:ext cx="3583027" cy="2222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935" name="TextBox 427">
            <a:extLst>
              <a:ext uri="{FF2B5EF4-FFF2-40B4-BE49-F238E27FC236}">
                <a16:creationId xmlns:a16="http://schemas.microsoft.com/office/drawing/2014/main" id="{74CC2115-0FF4-22D8-80DA-611F03B715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3" y="3262313"/>
            <a:ext cx="1143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RCI(TII)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80936" name="TextBox 428">
            <a:extLst>
              <a:ext uri="{FF2B5EF4-FFF2-40B4-BE49-F238E27FC236}">
                <a16:creationId xmlns:a16="http://schemas.microsoft.com/office/drawing/2014/main" id="{FEF1FD2D-49E6-88A8-ED1C-D115AA335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3719513"/>
            <a:ext cx="12144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RCII(III)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80937" name="TextBox 429">
            <a:extLst>
              <a:ext uri="{FF2B5EF4-FFF2-40B4-BE49-F238E27FC236}">
                <a16:creationId xmlns:a16="http://schemas.microsoft.com/office/drawing/2014/main" id="{92DB3937-69D6-BE70-B3AF-CB5813B7CE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4119563"/>
            <a:ext cx="12858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RCIII(IV)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grpSp>
        <p:nvGrpSpPr>
          <p:cNvPr id="20" name="组合 126">
            <a:extLst>
              <a:ext uri="{FF2B5EF4-FFF2-40B4-BE49-F238E27FC236}">
                <a16:creationId xmlns:a16="http://schemas.microsoft.com/office/drawing/2014/main" id="{45B32CE2-F18D-B080-1C69-F782250F1D94}"/>
              </a:ext>
            </a:extLst>
          </p:cNvPr>
          <p:cNvGrpSpPr>
            <a:grpSpLocks/>
          </p:cNvGrpSpPr>
          <p:nvPr/>
        </p:nvGrpSpPr>
        <p:grpSpPr bwMode="auto">
          <a:xfrm>
            <a:off x="357188" y="1119188"/>
            <a:ext cx="8001000" cy="539750"/>
            <a:chOff x="428625" y="3071813"/>
            <a:chExt cx="8001000" cy="539750"/>
          </a:xfrm>
        </p:grpSpPr>
        <p:grpSp>
          <p:nvGrpSpPr>
            <p:cNvPr id="19599" name="组合 393">
              <a:extLst>
                <a:ext uri="{FF2B5EF4-FFF2-40B4-BE49-F238E27FC236}">
                  <a16:creationId xmlns:a16="http://schemas.microsoft.com/office/drawing/2014/main" id="{8E3008F6-7626-639F-7101-5903054809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1625" y="3087688"/>
              <a:ext cx="1714500" cy="523875"/>
              <a:chOff x="1142976" y="4500567"/>
              <a:chExt cx="1714512" cy="638687"/>
            </a:xfrm>
          </p:grpSpPr>
          <p:cxnSp>
            <p:nvCxnSpPr>
              <p:cNvPr id="380" name="直接连接符 379">
                <a:extLst>
                  <a:ext uri="{FF2B5EF4-FFF2-40B4-BE49-F238E27FC236}">
                    <a16:creationId xmlns:a16="http://schemas.microsoft.com/office/drawing/2014/main" id="{222C85A0-131F-78AC-95F8-9CFC23233A96}"/>
                  </a:ext>
                </a:extLst>
              </p:cNvPr>
              <p:cNvCxnSpPr/>
              <p:nvPr/>
            </p:nvCxnSpPr>
            <p:spPr>
              <a:xfrm>
                <a:off x="1214413" y="4500567"/>
                <a:ext cx="1571636" cy="19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直接连接符 380">
                <a:extLst>
                  <a:ext uri="{FF2B5EF4-FFF2-40B4-BE49-F238E27FC236}">
                    <a16:creationId xmlns:a16="http://schemas.microsoft.com/office/drawing/2014/main" id="{C781C6D4-596C-6850-EB36-EE76B4389427}"/>
                  </a:ext>
                </a:extLst>
              </p:cNvPr>
              <p:cNvCxnSpPr/>
              <p:nvPr/>
            </p:nvCxnSpPr>
            <p:spPr>
              <a:xfrm>
                <a:off x="1214413" y="4999904"/>
                <a:ext cx="1571636" cy="19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直接连接符 381">
                <a:extLst>
                  <a:ext uri="{FF2B5EF4-FFF2-40B4-BE49-F238E27FC236}">
                    <a16:creationId xmlns:a16="http://schemas.microsoft.com/office/drawing/2014/main" id="{A138B8C8-357E-02CC-22FD-B1F8523DB673}"/>
                  </a:ext>
                </a:extLst>
              </p:cNvPr>
              <p:cNvCxnSpPr/>
              <p:nvPr/>
            </p:nvCxnSpPr>
            <p:spPr>
              <a:xfrm rot="5400000">
                <a:off x="1035475" y="4608068"/>
                <a:ext cx="286441" cy="714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直接连接符 382">
                <a:extLst>
                  <a:ext uri="{FF2B5EF4-FFF2-40B4-BE49-F238E27FC236}">
                    <a16:creationId xmlns:a16="http://schemas.microsoft.com/office/drawing/2014/main" id="{7E894458-68E2-EF4A-0A9F-1740BC105086}"/>
                  </a:ext>
                </a:extLst>
              </p:cNvPr>
              <p:cNvCxnSpPr/>
              <p:nvPr/>
            </p:nvCxnSpPr>
            <p:spPr>
              <a:xfrm rot="16200000" flipH="1">
                <a:off x="1072247" y="4857738"/>
                <a:ext cx="212896" cy="714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4" name="直接连接符 383">
                <a:extLst>
                  <a:ext uri="{FF2B5EF4-FFF2-40B4-BE49-F238E27FC236}">
                    <a16:creationId xmlns:a16="http://schemas.microsoft.com/office/drawing/2014/main" id="{954EFCAD-8775-F5C6-E433-6FF0EDC2F448}"/>
                  </a:ext>
                </a:extLst>
              </p:cNvPr>
              <p:cNvCxnSpPr/>
              <p:nvPr/>
            </p:nvCxnSpPr>
            <p:spPr>
              <a:xfrm rot="16200000" flipH="1">
                <a:off x="2678548" y="4608068"/>
                <a:ext cx="286441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直接连接符 384">
                <a:extLst>
                  <a:ext uri="{FF2B5EF4-FFF2-40B4-BE49-F238E27FC236}">
                    <a16:creationId xmlns:a16="http://schemas.microsoft.com/office/drawing/2014/main" id="{16AD9886-9E9D-2BA8-3978-34FB7D5BDEAB}"/>
                  </a:ext>
                </a:extLst>
              </p:cNvPr>
              <p:cNvCxnSpPr/>
              <p:nvPr/>
            </p:nvCxnSpPr>
            <p:spPr>
              <a:xfrm rot="5400000">
                <a:off x="2715320" y="4857738"/>
                <a:ext cx="212896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631" name="TextBox 391">
                <a:extLst>
                  <a:ext uri="{FF2B5EF4-FFF2-40B4-BE49-F238E27FC236}">
                    <a16:creationId xmlns:a16="http://schemas.microsoft.com/office/drawing/2014/main" id="{605EC91F-19E9-655A-AA90-EA4D033C59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71604" y="4500567"/>
                <a:ext cx="1214446" cy="6386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1110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600" name="组合 394">
              <a:extLst>
                <a:ext uri="{FF2B5EF4-FFF2-40B4-BE49-F238E27FC236}">
                  <a16:creationId xmlns:a16="http://schemas.microsoft.com/office/drawing/2014/main" id="{53CC4BB0-534A-ABF5-328D-F9A027FB8D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6125" y="3087688"/>
              <a:ext cx="1714500" cy="428625"/>
              <a:chOff x="2857488" y="4500570"/>
              <a:chExt cx="1714512" cy="523220"/>
            </a:xfrm>
          </p:grpSpPr>
          <p:cxnSp>
            <p:nvCxnSpPr>
              <p:cNvPr id="368" name="直接连接符 367">
                <a:extLst>
                  <a:ext uri="{FF2B5EF4-FFF2-40B4-BE49-F238E27FC236}">
                    <a16:creationId xmlns:a16="http://schemas.microsoft.com/office/drawing/2014/main" id="{8F664EC0-C3F7-CA05-26D6-0BE2598B23E4}"/>
                  </a:ext>
                </a:extLst>
              </p:cNvPr>
              <p:cNvCxnSpPr/>
              <p:nvPr/>
            </p:nvCxnSpPr>
            <p:spPr>
              <a:xfrm>
                <a:off x="2928925" y="4500570"/>
                <a:ext cx="1571636" cy="19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0" name="直接连接符 369">
                <a:extLst>
                  <a:ext uri="{FF2B5EF4-FFF2-40B4-BE49-F238E27FC236}">
                    <a16:creationId xmlns:a16="http://schemas.microsoft.com/office/drawing/2014/main" id="{B77819D3-C85E-8964-6EE3-48F02BD7915F}"/>
                  </a:ext>
                </a:extLst>
              </p:cNvPr>
              <p:cNvCxnSpPr/>
              <p:nvPr/>
            </p:nvCxnSpPr>
            <p:spPr>
              <a:xfrm>
                <a:off x="2928925" y="5000536"/>
                <a:ext cx="1571636" cy="19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3" name="直接连接符 372">
                <a:extLst>
                  <a:ext uri="{FF2B5EF4-FFF2-40B4-BE49-F238E27FC236}">
                    <a16:creationId xmlns:a16="http://schemas.microsoft.com/office/drawing/2014/main" id="{CAD576A5-35A2-2D03-00B0-A7E185BDD901}"/>
                  </a:ext>
                </a:extLst>
              </p:cNvPr>
              <p:cNvCxnSpPr/>
              <p:nvPr/>
            </p:nvCxnSpPr>
            <p:spPr>
              <a:xfrm rot="5400000">
                <a:off x="2750775" y="4607282"/>
                <a:ext cx="284864" cy="714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直接连接符 374">
                <a:extLst>
                  <a:ext uri="{FF2B5EF4-FFF2-40B4-BE49-F238E27FC236}">
                    <a16:creationId xmlns:a16="http://schemas.microsoft.com/office/drawing/2014/main" id="{4579FF25-79D1-B5E5-0AA2-F88B9B684790}"/>
                  </a:ext>
                </a:extLst>
              </p:cNvPr>
              <p:cNvCxnSpPr/>
              <p:nvPr/>
            </p:nvCxnSpPr>
            <p:spPr>
              <a:xfrm rot="16200000" flipH="1">
                <a:off x="2785656" y="4857266"/>
                <a:ext cx="215102" cy="714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直接连接符 376">
                <a:extLst>
                  <a:ext uri="{FF2B5EF4-FFF2-40B4-BE49-F238E27FC236}">
                    <a16:creationId xmlns:a16="http://schemas.microsoft.com/office/drawing/2014/main" id="{A7697C40-43B8-891B-C186-BD6C08AF01F4}"/>
                  </a:ext>
                </a:extLst>
              </p:cNvPr>
              <p:cNvCxnSpPr/>
              <p:nvPr/>
            </p:nvCxnSpPr>
            <p:spPr>
              <a:xfrm rot="16200000" flipH="1">
                <a:off x="4393849" y="4607283"/>
                <a:ext cx="284864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直接连接符 378">
                <a:extLst>
                  <a:ext uri="{FF2B5EF4-FFF2-40B4-BE49-F238E27FC236}">
                    <a16:creationId xmlns:a16="http://schemas.microsoft.com/office/drawing/2014/main" id="{3FF300B8-9864-7BF5-4B99-7D200B3789C0}"/>
                  </a:ext>
                </a:extLst>
              </p:cNvPr>
              <p:cNvCxnSpPr/>
              <p:nvPr/>
            </p:nvCxnSpPr>
            <p:spPr>
              <a:xfrm rot="5400000">
                <a:off x="4428729" y="4857266"/>
                <a:ext cx="215102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624" name="TextBox 392">
                <a:extLst>
                  <a:ext uri="{FF2B5EF4-FFF2-40B4-BE49-F238E27FC236}">
                    <a16:creationId xmlns:a16="http://schemas.microsoft.com/office/drawing/2014/main" id="{BFE2ACAD-04E9-822B-184D-42A4EC7E61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3240" y="4500570"/>
                <a:ext cx="1214446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1111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601" name="组合 396">
              <a:extLst>
                <a:ext uri="{FF2B5EF4-FFF2-40B4-BE49-F238E27FC236}">
                  <a16:creationId xmlns:a16="http://schemas.microsoft.com/office/drawing/2014/main" id="{319DEFD8-857C-1012-A1E8-D3FBC588B5B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00625" y="3087688"/>
              <a:ext cx="1714500" cy="523875"/>
              <a:chOff x="2857488" y="4500570"/>
              <a:chExt cx="1714512" cy="638687"/>
            </a:xfrm>
          </p:grpSpPr>
          <p:cxnSp>
            <p:nvCxnSpPr>
              <p:cNvPr id="398" name="直接连接符 397">
                <a:extLst>
                  <a:ext uri="{FF2B5EF4-FFF2-40B4-BE49-F238E27FC236}">
                    <a16:creationId xmlns:a16="http://schemas.microsoft.com/office/drawing/2014/main" id="{34760118-A96B-DE2F-6061-CCB7E923D3AC}"/>
                  </a:ext>
                </a:extLst>
              </p:cNvPr>
              <p:cNvCxnSpPr/>
              <p:nvPr/>
            </p:nvCxnSpPr>
            <p:spPr>
              <a:xfrm>
                <a:off x="2928925" y="4500570"/>
                <a:ext cx="1571636" cy="19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" name="直接连接符 398">
                <a:extLst>
                  <a:ext uri="{FF2B5EF4-FFF2-40B4-BE49-F238E27FC236}">
                    <a16:creationId xmlns:a16="http://schemas.microsoft.com/office/drawing/2014/main" id="{BC8460C3-1E29-F36B-C6ED-833A03FE2ED1}"/>
                  </a:ext>
                </a:extLst>
              </p:cNvPr>
              <p:cNvCxnSpPr/>
              <p:nvPr/>
            </p:nvCxnSpPr>
            <p:spPr>
              <a:xfrm>
                <a:off x="2928925" y="4999907"/>
                <a:ext cx="1571636" cy="19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0" name="直接连接符 399">
                <a:extLst>
                  <a:ext uri="{FF2B5EF4-FFF2-40B4-BE49-F238E27FC236}">
                    <a16:creationId xmlns:a16="http://schemas.microsoft.com/office/drawing/2014/main" id="{C79A309E-F4BE-91D4-4780-16E064608461}"/>
                  </a:ext>
                </a:extLst>
              </p:cNvPr>
              <p:cNvCxnSpPr/>
              <p:nvPr/>
            </p:nvCxnSpPr>
            <p:spPr>
              <a:xfrm rot="5400000">
                <a:off x="2749987" y="4608071"/>
                <a:ext cx="286441" cy="714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1" name="直接连接符 400">
                <a:extLst>
                  <a:ext uri="{FF2B5EF4-FFF2-40B4-BE49-F238E27FC236}">
                    <a16:creationId xmlns:a16="http://schemas.microsoft.com/office/drawing/2014/main" id="{49D5D705-2CC5-0023-0541-BB422DF064E5}"/>
                  </a:ext>
                </a:extLst>
              </p:cNvPr>
              <p:cNvCxnSpPr/>
              <p:nvPr/>
            </p:nvCxnSpPr>
            <p:spPr>
              <a:xfrm rot="16200000" flipH="1">
                <a:off x="2786759" y="4857741"/>
                <a:ext cx="212896" cy="714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2" name="直接连接符 401">
                <a:extLst>
                  <a:ext uri="{FF2B5EF4-FFF2-40B4-BE49-F238E27FC236}">
                    <a16:creationId xmlns:a16="http://schemas.microsoft.com/office/drawing/2014/main" id="{F36A309F-E6D8-0EDD-C2CC-7D2513B1F52C}"/>
                  </a:ext>
                </a:extLst>
              </p:cNvPr>
              <p:cNvCxnSpPr/>
              <p:nvPr/>
            </p:nvCxnSpPr>
            <p:spPr>
              <a:xfrm rot="16200000" flipH="1">
                <a:off x="4393060" y="4608071"/>
                <a:ext cx="286441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3" name="直接连接符 402">
                <a:extLst>
                  <a:ext uri="{FF2B5EF4-FFF2-40B4-BE49-F238E27FC236}">
                    <a16:creationId xmlns:a16="http://schemas.microsoft.com/office/drawing/2014/main" id="{204E2326-1783-D380-8AE7-B1307A62484A}"/>
                  </a:ext>
                </a:extLst>
              </p:cNvPr>
              <p:cNvCxnSpPr/>
              <p:nvPr/>
            </p:nvCxnSpPr>
            <p:spPr>
              <a:xfrm rot="5400000">
                <a:off x="4429832" y="4857741"/>
                <a:ext cx="212896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617" name="TextBox 403">
                <a:extLst>
                  <a:ext uri="{FF2B5EF4-FFF2-40B4-BE49-F238E27FC236}">
                    <a16:creationId xmlns:a16="http://schemas.microsoft.com/office/drawing/2014/main" id="{151D5C19-4776-5B2C-3A64-CBAC23904C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3240" y="4500570"/>
                <a:ext cx="1214446" cy="6386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0000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9602" name="Rectangle 67">
              <a:extLst>
                <a:ext uri="{FF2B5EF4-FFF2-40B4-BE49-F238E27FC236}">
                  <a16:creationId xmlns:a16="http://schemas.microsoft.com/office/drawing/2014/main" id="{B454A5CF-3A3E-482D-B3CB-8C0A7E7CB1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25" y="3071813"/>
              <a:ext cx="117157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/>
                <a:t>Q</a:t>
              </a:r>
              <a:r>
                <a:rPr lang="en-US" altLang="zh-CN" sz="1800" baseline="-25000"/>
                <a:t>3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2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1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0</a:t>
              </a:r>
            </a:p>
          </p:txBody>
        </p:sp>
        <p:grpSp>
          <p:nvGrpSpPr>
            <p:cNvPr id="19603" name="组合 431">
              <a:extLst>
                <a:ext uri="{FF2B5EF4-FFF2-40B4-BE49-F238E27FC236}">
                  <a16:creationId xmlns:a16="http://schemas.microsoft.com/office/drawing/2014/main" id="{0355D717-B4B8-427A-B009-FE627BEAE8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15125" y="3071813"/>
              <a:ext cx="1714500" cy="523875"/>
              <a:chOff x="2857488" y="4500570"/>
              <a:chExt cx="1714512" cy="638687"/>
            </a:xfrm>
          </p:grpSpPr>
          <p:cxnSp>
            <p:nvCxnSpPr>
              <p:cNvPr id="433" name="直接连接符 432">
                <a:extLst>
                  <a:ext uri="{FF2B5EF4-FFF2-40B4-BE49-F238E27FC236}">
                    <a16:creationId xmlns:a16="http://schemas.microsoft.com/office/drawing/2014/main" id="{2DFB3BA5-8CB9-0C5B-2BF9-9133C9967994}"/>
                  </a:ext>
                </a:extLst>
              </p:cNvPr>
              <p:cNvCxnSpPr/>
              <p:nvPr/>
            </p:nvCxnSpPr>
            <p:spPr>
              <a:xfrm>
                <a:off x="2928925" y="4500570"/>
                <a:ext cx="1571636" cy="19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4" name="直接连接符 433">
                <a:extLst>
                  <a:ext uri="{FF2B5EF4-FFF2-40B4-BE49-F238E27FC236}">
                    <a16:creationId xmlns:a16="http://schemas.microsoft.com/office/drawing/2014/main" id="{06CD4461-1639-6823-7B78-3DFC5D415B7D}"/>
                  </a:ext>
                </a:extLst>
              </p:cNvPr>
              <p:cNvCxnSpPr/>
              <p:nvPr/>
            </p:nvCxnSpPr>
            <p:spPr>
              <a:xfrm>
                <a:off x="2928925" y="4999907"/>
                <a:ext cx="1571636" cy="19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5" name="直接连接符 434">
                <a:extLst>
                  <a:ext uri="{FF2B5EF4-FFF2-40B4-BE49-F238E27FC236}">
                    <a16:creationId xmlns:a16="http://schemas.microsoft.com/office/drawing/2014/main" id="{C16EA0BD-5E0F-8BB5-7829-C30B5C6DC353}"/>
                  </a:ext>
                </a:extLst>
              </p:cNvPr>
              <p:cNvCxnSpPr/>
              <p:nvPr/>
            </p:nvCxnSpPr>
            <p:spPr>
              <a:xfrm rot="5400000">
                <a:off x="2749987" y="4608071"/>
                <a:ext cx="286441" cy="714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6" name="直接连接符 435">
                <a:extLst>
                  <a:ext uri="{FF2B5EF4-FFF2-40B4-BE49-F238E27FC236}">
                    <a16:creationId xmlns:a16="http://schemas.microsoft.com/office/drawing/2014/main" id="{3F8E794C-C713-1616-0FC8-2E4788B440A7}"/>
                  </a:ext>
                </a:extLst>
              </p:cNvPr>
              <p:cNvCxnSpPr/>
              <p:nvPr/>
            </p:nvCxnSpPr>
            <p:spPr>
              <a:xfrm rot="16200000" flipH="1">
                <a:off x="2786759" y="4857741"/>
                <a:ext cx="212896" cy="714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7" name="直接连接符 436">
                <a:extLst>
                  <a:ext uri="{FF2B5EF4-FFF2-40B4-BE49-F238E27FC236}">
                    <a16:creationId xmlns:a16="http://schemas.microsoft.com/office/drawing/2014/main" id="{786294BE-9F1D-A376-93D4-7B09F990D810}"/>
                  </a:ext>
                </a:extLst>
              </p:cNvPr>
              <p:cNvCxnSpPr/>
              <p:nvPr/>
            </p:nvCxnSpPr>
            <p:spPr>
              <a:xfrm rot="16200000" flipH="1">
                <a:off x="4393060" y="4608071"/>
                <a:ext cx="286441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8" name="直接连接符 437">
                <a:extLst>
                  <a:ext uri="{FF2B5EF4-FFF2-40B4-BE49-F238E27FC236}">
                    <a16:creationId xmlns:a16="http://schemas.microsoft.com/office/drawing/2014/main" id="{0DF9D922-E299-4E46-F853-3A6C4DBFB07E}"/>
                  </a:ext>
                </a:extLst>
              </p:cNvPr>
              <p:cNvCxnSpPr/>
              <p:nvPr/>
            </p:nvCxnSpPr>
            <p:spPr>
              <a:xfrm rot="5400000">
                <a:off x="4429832" y="4857741"/>
                <a:ext cx="212896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610" name="TextBox 438">
                <a:extLst>
                  <a:ext uri="{FF2B5EF4-FFF2-40B4-BE49-F238E27FC236}">
                    <a16:creationId xmlns:a16="http://schemas.microsoft.com/office/drawing/2014/main" id="{0F5F2940-15D1-41E5-EF77-EE6FF73E81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3240" y="4500570"/>
                <a:ext cx="1214446" cy="6386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0001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5" name="组合 465">
            <a:extLst>
              <a:ext uri="{FF2B5EF4-FFF2-40B4-BE49-F238E27FC236}">
                <a16:creationId xmlns:a16="http://schemas.microsoft.com/office/drawing/2014/main" id="{6727B420-525B-1B6C-5E48-6CA24C25A982}"/>
              </a:ext>
            </a:extLst>
          </p:cNvPr>
          <p:cNvGrpSpPr>
            <a:grpSpLocks/>
          </p:cNvGrpSpPr>
          <p:nvPr/>
        </p:nvGrpSpPr>
        <p:grpSpPr bwMode="auto">
          <a:xfrm>
            <a:off x="1245799" y="4411905"/>
            <a:ext cx="7564826" cy="406398"/>
            <a:chOff x="1428728" y="4908803"/>
            <a:chExt cx="7564879" cy="406401"/>
          </a:xfrm>
        </p:grpSpPr>
        <p:cxnSp>
          <p:nvCxnSpPr>
            <p:cNvPr id="440" name="直接连接符 439">
              <a:extLst>
                <a:ext uri="{FF2B5EF4-FFF2-40B4-BE49-F238E27FC236}">
                  <a16:creationId xmlns:a16="http://schemas.microsoft.com/office/drawing/2014/main" id="{A4C33AA7-EFAC-9DA8-5115-6351E3B26916}"/>
                </a:ext>
              </a:extLst>
            </p:cNvPr>
            <p:cNvCxnSpPr/>
            <p:nvPr/>
          </p:nvCxnSpPr>
          <p:spPr>
            <a:xfrm>
              <a:off x="1428728" y="5286388"/>
              <a:ext cx="3786213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直接连接符 440">
              <a:extLst>
                <a:ext uri="{FF2B5EF4-FFF2-40B4-BE49-F238E27FC236}">
                  <a16:creationId xmlns:a16="http://schemas.microsoft.com/office/drawing/2014/main" id="{CBF50EB5-9DA1-8EC5-D388-19F094D08461}"/>
                </a:ext>
              </a:extLst>
            </p:cNvPr>
            <p:cNvCxnSpPr/>
            <p:nvPr/>
          </p:nvCxnSpPr>
          <p:spPr>
            <a:xfrm rot="5400000">
              <a:off x="5037140" y="5106999"/>
              <a:ext cx="357190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直接连接符 441">
              <a:extLst>
                <a:ext uri="{FF2B5EF4-FFF2-40B4-BE49-F238E27FC236}">
                  <a16:creationId xmlns:a16="http://schemas.microsoft.com/office/drawing/2014/main" id="{7A967ACD-5044-DE3A-4DFB-F1EC06FC7A67}"/>
                </a:ext>
              </a:extLst>
            </p:cNvPr>
            <p:cNvCxnSpPr>
              <a:cxnSpLocks/>
            </p:cNvCxnSpPr>
            <p:nvPr/>
          </p:nvCxnSpPr>
          <p:spPr>
            <a:xfrm>
              <a:off x="5214941" y="4929198"/>
              <a:ext cx="31194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直接连接符 442">
              <a:extLst>
                <a:ext uri="{FF2B5EF4-FFF2-40B4-BE49-F238E27FC236}">
                  <a16:creationId xmlns:a16="http://schemas.microsoft.com/office/drawing/2014/main" id="{99A56D4E-FD19-1812-663F-F10991D26A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37364" y="4908803"/>
              <a:ext cx="1587" cy="40640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直接连接符 443">
              <a:extLst>
                <a:ext uri="{FF2B5EF4-FFF2-40B4-BE49-F238E27FC236}">
                  <a16:creationId xmlns:a16="http://schemas.microsoft.com/office/drawing/2014/main" id="{34D56569-338D-B65B-B285-61AA013ECE5F}"/>
                </a:ext>
              </a:extLst>
            </p:cNvPr>
            <p:cNvCxnSpPr>
              <a:cxnSpLocks/>
            </p:cNvCxnSpPr>
            <p:nvPr/>
          </p:nvCxnSpPr>
          <p:spPr>
            <a:xfrm>
              <a:off x="5537364" y="5302262"/>
              <a:ext cx="3456243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941" name="TextBox 444">
            <a:extLst>
              <a:ext uri="{FF2B5EF4-FFF2-40B4-BE49-F238E27FC236}">
                <a16:creationId xmlns:a16="http://schemas.microsoft.com/office/drawing/2014/main" id="{E99B8BB7-98E8-7D26-95D5-95D4ABA58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505325"/>
            <a:ext cx="1428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RC(</a:t>
            </a:r>
            <a:r>
              <a:rPr lang="en-US" altLang="zh-CN" sz="1600">
                <a:latin typeface="Times New Roman" panose="02020603050405020304" pitchFamily="18" charset="0"/>
              </a:rPr>
              <a:t>IV</a:t>
            </a:r>
            <a:r>
              <a:rPr lang="zh-CN" altLang="en-US" sz="1600">
                <a:latin typeface="Times New Roman" panose="02020603050405020304" pitchFamily="18" charset="0"/>
              </a:rPr>
              <a:t>输出</a:t>
            </a:r>
            <a:r>
              <a:rPr lang="en-US" altLang="zh-CN" sz="2000">
                <a:latin typeface="Times New Roman" panose="02020603050405020304" pitchFamily="18" charset="0"/>
              </a:rPr>
              <a:t>)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B90A8CBE-42C6-4D08-F9CB-B64B2749C958}"/>
              </a:ext>
            </a:extLst>
          </p:cNvPr>
          <p:cNvCxnSpPr/>
          <p:nvPr/>
        </p:nvCxnSpPr>
        <p:spPr>
          <a:xfrm rot="5400000" flipH="1" flipV="1">
            <a:off x="3356769" y="3405982"/>
            <a:ext cx="714375" cy="1587"/>
          </a:xfrm>
          <a:prstGeom prst="line">
            <a:avLst/>
          </a:prstGeom>
          <a:ln w="254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89607A6A-9256-2317-5023-93040E711755}"/>
              </a:ext>
            </a:extLst>
          </p:cNvPr>
          <p:cNvCxnSpPr/>
          <p:nvPr/>
        </p:nvCxnSpPr>
        <p:spPr>
          <a:xfrm>
            <a:off x="3214688" y="3262313"/>
            <a:ext cx="500062" cy="1587"/>
          </a:xfrm>
          <a:prstGeom prst="straightConnector1">
            <a:avLst/>
          </a:prstGeom>
          <a:ln w="25400">
            <a:solidFill>
              <a:srgbClr val="FFFF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133">
            <a:extLst>
              <a:ext uri="{FF2B5EF4-FFF2-40B4-BE49-F238E27FC236}">
                <a16:creationId xmlns:a16="http://schemas.microsoft.com/office/drawing/2014/main" id="{D3848ACF-F46E-8913-6775-333BA27536DF}"/>
              </a:ext>
            </a:extLst>
          </p:cNvPr>
          <p:cNvGrpSpPr>
            <a:grpSpLocks/>
          </p:cNvGrpSpPr>
          <p:nvPr/>
        </p:nvGrpSpPr>
        <p:grpSpPr bwMode="auto">
          <a:xfrm>
            <a:off x="357188" y="1579563"/>
            <a:ext cx="8001000" cy="539750"/>
            <a:chOff x="428625" y="3071813"/>
            <a:chExt cx="8001000" cy="539750"/>
          </a:xfrm>
        </p:grpSpPr>
        <p:grpSp>
          <p:nvGrpSpPr>
            <p:cNvPr id="19561" name="组合 393">
              <a:extLst>
                <a:ext uri="{FF2B5EF4-FFF2-40B4-BE49-F238E27FC236}">
                  <a16:creationId xmlns:a16="http://schemas.microsoft.com/office/drawing/2014/main" id="{370C28E7-6B34-528A-E7D4-7226EBDE2B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1622" y="3087322"/>
              <a:ext cx="1714499" cy="523824"/>
              <a:chOff x="1142975" y="4500566"/>
              <a:chExt cx="1714513" cy="638688"/>
            </a:xfrm>
          </p:grpSpPr>
          <p:cxnSp>
            <p:nvCxnSpPr>
              <p:cNvPr id="161" name="直接连接符 160">
                <a:extLst>
                  <a:ext uri="{FF2B5EF4-FFF2-40B4-BE49-F238E27FC236}">
                    <a16:creationId xmlns:a16="http://schemas.microsoft.com/office/drawing/2014/main" id="{ECEA5299-1214-ADB3-FAD5-28133E7DB39A}"/>
                  </a:ext>
                </a:extLst>
              </p:cNvPr>
              <p:cNvCxnSpPr/>
              <p:nvPr/>
            </p:nvCxnSpPr>
            <p:spPr>
              <a:xfrm>
                <a:off x="1214416" y="4501012"/>
                <a:ext cx="1571638" cy="19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接连接符 161">
                <a:extLst>
                  <a:ext uri="{FF2B5EF4-FFF2-40B4-BE49-F238E27FC236}">
                    <a16:creationId xmlns:a16="http://schemas.microsoft.com/office/drawing/2014/main" id="{BE800CF0-C22B-DA69-9E03-C760C228D9D3}"/>
                  </a:ext>
                </a:extLst>
              </p:cNvPr>
              <p:cNvCxnSpPr/>
              <p:nvPr/>
            </p:nvCxnSpPr>
            <p:spPr>
              <a:xfrm>
                <a:off x="1214416" y="5000399"/>
                <a:ext cx="1571638" cy="19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>
                <a:extLst>
                  <a:ext uri="{FF2B5EF4-FFF2-40B4-BE49-F238E27FC236}">
                    <a16:creationId xmlns:a16="http://schemas.microsoft.com/office/drawing/2014/main" id="{754CD148-08FC-F1BD-6D6C-FC382D82CE99}"/>
                  </a:ext>
                </a:extLst>
              </p:cNvPr>
              <p:cNvCxnSpPr/>
              <p:nvPr/>
            </p:nvCxnSpPr>
            <p:spPr>
              <a:xfrm rot="5400000">
                <a:off x="1035462" y="4608528"/>
                <a:ext cx="286470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直接连接符 163">
                <a:extLst>
                  <a:ext uri="{FF2B5EF4-FFF2-40B4-BE49-F238E27FC236}">
                    <a16:creationId xmlns:a16="http://schemas.microsoft.com/office/drawing/2014/main" id="{1050B640-D030-ED16-5618-D243E055928C}"/>
                  </a:ext>
                </a:extLst>
              </p:cNvPr>
              <p:cNvCxnSpPr/>
              <p:nvPr/>
            </p:nvCxnSpPr>
            <p:spPr>
              <a:xfrm rot="16200000" flipH="1">
                <a:off x="1072238" y="4858222"/>
                <a:ext cx="212917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直接连接符 164">
                <a:extLst>
                  <a:ext uri="{FF2B5EF4-FFF2-40B4-BE49-F238E27FC236}">
                    <a16:creationId xmlns:a16="http://schemas.microsoft.com/office/drawing/2014/main" id="{7CF0BE17-DC15-1FD5-3A47-CEEB8D8829E7}"/>
                  </a:ext>
                </a:extLst>
              </p:cNvPr>
              <p:cNvCxnSpPr/>
              <p:nvPr/>
            </p:nvCxnSpPr>
            <p:spPr>
              <a:xfrm rot="16200000" flipH="1">
                <a:off x="2678538" y="4608528"/>
                <a:ext cx="286470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直接连接符 165">
                <a:extLst>
                  <a:ext uri="{FF2B5EF4-FFF2-40B4-BE49-F238E27FC236}">
                    <a16:creationId xmlns:a16="http://schemas.microsoft.com/office/drawing/2014/main" id="{DA8DD5F7-989B-9037-49B3-8F387E2B76A7}"/>
                  </a:ext>
                </a:extLst>
              </p:cNvPr>
              <p:cNvCxnSpPr/>
              <p:nvPr/>
            </p:nvCxnSpPr>
            <p:spPr>
              <a:xfrm rot="5400000">
                <a:off x="2715314" y="4858222"/>
                <a:ext cx="212917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593" name="TextBox 391">
                <a:extLst>
                  <a:ext uri="{FF2B5EF4-FFF2-40B4-BE49-F238E27FC236}">
                    <a16:creationId xmlns:a16="http://schemas.microsoft.com/office/drawing/2014/main" id="{3C78ACE5-E200-5B3C-D8CF-2BEC071288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71604" y="4500567"/>
                <a:ext cx="1214446" cy="6386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1111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562" name="组合 394">
              <a:extLst>
                <a:ext uri="{FF2B5EF4-FFF2-40B4-BE49-F238E27FC236}">
                  <a16:creationId xmlns:a16="http://schemas.microsoft.com/office/drawing/2014/main" id="{C0B44A16-3198-E4A1-D931-127440BC83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6120" y="3088145"/>
              <a:ext cx="1714499" cy="428679"/>
              <a:chOff x="2857487" y="4500569"/>
              <a:chExt cx="1714513" cy="523221"/>
            </a:xfrm>
          </p:grpSpPr>
          <p:cxnSp>
            <p:nvCxnSpPr>
              <p:cNvPr id="154" name="直接连接符 153">
                <a:extLst>
                  <a:ext uri="{FF2B5EF4-FFF2-40B4-BE49-F238E27FC236}">
                    <a16:creationId xmlns:a16="http://schemas.microsoft.com/office/drawing/2014/main" id="{0AEF9598-BA6F-A084-1046-9F2F1F46DE9B}"/>
                  </a:ext>
                </a:extLst>
              </p:cNvPr>
              <p:cNvCxnSpPr/>
              <p:nvPr/>
            </p:nvCxnSpPr>
            <p:spPr>
              <a:xfrm>
                <a:off x="2928930" y="4500011"/>
                <a:ext cx="1571638" cy="19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直接连接符 154">
                <a:extLst>
                  <a:ext uri="{FF2B5EF4-FFF2-40B4-BE49-F238E27FC236}">
                    <a16:creationId xmlns:a16="http://schemas.microsoft.com/office/drawing/2014/main" id="{2F0DC652-0255-171D-28EB-5D7FD9A289AA}"/>
                  </a:ext>
                </a:extLst>
              </p:cNvPr>
              <p:cNvCxnSpPr/>
              <p:nvPr/>
            </p:nvCxnSpPr>
            <p:spPr>
              <a:xfrm>
                <a:off x="2928930" y="4999915"/>
                <a:ext cx="1571638" cy="19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接连接符 155">
                <a:extLst>
                  <a:ext uri="{FF2B5EF4-FFF2-40B4-BE49-F238E27FC236}">
                    <a16:creationId xmlns:a16="http://schemas.microsoft.com/office/drawing/2014/main" id="{57B83931-5C2F-7BCB-A410-0FEB7B415BF3}"/>
                  </a:ext>
                </a:extLst>
              </p:cNvPr>
              <p:cNvCxnSpPr/>
              <p:nvPr/>
            </p:nvCxnSpPr>
            <p:spPr>
              <a:xfrm rot="5400000">
                <a:off x="2750797" y="4606706"/>
                <a:ext cx="284828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7" name="直接连接符 156">
                <a:extLst>
                  <a:ext uri="{FF2B5EF4-FFF2-40B4-BE49-F238E27FC236}">
                    <a16:creationId xmlns:a16="http://schemas.microsoft.com/office/drawing/2014/main" id="{9B3BA94D-8C8D-4F49-B3C0-D91E81CD9743}"/>
                  </a:ext>
                </a:extLst>
              </p:cNvPr>
              <p:cNvCxnSpPr/>
              <p:nvPr/>
            </p:nvCxnSpPr>
            <p:spPr>
              <a:xfrm rot="16200000" flipH="1">
                <a:off x="2785673" y="4856658"/>
                <a:ext cx="215075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8" name="直接连接符 157">
                <a:extLst>
                  <a:ext uri="{FF2B5EF4-FFF2-40B4-BE49-F238E27FC236}">
                    <a16:creationId xmlns:a16="http://schemas.microsoft.com/office/drawing/2014/main" id="{806661BB-F25A-2077-5DC6-33C8BDF77CA7}"/>
                  </a:ext>
                </a:extLst>
              </p:cNvPr>
              <p:cNvCxnSpPr/>
              <p:nvPr/>
            </p:nvCxnSpPr>
            <p:spPr>
              <a:xfrm rot="16200000" flipH="1">
                <a:off x="4393873" y="4606706"/>
                <a:ext cx="284828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直接连接符 158">
                <a:extLst>
                  <a:ext uri="{FF2B5EF4-FFF2-40B4-BE49-F238E27FC236}">
                    <a16:creationId xmlns:a16="http://schemas.microsoft.com/office/drawing/2014/main" id="{A2FD3611-14F3-9CB8-1B4B-0F5676450707}"/>
                  </a:ext>
                </a:extLst>
              </p:cNvPr>
              <p:cNvCxnSpPr/>
              <p:nvPr/>
            </p:nvCxnSpPr>
            <p:spPr>
              <a:xfrm rot="5400000">
                <a:off x="4428748" y="4856659"/>
                <a:ext cx="215075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586" name="TextBox 392">
                <a:extLst>
                  <a:ext uri="{FF2B5EF4-FFF2-40B4-BE49-F238E27FC236}">
                    <a16:creationId xmlns:a16="http://schemas.microsoft.com/office/drawing/2014/main" id="{550A4761-6A0C-29CC-676C-B891F97D53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3240" y="4500570"/>
                <a:ext cx="1214446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1111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563" name="组合 396">
              <a:extLst>
                <a:ext uri="{FF2B5EF4-FFF2-40B4-BE49-F238E27FC236}">
                  <a16:creationId xmlns:a16="http://schemas.microsoft.com/office/drawing/2014/main" id="{B363E998-5C21-34B6-A7FD-F785E59A7A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00620" y="3087322"/>
              <a:ext cx="1714499" cy="523824"/>
              <a:chOff x="2857487" y="4500569"/>
              <a:chExt cx="1714513" cy="638688"/>
            </a:xfrm>
          </p:grpSpPr>
          <p:cxnSp>
            <p:nvCxnSpPr>
              <p:cNvPr id="147" name="直接连接符 146">
                <a:extLst>
                  <a:ext uri="{FF2B5EF4-FFF2-40B4-BE49-F238E27FC236}">
                    <a16:creationId xmlns:a16="http://schemas.microsoft.com/office/drawing/2014/main" id="{43A65F46-48D8-B87D-E0E5-E739235F37BD}"/>
                  </a:ext>
                </a:extLst>
              </p:cNvPr>
              <p:cNvCxnSpPr/>
              <p:nvPr/>
            </p:nvCxnSpPr>
            <p:spPr>
              <a:xfrm>
                <a:off x="2928930" y="4501015"/>
                <a:ext cx="1571638" cy="19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直接连接符 147">
                <a:extLst>
                  <a:ext uri="{FF2B5EF4-FFF2-40B4-BE49-F238E27FC236}">
                    <a16:creationId xmlns:a16="http://schemas.microsoft.com/office/drawing/2014/main" id="{D185E074-F93A-1DC4-E198-F56A65CF5265}"/>
                  </a:ext>
                </a:extLst>
              </p:cNvPr>
              <p:cNvCxnSpPr/>
              <p:nvPr/>
            </p:nvCxnSpPr>
            <p:spPr>
              <a:xfrm>
                <a:off x="2928930" y="5000402"/>
                <a:ext cx="1571638" cy="19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直接连接符 148">
                <a:extLst>
                  <a:ext uri="{FF2B5EF4-FFF2-40B4-BE49-F238E27FC236}">
                    <a16:creationId xmlns:a16="http://schemas.microsoft.com/office/drawing/2014/main" id="{15F72049-E276-0EE0-D9A0-5DEE86F5D5A0}"/>
                  </a:ext>
                </a:extLst>
              </p:cNvPr>
              <p:cNvCxnSpPr/>
              <p:nvPr/>
            </p:nvCxnSpPr>
            <p:spPr>
              <a:xfrm rot="5400000">
                <a:off x="2749976" y="4608531"/>
                <a:ext cx="286470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>
                <a:extLst>
                  <a:ext uri="{FF2B5EF4-FFF2-40B4-BE49-F238E27FC236}">
                    <a16:creationId xmlns:a16="http://schemas.microsoft.com/office/drawing/2014/main" id="{56439D11-41F6-87BC-383A-79BFCA0306E8}"/>
                  </a:ext>
                </a:extLst>
              </p:cNvPr>
              <p:cNvCxnSpPr/>
              <p:nvPr/>
            </p:nvCxnSpPr>
            <p:spPr>
              <a:xfrm rot="16200000" flipH="1">
                <a:off x="2786752" y="4858225"/>
                <a:ext cx="212917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直接连接符 150">
                <a:extLst>
                  <a:ext uri="{FF2B5EF4-FFF2-40B4-BE49-F238E27FC236}">
                    <a16:creationId xmlns:a16="http://schemas.microsoft.com/office/drawing/2014/main" id="{D8C5CF94-1E3D-68AC-81A8-CCB27CFEFF31}"/>
                  </a:ext>
                </a:extLst>
              </p:cNvPr>
              <p:cNvCxnSpPr/>
              <p:nvPr/>
            </p:nvCxnSpPr>
            <p:spPr>
              <a:xfrm rot="16200000" flipH="1">
                <a:off x="4393052" y="4608531"/>
                <a:ext cx="286470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直接连接符 151">
                <a:extLst>
                  <a:ext uri="{FF2B5EF4-FFF2-40B4-BE49-F238E27FC236}">
                    <a16:creationId xmlns:a16="http://schemas.microsoft.com/office/drawing/2014/main" id="{49FD7E0F-35F8-D464-42E5-5DB773E3B96A}"/>
                  </a:ext>
                </a:extLst>
              </p:cNvPr>
              <p:cNvCxnSpPr/>
              <p:nvPr/>
            </p:nvCxnSpPr>
            <p:spPr>
              <a:xfrm rot="5400000">
                <a:off x="4429828" y="4858225"/>
                <a:ext cx="212917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579" name="TextBox 403">
                <a:extLst>
                  <a:ext uri="{FF2B5EF4-FFF2-40B4-BE49-F238E27FC236}">
                    <a16:creationId xmlns:a16="http://schemas.microsoft.com/office/drawing/2014/main" id="{931FAF56-F60F-F660-D15E-53EDFF3E5A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3240" y="4500570"/>
                <a:ext cx="1214446" cy="6386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0000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9564" name="Rectangle 67">
              <a:extLst>
                <a:ext uri="{FF2B5EF4-FFF2-40B4-BE49-F238E27FC236}">
                  <a16:creationId xmlns:a16="http://schemas.microsoft.com/office/drawing/2014/main" id="{18C92DF8-C5A6-F44C-AB8F-305991A5B0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25" y="3071813"/>
              <a:ext cx="117157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/>
                <a:t>Q</a:t>
              </a:r>
              <a:r>
                <a:rPr lang="en-US" altLang="zh-CN" sz="1800" baseline="-25000"/>
                <a:t>7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6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5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4</a:t>
              </a:r>
            </a:p>
          </p:txBody>
        </p:sp>
        <p:grpSp>
          <p:nvGrpSpPr>
            <p:cNvPr id="19565" name="组合 431">
              <a:extLst>
                <a:ext uri="{FF2B5EF4-FFF2-40B4-BE49-F238E27FC236}">
                  <a16:creationId xmlns:a16="http://schemas.microsoft.com/office/drawing/2014/main" id="{519C6ACC-E83D-6693-A1F4-5389B63D5A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15120" y="3071447"/>
              <a:ext cx="1714499" cy="523824"/>
              <a:chOff x="2857487" y="4500569"/>
              <a:chExt cx="1714513" cy="638688"/>
            </a:xfrm>
          </p:grpSpPr>
          <p:cxnSp>
            <p:nvCxnSpPr>
              <p:cNvPr id="140" name="直接连接符 139">
                <a:extLst>
                  <a:ext uri="{FF2B5EF4-FFF2-40B4-BE49-F238E27FC236}">
                    <a16:creationId xmlns:a16="http://schemas.microsoft.com/office/drawing/2014/main" id="{58462109-064E-B50E-8B12-A2AEED4CBEF6}"/>
                  </a:ext>
                </a:extLst>
              </p:cNvPr>
              <p:cNvCxnSpPr/>
              <p:nvPr/>
            </p:nvCxnSpPr>
            <p:spPr>
              <a:xfrm>
                <a:off x="2928930" y="4501015"/>
                <a:ext cx="1571638" cy="19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直接连接符 140">
                <a:extLst>
                  <a:ext uri="{FF2B5EF4-FFF2-40B4-BE49-F238E27FC236}">
                    <a16:creationId xmlns:a16="http://schemas.microsoft.com/office/drawing/2014/main" id="{3CD32CC9-14F3-F0F4-31C3-10BD76365C67}"/>
                  </a:ext>
                </a:extLst>
              </p:cNvPr>
              <p:cNvCxnSpPr/>
              <p:nvPr/>
            </p:nvCxnSpPr>
            <p:spPr>
              <a:xfrm>
                <a:off x="2928930" y="5000402"/>
                <a:ext cx="1571638" cy="193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直接连接符 141">
                <a:extLst>
                  <a:ext uri="{FF2B5EF4-FFF2-40B4-BE49-F238E27FC236}">
                    <a16:creationId xmlns:a16="http://schemas.microsoft.com/office/drawing/2014/main" id="{4ED63BF6-A466-97D9-3B32-18F4681E8BF0}"/>
                  </a:ext>
                </a:extLst>
              </p:cNvPr>
              <p:cNvCxnSpPr/>
              <p:nvPr/>
            </p:nvCxnSpPr>
            <p:spPr>
              <a:xfrm rot="5400000">
                <a:off x="2749976" y="4608531"/>
                <a:ext cx="286470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直接连接符 142">
                <a:extLst>
                  <a:ext uri="{FF2B5EF4-FFF2-40B4-BE49-F238E27FC236}">
                    <a16:creationId xmlns:a16="http://schemas.microsoft.com/office/drawing/2014/main" id="{562F1B99-DBD0-78A1-FC75-FEAD50F06D5D}"/>
                  </a:ext>
                </a:extLst>
              </p:cNvPr>
              <p:cNvCxnSpPr/>
              <p:nvPr/>
            </p:nvCxnSpPr>
            <p:spPr>
              <a:xfrm rot="16200000" flipH="1">
                <a:off x="2786752" y="4858225"/>
                <a:ext cx="212917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直接连接符 143">
                <a:extLst>
                  <a:ext uri="{FF2B5EF4-FFF2-40B4-BE49-F238E27FC236}">
                    <a16:creationId xmlns:a16="http://schemas.microsoft.com/office/drawing/2014/main" id="{97F3467A-B6C5-DFBE-B976-CC5C64FF0701}"/>
                  </a:ext>
                </a:extLst>
              </p:cNvPr>
              <p:cNvCxnSpPr/>
              <p:nvPr/>
            </p:nvCxnSpPr>
            <p:spPr>
              <a:xfrm rot="16200000" flipH="1">
                <a:off x="4393052" y="4608531"/>
                <a:ext cx="286470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直接连接符 144">
                <a:extLst>
                  <a:ext uri="{FF2B5EF4-FFF2-40B4-BE49-F238E27FC236}">
                    <a16:creationId xmlns:a16="http://schemas.microsoft.com/office/drawing/2014/main" id="{CA8DD165-1D4E-CB42-A3BE-D1E156913124}"/>
                  </a:ext>
                </a:extLst>
              </p:cNvPr>
              <p:cNvCxnSpPr/>
              <p:nvPr/>
            </p:nvCxnSpPr>
            <p:spPr>
              <a:xfrm rot="5400000">
                <a:off x="4429828" y="4858225"/>
                <a:ext cx="212917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572" name="TextBox 438">
                <a:extLst>
                  <a:ext uri="{FF2B5EF4-FFF2-40B4-BE49-F238E27FC236}">
                    <a16:creationId xmlns:a16="http://schemas.microsoft.com/office/drawing/2014/main" id="{162B1FB8-D414-02B8-B026-A12B78F075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3240" y="4500570"/>
                <a:ext cx="1214446" cy="6386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0000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1" name="组合 203">
            <a:extLst>
              <a:ext uri="{FF2B5EF4-FFF2-40B4-BE49-F238E27FC236}">
                <a16:creationId xmlns:a16="http://schemas.microsoft.com/office/drawing/2014/main" id="{9F263D66-0123-024A-9D3F-EE4C3CB7DB1F}"/>
              </a:ext>
            </a:extLst>
          </p:cNvPr>
          <p:cNvGrpSpPr>
            <a:grpSpLocks/>
          </p:cNvGrpSpPr>
          <p:nvPr/>
        </p:nvGrpSpPr>
        <p:grpSpPr bwMode="auto">
          <a:xfrm>
            <a:off x="142875" y="2047875"/>
            <a:ext cx="8215313" cy="539750"/>
            <a:chOff x="214282" y="3000006"/>
            <a:chExt cx="8215302" cy="539922"/>
          </a:xfrm>
        </p:grpSpPr>
        <p:grpSp>
          <p:nvGrpSpPr>
            <p:cNvPr id="19528" name="组合 393">
              <a:extLst>
                <a:ext uri="{FF2B5EF4-FFF2-40B4-BE49-F238E27FC236}">
                  <a16:creationId xmlns:a16="http://schemas.microsoft.com/office/drawing/2014/main" id="{1766418A-6F15-BACF-7FD6-355FEEE799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1591" y="3000371"/>
              <a:ext cx="1714497" cy="523823"/>
              <a:chOff x="1142975" y="4481656"/>
              <a:chExt cx="1714513" cy="638687"/>
            </a:xfrm>
          </p:grpSpPr>
          <p:cxnSp>
            <p:nvCxnSpPr>
              <p:cNvPr id="196" name="直接连接符 195">
                <a:extLst>
                  <a:ext uri="{FF2B5EF4-FFF2-40B4-BE49-F238E27FC236}">
                    <a16:creationId xmlns:a16="http://schemas.microsoft.com/office/drawing/2014/main" id="{A4FC23B1-E2A3-A019-2DC8-8ACAFEC6555E}"/>
                  </a:ext>
                </a:extLst>
              </p:cNvPr>
              <p:cNvCxnSpPr/>
              <p:nvPr/>
            </p:nvCxnSpPr>
            <p:spPr>
              <a:xfrm>
                <a:off x="1214415" y="4500573"/>
                <a:ext cx="1571638" cy="19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直接连接符 196">
                <a:extLst>
                  <a:ext uri="{FF2B5EF4-FFF2-40B4-BE49-F238E27FC236}">
                    <a16:creationId xmlns:a16="http://schemas.microsoft.com/office/drawing/2014/main" id="{B8E5481A-5CA6-684A-E73E-813D7F4B2BF4}"/>
                  </a:ext>
                </a:extLst>
              </p:cNvPr>
              <p:cNvCxnSpPr/>
              <p:nvPr/>
            </p:nvCxnSpPr>
            <p:spPr>
              <a:xfrm>
                <a:off x="1214415" y="5000119"/>
                <a:ext cx="1571638" cy="19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直接连接符 197">
                <a:extLst>
                  <a:ext uri="{FF2B5EF4-FFF2-40B4-BE49-F238E27FC236}">
                    <a16:creationId xmlns:a16="http://schemas.microsoft.com/office/drawing/2014/main" id="{EC63775C-3A2B-C981-F2FC-9F8713C8B36B}"/>
                  </a:ext>
                </a:extLst>
              </p:cNvPr>
              <p:cNvCxnSpPr/>
              <p:nvPr/>
            </p:nvCxnSpPr>
            <p:spPr>
              <a:xfrm rot="5400000">
                <a:off x="1035416" y="4608134"/>
                <a:ext cx="286561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直接连接符 198">
                <a:extLst>
                  <a:ext uri="{FF2B5EF4-FFF2-40B4-BE49-F238E27FC236}">
                    <a16:creationId xmlns:a16="http://schemas.microsoft.com/office/drawing/2014/main" id="{6D66AD78-ABA2-FABC-8669-F3D300ADF89C}"/>
                  </a:ext>
                </a:extLst>
              </p:cNvPr>
              <p:cNvCxnSpPr/>
              <p:nvPr/>
            </p:nvCxnSpPr>
            <p:spPr>
              <a:xfrm rot="16200000" flipH="1">
                <a:off x="1072203" y="4857908"/>
                <a:ext cx="212985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直接连接符 199">
                <a:extLst>
                  <a:ext uri="{FF2B5EF4-FFF2-40B4-BE49-F238E27FC236}">
                    <a16:creationId xmlns:a16="http://schemas.microsoft.com/office/drawing/2014/main" id="{523A00B8-138C-ED41-6FB1-5F18FCA7C253}"/>
                  </a:ext>
                </a:extLst>
              </p:cNvPr>
              <p:cNvCxnSpPr/>
              <p:nvPr/>
            </p:nvCxnSpPr>
            <p:spPr>
              <a:xfrm rot="16200000" flipH="1">
                <a:off x="2678491" y="4608134"/>
                <a:ext cx="286561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直接连接符 200">
                <a:extLst>
                  <a:ext uri="{FF2B5EF4-FFF2-40B4-BE49-F238E27FC236}">
                    <a16:creationId xmlns:a16="http://schemas.microsoft.com/office/drawing/2014/main" id="{409F7F5E-3324-AD1B-0A23-94E6DCBCF249}"/>
                  </a:ext>
                </a:extLst>
              </p:cNvPr>
              <p:cNvCxnSpPr/>
              <p:nvPr/>
            </p:nvCxnSpPr>
            <p:spPr>
              <a:xfrm rot="5400000">
                <a:off x="2715279" y="4857908"/>
                <a:ext cx="212985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560" name="TextBox 391">
                <a:extLst>
                  <a:ext uri="{FF2B5EF4-FFF2-40B4-BE49-F238E27FC236}">
                    <a16:creationId xmlns:a16="http://schemas.microsoft.com/office/drawing/2014/main" id="{022E8E9C-08C7-ACEE-F938-4F53A0889C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71620" y="4481656"/>
                <a:ext cx="1214446" cy="6386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1111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529" name="组合 394">
              <a:extLst>
                <a:ext uri="{FF2B5EF4-FFF2-40B4-BE49-F238E27FC236}">
                  <a16:creationId xmlns:a16="http://schemas.microsoft.com/office/drawing/2014/main" id="{035DC22A-E329-A384-A081-4DA7B80F53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6087" y="3016707"/>
              <a:ext cx="1714497" cy="523221"/>
              <a:chOff x="2857487" y="4500569"/>
              <a:chExt cx="1714513" cy="638613"/>
            </a:xfrm>
          </p:grpSpPr>
          <p:cxnSp>
            <p:nvCxnSpPr>
              <p:cNvPr id="189" name="直接连接符 188">
                <a:extLst>
                  <a:ext uri="{FF2B5EF4-FFF2-40B4-BE49-F238E27FC236}">
                    <a16:creationId xmlns:a16="http://schemas.microsoft.com/office/drawing/2014/main" id="{A33440E8-A593-9BEA-4281-B35E7A644E5E}"/>
                  </a:ext>
                </a:extLst>
              </p:cNvPr>
              <p:cNvCxnSpPr/>
              <p:nvPr/>
            </p:nvCxnSpPr>
            <p:spPr>
              <a:xfrm>
                <a:off x="2928929" y="4501505"/>
                <a:ext cx="1571638" cy="19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直接连接符 189">
                <a:extLst>
                  <a:ext uri="{FF2B5EF4-FFF2-40B4-BE49-F238E27FC236}">
                    <a16:creationId xmlns:a16="http://schemas.microsoft.com/office/drawing/2014/main" id="{B14CE9C7-A418-19AF-8B38-E9E3361E33C6}"/>
                  </a:ext>
                </a:extLst>
              </p:cNvPr>
              <p:cNvCxnSpPr/>
              <p:nvPr/>
            </p:nvCxnSpPr>
            <p:spPr>
              <a:xfrm>
                <a:off x="2928929" y="5001568"/>
                <a:ext cx="1571638" cy="19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直接连接符 190">
                <a:extLst>
                  <a:ext uri="{FF2B5EF4-FFF2-40B4-BE49-F238E27FC236}">
                    <a16:creationId xmlns:a16="http://schemas.microsoft.com/office/drawing/2014/main" id="{C5193A62-E20B-F176-864A-71D4FCE86B75}"/>
                  </a:ext>
                </a:extLst>
              </p:cNvPr>
              <p:cNvCxnSpPr/>
              <p:nvPr/>
            </p:nvCxnSpPr>
            <p:spPr>
              <a:xfrm rot="5400000">
                <a:off x="2750751" y="4608246"/>
                <a:ext cx="284919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直接连接符 191">
                <a:extLst>
                  <a:ext uri="{FF2B5EF4-FFF2-40B4-BE49-F238E27FC236}">
                    <a16:creationId xmlns:a16="http://schemas.microsoft.com/office/drawing/2014/main" id="{FF15F036-B65E-0C1A-FC5F-036DD3EBB0DA}"/>
                  </a:ext>
                </a:extLst>
              </p:cNvPr>
              <p:cNvCxnSpPr/>
              <p:nvPr/>
            </p:nvCxnSpPr>
            <p:spPr>
              <a:xfrm rot="16200000" flipH="1">
                <a:off x="2785638" y="4858278"/>
                <a:ext cx="215144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直接连接符 192">
                <a:extLst>
                  <a:ext uri="{FF2B5EF4-FFF2-40B4-BE49-F238E27FC236}">
                    <a16:creationId xmlns:a16="http://schemas.microsoft.com/office/drawing/2014/main" id="{21E7BEF0-F6C9-4B7D-DFC1-6B3D1D63FBB6}"/>
                  </a:ext>
                </a:extLst>
              </p:cNvPr>
              <p:cNvCxnSpPr/>
              <p:nvPr/>
            </p:nvCxnSpPr>
            <p:spPr>
              <a:xfrm rot="16200000" flipH="1">
                <a:off x="4393826" y="4608246"/>
                <a:ext cx="284919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直接连接符 193">
                <a:extLst>
                  <a:ext uri="{FF2B5EF4-FFF2-40B4-BE49-F238E27FC236}">
                    <a16:creationId xmlns:a16="http://schemas.microsoft.com/office/drawing/2014/main" id="{AB00F57E-DF40-4A8F-E758-C8A995229EFD}"/>
                  </a:ext>
                </a:extLst>
              </p:cNvPr>
              <p:cNvCxnSpPr/>
              <p:nvPr/>
            </p:nvCxnSpPr>
            <p:spPr>
              <a:xfrm rot="5400000">
                <a:off x="4428713" y="4858278"/>
                <a:ext cx="215144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553" name="TextBox 392">
                <a:extLst>
                  <a:ext uri="{FF2B5EF4-FFF2-40B4-BE49-F238E27FC236}">
                    <a16:creationId xmlns:a16="http://schemas.microsoft.com/office/drawing/2014/main" id="{1C4B5B31-FEBA-02D7-6459-6472921DC6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3240" y="4500570"/>
                <a:ext cx="1214446" cy="6386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1111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530" name="组合 396">
              <a:extLst>
                <a:ext uri="{FF2B5EF4-FFF2-40B4-BE49-F238E27FC236}">
                  <a16:creationId xmlns:a16="http://schemas.microsoft.com/office/drawing/2014/main" id="{FDB5F31C-5C26-FFE9-F86A-9D017A3D4A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00587" y="3015881"/>
              <a:ext cx="1714497" cy="523824"/>
              <a:chOff x="2857487" y="4500569"/>
              <a:chExt cx="1714513" cy="638688"/>
            </a:xfrm>
          </p:grpSpPr>
          <p:cxnSp>
            <p:nvCxnSpPr>
              <p:cNvPr id="182" name="直接连接符 181">
                <a:extLst>
                  <a:ext uri="{FF2B5EF4-FFF2-40B4-BE49-F238E27FC236}">
                    <a16:creationId xmlns:a16="http://schemas.microsoft.com/office/drawing/2014/main" id="{9C26701C-BC24-3DDD-E506-8209BDD0D9F2}"/>
                  </a:ext>
                </a:extLst>
              </p:cNvPr>
              <p:cNvCxnSpPr/>
              <p:nvPr/>
            </p:nvCxnSpPr>
            <p:spPr>
              <a:xfrm>
                <a:off x="2928927" y="4500575"/>
                <a:ext cx="1571638" cy="19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直接连接符 182">
                <a:extLst>
                  <a:ext uri="{FF2B5EF4-FFF2-40B4-BE49-F238E27FC236}">
                    <a16:creationId xmlns:a16="http://schemas.microsoft.com/office/drawing/2014/main" id="{22CA1A31-291E-E094-82AB-1AE515A65016}"/>
                  </a:ext>
                </a:extLst>
              </p:cNvPr>
              <p:cNvCxnSpPr/>
              <p:nvPr/>
            </p:nvCxnSpPr>
            <p:spPr>
              <a:xfrm>
                <a:off x="2928927" y="5000121"/>
                <a:ext cx="1571638" cy="19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直接连接符 183">
                <a:extLst>
                  <a:ext uri="{FF2B5EF4-FFF2-40B4-BE49-F238E27FC236}">
                    <a16:creationId xmlns:a16="http://schemas.microsoft.com/office/drawing/2014/main" id="{92AAFD89-33ED-3E9E-A005-A0E017ED374E}"/>
                  </a:ext>
                </a:extLst>
              </p:cNvPr>
              <p:cNvCxnSpPr/>
              <p:nvPr/>
            </p:nvCxnSpPr>
            <p:spPr>
              <a:xfrm rot="5400000">
                <a:off x="2749928" y="4608136"/>
                <a:ext cx="286561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直接连接符 184">
                <a:extLst>
                  <a:ext uri="{FF2B5EF4-FFF2-40B4-BE49-F238E27FC236}">
                    <a16:creationId xmlns:a16="http://schemas.microsoft.com/office/drawing/2014/main" id="{4EB4B596-E108-9AE3-2C3E-72E3D457479A}"/>
                  </a:ext>
                </a:extLst>
              </p:cNvPr>
              <p:cNvCxnSpPr/>
              <p:nvPr/>
            </p:nvCxnSpPr>
            <p:spPr>
              <a:xfrm rot="16200000" flipH="1">
                <a:off x="2786715" y="4857910"/>
                <a:ext cx="212985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直接连接符 185">
                <a:extLst>
                  <a:ext uri="{FF2B5EF4-FFF2-40B4-BE49-F238E27FC236}">
                    <a16:creationId xmlns:a16="http://schemas.microsoft.com/office/drawing/2014/main" id="{0667D1F3-E2BB-E09D-05AD-3688143257DA}"/>
                  </a:ext>
                </a:extLst>
              </p:cNvPr>
              <p:cNvCxnSpPr/>
              <p:nvPr/>
            </p:nvCxnSpPr>
            <p:spPr>
              <a:xfrm rot="16200000" flipH="1">
                <a:off x="4393003" y="4608136"/>
                <a:ext cx="286561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直接连接符 186">
                <a:extLst>
                  <a:ext uri="{FF2B5EF4-FFF2-40B4-BE49-F238E27FC236}">
                    <a16:creationId xmlns:a16="http://schemas.microsoft.com/office/drawing/2014/main" id="{F2A28AA0-62F6-61A6-ABE6-A160B1D91671}"/>
                  </a:ext>
                </a:extLst>
              </p:cNvPr>
              <p:cNvCxnSpPr/>
              <p:nvPr/>
            </p:nvCxnSpPr>
            <p:spPr>
              <a:xfrm rot="5400000">
                <a:off x="4429791" y="4857910"/>
                <a:ext cx="212985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546" name="TextBox 403">
                <a:extLst>
                  <a:ext uri="{FF2B5EF4-FFF2-40B4-BE49-F238E27FC236}">
                    <a16:creationId xmlns:a16="http://schemas.microsoft.com/office/drawing/2014/main" id="{05AB1E36-396A-04E7-200E-01349310C0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3240" y="4500570"/>
                <a:ext cx="1214446" cy="6386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0000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19531" name="Rectangle 67">
              <a:extLst>
                <a:ext uri="{FF2B5EF4-FFF2-40B4-BE49-F238E27FC236}">
                  <a16:creationId xmlns:a16="http://schemas.microsoft.com/office/drawing/2014/main" id="{78F2AA5D-92EF-BECD-96CA-561BCEACA9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282" y="3000372"/>
              <a:ext cx="142876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/>
                <a:t>Q</a:t>
              </a:r>
              <a:r>
                <a:rPr lang="en-US" altLang="zh-CN" sz="1800" baseline="-25000"/>
                <a:t>11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10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9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8</a:t>
              </a:r>
            </a:p>
          </p:txBody>
        </p:sp>
        <p:grpSp>
          <p:nvGrpSpPr>
            <p:cNvPr id="19532" name="组合 431">
              <a:extLst>
                <a:ext uri="{FF2B5EF4-FFF2-40B4-BE49-F238E27FC236}">
                  <a16:creationId xmlns:a16="http://schemas.microsoft.com/office/drawing/2014/main" id="{C3F8B29B-A2AB-9877-9202-C65BA74BDE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15087" y="3000006"/>
              <a:ext cx="1714497" cy="523824"/>
              <a:chOff x="2857487" y="4500569"/>
              <a:chExt cx="1714513" cy="638688"/>
            </a:xfrm>
          </p:grpSpPr>
          <p:cxnSp>
            <p:nvCxnSpPr>
              <p:cNvPr id="175" name="直接连接符 174">
                <a:extLst>
                  <a:ext uri="{FF2B5EF4-FFF2-40B4-BE49-F238E27FC236}">
                    <a16:creationId xmlns:a16="http://schemas.microsoft.com/office/drawing/2014/main" id="{3FC242E4-3727-8CF5-16E4-8F735CC27BF3}"/>
                  </a:ext>
                </a:extLst>
              </p:cNvPr>
              <p:cNvCxnSpPr/>
              <p:nvPr/>
            </p:nvCxnSpPr>
            <p:spPr>
              <a:xfrm>
                <a:off x="2928924" y="4500569"/>
                <a:ext cx="1571638" cy="19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直接连接符 175">
                <a:extLst>
                  <a:ext uri="{FF2B5EF4-FFF2-40B4-BE49-F238E27FC236}">
                    <a16:creationId xmlns:a16="http://schemas.microsoft.com/office/drawing/2014/main" id="{40D7EEF3-2428-873F-543E-F7B3D5AAA4A7}"/>
                  </a:ext>
                </a:extLst>
              </p:cNvPr>
              <p:cNvCxnSpPr/>
              <p:nvPr/>
            </p:nvCxnSpPr>
            <p:spPr>
              <a:xfrm>
                <a:off x="2928924" y="5000115"/>
                <a:ext cx="1571638" cy="19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接连接符 176">
                <a:extLst>
                  <a:ext uri="{FF2B5EF4-FFF2-40B4-BE49-F238E27FC236}">
                    <a16:creationId xmlns:a16="http://schemas.microsoft.com/office/drawing/2014/main" id="{778C9AAE-A09B-377E-477D-B0AD7D68573B}"/>
                  </a:ext>
                </a:extLst>
              </p:cNvPr>
              <p:cNvCxnSpPr/>
              <p:nvPr/>
            </p:nvCxnSpPr>
            <p:spPr>
              <a:xfrm rot="5400000">
                <a:off x="2749925" y="4608130"/>
                <a:ext cx="286561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直接连接符 177">
                <a:extLst>
                  <a:ext uri="{FF2B5EF4-FFF2-40B4-BE49-F238E27FC236}">
                    <a16:creationId xmlns:a16="http://schemas.microsoft.com/office/drawing/2014/main" id="{E14AF268-65FA-02F4-2C56-1EDA2C347177}"/>
                  </a:ext>
                </a:extLst>
              </p:cNvPr>
              <p:cNvCxnSpPr/>
              <p:nvPr/>
            </p:nvCxnSpPr>
            <p:spPr>
              <a:xfrm rot="16200000" flipH="1">
                <a:off x="2786712" y="4857904"/>
                <a:ext cx="212985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直接连接符 178">
                <a:extLst>
                  <a:ext uri="{FF2B5EF4-FFF2-40B4-BE49-F238E27FC236}">
                    <a16:creationId xmlns:a16="http://schemas.microsoft.com/office/drawing/2014/main" id="{397C3341-E2CB-2F62-AC7F-8FA4A557A294}"/>
                  </a:ext>
                </a:extLst>
              </p:cNvPr>
              <p:cNvCxnSpPr/>
              <p:nvPr/>
            </p:nvCxnSpPr>
            <p:spPr>
              <a:xfrm rot="16200000" flipH="1">
                <a:off x="4393000" y="4608130"/>
                <a:ext cx="286561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直接连接符 179">
                <a:extLst>
                  <a:ext uri="{FF2B5EF4-FFF2-40B4-BE49-F238E27FC236}">
                    <a16:creationId xmlns:a16="http://schemas.microsoft.com/office/drawing/2014/main" id="{5E0E7FA6-925D-D34B-2714-DE0872B4F0CD}"/>
                  </a:ext>
                </a:extLst>
              </p:cNvPr>
              <p:cNvCxnSpPr/>
              <p:nvPr/>
            </p:nvCxnSpPr>
            <p:spPr>
              <a:xfrm rot="5400000">
                <a:off x="4429788" y="4857904"/>
                <a:ext cx="212985" cy="71439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539" name="TextBox 438">
                <a:extLst>
                  <a:ext uri="{FF2B5EF4-FFF2-40B4-BE49-F238E27FC236}">
                    <a16:creationId xmlns:a16="http://schemas.microsoft.com/office/drawing/2014/main" id="{7446F5B9-64E3-16C8-0A08-2AE22141AF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43240" y="4500570"/>
                <a:ext cx="1214446" cy="6386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>
                    <a:latin typeface="Times New Roman" panose="02020603050405020304" pitchFamily="18" charset="0"/>
                  </a:rPr>
                  <a:t>0000</a:t>
                </a: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80965" name="组合 238">
            <a:extLst>
              <a:ext uri="{FF2B5EF4-FFF2-40B4-BE49-F238E27FC236}">
                <a16:creationId xmlns:a16="http://schemas.microsoft.com/office/drawing/2014/main" id="{8D0FD73D-51E2-DFE1-3ED1-8F0E1815365F}"/>
              </a:ext>
            </a:extLst>
          </p:cNvPr>
          <p:cNvGrpSpPr>
            <a:grpSpLocks/>
          </p:cNvGrpSpPr>
          <p:nvPr/>
        </p:nvGrpSpPr>
        <p:grpSpPr bwMode="auto">
          <a:xfrm>
            <a:off x="0" y="2476500"/>
            <a:ext cx="8358188" cy="571500"/>
            <a:chOff x="71438" y="3429000"/>
            <a:chExt cx="8358155" cy="571504"/>
          </a:xfrm>
        </p:grpSpPr>
        <p:sp>
          <p:nvSpPr>
            <p:cNvPr id="19494" name="Rectangle 67">
              <a:extLst>
                <a:ext uri="{FF2B5EF4-FFF2-40B4-BE49-F238E27FC236}">
                  <a16:creationId xmlns:a16="http://schemas.microsoft.com/office/drawing/2014/main" id="{3E65DD62-A9F6-A0C0-3438-B28DC20AF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38" y="3429000"/>
              <a:ext cx="164304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/>
                <a:t>Q</a:t>
              </a:r>
              <a:r>
                <a:rPr lang="en-US" altLang="zh-CN" sz="1800" baseline="-25000"/>
                <a:t>15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14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13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12</a:t>
              </a:r>
            </a:p>
          </p:txBody>
        </p:sp>
        <p:grpSp>
          <p:nvGrpSpPr>
            <p:cNvPr id="19495" name="组合 204">
              <a:extLst>
                <a:ext uri="{FF2B5EF4-FFF2-40B4-BE49-F238E27FC236}">
                  <a16:creationId xmlns:a16="http://schemas.microsoft.com/office/drawing/2014/main" id="{E3D79FDA-5368-A00D-95E2-5FAB357621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71604" y="3460805"/>
              <a:ext cx="6857989" cy="539699"/>
              <a:chOff x="1571590" y="3000006"/>
              <a:chExt cx="6857989" cy="539699"/>
            </a:xfrm>
          </p:grpSpPr>
          <p:grpSp>
            <p:nvGrpSpPr>
              <p:cNvPr id="19496" name="组合 393">
                <a:extLst>
                  <a:ext uri="{FF2B5EF4-FFF2-40B4-BE49-F238E27FC236}">
                    <a16:creationId xmlns:a16="http://schemas.microsoft.com/office/drawing/2014/main" id="{D5DB1B43-51C6-22F3-2851-67FDD0D473E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71590" y="3015881"/>
                <a:ext cx="1714495" cy="523824"/>
                <a:chOff x="1142975" y="4500566"/>
                <a:chExt cx="1714513" cy="638688"/>
              </a:xfrm>
            </p:grpSpPr>
            <p:cxnSp>
              <p:nvCxnSpPr>
                <p:cNvPr id="232" name="直接连接符 231">
                  <a:extLst>
                    <a:ext uri="{FF2B5EF4-FFF2-40B4-BE49-F238E27FC236}">
                      <a16:creationId xmlns:a16="http://schemas.microsoft.com/office/drawing/2014/main" id="{96833BD2-F27F-99D3-D04D-BAD7CB5AA083}"/>
                    </a:ext>
                  </a:extLst>
                </p:cNvPr>
                <p:cNvCxnSpPr/>
                <p:nvPr/>
              </p:nvCxnSpPr>
              <p:spPr>
                <a:xfrm>
                  <a:off x="1214428" y="4500499"/>
                  <a:ext cx="1571635" cy="193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直接连接符 232">
                  <a:extLst>
                    <a:ext uri="{FF2B5EF4-FFF2-40B4-BE49-F238E27FC236}">
                      <a16:creationId xmlns:a16="http://schemas.microsoft.com/office/drawing/2014/main" id="{23615B72-D093-1A40-F39C-F7A59951714E}"/>
                    </a:ext>
                  </a:extLst>
                </p:cNvPr>
                <p:cNvCxnSpPr/>
                <p:nvPr/>
              </p:nvCxnSpPr>
              <p:spPr>
                <a:xfrm>
                  <a:off x="1214428" y="4999889"/>
                  <a:ext cx="1571635" cy="193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直接连接符 233">
                  <a:extLst>
                    <a:ext uri="{FF2B5EF4-FFF2-40B4-BE49-F238E27FC236}">
                      <a16:creationId xmlns:a16="http://schemas.microsoft.com/office/drawing/2014/main" id="{C921FFAD-072B-A1D3-9606-6D0E23C21510}"/>
                    </a:ext>
                  </a:extLst>
                </p:cNvPr>
                <p:cNvCxnSpPr/>
                <p:nvPr/>
              </p:nvCxnSpPr>
              <p:spPr>
                <a:xfrm rot="5400000">
                  <a:off x="1035474" y="4608016"/>
                  <a:ext cx="286472" cy="7143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直接连接符 234">
                  <a:extLst>
                    <a:ext uri="{FF2B5EF4-FFF2-40B4-BE49-F238E27FC236}">
                      <a16:creationId xmlns:a16="http://schemas.microsoft.com/office/drawing/2014/main" id="{A4558A5C-6FE1-0929-E38F-4EAFFDC35CBB}"/>
                    </a:ext>
                  </a:extLst>
                </p:cNvPr>
                <p:cNvCxnSpPr/>
                <p:nvPr/>
              </p:nvCxnSpPr>
              <p:spPr>
                <a:xfrm rot="16200000" flipH="1">
                  <a:off x="1072251" y="4857711"/>
                  <a:ext cx="212918" cy="7143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直接连接符 235">
                  <a:extLst>
                    <a:ext uri="{FF2B5EF4-FFF2-40B4-BE49-F238E27FC236}">
                      <a16:creationId xmlns:a16="http://schemas.microsoft.com/office/drawing/2014/main" id="{5C05693A-ECCB-6FE5-4785-2E67C73F3127}"/>
                    </a:ext>
                  </a:extLst>
                </p:cNvPr>
                <p:cNvCxnSpPr/>
                <p:nvPr/>
              </p:nvCxnSpPr>
              <p:spPr>
                <a:xfrm rot="16200000" flipH="1">
                  <a:off x="2678547" y="4608016"/>
                  <a:ext cx="286472" cy="7143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直接连接符 236">
                  <a:extLst>
                    <a:ext uri="{FF2B5EF4-FFF2-40B4-BE49-F238E27FC236}">
                      <a16:creationId xmlns:a16="http://schemas.microsoft.com/office/drawing/2014/main" id="{45AD7C79-185A-D92C-244C-8C035F65E047}"/>
                    </a:ext>
                  </a:extLst>
                </p:cNvPr>
                <p:cNvCxnSpPr/>
                <p:nvPr/>
              </p:nvCxnSpPr>
              <p:spPr>
                <a:xfrm rot="5400000">
                  <a:off x="2715323" y="4857711"/>
                  <a:ext cx="212918" cy="7143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527" name="TextBox 391">
                  <a:extLst>
                    <a:ext uri="{FF2B5EF4-FFF2-40B4-BE49-F238E27FC236}">
                      <a16:creationId xmlns:a16="http://schemas.microsoft.com/office/drawing/2014/main" id="{0653C5C8-0A6B-7628-1EE1-8BE8444E3A0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571604" y="4500567"/>
                  <a:ext cx="1214446" cy="6386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800">
                      <a:latin typeface="Times New Roman" panose="02020603050405020304" pitchFamily="18" charset="0"/>
                    </a:rPr>
                    <a:t>1111</a:t>
                  </a: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9497" name="组合 394">
                <a:extLst>
                  <a:ext uri="{FF2B5EF4-FFF2-40B4-BE49-F238E27FC236}">
                    <a16:creationId xmlns:a16="http://schemas.microsoft.com/office/drawing/2014/main" id="{A476F5D7-14D2-2496-198A-5CE7D49C91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86084" y="3016704"/>
                <a:ext cx="1714495" cy="428679"/>
                <a:chOff x="2857487" y="4500569"/>
                <a:chExt cx="1714513" cy="523221"/>
              </a:xfrm>
            </p:grpSpPr>
            <p:cxnSp>
              <p:nvCxnSpPr>
                <p:cNvPr id="225" name="直接连接符 224">
                  <a:extLst>
                    <a:ext uri="{FF2B5EF4-FFF2-40B4-BE49-F238E27FC236}">
                      <a16:creationId xmlns:a16="http://schemas.microsoft.com/office/drawing/2014/main" id="{ABA3CB52-1E0E-CD58-EF8F-1856FC22A86B}"/>
                    </a:ext>
                  </a:extLst>
                </p:cNvPr>
                <p:cNvCxnSpPr/>
                <p:nvPr/>
              </p:nvCxnSpPr>
              <p:spPr>
                <a:xfrm>
                  <a:off x="2928939" y="4501436"/>
                  <a:ext cx="1571635" cy="193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直接连接符 225">
                  <a:extLst>
                    <a:ext uri="{FF2B5EF4-FFF2-40B4-BE49-F238E27FC236}">
                      <a16:creationId xmlns:a16="http://schemas.microsoft.com/office/drawing/2014/main" id="{D8743A63-A167-319B-8F8B-125444A12B9F}"/>
                    </a:ext>
                  </a:extLst>
                </p:cNvPr>
                <p:cNvCxnSpPr/>
                <p:nvPr/>
              </p:nvCxnSpPr>
              <p:spPr>
                <a:xfrm>
                  <a:off x="2928939" y="5001343"/>
                  <a:ext cx="1571635" cy="193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直接连接符 226">
                  <a:extLst>
                    <a:ext uri="{FF2B5EF4-FFF2-40B4-BE49-F238E27FC236}">
                      <a16:creationId xmlns:a16="http://schemas.microsoft.com/office/drawing/2014/main" id="{D00BBA6E-D314-D768-FD5F-31983C42785C}"/>
                    </a:ext>
                  </a:extLst>
                </p:cNvPr>
                <p:cNvCxnSpPr/>
                <p:nvPr/>
              </p:nvCxnSpPr>
              <p:spPr>
                <a:xfrm rot="5400000">
                  <a:off x="2750806" y="4608131"/>
                  <a:ext cx="284830" cy="7143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直接连接符 227">
                  <a:extLst>
                    <a:ext uri="{FF2B5EF4-FFF2-40B4-BE49-F238E27FC236}">
                      <a16:creationId xmlns:a16="http://schemas.microsoft.com/office/drawing/2014/main" id="{EAB4A54E-081C-BB9C-9026-3A7F62186742}"/>
                    </a:ext>
                  </a:extLst>
                </p:cNvPr>
                <p:cNvCxnSpPr/>
                <p:nvPr/>
              </p:nvCxnSpPr>
              <p:spPr>
                <a:xfrm rot="16200000" flipH="1">
                  <a:off x="2785682" y="4858086"/>
                  <a:ext cx="215077" cy="7143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直接连接符 228">
                  <a:extLst>
                    <a:ext uri="{FF2B5EF4-FFF2-40B4-BE49-F238E27FC236}">
                      <a16:creationId xmlns:a16="http://schemas.microsoft.com/office/drawing/2014/main" id="{8E4359F1-E116-8861-713D-490910AB42C3}"/>
                    </a:ext>
                  </a:extLst>
                </p:cNvPr>
                <p:cNvCxnSpPr/>
                <p:nvPr/>
              </p:nvCxnSpPr>
              <p:spPr>
                <a:xfrm rot="16200000" flipH="1">
                  <a:off x="4393879" y="4608131"/>
                  <a:ext cx="284830" cy="7143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直接连接符 229">
                  <a:extLst>
                    <a:ext uri="{FF2B5EF4-FFF2-40B4-BE49-F238E27FC236}">
                      <a16:creationId xmlns:a16="http://schemas.microsoft.com/office/drawing/2014/main" id="{59FC7BE4-EE45-53DB-2A60-34369FE78105}"/>
                    </a:ext>
                  </a:extLst>
                </p:cNvPr>
                <p:cNvCxnSpPr/>
                <p:nvPr/>
              </p:nvCxnSpPr>
              <p:spPr>
                <a:xfrm rot="5400000">
                  <a:off x="4428755" y="4858086"/>
                  <a:ext cx="215077" cy="7143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520" name="TextBox 392">
                  <a:extLst>
                    <a:ext uri="{FF2B5EF4-FFF2-40B4-BE49-F238E27FC236}">
                      <a16:creationId xmlns:a16="http://schemas.microsoft.com/office/drawing/2014/main" id="{1F1CC232-47EA-0ABD-DF66-5EE79634695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43240" y="4500570"/>
                  <a:ext cx="1214446" cy="52322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800">
                      <a:latin typeface="Times New Roman" panose="02020603050405020304" pitchFamily="18" charset="0"/>
                    </a:rPr>
                    <a:t>1111</a:t>
                  </a: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9498" name="组合 396">
                <a:extLst>
                  <a:ext uri="{FF2B5EF4-FFF2-40B4-BE49-F238E27FC236}">
                    <a16:creationId xmlns:a16="http://schemas.microsoft.com/office/drawing/2014/main" id="{D942F732-7E1E-1BF6-2F04-C65C9B4CD1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00584" y="3015881"/>
                <a:ext cx="1714495" cy="523824"/>
                <a:chOff x="2857487" y="4500569"/>
                <a:chExt cx="1714513" cy="638688"/>
              </a:xfrm>
            </p:grpSpPr>
            <p:cxnSp>
              <p:nvCxnSpPr>
                <p:cNvPr id="218" name="直接连接符 217">
                  <a:extLst>
                    <a:ext uri="{FF2B5EF4-FFF2-40B4-BE49-F238E27FC236}">
                      <a16:creationId xmlns:a16="http://schemas.microsoft.com/office/drawing/2014/main" id="{33775CD8-30B1-0E8E-3E72-A964F432F20F}"/>
                    </a:ext>
                  </a:extLst>
                </p:cNvPr>
                <p:cNvCxnSpPr/>
                <p:nvPr/>
              </p:nvCxnSpPr>
              <p:spPr>
                <a:xfrm>
                  <a:off x="2928933" y="4500502"/>
                  <a:ext cx="1571635" cy="193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直接连接符 218">
                  <a:extLst>
                    <a:ext uri="{FF2B5EF4-FFF2-40B4-BE49-F238E27FC236}">
                      <a16:creationId xmlns:a16="http://schemas.microsoft.com/office/drawing/2014/main" id="{AB5704A6-C253-C91D-E61F-CA1A3A07B19B}"/>
                    </a:ext>
                  </a:extLst>
                </p:cNvPr>
                <p:cNvCxnSpPr/>
                <p:nvPr/>
              </p:nvCxnSpPr>
              <p:spPr>
                <a:xfrm>
                  <a:off x="2928933" y="4999892"/>
                  <a:ext cx="1571635" cy="193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直接连接符 219">
                  <a:extLst>
                    <a:ext uri="{FF2B5EF4-FFF2-40B4-BE49-F238E27FC236}">
                      <a16:creationId xmlns:a16="http://schemas.microsoft.com/office/drawing/2014/main" id="{A548248E-4E1D-0666-8C0F-F7F809AB413C}"/>
                    </a:ext>
                  </a:extLst>
                </p:cNvPr>
                <p:cNvCxnSpPr/>
                <p:nvPr/>
              </p:nvCxnSpPr>
              <p:spPr>
                <a:xfrm rot="5400000">
                  <a:off x="2749979" y="4608019"/>
                  <a:ext cx="286472" cy="7143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直接连接符 220">
                  <a:extLst>
                    <a:ext uri="{FF2B5EF4-FFF2-40B4-BE49-F238E27FC236}">
                      <a16:creationId xmlns:a16="http://schemas.microsoft.com/office/drawing/2014/main" id="{D22086F8-6A88-160B-BC2A-7EFECD8BFBCC}"/>
                    </a:ext>
                  </a:extLst>
                </p:cNvPr>
                <p:cNvCxnSpPr/>
                <p:nvPr/>
              </p:nvCxnSpPr>
              <p:spPr>
                <a:xfrm rot="16200000" flipH="1">
                  <a:off x="2786756" y="4857714"/>
                  <a:ext cx="212918" cy="7143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直接连接符 221">
                  <a:extLst>
                    <a:ext uri="{FF2B5EF4-FFF2-40B4-BE49-F238E27FC236}">
                      <a16:creationId xmlns:a16="http://schemas.microsoft.com/office/drawing/2014/main" id="{09B26550-7F6C-FDDA-6903-FF5DCA18B494}"/>
                    </a:ext>
                  </a:extLst>
                </p:cNvPr>
                <p:cNvCxnSpPr/>
                <p:nvPr/>
              </p:nvCxnSpPr>
              <p:spPr>
                <a:xfrm rot="16200000" flipH="1">
                  <a:off x="4393052" y="4608019"/>
                  <a:ext cx="286472" cy="7143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直接连接符 222">
                  <a:extLst>
                    <a:ext uri="{FF2B5EF4-FFF2-40B4-BE49-F238E27FC236}">
                      <a16:creationId xmlns:a16="http://schemas.microsoft.com/office/drawing/2014/main" id="{8ABAF7B1-B6BD-C9C9-8C15-0A3CF2807903}"/>
                    </a:ext>
                  </a:extLst>
                </p:cNvPr>
                <p:cNvCxnSpPr/>
                <p:nvPr/>
              </p:nvCxnSpPr>
              <p:spPr>
                <a:xfrm rot="5400000">
                  <a:off x="4429828" y="4857714"/>
                  <a:ext cx="212918" cy="7143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513" name="TextBox 403">
                  <a:extLst>
                    <a:ext uri="{FF2B5EF4-FFF2-40B4-BE49-F238E27FC236}">
                      <a16:creationId xmlns:a16="http://schemas.microsoft.com/office/drawing/2014/main" id="{9280B1B0-92FE-2518-0D0B-243D8E74D33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43240" y="4500570"/>
                  <a:ext cx="1214446" cy="6386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800">
                      <a:latin typeface="Times New Roman" panose="02020603050405020304" pitchFamily="18" charset="0"/>
                    </a:rPr>
                    <a:t>0000</a:t>
                  </a: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9499" name="组合 431">
                <a:extLst>
                  <a:ext uri="{FF2B5EF4-FFF2-40B4-BE49-F238E27FC236}">
                    <a16:creationId xmlns:a16="http://schemas.microsoft.com/office/drawing/2014/main" id="{C81B7B2C-0A05-1B5B-5492-DB1B54473A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15084" y="3000006"/>
                <a:ext cx="1714495" cy="523824"/>
                <a:chOff x="2857487" y="4500569"/>
                <a:chExt cx="1714513" cy="638688"/>
              </a:xfrm>
            </p:grpSpPr>
            <p:cxnSp>
              <p:nvCxnSpPr>
                <p:cNvPr id="211" name="直接连接符 210">
                  <a:extLst>
                    <a:ext uri="{FF2B5EF4-FFF2-40B4-BE49-F238E27FC236}">
                      <a16:creationId xmlns:a16="http://schemas.microsoft.com/office/drawing/2014/main" id="{4A1F8673-C9AF-9071-5131-997DFE571E15}"/>
                    </a:ext>
                  </a:extLst>
                </p:cNvPr>
                <p:cNvCxnSpPr/>
                <p:nvPr/>
              </p:nvCxnSpPr>
              <p:spPr>
                <a:xfrm>
                  <a:off x="2928926" y="4500502"/>
                  <a:ext cx="1571635" cy="193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直接连接符 211">
                  <a:extLst>
                    <a:ext uri="{FF2B5EF4-FFF2-40B4-BE49-F238E27FC236}">
                      <a16:creationId xmlns:a16="http://schemas.microsoft.com/office/drawing/2014/main" id="{0AC6C328-04C4-60E9-8F6A-1DCF169C3862}"/>
                    </a:ext>
                  </a:extLst>
                </p:cNvPr>
                <p:cNvCxnSpPr/>
                <p:nvPr/>
              </p:nvCxnSpPr>
              <p:spPr>
                <a:xfrm>
                  <a:off x="2928926" y="4999892"/>
                  <a:ext cx="1571635" cy="1936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直接连接符 212">
                  <a:extLst>
                    <a:ext uri="{FF2B5EF4-FFF2-40B4-BE49-F238E27FC236}">
                      <a16:creationId xmlns:a16="http://schemas.microsoft.com/office/drawing/2014/main" id="{5296938E-87BD-7616-5B8F-61C4B2551304}"/>
                    </a:ext>
                  </a:extLst>
                </p:cNvPr>
                <p:cNvCxnSpPr/>
                <p:nvPr/>
              </p:nvCxnSpPr>
              <p:spPr>
                <a:xfrm rot="5400000">
                  <a:off x="2749972" y="4608019"/>
                  <a:ext cx="286472" cy="7143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直接连接符 213">
                  <a:extLst>
                    <a:ext uri="{FF2B5EF4-FFF2-40B4-BE49-F238E27FC236}">
                      <a16:creationId xmlns:a16="http://schemas.microsoft.com/office/drawing/2014/main" id="{62BA7154-C9CD-A7F2-B7B2-1478B7B3E910}"/>
                    </a:ext>
                  </a:extLst>
                </p:cNvPr>
                <p:cNvCxnSpPr/>
                <p:nvPr/>
              </p:nvCxnSpPr>
              <p:spPr>
                <a:xfrm rot="16200000" flipH="1">
                  <a:off x="2786749" y="4857714"/>
                  <a:ext cx="212918" cy="7143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直接连接符 214">
                  <a:extLst>
                    <a:ext uri="{FF2B5EF4-FFF2-40B4-BE49-F238E27FC236}">
                      <a16:creationId xmlns:a16="http://schemas.microsoft.com/office/drawing/2014/main" id="{23E4BC5F-E2CD-92E7-8EB7-0C71E7BF1EA4}"/>
                    </a:ext>
                  </a:extLst>
                </p:cNvPr>
                <p:cNvCxnSpPr/>
                <p:nvPr/>
              </p:nvCxnSpPr>
              <p:spPr>
                <a:xfrm rot="16200000" flipH="1">
                  <a:off x="4393045" y="4608019"/>
                  <a:ext cx="286472" cy="7143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直接连接符 215">
                  <a:extLst>
                    <a:ext uri="{FF2B5EF4-FFF2-40B4-BE49-F238E27FC236}">
                      <a16:creationId xmlns:a16="http://schemas.microsoft.com/office/drawing/2014/main" id="{8FD21C5A-624B-15F9-9617-ECCBC9D44744}"/>
                    </a:ext>
                  </a:extLst>
                </p:cNvPr>
                <p:cNvCxnSpPr/>
                <p:nvPr/>
              </p:nvCxnSpPr>
              <p:spPr>
                <a:xfrm rot="5400000">
                  <a:off x="4429821" y="4857714"/>
                  <a:ext cx="212918" cy="7143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506" name="TextBox 438">
                  <a:extLst>
                    <a:ext uri="{FF2B5EF4-FFF2-40B4-BE49-F238E27FC236}">
                      <a16:creationId xmlns:a16="http://schemas.microsoft.com/office/drawing/2014/main" id="{2CFF87C0-BF4B-2844-4F7E-A58B18E9532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43240" y="4500570"/>
                  <a:ext cx="1214446" cy="6386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800">
                      <a:latin typeface="Times New Roman" panose="02020603050405020304" pitchFamily="18" charset="0"/>
                    </a:rPr>
                    <a:t>0000</a:t>
                  </a: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74096470-A453-C99B-49F2-08160D5AAF8C}"/>
              </a:ext>
            </a:extLst>
          </p:cNvPr>
          <p:cNvGrpSpPr>
            <a:grpSpLocks/>
          </p:cNvGrpSpPr>
          <p:nvPr/>
        </p:nvGrpSpPr>
        <p:grpSpPr bwMode="auto">
          <a:xfrm>
            <a:off x="635000" y="733425"/>
            <a:ext cx="7766050" cy="288925"/>
            <a:chOff x="635000" y="734107"/>
            <a:chExt cx="7766840" cy="288925"/>
          </a:xfrm>
        </p:grpSpPr>
        <p:sp>
          <p:nvSpPr>
            <p:cNvPr id="19477" name="Line 45">
              <a:extLst>
                <a:ext uri="{FF2B5EF4-FFF2-40B4-BE49-F238E27FC236}">
                  <a16:creationId xmlns:a16="http://schemas.microsoft.com/office/drawing/2014/main" id="{DE6AF34D-0B20-7DD1-43BB-77469CF7D5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2182" y="734107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8" name="Line 46">
              <a:extLst>
                <a:ext uri="{FF2B5EF4-FFF2-40B4-BE49-F238E27FC236}">
                  <a16:creationId xmlns:a16="http://schemas.microsoft.com/office/drawing/2014/main" id="{E79ECAFF-6F57-2330-747E-125F194E22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62182" y="734107"/>
              <a:ext cx="8651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9" name="Line 47">
              <a:extLst>
                <a:ext uri="{FF2B5EF4-FFF2-40B4-BE49-F238E27FC236}">
                  <a16:creationId xmlns:a16="http://schemas.microsoft.com/office/drawing/2014/main" id="{036F0541-AA7F-8CDB-8974-8A0C9AF861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9432" y="734107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0" name="Line 48">
              <a:extLst>
                <a:ext uri="{FF2B5EF4-FFF2-40B4-BE49-F238E27FC236}">
                  <a16:creationId xmlns:a16="http://schemas.microsoft.com/office/drawing/2014/main" id="{0C8EF97D-0A6A-A8BC-DE88-C0C951ED66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9432" y="1019857"/>
              <a:ext cx="863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1" name="Line 54">
              <a:extLst>
                <a:ext uri="{FF2B5EF4-FFF2-40B4-BE49-F238E27FC236}">
                  <a16:creationId xmlns:a16="http://schemas.microsoft.com/office/drawing/2014/main" id="{87626F5A-4883-9FCE-7EB6-46B135413C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6682" y="734107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2" name="Line 55">
              <a:extLst>
                <a:ext uri="{FF2B5EF4-FFF2-40B4-BE49-F238E27FC236}">
                  <a16:creationId xmlns:a16="http://schemas.microsoft.com/office/drawing/2014/main" id="{212A2E12-49DC-A7D8-E403-1B9892A37B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6682" y="734107"/>
              <a:ext cx="8651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3" name="Line 56">
              <a:extLst>
                <a:ext uri="{FF2B5EF4-FFF2-40B4-BE49-F238E27FC236}">
                  <a16:creationId xmlns:a16="http://schemas.microsoft.com/office/drawing/2014/main" id="{38716C2D-BBC6-ADAB-B26E-312521F476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3932" y="734107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4" name="Line 57">
              <a:extLst>
                <a:ext uri="{FF2B5EF4-FFF2-40B4-BE49-F238E27FC236}">
                  <a16:creationId xmlns:a16="http://schemas.microsoft.com/office/drawing/2014/main" id="{2990BF0C-C0AA-DB2C-DF46-366DB5DAEB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33932" y="1019857"/>
              <a:ext cx="863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5" name="Line 58">
              <a:extLst>
                <a:ext uri="{FF2B5EF4-FFF2-40B4-BE49-F238E27FC236}">
                  <a16:creationId xmlns:a16="http://schemas.microsoft.com/office/drawing/2014/main" id="{44C5DA5F-B38F-AB23-D812-50D006ABAA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91182" y="734107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6" name="Line 59">
              <a:extLst>
                <a:ext uri="{FF2B5EF4-FFF2-40B4-BE49-F238E27FC236}">
                  <a16:creationId xmlns:a16="http://schemas.microsoft.com/office/drawing/2014/main" id="{A818258B-C434-D91B-F909-7FA543000C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91182" y="734107"/>
              <a:ext cx="8651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7" name="Line 60">
              <a:extLst>
                <a:ext uri="{FF2B5EF4-FFF2-40B4-BE49-F238E27FC236}">
                  <a16:creationId xmlns:a16="http://schemas.microsoft.com/office/drawing/2014/main" id="{29993C35-F876-FB51-1CB6-4D5C0E5695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43670" y="734107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8" name="Line 61">
              <a:extLst>
                <a:ext uri="{FF2B5EF4-FFF2-40B4-BE49-F238E27FC236}">
                  <a16:creationId xmlns:a16="http://schemas.microsoft.com/office/drawing/2014/main" id="{18DD55B2-FB6C-29EB-0BCB-E037BD12C2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4932" y="1019857"/>
              <a:ext cx="8636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9" name="Line 62">
              <a:extLst>
                <a:ext uri="{FF2B5EF4-FFF2-40B4-BE49-F238E27FC236}">
                  <a16:creationId xmlns:a16="http://schemas.microsoft.com/office/drawing/2014/main" id="{0F5F9BFE-704F-C62A-1941-359C6BA154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45257" y="1019823"/>
              <a:ext cx="889790" cy="32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0" name="Line 54">
              <a:extLst>
                <a:ext uri="{FF2B5EF4-FFF2-40B4-BE49-F238E27FC236}">
                  <a16:creationId xmlns:a16="http://schemas.microsoft.com/office/drawing/2014/main" id="{5FD4FF9C-F116-A006-5B2A-17081FD170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36652" y="734107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1" name="Line 55">
              <a:extLst>
                <a:ext uri="{FF2B5EF4-FFF2-40B4-BE49-F238E27FC236}">
                  <a16:creationId xmlns:a16="http://schemas.microsoft.com/office/drawing/2014/main" id="{BA5E57E4-5BC5-B47B-289A-3143101BB7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36652" y="734107"/>
              <a:ext cx="8651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2" name="Line 56">
              <a:extLst>
                <a:ext uri="{FF2B5EF4-FFF2-40B4-BE49-F238E27FC236}">
                  <a16:creationId xmlns:a16="http://schemas.microsoft.com/office/drawing/2014/main" id="{7782B789-5DC3-88DD-1C3B-17D23188A6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4932" y="734107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3" name="Line 55">
              <a:extLst>
                <a:ext uri="{FF2B5EF4-FFF2-40B4-BE49-F238E27FC236}">
                  <a16:creationId xmlns:a16="http://schemas.microsoft.com/office/drawing/2014/main" id="{79ACB91E-8D3C-814B-E305-958981FEFA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5000" y="734107"/>
              <a:ext cx="8651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500"/>
                                        <p:tgtEl>
                                          <p:spTgt spid="8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35" grpId="0"/>
      <p:bldP spid="80936" grpId="0"/>
      <p:bldP spid="80937" grpId="0"/>
      <p:bldP spid="8094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498" name="Rectangle 2">
            <a:extLst>
              <a:ext uri="{FF2B5EF4-FFF2-40B4-BE49-F238E27FC236}">
                <a16:creationId xmlns:a16="http://schemas.microsoft.com/office/drawing/2014/main" id="{554028E8-0146-6A41-15EC-BC2F402A81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3820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计数器</a:t>
            </a:r>
          </a:p>
        </p:txBody>
      </p:sp>
      <p:sp>
        <p:nvSpPr>
          <p:cNvPr id="21507" name="Text Box 55">
            <a:extLst>
              <a:ext uri="{FF2B5EF4-FFF2-40B4-BE49-F238E27FC236}">
                <a16:creationId xmlns:a16="http://schemas.microsoft.com/office/drawing/2014/main" id="{CF0F1A43-60BC-ADAC-E26A-6CEB5D18FE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33413" y="450850"/>
            <a:ext cx="2667000" cy="4572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effectLst/>
                <a:latin typeface="Georgia" panose="02040502050405020303" pitchFamily="18" charset="0"/>
              </a:rPr>
              <a:t>第二种：快速扩展</a:t>
            </a:r>
          </a:p>
        </p:txBody>
      </p:sp>
      <p:sp>
        <p:nvSpPr>
          <p:cNvPr id="81" name="灯片编号占位符 5">
            <a:extLst>
              <a:ext uri="{FF2B5EF4-FFF2-40B4-BE49-F238E27FC236}">
                <a16:creationId xmlns:a16="http://schemas.microsoft.com/office/drawing/2014/main" id="{C87B3B1E-2D9F-DA92-4C04-EFE42669F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96113" y="6302375"/>
            <a:ext cx="1905000" cy="457200"/>
          </a:xfrm>
        </p:spPr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E7BAAD82-E885-4AC1-849C-E458F0BD4691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20</a:t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A3D2BAF8-FF39-5351-C54E-F81EC0C59887}"/>
              </a:ext>
            </a:extLst>
          </p:cNvPr>
          <p:cNvGrpSpPr>
            <a:grpSpLocks/>
          </p:cNvGrpSpPr>
          <p:nvPr/>
        </p:nvGrpSpPr>
        <p:grpSpPr bwMode="auto">
          <a:xfrm>
            <a:off x="340196" y="4545281"/>
            <a:ext cx="1752600" cy="1158875"/>
            <a:chOff x="192" y="1680"/>
            <a:chExt cx="1104" cy="730"/>
          </a:xfrm>
        </p:grpSpPr>
        <p:sp>
          <p:nvSpPr>
            <p:cNvPr id="21577" name="Rectangle 4">
              <a:extLst>
                <a:ext uri="{FF2B5EF4-FFF2-40B4-BE49-F238E27FC236}">
                  <a16:creationId xmlns:a16="http://schemas.microsoft.com/office/drawing/2014/main" id="{0D5D744F-E47B-86DC-6BFF-E9136F9B7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680"/>
              <a:ext cx="768" cy="7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1578" name="Text Box 5">
              <a:extLst>
                <a:ext uri="{FF2B5EF4-FFF2-40B4-BE49-F238E27FC236}">
                  <a16:creationId xmlns:a16="http://schemas.microsoft.com/office/drawing/2014/main" id="{4C0B99F2-574D-74D3-3F58-8168EDA622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824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RC</a:t>
              </a:r>
            </a:p>
          </p:txBody>
        </p:sp>
        <p:sp>
          <p:nvSpPr>
            <p:cNvPr id="21579" name="Text Box 6">
              <a:extLst>
                <a:ext uri="{FF2B5EF4-FFF2-40B4-BE49-F238E27FC236}">
                  <a16:creationId xmlns:a16="http://schemas.microsoft.com/office/drawing/2014/main" id="{67CD48EF-174A-275C-9C4F-5BA5CFDA6C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00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T</a:t>
              </a:r>
            </a:p>
          </p:txBody>
        </p:sp>
        <p:sp>
          <p:nvSpPr>
            <p:cNvPr id="21580" name="Text Box 7">
              <a:extLst>
                <a:ext uri="{FF2B5EF4-FFF2-40B4-BE49-F238E27FC236}">
                  <a16:creationId xmlns:a16="http://schemas.microsoft.com/office/drawing/2014/main" id="{20403C86-488F-1F4A-7DAD-90EE67948D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160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CP</a:t>
              </a:r>
            </a:p>
          </p:txBody>
        </p:sp>
        <p:sp>
          <p:nvSpPr>
            <p:cNvPr id="21581" name="Line 8">
              <a:extLst>
                <a:ext uri="{FF2B5EF4-FFF2-40B4-BE49-F238E27FC236}">
                  <a16:creationId xmlns:a16="http://schemas.microsoft.com/office/drawing/2014/main" id="{A133744C-4A6F-4943-2EC5-D6C3E3BC4D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968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82" name="Line 9">
              <a:extLst>
                <a:ext uri="{FF2B5EF4-FFF2-40B4-BE49-F238E27FC236}">
                  <a16:creationId xmlns:a16="http://schemas.microsoft.com/office/drawing/2014/main" id="{12E7830F-51DF-E18B-0250-8BF43C7128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" y="211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83" name="Text Box 10">
              <a:extLst>
                <a:ext uri="{FF2B5EF4-FFF2-40B4-BE49-F238E27FC236}">
                  <a16:creationId xmlns:a16="http://schemas.microsoft.com/office/drawing/2014/main" id="{1A8E2315-8206-28BA-234B-3E2EB616FA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728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P</a:t>
              </a:r>
            </a:p>
          </p:txBody>
        </p:sp>
        <p:sp>
          <p:nvSpPr>
            <p:cNvPr id="21584" name="Line 11">
              <a:extLst>
                <a:ext uri="{FF2B5EF4-FFF2-40B4-BE49-F238E27FC236}">
                  <a16:creationId xmlns:a16="http://schemas.microsoft.com/office/drawing/2014/main" id="{089D56F5-17AA-A537-8E3C-C1F88A09C8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" y="187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2">
            <a:extLst>
              <a:ext uri="{FF2B5EF4-FFF2-40B4-BE49-F238E27FC236}">
                <a16:creationId xmlns:a16="http://schemas.microsoft.com/office/drawing/2014/main" id="{7C21981C-7D4F-7B7C-0CBA-F3B6C6BCA044}"/>
              </a:ext>
            </a:extLst>
          </p:cNvPr>
          <p:cNvGrpSpPr>
            <a:grpSpLocks/>
          </p:cNvGrpSpPr>
          <p:nvPr/>
        </p:nvGrpSpPr>
        <p:grpSpPr bwMode="auto">
          <a:xfrm>
            <a:off x="2702396" y="4545281"/>
            <a:ext cx="1752600" cy="1158875"/>
            <a:chOff x="192" y="1680"/>
            <a:chExt cx="1104" cy="730"/>
          </a:xfrm>
        </p:grpSpPr>
        <p:sp>
          <p:nvSpPr>
            <p:cNvPr id="21569" name="Rectangle 13">
              <a:extLst>
                <a:ext uri="{FF2B5EF4-FFF2-40B4-BE49-F238E27FC236}">
                  <a16:creationId xmlns:a16="http://schemas.microsoft.com/office/drawing/2014/main" id="{BE8BB1D7-279F-E81D-05E8-AA55924C19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680"/>
              <a:ext cx="768" cy="7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1570" name="Text Box 14">
              <a:extLst>
                <a:ext uri="{FF2B5EF4-FFF2-40B4-BE49-F238E27FC236}">
                  <a16:creationId xmlns:a16="http://schemas.microsoft.com/office/drawing/2014/main" id="{9ADF6852-E8CB-7967-9B76-90CF47C45E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824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RC</a:t>
              </a:r>
            </a:p>
          </p:txBody>
        </p:sp>
        <p:sp>
          <p:nvSpPr>
            <p:cNvPr id="21571" name="Text Box 15">
              <a:extLst>
                <a:ext uri="{FF2B5EF4-FFF2-40B4-BE49-F238E27FC236}">
                  <a16:creationId xmlns:a16="http://schemas.microsoft.com/office/drawing/2014/main" id="{6A1A684A-2968-E6C9-C9C1-32EA5F3CBC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00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T</a:t>
              </a:r>
            </a:p>
          </p:txBody>
        </p:sp>
        <p:sp>
          <p:nvSpPr>
            <p:cNvPr id="21572" name="Text Box 16">
              <a:extLst>
                <a:ext uri="{FF2B5EF4-FFF2-40B4-BE49-F238E27FC236}">
                  <a16:creationId xmlns:a16="http://schemas.microsoft.com/office/drawing/2014/main" id="{88483092-411E-75DF-92F2-4E105B9363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160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CP</a:t>
              </a:r>
            </a:p>
          </p:txBody>
        </p:sp>
        <p:sp>
          <p:nvSpPr>
            <p:cNvPr id="21573" name="Line 17">
              <a:extLst>
                <a:ext uri="{FF2B5EF4-FFF2-40B4-BE49-F238E27FC236}">
                  <a16:creationId xmlns:a16="http://schemas.microsoft.com/office/drawing/2014/main" id="{23B9E0AA-C871-DB3C-5A93-08DAB2C5BD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968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74" name="Line 18">
              <a:extLst>
                <a:ext uri="{FF2B5EF4-FFF2-40B4-BE49-F238E27FC236}">
                  <a16:creationId xmlns:a16="http://schemas.microsoft.com/office/drawing/2014/main" id="{646F825A-8FDE-7C66-EAB7-87895E64B3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" y="211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75" name="Text Box 19">
              <a:extLst>
                <a:ext uri="{FF2B5EF4-FFF2-40B4-BE49-F238E27FC236}">
                  <a16:creationId xmlns:a16="http://schemas.microsoft.com/office/drawing/2014/main" id="{B19C9F6A-CC5D-93EA-4B9D-EB5CF57D5B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728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P</a:t>
              </a:r>
            </a:p>
          </p:txBody>
        </p:sp>
        <p:sp>
          <p:nvSpPr>
            <p:cNvPr id="21576" name="Line 20">
              <a:extLst>
                <a:ext uri="{FF2B5EF4-FFF2-40B4-BE49-F238E27FC236}">
                  <a16:creationId xmlns:a16="http://schemas.microsoft.com/office/drawing/2014/main" id="{E8830287-7C41-86F9-844D-E2E62AC519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" y="187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21">
            <a:extLst>
              <a:ext uri="{FF2B5EF4-FFF2-40B4-BE49-F238E27FC236}">
                <a16:creationId xmlns:a16="http://schemas.microsoft.com/office/drawing/2014/main" id="{A41AAC9E-2D2A-7DB4-5136-E96F529C4361}"/>
              </a:ext>
            </a:extLst>
          </p:cNvPr>
          <p:cNvGrpSpPr>
            <a:grpSpLocks/>
          </p:cNvGrpSpPr>
          <p:nvPr/>
        </p:nvGrpSpPr>
        <p:grpSpPr bwMode="auto">
          <a:xfrm>
            <a:off x="4912196" y="4545281"/>
            <a:ext cx="1752600" cy="1158875"/>
            <a:chOff x="192" y="1680"/>
            <a:chExt cx="1104" cy="730"/>
          </a:xfrm>
        </p:grpSpPr>
        <p:sp>
          <p:nvSpPr>
            <p:cNvPr id="21561" name="Rectangle 22">
              <a:extLst>
                <a:ext uri="{FF2B5EF4-FFF2-40B4-BE49-F238E27FC236}">
                  <a16:creationId xmlns:a16="http://schemas.microsoft.com/office/drawing/2014/main" id="{D3EFA547-256D-9FDC-9277-4A3B020B39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680"/>
              <a:ext cx="768" cy="7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1562" name="Text Box 23">
              <a:extLst>
                <a:ext uri="{FF2B5EF4-FFF2-40B4-BE49-F238E27FC236}">
                  <a16:creationId xmlns:a16="http://schemas.microsoft.com/office/drawing/2014/main" id="{6EEC09E3-D135-515C-C221-CD01BE23C5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824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RC</a:t>
              </a:r>
            </a:p>
          </p:txBody>
        </p:sp>
        <p:sp>
          <p:nvSpPr>
            <p:cNvPr id="21563" name="Text Box 24">
              <a:extLst>
                <a:ext uri="{FF2B5EF4-FFF2-40B4-BE49-F238E27FC236}">
                  <a16:creationId xmlns:a16="http://schemas.microsoft.com/office/drawing/2014/main" id="{462B33DC-2B7D-1774-43CF-98A61CAC41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00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T</a:t>
              </a:r>
            </a:p>
          </p:txBody>
        </p:sp>
        <p:sp>
          <p:nvSpPr>
            <p:cNvPr id="21564" name="Text Box 25">
              <a:extLst>
                <a:ext uri="{FF2B5EF4-FFF2-40B4-BE49-F238E27FC236}">
                  <a16:creationId xmlns:a16="http://schemas.microsoft.com/office/drawing/2014/main" id="{F3906105-FC4B-0FEB-01B1-FB198C3EAF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160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CP</a:t>
              </a:r>
            </a:p>
          </p:txBody>
        </p:sp>
        <p:sp>
          <p:nvSpPr>
            <p:cNvPr id="21565" name="Line 26">
              <a:extLst>
                <a:ext uri="{FF2B5EF4-FFF2-40B4-BE49-F238E27FC236}">
                  <a16:creationId xmlns:a16="http://schemas.microsoft.com/office/drawing/2014/main" id="{9A058DFF-649D-3A94-D547-B5FB7CE704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968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66" name="Line 27">
              <a:extLst>
                <a:ext uri="{FF2B5EF4-FFF2-40B4-BE49-F238E27FC236}">
                  <a16:creationId xmlns:a16="http://schemas.microsoft.com/office/drawing/2014/main" id="{A98D4654-7090-89EF-E47B-F51FC20AA5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" y="211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67" name="Text Box 28">
              <a:extLst>
                <a:ext uri="{FF2B5EF4-FFF2-40B4-BE49-F238E27FC236}">
                  <a16:creationId xmlns:a16="http://schemas.microsoft.com/office/drawing/2014/main" id="{5249FEFF-FF28-C3DE-2A2D-1A57E94545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728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P</a:t>
              </a:r>
            </a:p>
          </p:txBody>
        </p:sp>
        <p:sp>
          <p:nvSpPr>
            <p:cNvPr id="21568" name="Line 29">
              <a:extLst>
                <a:ext uri="{FF2B5EF4-FFF2-40B4-BE49-F238E27FC236}">
                  <a16:creationId xmlns:a16="http://schemas.microsoft.com/office/drawing/2014/main" id="{414BD55E-7425-57FA-52B1-2A09445CDB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" y="187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30">
            <a:extLst>
              <a:ext uri="{FF2B5EF4-FFF2-40B4-BE49-F238E27FC236}">
                <a16:creationId xmlns:a16="http://schemas.microsoft.com/office/drawing/2014/main" id="{C324D63A-2652-1C03-E625-206443DB3427}"/>
              </a:ext>
            </a:extLst>
          </p:cNvPr>
          <p:cNvGrpSpPr>
            <a:grpSpLocks/>
          </p:cNvGrpSpPr>
          <p:nvPr/>
        </p:nvGrpSpPr>
        <p:grpSpPr bwMode="auto">
          <a:xfrm>
            <a:off x="7274396" y="4545281"/>
            <a:ext cx="1752600" cy="1158875"/>
            <a:chOff x="192" y="1680"/>
            <a:chExt cx="1104" cy="730"/>
          </a:xfrm>
        </p:grpSpPr>
        <p:sp>
          <p:nvSpPr>
            <p:cNvPr id="21553" name="Rectangle 31">
              <a:extLst>
                <a:ext uri="{FF2B5EF4-FFF2-40B4-BE49-F238E27FC236}">
                  <a16:creationId xmlns:a16="http://schemas.microsoft.com/office/drawing/2014/main" id="{5B960565-010C-E974-0092-F03D2C0832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680"/>
              <a:ext cx="768" cy="7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1554" name="Text Box 32">
              <a:extLst>
                <a:ext uri="{FF2B5EF4-FFF2-40B4-BE49-F238E27FC236}">
                  <a16:creationId xmlns:a16="http://schemas.microsoft.com/office/drawing/2014/main" id="{DBA9B3D8-159D-83F8-787C-79D2C90B27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824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RC</a:t>
              </a:r>
            </a:p>
          </p:txBody>
        </p:sp>
        <p:sp>
          <p:nvSpPr>
            <p:cNvPr id="21555" name="Text Box 33">
              <a:extLst>
                <a:ext uri="{FF2B5EF4-FFF2-40B4-BE49-F238E27FC236}">
                  <a16:creationId xmlns:a16="http://schemas.microsoft.com/office/drawing/2014/main" id="{C62E59E1-8481-B9BB-C615-1A01F0663F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006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T</a:t>
              </a:r>
            </a:p>
          </p:txBody>
        </p:sp>
        <p:sp>
          <p:nvSpPr>
            <p:cNvPr id="21556" name="Text Box 34">
              <a:extLst>
                <a:ext uri="{FF2B5EF4-FFF2-40B4-BE49-F238E27FC236}">
                  <a16:creationId xmlns:a16="http://schemas.microsoft.com/office/drawing/2014/main" id="{CF225ECB-2628-6315-744B-C89F4FB457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160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CP</a:t>
              </a:r>
            </a:p>
          </p:txBody>
        </p:sp>
        <p:sp>
          <p:nvSpPr>
            <p:cNvPr id="21557" name="Line 35">
              <a:extLst>
                <a:ext uri="{FF2B5EF4-FFF2-40B4-BE49-F238E27FC236}">
                  <a16:creationId xmlns:a16="http://schemas.microsoft.com/office/drawing/2014/main" id="{A4DF805D-7933-29FE-B8AB-3303479550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968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58" name="Line 36">
              <a:extLst>
                <a:ext uri="{FF2B5EF4-FFF2-40B4-BE49-F238E27FC236}">
                  <a16:creationId xmlns:a16="http://schemas.microsoft.com/office/drawing/2014/main" id="{C5C05DC9-1563-1866-B5F5-7FAA461C10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" y="211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59" name="Text Box 37">
              <a:extLst>
                <a:ext uri="{FF2B5EF4-FFF2-40B4-BE49-F238E27FC236}">
                  <a16:creationId xmlns:a16="http://schemas.microsoft.com/office/drawing/2014/main" id="{0B2CDFB3-2BE4-3CB5-1362-C452C10D5F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728"/>
              <a:ext cx="2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P</a:t>
              </a:r>
            </a:p>
          </p:txBody>
        </p:sp>
        <p:sp>
          <p:nvSpPr>
            <p:cNvPr id="21560" name="Line 38">
              <a:extLst>
                <a:ext uri="{FF2B5EF4-FFF2-40B4-BE49-F238E27FC236}">
                  <a16:creationId xmlns:a16="http://schemas.microsoft.com/office/drawing/2014/main" id="{F6A6BEDB-3859-0909-DB11-CAF91A0292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" y="187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" name="Group 39">
            <a:extLst>
              <a:ext uri="{FF2B5EF4-FFF2-40B4-BE49-F238E27FC236}">
                <a16:creationId xmlns:a16="http://schemas.microsoft.com/office/drawing/2014/main" id="{5A8D7F00-4D92-8D72-CE73-DEB2B5B10DA8}"/>
              </a:ext>
            </a:extLst>
          </p:cNvPr>
          <p:cNvGrpSpPr>
            <a:grpSpLocks/>
          </p:cNvGrpSpPr>
          <p:nvPr/>
        </p:nvGrpSpPr>
        <p:grpSpPr bwMode="auto">
          <a:xfrm>
            <a:off x="2016596" y="4164281"/>
            <a:ext cx="5257800" cy="838200"/>
            <a:chOff x="1248" y="1440"/>
            <a:chExt cx="3312" cy="528"/>
          </a:xfrm>
        </p:grpSpPr>
        <p:grpSp>
          <p:nvGrpSpPr>
            <p:cNvPr id="21544" name="Group 40">
              <a:extLst>
                <a:ext uri="{FF2B5EF4-FFF2-40B4-BE49-F238E27FC236}">
                  <a16:creationId xmlns:a16="http://schemas.microsoft.com/office/drawing/2014/main" id="{650F740A-92A9-3EC5-8329-CF9F38B977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6" y="1872"/>
              <a:ext cx="384" cy="96"/>
              <a:chOff x="1296" y="1872"/>
              <a:chExt cx="384" cy="96"/>
            </a:xfrm>
          </p:grpSpPr>
          <p:sp>
            <p:nvSpPr>
              <p:cNvPr id="21551" name="Line 41">
                <a:extLst>
                  <a:ext uri="{FF2B5EF4-FFF2-40B4-BE49-F238E27FC236}">
                    <a16:creationId xmlns:a16="http://schemas.microsoft.com/office/drawing/2014/main" id="{256138DF-F420-A747-3F3C-B7047315BB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872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52" name="Line 42">
                <a:extLst>
                  <a:ext uri="{FF2B5EF4-FFF2-40B4-BE49-F238E27FC236}">
                    <a16:creationId xmlns:a16="http://schemas.microsoft.com/office/drawing/2014/main" id="{12880583-C428-52B0-E5C6-E55030A658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1872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1545" name="Line 43">
              <a:extLst>
                <a:ext uri="{FF2B5EF4-FFF2-40B4-BE49-F238E27FC236}">
                  <a16:creationId xmlns:a16="http://schemas.microsoft.com/office/drawing/2014/main" id="{A4A05D87-5CFB-109F-C056-3CFEBFB89C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6" y="14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6" name="Line 44">
              <a:extLst>
                <a:ext uri="{FF2B5EF4-FFF2-40B4-BE49-F238E27FC236}">
                  <a16:creationId xmlns:a16="http://schemas.microsoft.com/office/drawing/2014/main" id="{E7FED11A-8925-6C6E-9198-6C71D48CC9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488"/>
              <a:ext cx="3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7" name="Line 45">
              <a:extLst>
                <a:ext uri="{FF2B5EF4-FFF2-40B4-BE49-F238E27FC236}">
                  <a16:creationId xmlns:a16="http://schemas.microsoft.com/office/drawing/2014/main" id="{B40BCB42-876C-192C-8390-5864AF4503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14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8" name="Line 46">
              <a:extLst>
                <a:ext uri="{FF2B5EF4-FFF2-40B4-BE49-F238E27FC236}">
                  <a16:creationId xmlns:a16="http://schemas.microsoft.com/office/drawing/2014/main" id="{5AF0C7A9-E395-D6A9-E7AE-005B83A67B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1488"/>
              <a:ext cx="0" cy="3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9" name="Oval 47">
              <a:extLst>
                <a:ext uri="{FF2B5EF4-FFF2-40B4-BE49-F238E27FC236}">
                  <a16:creationId xmlns:a16="http://schemas.microsoft.com/office/drawing/2014/main" id="{9F914053-A8B7-AA99-05F2-5E4BC04FA0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182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1550" name="Oval 48">
              <a:extLst>
                <a:ext uri="{FF2B5EF4-FFF2-40B4-BE49-F238E27FC236}">
                  <a16:creationId xmlns:a16="http://schemas.microsoft.com/office/drawing/2014/main" id="{6208441E-BEA5-9B8C-6F99-620622B9D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44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8" name="Group 49">
            <a:extLst>
              <a:ext uri="{FF2B5EF4-FFF2-40B4-BE49-F238E27FC236}">
                <a16:creationId xmlns:a16="http://schemas.microsoft.com/office/drawing/2014/main" id="{58A2FED0-1BFA-98B8-5BD3-F615BEA6E021}"/>
              </a:ext>
            </a:extLst>
          </p:cNvPr>
          <p:cNvGrpSpPr>
            <a:grpSpLocks/>
          </p:cNvGrpSpPr>
          <p:nvPr/>
        </p:nvGrpSpPr>
        <p:grpSpPr bwMode="auto">
          <a:xfrm>
            <a:off x="4454996" y="5002481"/>
            <a:ext cx="457200" cy="228600"/>
            <a:chOff x="2784" y="1968"/>
            <a:chExt cx="288" cy="144"/>
          </a:xfrm>
        </p:grpSpPr>
        <p:sp>
          <p:nvSpPr>
            <p:cNvPr id="21542" name="Line 50">
              <a:extLst>
                <a:ext uri="{FF2B5EF4-FFF2-40B4-BE49-F238E27FC236}">
                  <a16:creationId xmlns:a16="http://schemas.microsoft.com/office/drawing/2014/main" id="{4C079FE4-9A93-630A-EC59-1C103BA4C7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96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3" name="Line 51">
              <a:extLst>
                <a:ext uri="{FF2B5EF4-FFF2-40B4-BE49-F238E27FC236}">
                  <a16:creationId xmlns:a16="http://schemas.microsoft.com/office/drawing/2014/main" id="{A9553AB3-1A92-08C6-E253-E786C7DECB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112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Group 52">
            <a:extLst>
              <a:ext uri="{FF2B5EF4-FFF2-40B4-BE49-F238E27FC236}">
                <a16:creationId xmlns:a16="http://schemas.microsoft.com/office/drawing/2014/main" id="{40DC1AD9-DB5F-2337-1FDF-519DA1A4FFB6}"/>
              </a:ext>
            </a:extLst>
          </p:cNvPr>
          <p:cNvGrpSpPr>
            <a:grpSpLocks/>
          </p:cNvGrpSpPr>
          <p:nvPr/>
        </p:nvGrpSpPr>
        <p:grpSpPr bwMode="auto">
          <a:xfrm>
            <a:off x="6664796" y="5002481"/>
            <a:ext cx="609600" cy="228600"/>
            <a:chOff x="4176" y="1968"/>
            <a:chExt cx="384" cy="144"/>
          </a:xfrm>
        </p:grpSpPr>
        <p:sp>
          <p:nvSpPr>
            <p:cNvPr id="21540" name="Line 53">
              <a:extLst>
                <a:ext uri="{FF2B5EF4-FFF2-40B4-BE49-F238E27FC236}">
                  <a16:creationId xmlns:a16="http://schemas.microsoft.com/office/drawing/2014/main" id="{C64309F4-1AD7-62D6-80E5-120E8DF7C5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196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1" name="Line 54">
              <a:extLst>
                <a:ext uri="{FF2B5EF4-FFF2-40B4-BE49-F238E27FC236}">
                  <a16:creationId xmlns:a16="http://schemas.microsoft.com/office/drawing/2014/main" id="{95CC327E-2DFA-30D8-5B57-7322537497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6" y="211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46552" name="Text Box 56">
            <a:extLst>
              <a:ext uri="{FF2B5EF4-FFF2-40B4-BE49-F238E27FC236}">
                <a16:creationId xmlns:a16="http://schemas.microsoft.com/office/drawing/2014/main" id="{5C4CB31B-B177-0DB8-464F-35E883E5E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5996" y="4773881"/>
            <a:ext cx="53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>
                <a:solidFill>
                  <a:srgbClr val="FFFF00"/>
                </a:solidFill>
              </a:rPr>
              <a:t>I</a:t>
            </a:r>
          </a:p>
        </p:txBody>
      </p:sp>
      <p:sp>
        <p:nvSpPr>
          <p:cNvPr id="746553" name="Text Box 57">
            <a:extLst>
              <a:ext uri="{FF2B5EF4-FFF2-40B4-BE49-F238E27FC236}">
                <a16:creationId xmlns:a16="http://schemas.microsoft.com/office/drawing/2014/main" id="{715D5DCC-39C7-4DF1-8EE7-D6552F498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8196" y="4773881"/>
            <a:ext cx="53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>
                <a:solidFill>
                  <a:srgbClr val="FFFF00"/>
                </a:solidFill>
              </a:rPr>
              <a:t>II</a:t>
            </a:r>
          </a:p>
        </p:txBody>
      </p:sp>
      <p:sp>
        <p:nvSpPr>
          <p:cNvPr id="746554" name="Text Box 58">
            <a:extLst>
              <a:ext uri="{FF2B5EF4-FFF2-40B4-BE49-F238E27FC236}">
                <a16:creationId xmlns:a16="http://schemas.microsoft.com/office/drawing/2014/main" id="{8F6B6CBF-9977-FD01-DF91-6682331BA9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1796" y="4773881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>
                <a:solidFill>
                  <a:srgbClr val="FFFF00"/>
                </a:solidFill>
              </a:rPr>
              <a:t>III</a:t>
            </a:r>
          </a:p>
        </p:txBody>
      </p:sp>
      <p:sp>
        <p:nvSpPr>
          <p:cNvPr id="746555" name="Text Box 59">
            <a:extLst>
              <a:ext uri="{FF2B5EF4-FFF2-40B4-BE49-F238E27FC236}">
                <a16:creationId xmlns:a16="http://schemas.microsoft.com/office/drawing/2014/main" id="{F661A99C-5793-F627-F81D-F44515715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7796" y="4773881"/>
            <a:ext cx="685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800">
                <a:solidFill>
                  <a:srgbClr val="FFFF00"/>
                </a:solidFill>
              </a:rPr>
              <a:t>IV</a:t>
            </a:r>
          </a:p>
        </p:txBody>
      </p:sp>
      <p:sp>
        <p:nvSpPr>
          <p:cNvPr id="746557" name="Rectangle 61">
            <a:extLst>
              <a:ext uri="{FF2B5EF4-FFF2-40B4-BE49-F238E27FC236}">
                <a16:creationId xmlns:a16="http://schemas.microsoft.com/office/drawing/2014/main" id="{4744EE61-0008-BEAA-9A0C-DA18C448FC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996" y="4148406"/>
            <a:ext cx="1346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Q</a:t>
            </a:r>
            <a:r>
              <a:rPr lang="en-US" altLang="zh-CN" sz="2400" baseline="-25000"/>
              <a:t>0</a:t>
            </a:r>
            <a:r>
              <a:rPr lang="en-US" altLang="zh-CN" sz="2000"/>
              <a:t>Q</a:t>
            </a:r>
            <a:r>
              <a:rPr lang="en-US" altLang="zh-CN" sz="2400" baseline="-25000"/>
              <a:t>1</a:t>
            </a:r>
            <a:r>
              <a:rPr lang="en-US" altLang="zh-CN" sz="2000"/>
              <a:t>Q</a:t>
            </a:r>
            <a:r>
              <a:rPr lang="en-US" altLang="zh-CN" sz="2400" baseline="-25000"/>
              <a:t>2</a:t>
            </a:r>
            <a:r>
              <a:rPr lang="en-US" altLang="zh-CN" sz="2000"/>
              <a:t>Q</a:t>
            </a:r>
            <a:r>
              <a:rPr lang="en-US" altLang="zh-CN" sz="2400" baseline="-25000"/>
              <a:t>3</a:t>
            </a:r>
          </a:p>
        </p:txBody>
      </p:sp>
      <p:sp>
        <p:nvSpPr>
          <p:cNvPr id="746558" name="Rectangle 62">
            <a:extLst>
              <a:ext uri="{FF2B5EF4-FFF2-40B4-BE49-F238E27FC236}">
                <a16:creationId xmlns:a16="http://schemas.microsoft.com/office/drawing/2014/main" id="{27536316-A83C-1174-962C-BEB6A1674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0996" y="4164281"/>
            <a:ext cx="1346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Q</a:t>
            </a:r>
            <a:r>
              <a:rPr lang="en-US" altLang="zh-CN" sz="2400" baseline="-25000"/>
              <a:t>4</a:t>
            </a:r>
            <a:r>
              <a:rPr lang="en-US" altLang="zh-CN" sz="2000"/>
              <a:t>Q</a:t>
            </a:r>
            <a:r>
              <a:rPr lang="en-US" altLang="zh-CN" sz="2400" baseline="-25000"/>
              <a:t>5</a:t>
            </a:r>
            <a:r>
              <a:rPr lang="en-US" altLang="zh-CN" sz="2000"/>
              <a:t>Q</a:t>
            </a:r>
            <a:r>
              <a:rPr lang="en-US" altLang="zh-CN" sz="2400" baseline="-25000"/>
              <a:t>6</a:t>
            </a:r>
            <a:r>
              <a:rPr lang="en-US" altLang="zh-CN" sz="2000"/>
              <a:t>Q</a:t>
            </a:r>
            <a:r>
              <a:rPr lang="en-US" altLang="zh-CN" sz="2400" baseline="-25000"/>
              <a:t>7</a:t>
            </a:r>
          </a:p>
        </p:txBody>
      </p:sp>
      <p:sp>
        <p:nvSpPr>
          <p:cNvPr id="746559" name="Rectangle 63">
            <a:extLst>
              <a:ext uri="{FF2B5EF4-FFF2-40B4-BE49-F238E27FC236}">
                <a16:creationId xmlns:a16="http://schemas.microsoft.com/office/drawing/2014/main" id="{79E13E49-15BA-C72A-A307-67A0A5EBA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0146" y="4164281"/>
            <a:ext cx="15684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Q</a:t>
            </a:r>
            <a:r>
              <a:rPr lang="en-US" altLang="zh-CN" sz="2400" baseline="-25000"/>
              <a:t>8</a:t>
            </a:r>
            <a:r>
              <a:rPr lang="en-US" altLang="zh-CN" sz="2000"/>
              <a:t>Q</a:t>
            </a:r>
            <a:r>
              <a:rPr lang="en-US" altLang="zh-CN" sz="2400" baseline="-25000"/>
              <a:t>9</a:t>
            </a:r>
            <a:r>
              <a:rPr lang="en-US" altLang="zh-CN" sz="2000"/>
              <a:t>Q</a:t>
            </a:r>
            <a:r>
              <a:rPr lang="en-US" altLang="zh-CN" sz="2400" baseline="-25000"/>
              <a:t>10</a:t>
            </a:r>
            <a:r>
              <a:rPr lang="en-US" altLang="zh-CN" sz="2000"/>
              <a:t>Q</a:t>
            </a:r>
            <a:r>
              <a:rPr lang="en-US" altLang="zh-CN" sz="2400" baseline="-25000"/>
              <a:t>11</a:t>
            </a:r>
          </a:p>
        </p:txBody>
      </p:sp>
      <p:sp>
        <p:nvSpPr>
          <p:cNvPr id="746560" name="Rectangle 64">
            <a:extLst>
              <a:ext uri="{FF2B5EF4-FFF2-40B4-BE49-F238E27FC236}">
                <a16:creationId xmlns:a16="http://schemas.microsoft.com/office/drawing/2014/main" id="{865E6334-5433-D1B9-69EB-C3DAEFCF3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6296" y="4164281"/>
            <a:ext cx="1790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Q</a:t>
            </a:r>
            <a:r>
              <a:rPr lang="en-US" altLang="zh-CN" sz="2400" baseline="-25000"/>
              <a:t>12</a:t>
            </a:r>
            <a:r>
              <a:rPr lang="en-US" altLang="zh-CN" sz="2000"/>
              <a:t>Q</a:t>
            </a:r>
            <a:r>
              <a:rPr lang="en-US" altLang="zh-CN" sz="2400" baseline="-25000"/>
              <a:t>13</a:t>
            </a:r>
            <a:r>
              <a:rPr lang="en-US" altLang="zh-CN" sz="2000"/>
              <a:t>Q</a:t>
            </a:r>
            <a:r>
              <a:rPr lang="en-US" altLang="zh-CN" sz="2400" baseline="-25000"/>
              <a:t>14</a:t>
            </a:r>
            <a:r>
              <a:rPr lang="en-US" altLang="zh-CN" sz="2000"/>
              <a:t>Q</a:t>
            </a:r>
            <a:r>
              <a:rPr lang="en-US" altLang="zh-CN" sz="2400" baseline="-25000"/>
              <a:t>15</a:t>
            </a:r>
          </a:p>
        </p:txBody>
      </p:sp>
      <p:sp>
        <p:nvSpPr>
          <p:cNvPr id="746563" name="Rectangle 67">
            <a:extLst>
              <a:ext uri="{FF2B5EF4-FFF2-40B4-BE49-F238E27FC236}">
                <a16:creationId xmlns:a16="http://schemas.microsoft.com/office/drawing/2014/main" id="{44381DE5-A0F3-635C-6147-EE9D32654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2796" y="5062806"/>
            <a:ext cx="641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“1”</a:t>
            </a:r>
          </a:p>
        </p:txBody>
      </p:sp>
      <p:sp>
        <p:nvSpPr>
          <p:cNvPr id="746564" name="Rectangle 68">
            <a:extLst>
              <a:ext uri="{FF2B5EF4-FFF2-40B4-BE49-F238E27FC236}">
                <a16:creationId xmlns:a16="http://schemas.microsoft.com/office/drawing/2014/main" id="{215429AE-0F11-91E7-2202-21B935CEF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96" y="4834206"/>
            <a:ext cx="641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000000"/>
                  </a:outerShdw>
                </a:effectLst>
              </a:rPr>
              <a:t>“1”</a:t>
            </a:r>
          </a:p>
        </p:txBody>
      </p:sp>
      <p:grpSp>
        <p:nvGrpSpPr>
          <p:cNvPr id="10" name="Group 69">
            <a:extLst>
              <a:ext uri="{FF2B5EF4-FFF2-40B4-BE49-F238E27FC236}">
                <a16:creationId xmlns:a16="http://schemas.microsoft.com/office/drawing/2014/main" id="{56DD21A3-2C44-2DD9-C9DE-57AB425CE218}"/>
              </a:ext>
            </a:extLst>
          </p:cNvPr>
          <p:cNvGrpSpPr>
            <a:grpSpLocks/>
          </p:cNvGrpSpPr>
          <p:nvPr/>
        </p:nvGrpSpPr>
        <p:grpSpPr bwMode="auto">
          <a:xfrm>
            <a:off x="340196" y="5672406"/>
            <a:ext cx="7772400" cy="473075"/>
            <a:chOff x="192" y="2160"/>
            <a:chExt cx="4896" cy="298"/>
          </a:xfrm>
        </p:grpSpPr>
        <p:grpSp>
          <p:nvGrpSpPr>
            <p:cNvPr id="21530" name="Group 70">
              <a:extLst>
                <a:ext uri="{FF2B5EF4-FFF2-40B4-BE49-F238E27FC236}">
                  <a16:creationId xmlns:a16="http://schemas.microsoft.com/office/drawing/2014/main" id="{D5DE2F27-3FD9-F5FC-1690-9300F7E6C3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2170"/>
              <a:ext cx="4896" cy="288"/>
              <a:chOff x="192" y="2400"/>
              <a:chExt cx="4560" cy="288"/>
            </a:xfrm>
          </p:grpSpPr>
          <p:sp>
            <p:nvSpPr>
              <p:cNvPr id="21532" name="Line 71">
                <a:extLst>
                  <a:ext uri="{FF2B5EF4-FFF2-40B4-BE49-F238E27FC236}">
                    <a16:creationId xmlns:a16="http://schemas.microsoft.com/office/drawing/2014/main" id="{209A730E-60A9-1CCD-0359-13DA89C857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" y="2640"/>
                <a:ext cx="45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33" name="Line 72">
                <a:extLst>
                  <a:ext uri="{FF2B5EF4-FFF2-40B4-BE49-F238E27FC236}">
                    <a16:creationId xmlns:a16="http://schemas.microsoft.com/office/drawing/2014/main" id="{53B210B6-0E26-E469-7AB4-A13F9522A7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52" y="240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34" name="Line 73">
                <a:extLst>
                  <a:ext uri="{FF2B5EF4-FFF2-40B4-BE49-F238E27FC236}">
                    <a16:creationId xmlns:a16="http://schemas.microsoft.com/office/drawing/2014/main" id="{902F069C-57AD-691E-8AB4-FD10EE1D25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456" y="240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35" name="Line 74">
                <a:extLst>
                  <a:ext uri="{FF2B5EF4-FFF2-40B4-BE49-F238E27FC236}">
                    <a16:creationId xmlns:a16="http://schemas.microsoft.com/office/drawing/2014/main" id="{BD5D5626-F390-BD30-1099-AB04D84275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60" y="240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36" name="Line 75">
                <a:extLst>
                  <a:ext uri="{FF2B5EF4-FFF2-40B4-BE49-F238E27FC236}">
                    <a16:creationId xmlns:a16="http://schemas.microsoft.com/office/drawing/2014/main" id="{CFA29A7C-19FB-B1FF-04C5-254C29A673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64" y="2400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37" name="Oval 76">
                <a:extLst>
                  <a:ext uri="{FF2B5EF4-FFF2-40B4-BE49-F238E27FC236}">
                    <a16:creationId xmlns:a16="http://schemas.microsoft.com/office/drawing/2014/main" id="{D066513A-6168-5D26-A17B-F42535B93A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259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38" name="Oval 77">
                <a:extLst>
                  <a:ext uri="{FF2B5EF4-FFF2-40B4-BE49-F238E27FC236}">
                    <a16:creationId xmlns:a16="http://schemas.microsoft.com/office/drawing/2014/main" id="{DA387A64-3ABE-3F4E-94D8-D4502366EA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259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1539" name="Oval 78">
                <a:extLst>
                  <a:ext uri="{FF2B5EF4-FFF2-40B4-BE49-F238E27FC236}">
                    <a16:creationId xmlns:a16="http://schemas.microsoft.com/office/drawing/2014/main" id="{58EC548F-494A-0CAE-89CE-3C077214F0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259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1531" name="Rectangle 79">
              <a:extLst>
                <a:ext uri="{FF2B5EF4-FFF2-40B4-BE49-F238E27FC236}">
                  <a16:creationId xmlns:a16="http://schemas.microsoft.com/office/drawing/2014/main" id="{86466743-2C7F-36CD-883B-7D78172559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2160"/>
              <a:ext cx="30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CP</a:t>
              </a:r>
            </a:p>
          </p:txBody>
        </p:sp>
      </p:grpSp>
      <p:sp>
        <p:nvSpPr>
          <p:cNvPr id="746578" name="Text Box 82">
            <a:extLst>
              <a:ext uri="{FF2B5EF4-FFF2-40B4-BE49-F238E27FC236}">
                <a16:creationId xmlns:a16="http://schemas.microsoft.com/office/drawing/2014/main" id="{C483EB8F-2229-A329-07A3-04E76E2AE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3" y="908050"/>
            <a:ext cx="838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76250" indent="-4762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latin typeface="宋体" panose="02010600030101010101" pitchFamily="2" charset="-122"/>
              </a:rPr>
              <a:t>分析产生进位的条件：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）当所有低位片的输出都为</a:t>
            </a:r>
            <a:r>
              <a:rPr lang="zh-CN" altLang="en-US" sz="2400" b="1" dirty="0">
                <a:latin typeface="Georgia" panose="02040502050405020303" pitchFamily="18" charset="0"/>
              </a:rPr>
              <a:t>“</a:t>
            </a:r>
            <a:r>
              <a:rPr lang="en-US" altLang="zh-CN" sz="2400" b="1" dirty="0">
                <a:latin typeface="宋体" panose="02010600030101010101" pitchFamily="2" charset="-122"/>
              </a:rPr>
              <a:t>1111</a:t>
            </a:r>
            <a:r>
              <a:rPr lang="en-US" altLang="zh-CN" sz="2400" b="1" dirty="0">
                <a:latin typeface="Georgia" panose="02040502050405020303" pitchFamily="18" charset="0"/>
              </a:rPr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且在来一个约定时钟时，本片才计数一次。</a:t>
            </a:r>
          </a:p>
        </p:txBody>
      </p:sp>
      <p:sp>
        <p:nvSpPr>
          <p:cNvPr id="746579" name="Rectangle 83">
            <a:extLst>
              <a:ext uri="{FF2B5EF4-FFF2-40B4-BE49-F238E27FC236}">
                <a16:creationId xmlns:a16="http://schemas.microsoft.com/office/drawing/2014/main" id="{2621F2A2-80A5-1509-A5BC-02771D925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2051050"/>
            <a:ext cx="83820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2</a:t>
            </a:r>
            <a:r>
              <a:rPr lang="zh-CN" altLang="en-US" sz="2400" b="1" dirty="0">
                <a:latin typeface="宋体" panose="02010600030101010101" pitchFamily="2" charset="-122"/>
              </a:rPr>
              <a:t>）要想大家同时进位，计数器需要再增加一个控制端</a:t>
            </a:r>
            <a:r>
              <a:rPr lang="en-US" altLang="zh-CN" sz="2400" b="1" dirty="0">
                <a:latin typeface="宋体" panose="02010600030101010101" pitchFamily="2" charset="-122"/>
              </a:rPr>
              <a:t>P</a:t>
            </a:r>
            <a:r>
              <a:rPr lang="zh-CN" altLang="en-US" sz="2400" b="1" dirty="0">
                <a:latin typeface="宋体" panose="02010600030101010101" pitchFamily="2" charset="-122"/>
              </a:rPr>
              <a:t>，配合</a:t>
            </a:r>
            <a:r>
              <a:rPr lang="en-US" altLang="zh-CN" sz="2400" b="1" dirty="0">
                <a:latin typeface="宋体" panose="02010600030101010101" pitchFamily="2" charset="-122"/>
              </a:rPr>
              <a:t>T</a:t>
            </a:r>
            <a:r>
              <a:rPr lang="zh-CN" altLang="en-US" sz="2400" b="1" dirty="0">
                <a:latin typeface="宋体" panose="02010600030101010101" pitchFamily="2" charset="-122"/>
              </a:rPr>
              <a:t>一齐使用，</a:t>
            </a:r>
            <a:r>
              <a:rPr lang="en-US" altLang="zh-CN" sz="2400" b="1" dirty="0">
                <a:latin typeface="宋体" panose="02010600030101010101" pitchFamily="2" charset="-122"/>
              </a:rPr>
              <a:t>P=0</a:t>
            </a:r>
            <a:r>
              <a:rPr lang="zh-CN" altLang="en-US" sz="2400" b="1" dirty="0">
                <a:latin typeface="宋体" panose="02010600030101010101" pitchFamily="2" charset="-122"/>
              </a:rPr>
              <a:t>时，本片保持。只有当</a:t>
            </a:r>
            <a:r>
              <a:rPr lang="en-US" altLang="zh-CN" sz="2400" b="1" dirty="0">
                <a:latin typeface="宋体" panose="02010600030101010101" pitchFamily="2" charset="-122"/>
              </a:rPr>
              <a:t>P=</a:t>
            </a:r>
            <a:r>
              <a:rPr lang="en-US" altLang="zh-CN" sz="2400" b="1" dirty="0">
                <a:latin typeface="Georgia" panose="02040502050405020303" pitchFamily="18" charset="0"/>
              </a:rPr>
              <a:t>“</a:t>
            </a: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Georgia" panose="02040502050405020303" pitchFamily="18" charset="0"/>
              </a:rPr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且</a:t>
            </a:r>
            <a:r>
              <a:rPr lang="en-US" altLang="zh-CN" sz="2400" b="1" dirty="0">
                <a:latin typeface="宋体" panose="02010600030101010101" pitchFamily="2" charset="-122"/>
              </a:rPr>
              <a:t>T</a:t>
            </a:r>
            <a:r>
              <a:rPr lang="zh-CN" altLang="en-US" sz="2400" b="1" dirty="0">
                <a:latin typeface="宋体" panose="02010600030101010101" pitchFamily="2" charset="-122"/>
              </a:rPr>
              <a:t>＝</a:t>
            </a:r>
            <a:r>
              <a:rPr lang="zh-CN" altLang="en-US" sz="2400" b="1" dirty="0">
                <a:latin typeface="Georgia" panose="02040502050405020303" pitchFamily="18" charset="0"/>
              </a:rPr>
              <a:t>”</a:t>
            </a: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en-US" altLang="zh-CN" sz="2400" b="1" dirty="0">
                <a:latin typeface="Georgia" panose="02040502050405020303" pitchFamily="18" charset="0"/>
              </a:rPr>
              <a:t>”</a:t>
            </a:r>
            <a:r>
              <a:rPr lang="zh-CN" altLang="en-US" sz="2400" b="1" dirty="0">
                <a:latin typeface="宋体" panose="02010600030101010101" pitchFamily="2" charset="-122"/>
              </a:rPr>
              <a:t>时，本片才计数。</a:t>
            </a:r>
          </a:p>
        </p:txBody>
      </p:sp>
      <p:sp>
        <p:nvSpPr>
          <p:cNvPr id="746580" name="Rectangle 84">
            <a:extLst>
              <a:ext uri="{FF2B5EF4-FFF2-40B4-BE49-F238E27FC236}">
                <a16:creationId xmlns:a16="http://schemas.microsoft.com/office/drawing/2014/main" id="{A1887897-9898-BDF1-9FEE-39490FEBF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596" y="3280043"/>
            <a:ext cx="8077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宋体" panose="02010600030101010101" pitchFamily="2" charset="-122"/>
              </a:rPr>
              <a:t>3</a:t>
            </a:r>
            <a:r>
              <a:rPr lang="zh-CN" altLang="en-US" sz="2400" b="1" dirty="0">
                <a:latin typeface="宋体" panose="02010600030101010101" pitchFamily="2" charset="-122"/>
              </a:rPr>
              <a:t>）最低位片的</a:t>
            </a:r>
            <a:r>
              <a:rPr lang="en-US" altLang="zh-CN" sz="2400" b="1" dirty="0">
                <a:latin typeface="宋体" panose="02010600030101010101" pitchFamily="2" charset="-122"/>
              </a:rPr>
              <a:t>RC</a:t>
            </a:r>
            <a:r>
              <a:rPr lang="zh-CN" altLang="en-US" sz="2400" b="1" dirty="0">
                <a:latin typeface="宋体" panose="02010600030101010101" pitchFamily="2" charset="-122"/>
              </a:rPr>
              <a:t>和</a:t>
            </a:r>
            <a:r>
              <a:rPr lang="en-US" altLang="zh-CN" sz="2400" b="1" dirty="0">
                <a:latin typeface="宋体" panose="02010600030101010101" pitchFamily="2" charset="-122"/>
              </a:rPr>
              <a:t>P</a:t>
            </a:r>
            <a:r>
              <a:rPr lang="zh-CN" altLang="en-US" sz="2400" b="1" dirty="0">
                <a:latin typeface="宋体" panose="02010600030101010101" pitchFamily="2" charset="-122"/>
              </a:rPr>
              <a:t>相连，当最低位片有进位且本片的上一个</a:t>
            </a:r>
            <a:r>
              <a:rPr lang="en-US" altLang="zh-CN" sz="2400" b="1" dirty="0">
                <a:latin typeface="宋体" panose="02010600030101010101" pitchFamily="2" charset="-122"/>
              </a:rPr>
              <a:t>RC</a:t>
            </a:r>
            <a:r>
              <a:rPr lang="zh-CN" altLang="en-US" sz="2400" b="1" dirty="0">
                <a:latin typeface="宋体" panose="02010600030101010101" pitchFamily="2" charset="-122"/>
              </a:rPr>
              <a:t>也为</a:t>
            </a:r>
            <a:r>
              <a:rPr lang="en-US" altLang="zh-CN" sz="2400" b="1" dirty="0">
                <a:latin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</a:rPr>
              <a:t>时，本片进位。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46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46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46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746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746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746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746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746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746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746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746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74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74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6552" grpId="0" autoUpdateAnimBg="0"/>
      <p:bldP spid="746553" grpId="0" autoUpdateAnimBg="0"/>
      <p:bldP spid="746554" grpId="0" autoUpdateAnimBg="0"/>
      <p:bldP spid="746555" grpId="0" autoUpdateAnimBg="0"/>
      <p:bldP spid="746557" grpId="0" autoUpdateAnimBg="0"/>
      <p:bldP spid="746558" grpId="0" autoUpdateAnimBg="0"/>
      <p:bldP spid="746559" grpId="0" autoUpdateAnimBg="0"/>
      <p:bldP spid="746560" grpId="0" autoUpdateAnimBg="0"/>
      <p:bldP spid="746563" grpId="0" autoUpdateAnimBg="0"/>
      <p:bldP spid="746564" grpId="0" autoUpdateAnimBg="0"/>
      <p:bldP spid="746578" grpId="0" autoUpdateAnimBg="0"/>
      <p:bldP spid="746579" grpId="0" autoUpdateAnimBg="0"/>
      <p:bldP spid="746580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22" name="Rectangle 2">
            <a:extLst>
              <a:ext uri="{FF2B5EF4-FFF2-40B4-BE49-F238E27FC236}">
                <a16:creationId xmlns:a16="http://schemas.microsoft.com/office/drawing/2014/main" id="{52D4F71F-217C-960B-8BD6-A195C923F8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计数器</a:t>
            </a:r>
          </a:p>
        </p:txBody>
      </p:sp>
      <p:sp>
        <p:nvSpPr>
          <p:cNvPr id="80" name="灯片编号占位符 5">
            <a:extLst>
              <a:ext uri="{FF2B5EF4-FFF2-40B4-BE49-F238E27FC236}">
                <a16:creationId xmlns:a16="http://schemas.microsoft.com/office/drawing/2014/main" id="{249F4CAE-55D7-E6DC-7F3D-2ABD22193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5DF45D79-685B-4296-BA70-C1881BBD3363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21</a:t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747582" name="Text Box 62">
            <a:extLst>
              <a:ext uri="{FF2B5EF4-FFF2-40B4-BE49-F238E27FC236}">
                <a16:creationId xmlns:a16="http://schemas.microsoft.com/office/drawing/2014/main" id="{06F0630F-8FB7-BD41-9182-3D982BB5E8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533900"/>
            <a:ext cx="8610600" cy="895350"/>
          </a:xfrm>
          <a:prstGeom prst="rect">
            <a:avLst/>
          </a:prstGeom>
          <a:noFill/>
          <a:ln w="1905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特点：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）最低位片的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RC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连接所有其他片的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端</a:t>
            </a:r>
          </a:p>
          <a:p>
            <a:pPr eaLnBrk="1" hangingPunct="1">
              <a:spcBef>
                <a:spcPct val="20000"/>
              </a:spcBef>
              <a:defRPr/>
            </a:pP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	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）扩展中使用了</a:t>
            </a:r>
            <a:r>
              <a:rPr lang="en-US" altLang="zh-CN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zh-CN" altLang="en-US" sz="2400" b="1">
                <a:effectLst>
                  <a:outerShdw blurRad="38100" dist="38100" dir="2700000" algn="tl">
                    <a:srgbClr val="000000"/>
                  </a:outerShdw>
                </a:effectLst>
              </a:rPr>
              <a:t>端，计数频率可以很高</a:t>
            </a:r>
          </a:p>
        </p:txBody>
      </p:sp>
      <p:grpSp>
        <p:nvGrpSpPr>
          <p:cNvPr id="22533" name="Group 81">
            <a:extLst>
              <a:ext uri="{FF2B5EF4-FFF2-40B4-BE49-F238E27FC236}">
                <a16:creationId xmlns:a16="http://schemas.microsoft.com/office/drawing/2014/main" id="{E71E3C7B-DD5C-9D93-796E-03501D7A965C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2438400"/>
            <a:ext cx="8991600" cy="1997075"/>
            <a:chOff x="48" y="1248"/>
            <a:chExt cx="5664" cy="1258"/>
          </a:xfrm>
        </p:grpSpPr>
        <p:grpSp>
          <p:nvGrpSpPr>
            <p:cNvPr id="22535" name="Group 6">
              <a:extLst>
                <a:ext uri="{FF2B5EF4-FFF2-40B4-BE49-F238E27FC236}">
                  <a16:creationId xmlns:a16="http://schemas.microsoft.com/office/drawing/2014/main" id="{BEE92201-D70F-746E-F626-083A435F59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1498"/>
              <a:ext cx="1104" cy="730"/>
              <a:chOff x="192" y="1680"/>
              <a:chExt cx="1104" cy="730"/>
            </a:xfrm>
          </p:grpSpPr>
          <p:sp>
            <p:nvSpPr>
              <p:cNvPr id="22600" name="Rectangle 7">
                <a:extLst>
                  <a:ext uri="{FF2B5EF4-FFF2-40B4-BE49-F238E27FC236}">
                    <a16:creationId xmlns:a16="http://schemas.microsoft.com/office/drawing/2014/main" id="{64B7BFE0-EA36-899F-84BD-FB063C1234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680"/>
                <a:ext cx="768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601" name="Text Box 8">
                <a:extLst>
                  <a:ext uri="{FF2B5EF4-FFF2-40B4-BE49-F238E27FC236}">
                    <a16:creationId xmlns:a16="http://schemas.microsoft.com/office/drawing/2014/main" id="{7C139498-01CA-5E69-E9DD-0F7D2DD122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1824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RC</a:t>
                </a:r>
              </a:p>
            </p:txBody>
          </p:sp>
          <p:sp>
            <p:nvSpPr>
              <p:cNvPr id="22602" name="Text Box 9">
                <a:extLst>
                  <a:ext uri="{FF2B5EF4-FFF2-40B4-BE49-F238E27FC236}">
                    <a16:creationId xmlns:a16="http://schemas.microsoft.com/office/drawing/2014/main" id="{A2E718EF-E81E-F57C-AB25-B439A4CCDE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" y="2006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T</a:t>
                </a:r>
              </a:p>
            </p:txBody>
          </p:sp>
          <p:sp>
            <p:nvSpPr>
              <p:cNvPr id="22603" name="Text Box 10">
                <a:extLst>
                  <a:ext uri="{FF2B5EF4-FFF2-40B4-BE49-F238E27FC236}">
                    <a16:creationId xmlns:a16="http://schemas.microsoft.com/office/drawing/2014/main" id="{CA8FFD71-D68A-C616-BDCA-C30E8E904D6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8" y="2160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</a:t>
                </a:r>
              </a:p>
            </p:txBody>
          </p:sp>
          <p:sp>
            <p:nvSpPr>
              <p:cNvPr id="22604" name="Line 11">
                <a:extLst>
                  <a:ext uri="{FF2B5EF4-FFF2-40B4-BE49-F238E27FC236}">
                    <a16:creationId xmlns:a16="http://schemas.microsoft.com/office/drawing/2014/main" id="{7136E9F5-2EE2-E8C5-6EE1-5771D52FC3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1968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605" name="Line 12">
                <a:extLst>
                  <a:ext uri="{FF2B5EF4-FFF2-40B4-BE49-F238E27FC236}">
                    <a16:creationId xmlns:a16="http://schemas.microsoft.com/office/drawing/2014/main" id="{830ED260-2C41-01C0-1E58-81FF194597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" y="211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606" name="Text Box 13">
                <a:extLst>
                  <a:ext uri="{FF2B5EF4-FFF2-40B4-BE49-F238E27FC236}">
                    <a16:creationId xmlns:a16="http://schemas.microsoft.com/office/drawing/2014/main" id="{710F2B22-7C86-B25D-9B4B-A72C4CEF52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" y="1728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P</a:t>
                </a:r>
              </a:p>
            </p:txBody>
          </p:sp>
          <p:sp>
            <p:nvSpPr>
              <p:cNvPr id="22607" name="Line 14">
                <a:extLst>
                  <a:ext uri="{FF2B5EF4-FFF2-40B4-BE49-F238E27FC236}">
                    <a16:creationId xmlns:a16="http://schemas.microsoft.com/office/drawing/2014/main" id="{C0A9E5A9-77BB-7642-0528-0639FAA7E3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" y="187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2536" name="Group 15">
              <a:extLst>
                <a:ext uri="{FF2B5EF4-FFF2-40B4-BE49-F238E27FC236}">
                  <a16:creationId xmlns:a16="http://schemas.microsoft.com/office/drawing/2014/main" id="{162378BC-D497-250D-EFB8-BB72C1ACE8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1498"/>
              <a:ext cx="1104" cy="730"/>
              <a:chOff x="192" y="1680"/>
              <a:chExt cx="1104" cy="730"/>
            </a:xfrm>
          </p:grpSpPr>
          <p:sp>
            <p:nvSpPr>
              <p:cNvPr id="22592" name="Rectangle 16">
                <a:extLst>
                  <a:ext uri="{FF2B5EF4-FFF2-40B4-BE49-F238E27FC236}">
                    <a16:creationId xmlns:a16="http://schemas.microsoft.com/office/drawing/2014/main" id="{86CB4FC4-964B-32B5-E36B-B9C2F770DE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680"/>
                <a:ext cx="768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93" name="Text Box 17">
                <a:extLst>
                  <a:ext uri="{FF2B5EF4-FFF2-40B4-BE49-F238E27FC236}">
                    <a16:creationId xmlns:a16="http://schemas.microsoft.com/office/drawing/2014/main" id="{C8F37F8A-10A9-A220-F0BA-39FDB45168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1824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RC</a:t>
                </a:r>
              </a:p>
            </p:txBody>
          </p:sp>
          <p:sp>
            <p:nvSpPr>
              <p:cNvPr id="22594" name="Text Box 18">
                <a:extLst>
                  <a:ext uri="{FF2B5EF4-FFF2-40B4-BE49-F238E27FC236}">
                    <a16:creationId xmlns:a16="http://schemas.microsoft.com/office/drawing/2014/main" id="{62DBFACC-B69A-B8CB-68A1-54DB6D62E7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" y="2006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T</a:t>
                </a:r>
              </a:p>
            </p:txBody>
          </p:sp>
          <p:sp>
            <p:nvSpPr>
              <p:cNvPr id="22595" name="Text Box 19">
                <a:extLst>
                  <a:ext uri="{FF2B5EF4-FFF2-40B4-BE49-F238E27FC236}">
                    <a16:creationId xmlns:a16="http://schemas.microsoft.com/office/drawing/2014/main" id="{B7D51DAA-40B0-18ED-11CF-357E723D10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8" y="2160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</a:t>
                </a:r>
              </a:p>
            </p:txBody>
          </p:sp>
          <p:sp>
            <p:nvSpPr>
              <p:cNvPr id="22596" name="Line 20">
                <a:extLst>
                  <a:ext uri="{FF2B5EF4-FFF2-40B4-BE49-F238E27FC236}">
                    <a16:creationId xmlns:a16="http://schemas.microsoft.com/office/drawing/2014/main" id="{22EE29BE-7431-5233-FDE5-51458106F2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1968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97" name="Line 21">
                <a:extLst>
                  <a:ext uri="{FF2B5EF4-FFF2-40B4-BE49-F238E27FC236}">
                    <a16:creationId xmlns:a16="http://schemas.microsoft.com/office/drawing/2014/main" id="{5A5CF9AE-F08C-F26C-F27F-6D0A11EFB4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" y="211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98" name="Text Box 22">
                <a:extLst>
                  <a:ext uri="{FF2B5EF4-FFF2-40B4-BE49-F238E27FC236}">
                    <a16:creationId xmlns:a16="http://schemas.microsoft.com/office/drawing/2014/main" id="{C4DD5528-1BAF-7833-3E0B-C64D77EFC9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" y="1728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P</a:t>
                </a:r>
              </a:p>
            </p:txBody>
          </p:sp>
          <p:sp>
            <p:nvSpPr>
              <p:cNvPr id="22599" name="Line 23">
                <a:extLst>
                  <a:ext uri="{FF2B5EF4-FFF2-40B4-BE49-F238E27FC236}">
                    <a16:creationId xmlns:a16="http://schemas.microsoft.com/office/drawing/2014/main" id="{6D1A2301-7B32-2A71-F8F2-B76FE07453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" y="187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2537" name="Group 24">
              <a:extLst>
                <a:ext uri="{FF2B5EF4-FFF2-40B4-BE49-F238E27FC236}">
                  <a16:creationId xmlns:a16="http://schemas.microsoft.com/office/drawing/2014/main" id="{EE7A6D73-859D-0DE1-A426-74084CEC61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0" y="1498"/>
              <a:ext cx="1104" cy="730"/>
              <a:chOff x="192" y="1680"/>
              <a:chExt cx="1104" cy="730"/>
            </a:xfrm>
          </p:grpSpPr>
          <p:sp>
            <p:nvSpPr>
              <p:cNvPr id="22584" name="Rectangle 25">
                <a:extLst>
                  <a:ext uri="{FF2B5EF4-FFF2-40B4-BE49-F238E27FC236}">
                    <a16:creationId xmlns:a16="http://schemas.microsoft.com/office/drawing/2014/main" id="{219B3975-4BB6-2212-DA0D-C2D6EA3428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680"/>
                <a:ext cx="768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85" name="Text Box 26">
                <a:extLst>
                  <a:ext uri="{FF2B5EF4-FFF2-40B4-BE49-F238E27FC236}">
                    <a16:creationId xmlns:a16="http://schemas.microsoft.com/office/drawing/2014/main" id="{197AEA74-F65C-084C-86DF-D1D322FEB4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1824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RC</a:t>
                </a:r>
              </a:p>
            </p:txBody>
          </p:sp>
          <p:sp>
            <p:nvSpPr>
              <p:cNvPr id="22586" name="Text Box 27">
                <a:extLst>
                  <a:ext uri="{FF2B5EF4-FFF2-40B4-BE49-F238E27FC236}">
                    <a16:creationId xmlns:a16="http://schemas.microsoft.com/office/drawing/2014/main" id="{18EC2F47-7C5A-BAB9-7845-9C6656EFC3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" y="2006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T</a:t>
                </a:r>
              </a:p>
            </p:txBody>
          </p:sp>
          <p:sp>
            <p:nvSpPr>
              <p:cNvPr id="22587" name="Text Box 28">
                <a:extLst>
                  <a:ext uri="{FF2B5EF4-FFF2-40B4-BE49-F238E27FC236}">
                    <a16:creationId xmlns:a16="http://schemas.microsoft.com/office/drawing/2014/main" id="{67D7F669-A6AA-ADBD-833B-DAE38D6177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8" y="2160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</a:t>
                </a:r>
              </a:p>
            </p:txBody>
          </p:sp>
          <p:sp>
            <p:nvSpPr>
              <p:cNvPr id="22588" name="Line 29">
                <a:extLst>
                  <a:ext uri="{FF2B5EF4-FFF2-40B4-BE49-F238E27FC236}">
                    <a16:creationId xmlns:a16="http://schemas.microsoft.com/office/drawing/2014/main" id="{94A73D4B-C86E-A414-2BBF-34F0CA01ED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1968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89" name="Line 30">
                <a:extLst>
                  <a:ext uri="{FF2B5EF4-FFF2-40B4-BE49-F238E27FC236}">
                    <a16:creationId xmlns:a16="http://schemas.microsoft.com/office/drawing/2014/main" id="{37A198FD-ED64-3FA6-953E-BF657A27F1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" y="211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90" name="Text Box 31">
                <a:extLst>
                  <a:ext uri="{FF2B5EF4-FFF2-40B4-BE49-F238E27FC236}">
                    <a16:creationId xmlns:a16="http://schemas.microsoft.com/office/drawing/2014/main" id="{82ACBBC8-C14F-EFC4-B45C-641CC95ECF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" y="1728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P</a:t>
                </a:r>
              </a:p>
            </p:txBody>
          </p:sp>
          <p:sp>
            <p:nvSpPr>
              <p:cNvPr id="22591" name="Line 32">
                <a:extLst>
                  <a:ext uri="{FF2B5EF4-FFF2-40B4-BE49-F238E27FC236}">
                    <a16:creationId xmlns:a16="http://schemas.microsoft.com/office/drawing/2014/main" id="{85CB3527-30E6-2531-6385-011668AE7A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" y="187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2538" name="Group 33">
              <a:extLst>
                <a:ext uri="{FF2B5EF4-FFF2-40B4-BE49-F238E27FC236}">
                  <a16:creationId xmlns:a16="http://schemas.microsoft.com/office/drawing/2014/main" id="{888F6A1F-727F-AD77-4677-7458E3FB0C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8" y="1498"/>
              <a:ext cx="1104" cy="730"/>
              <a:chOff x="192" y="1680"/>
              <a:chExt cx="1104" cy="730"/>
            </a:xfrm>
          </p:grpSpPr>
          <p:sp>
            <p:nvSpPr>
              <p:cNvPr id="22576" name="Rectangle 34">
                <a:extLst>
                  <a:ext uri="{FF2B5EF4-FFF2-40B4-BE49-F238E27FC236}">
                    <a16:creationId xmlns:a16="http://schemas.microsoft.com/office/drawing/2014/main" id="{72A36216-5D97-DDDF-68FD-A4CDF1687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" y="1680"/>
                <a:ext cx="768" cy="7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77" name="Text Box 35">
                <a:extLst>
                  <a:ext uri="{FF2B5EF4-FFF2-40B4-BE49-F238E27FC236}">
                    <a16:creationId xmlns:a16="http://schemas.microsoft.com/office/drawing/2014/main" id="{91267375-2E42-49BD-C672-B0E3BFE251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1824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RC</a:t>
                </a:r>
              </a:p>
            </p:txBody>
          </p:sp>
          <p:sp>
            <p:nvSpPr>
              <p:cNvPr id="22578" name="Text Box 36">
                <a:extLst>
                  <a:ext uri="{FF2B5EF4-FFF2-40B4-BE49-F238E27FC236}">
                    <a16:creationId xmlns:a16="http://schemas.microsoft.com/office/drawing/2014/main" id="{6D670BF5-E251-4D32-5B19-7881D592CF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" y="2006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T</a:t>
                </a:r>
              </a:p>
            </p:txBody>
          </p:sp>
          <p:sp>
            <p:nvSpPr>
              <p:cNvPr id="22579" name="Text Box 37">
                <a:extLst>
                  <a:ext uri="{FF2B5EF4-FFF2-40B4-BE49-F238E27FC236}">
                    <a16:creationId xmlns:a16="http://schemas.microsoft.com/office/drawing/2014/main" id="{6BEBAB92-5C8B-DEE7-2FA6-AB897DEC4C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28" y="2160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</a:t>
                </a:r>
              </a:p>
            </p:txBody>
          </p:sp>
          <p:sp>
            <p:nvSpPr>
              <p:cNvPr id="22580" name="Line 38">
                <a:extLst>
                  <a:ext uri="{FF2B5EF4-FFF2-40B4-BE49-F238E27FC236}">
                    <a16:creationId xmlns:a16="http://schemas.microsoft.com/office/drawing/2014/main" id="{006FE345-04AB-BFE3-36D3-5178B20C45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1968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81" name="Line 39">
                <a:extLst>
                  <a:ext uri="{FF2B5EF4-FFF2-40B4-BE49-F238E27FC236}">
                    <a16:creationId xmlns:a16="http://schemas.microsoft.com/office/drawing/2014/main" id="{9242505B-512C-9811-6C3B-6A06831240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" y="211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82" name="Text Box 40">
                <a:extLst>
                  <a:ext uri="{FF2B5EF4-FFF2-40B4-BE49-F238E27FC236}">
                    <a16:creationId xmlns:a16="http://schemas.microsoft.com/office/drawing/2014/main" id="{E6A60305-5BE0-08CD-53B6-B6CC36E129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4" y="1728"/>
                <a:ext cx="288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P</a:t>
                </a:r>
              </a:p>
            </p:txBody>
          </p:sp>
          <p:sp>
            <p:nvSpPr>
              <p:cNvPr id="22583" name="Line 41">
                <a:extLst>
                  <a:ext uri="{FF2B5EF4-FFF2-40B4-BE49-F238E27FC236}">
                    <a16:creationId xmlns:a16="http://schemas.microsoft.com/office/drawing/2014/main" id="{8E63376F-E82D-5BDE-1230-EAAFB6FDA1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" y="1872"/>
                <a:ext cx="19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2539" name="Group 42">
              <a:extLst>
                <a:ext uri="{FF2B5EF4-FFF2-40B4-BE49-F238E27FC236}">
                  <a16:creationId xmlns:a16="http://schemas.microsoft.com/office/drawing/2014/main" id="{8506CCBC-3F87-5FEB-8432-4EDAE1F2B4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6" y="1258"/>
              <a:ext cx="3312" cy="528"/>
              <a:chOff x="1248" y="1440"/>
              <a:chExt cx="3312" cy="528"/>
            </a:xfrm>
          </p:grpSpPr>
          <p:grpSp>
            <p:nvGrpSpPr>
              <p:cNvPr id="22567" name="Group 43">
                <a:extLst>
                  <a:ext uri="{FF2B5EF4-FFF2-40B4-BE49-F238E27FC236}">
                    <a16:creationId xmlns:a16="http://schemas.microsoft.com/office/drawing/2014/main" id="{8CA1BC94-3E7F-09EA-61F8-30581EB79E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96" y="1872"/>
                <a:ext cx="384" cy="96"/>
                <a:chOff x="1296" y="1872"/>
                <a:chExt cx="384" cy="96"/>
              </a:xfrm>
            </p:grpSpPr>
            <p:sp>
              <p:nvSpPr>
                <p:cNvPr id="22574" name="Line 44">
                  <a:extLst>
                    <a:ext uri="{FF2B5EF4-FFF2-40B4-BE49-F238E27FC236}">
                      <a16:creationId xmlns:a16="http://schemas.microsoft.com/office/drawing/2014/main" id="{DAC11EE3-92E8-8E13-A666-C79532D273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296" y="1872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575" name="Line 45">
                  <a:extLst>
                    <a:ext uri="{FF2B5EF4-FFF2-40B4-BE49-F238E27FC236}">
                      <a16:creationId xmlns:a16="http://schemas.microsoft.com/office/drawing/2014/main" id="{9B30F51D-2E55-C351-CE31-12F5426D3D8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96" y="1872"/>
                  <a:ext cx="38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2568" name="Line 46">
                <a:extLst>
                  <a:ext uri="{FF2B5EF4-FFF2-40B4-BE49-F238E27FC236}">
                    <a16:creationId xmlns:a16="http://schemas.microsoft.com/office/drawing/2014/main" id="{085578C9-3FD1-39B4-A06A-5789E1F741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96" y="148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69" name="Line 47">
                <a:extLst>
                  <a:ext uri="{FF2B5EF4-FFF2-40B4-BE49-F238E27FC236}">
                    <a16:creationId xmlns:a16="http://schemas.microsoft.com/office/drawing/2014/main" id="{0087D9B2-8654-5ADD-26AC-0E314BD4E3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1488"/>
                <a:ext cx="32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70" name="Line 48">
                <a:extLst>
                  <a:ext uri="{FF2B5EF4-FFF2-40B4-BE49-F238E27FC236}">
                    <a16:creationId xmlns:a16="http://schemas.microsoft.com/office/drawing/2014/main" id="{16DA436B-A098-C5B6-02F8-C58A8C10CF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2" y="148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71" name="Line 49">
                <a:extLst>
                  <a:ext uri="{FF2B5EF4-FFF2-40B4-BE49-F238E27FC236}">
                    <a16:creationId xmlns:a16="http://schemas.microsoft.com/office/drawing/2014/main" id="{46FD9DD7-6570-DA57-E7C6-A90D4E4B22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60" y="1488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72" name="Oval 50">
                <a:extLst>
                  <a:ext uri="{FF2B5EF4-FFF2-40B4-BE49-F238E27FC236}">
                    <a16:creationId xmlns:a16="http://schemas.microsoft.com/office/drawing/2014/main" id="{27C69788-D633-DA59-5399-4CB3AF8C27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182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2573" name="Oval 51">
                <a:extLst>
                  <a:ext uri="{FF2B5EF4-FFF2-40B4-BE49-F238E27FC236}">
                    <a16:creationId xmlns:a16="http://schemas.microsoft.com/office/drawing/2014/main" id="{1E92D6E4-1D14-FEBD-2F87-5F25336987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24" y="144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2540" name="Group 52">
              <a:extLst>
                <a:ext uri="{FF2B5EF4-FFF2-40B4-BE49-F238E27FC236}">
                  <a16:creationId xmlns:a16="http://schemas.microsoft.com/office/drawing/2014/main" id="{E16B1EAC-2E44-5A56-1D28-96E92DCABF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" y="1786"/>
              <a:ext cx="288" cy="144"/>
              <a:chOff x="2784" y="1968"/>
              <a:chExt cx="288" cy="144"/>
            </a:xfrm>
          </p:grpSpPr>
          <p:sp>
            <p:nvSpPr>
              <p:cNvPr id="22565" name="Line 53">
                <a:extLst>
                  <a:ext uri="{FF2B5EF4-FFF2-40B4-BE49-F238E27FC236}">
                    <a16:creationId xmlns:a16="http://schemas.microsoft.com/office/drawing/2014/main" id="{D284A4FE-12A4-4C3D-A3C4-DC0D2E3257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4" y="19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66" name="Line 54">
                <a:extLst>
                  <a:ext uri="{FF2B5EF4-FFF2-40B4-BE49-F238E27FC236}">
                    <a16:creationId xmlns:a16="http://schemas.microsoft.com/office/drawing/2014/main" id="{672AC144-49D5-0A33-44FC-78951EAEA4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4" y="2112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2541" name="Group 55">
              <a:extLst>
                <a:ext uri="{FF2B5EF4-FFF2-40B4-BE49-F238E27FC236}">
                  <a16:creationId xmlns:a16="http://schemas.microsoft.com/office/drawing/2014/main" id="{542773C9-4571-3AE4-912E-E7ED93FA01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1786"/>
              <a:ext cx="401" cy="144"/>
              <a:chOff x="4176" y="1968"/>
              <a:chExt cx="401" cy="144"/>
            </a:xfrm>
          </p:grpSpPr>
          <p:sp>
            <p:nvSpPr>
              <p:cNvPr id="22563" name="Line 56">
                <a:extLst>
                  <a:ext uri="{FF2B5EF4-FFF2-40B4-BE49-F238E27FC236}">
                    <a16:creationId xmlns:a16="http://schemas.microsoft.com/office/drawing/2014/main" id="{A80058B7-12DB-E713-4AF4-7AD8F8D631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76" y="196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64" name="Line 57">
                <a:extLst>
                  <a:ext uri="{FF2B5EF4-FFF2-40B4-BE49-F238E27FC236}">
                    <a16:creationId xmlns:a16="http://schemas.microsoft.com/office/drawing/2014/main" id="{C08E47D1-2BC9-6011-6D03-0C8124CD36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93" y="2112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2542" name="Text Box 58">
              <a:extLst>
                <a:ext uri="{FF2B5EF4-FFF2-40B4-BE49-F238E27FC236}">
                  <a16:creationId xmlns:a16="http://schemas.microsoft.com/office/drawing/2014/main" id="{C6FCF8B4-E2F4-9929-E7EA-7A5E262604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" y="1642"/>
              <a:ext cx="3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rgbClr val="FFFF00"/>
                  </a:solidFill>
                </a:rPr>
                <a:t>I</a:t>
              </a:r>
            </a:p>
          </p:txBody>
        </p:sp>
        <p:sp>
          <p:nvSpPr>
            <p:cNvPr id="22543" name="Text Box 59">
              <a:extLst>
                <a:ext uri="{FF2B5EF4-FFF2-40B4-BE49-F238E27FC236}">
                  <a16:creationId xmlns:a16="http://schemas.microsoft.com/office/drawing/2014/main" id="{5EA09656-D3CE-9DB0-FCEF-504B870410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642"/>
              <a:ext cx="33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rgbClr val="FFFF00"/>
                  </a:solidFill>
                </a:rPr>
                <a:t>II</a:t>
              </a:r>
            </a:p>
          </p:txBody>
        </p:sp>
        <p:sp>
          <p:nvSpPr>
            <p:cNvPr id="22544" name="Text Box 60">
              <a:extLst>
                <a:ext uri="{FF2B5EF4-FFF2-40B4-BE49-F238E27FC236}">
                  <a16:creationId xmlns:a16="http://schemas.microsoft.com/office/drawing/2014/main" id="{211D867D-8816-A22B-8B0E-D8A85C3CD2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642"/>
              <a:ext cx="4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rgbClr val="FFFF00"/>
                  </a:solidFill>
                </a:rPr>
                <a:t>III</a:t>
              </a:r>
            </a:p>
          </p:txBody>
        </p:sp>
        <p:sp>
          <p:nvSpPr>
            <p:cNvPr id="22545" name="Text Box 61">
              <a:extLst>
                <a:ext uri="{FF2B5EF4-FFF2-40B4-BE49-F238E27FC236}">
                  <a16:creationId xmlns:a16="http://schemas.microsoft.com/office/drawing/2014/main" id="{164D31AD-267F-67CD-07EC-DBB3F624F8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4" y="1642"/>
              <a:ext cx="43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800">
                  <a:solidFill>
                    <a:srgbClr val="FFFF00"/>
                  </a:solidFill>
                </a:rPr>
                <a:t>IV</a:t>
              </a:r>
            </a:p>
          </p:txBody>
        </p:sp>
        <p:sp>
          <p:nvSpPr>
            <p:cNvPr id="22546" name="Rectangle 63">
              <a:extLst>
                <a:ext uri="{FF2B5EF4-FFF2-40B4-BE49-F238E27FC236}">
                  <a16:creationId xmlns:a16="http://schemas.microsoft.com/office/drawing/2014/main" id="{E05F19F1-8D88-1F8D-3B2F-0E5112A863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" y="1248"/>
              <a:ext cx="8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400" baseline="-25000"/>
                <a:t>0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1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2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3</a:t>
              </a:r>
            </a:p>
          </p:txBody>
        </p:sp>
        <p:sp>
          <p:nvSpPr>
            <p:cNvPr id="22547" name="Rectangle 64">
              <a:extLst>
                <a:ext uri="{FF2B5EF4-FFF2-40B4-BE49-F238E27FC236}">
                  <a16:creationId xmlns:a16="http://schemas.microsoft.com/office/drawing/2014/main" id="{9E20FBB9-CAB8-E517-A65A-A3751C7FE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258"/>
              <a:ext cx="84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400" baseline="-25000"/>
                <a:t>4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5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6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7</a:t>
              </a:r>
            </a:p>
          </p:txBody>
        </p:sp>
        <p:sp>
          <p:nvSpPr>
            <p:cNvPr id="22548" name="Rectangle 65">
              <a:extLst>
                <a:ext uri="{FF2B5EF4-FFF2-40B4-BE49-F238E27FC236}">
                  <a16:creationId xmlns:a16="http://schemas.microsoft.com/office/drawing/2014/main" id="{5C577683-D1F1-6FA7-6545-0088FC53A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8" y="1258"/>
              <a:ext cx="98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400" baseline="-25000"/>
                <a:t>8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9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10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11</a:t>
              </a:r>
            </a:p>
          </p:txBody>
        </p:sp>
        <p:sp>
          <p:nvSpPr>
            <p:cNvPr id="22549" name="Rectangle 66">
              <a:extLst>
                <a:ext uri="{FF2B5EF4-FFF2-40B4-BE49-F238E27FC236}">
                  <a16:creationId xmlns:a16="http://schemas.microsoft.com/office/drawing/2014/main" id="{99B422A3-C802-79BA-92F2-9816705FC7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4" y="1258"/>
              <a:ext cx="112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400" baseline="-25000"/>
                <a:t>12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13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14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15</a:t>
              </a:r>
            </a:p>
          </p:txBody>
        </p:sp>
        <p:sp>
          <p:nvSpPr>
            <p:cNvPr id="747587" name="Rectangle 67">
              <a:extLst>
                <a:ext uri="{FF2B5EF4-FFF2-40B4-BE49-F238E27FC236}">
                  <a16:creationId xmlns:a16="http://schemas.microsoft.com/office/drawing/2014/main" id="{1B6839DA-6B32-6BD1-29E6-DCDA234B7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1824"/>
              <a:ext cx="40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 b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“1”</a:t>
              </a:r>
            </a:p>
          </p:txBody>
        </p:sp>
        <p:sp>
          <p:nvSpPr>
            <p:cNvPr id="747588" name="Rectangle 68">
              <a:extLst>
                <a:ext uri="{FF2B5EF4-FFF2-40B4-BE49-F238E27FC236}">
                  <a16:creationId xmlns:a16="http://schemas.microsoft.com/office/drawing/2014/main" id="{0FE8D43C-D435-48E7-0443-08D9E471F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" y="1680"/>
              <a:ext cx="40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sz="2400" b="1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“1”</a:t>
              </a:r>
            </a:p>
          </p:txBody>
        </p:sp>
        <p:grpSp>
          <p:nvGrpSpPr>
            <p:cNvPr id="22552" name="Group 69">
              <a:extLst>
                <a:ext uri="{FF2B5EF4-FFF2-40B4-BE49-F238E27FC236}">
                  <a16:creationId xmlns:a16="http://schemas.microsoft.com/office/drawing/2014/main" id="{99C88A79-823E-85F8-6A29-55BC2BAECF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0" y="2208"/>
              <a:ext cx="4896" cy="298"/>
              <a:chOff x="192" y="2160"/>
              <a:chExt cx="4896" cy="298"/>
            </a:xfrm>
          </p:grpSpPr>
          <p:grpSp>
            <p:nvGrpSpPr>
              <p:cNvPr id="22553" name="Group 70">
                <a:extLst>
                  <a:ext uri="{FF2B5EF4-FFF2-40B4-BE49-F238E27FC236}">
                    <a16:creationId xmlns:a16="http://schemas.microsoft.com/office/drawing/2014/main" id="{5FAC42F0-A661-7C9D-0BBF-7920493F7A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2170"/>
                <a:ext cx="4896" cy="288"/>
                <a:chOff x="192" y="2400"/>
                <a:chExt cx="4560" cy="288"/>
              </a:xfrm>
            </p:grpSpPr>
            <p:sp>
              <p:nvSpPr>
                <p:cNvPr id="22555" name="Line 71">
                  <a:extLst>
                    <a:ext uri="{FF2B5EF4-FFF2-40B4-BE49-F238E27FC236}">
                      <a16:creationId xmlns:a16="http://schemas.microsoft.com/office/drawing/2014/main" id="{7A548D85-4D8D-136C-7A4E-A583DCDB29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2" y="2640"/>
                  <a:ext cx="456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556" name="Line 72">
                  <a:extLst>
                    <a:ext uri="{FF2B5EF4-FFF2-40B4-BE49-F238E27FC236}">
                      <a16:creationId xmlns:a16="http://schemas.microsoft.com/office/drawing/2014/main" id="{A5F42C19-E7BC-CA0A-524B-0B7FF5B2FA2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752" y="2400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557" name="Line 73">
                  <a:extLst>
                    <a:ext uri="{FF2B5EF4-FFF2-40B4-BE49-F238E27FC236}">
                      <a16:creationId xmlns:a16="http://schemas.microsoft.com/office/drawing/2014/main" id="{716E405B-4076-0CD6-15E7-F0A9506FE7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456" y="2400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558" name="Line 74">
                  <a:extLst>
                    <a:ext uri="{FF2B5EF4-FFF2-40B4-BE49-F238E27FC236}">
                      <a16:creationId xmlns:a16="http://schemas.microsoft.com/office/drawing/2014/main" id="{9B83C6B5-57C6-C5B2-B549-F98E8CC2E7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160" y="2400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559" name="Line 75">
                  <a:extLst>
                    <a:ext uri="{FF2B5EF4-FFF2-40B4-BE49-F238E27FC236}">
                      <a16:creationId xmlns:a16="http://schemas.microsoft.com/office/drawing/2014/main" id="{FF43392A-AF63-F889-AE4B-866222B4F1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64" y="2400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560" name="Oval 76">
                  <a:extLst>
                    <a:ext uri="{FF2B5EF4-FFF2-40B4-BE49-F238E27FC236}">
                      <a16:creationId xmlns:a16="http://schemas.microsoft.com/office/drawing/2014/main" id="{54F35440-DE41-790D-5E51-F5A7DE2FC7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259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561" name="Oval 77">
                  <a:extLst>
                    <a:ext uri="{FF2B5EF4-FFF2-40B4-BE49-F238E27FC236}">
                      <a16:creationId xmlns:a16="http://schemas.microsoft.com/office/drawing/2014/main" id="{063CAE4A-753B-EE86-22F5-EF76BF290D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12" y="259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2562" name="Oval 78">
                  <a:extLst>
                    <a:ext uri="{FF2B5EF4-FFF2-40B4-BE49-F238E27FC236}">
                      <a16:creationId xmlns:a16="http://schemas.microsoft.com/office/drawing/2014/main" id="{F97640A4-FF2F-557A-75F3-97B5C03774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08" y="2592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2554" name="Rectangle 79">
                <a:extLst>
                  <a:ext uri="{FF2B5EF4-FFF2-40B4-BE49-F238E27FC236}">
                    <a16:creationId xmlns:a16="http://schemas.microsoft.com/office/drawing/2014/main" id="{CFFE3C15-CD03-C6BB-6E36-1A4DDD7C7D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" y="2160"/>
                <a:ext cx="30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/>
                  <a:t>CP</a:t>
                </a:r>
              </a:p>
            </p:txBody>
          </p:sp>
        </p:grpSp>
      </p:grpSp>
      <p:sp>
        <p:nvSpPr>
          <p:cNvPr id="22534" name="Text Box 80">
            <a:extLst>
              <a:ext uri="{FF2B5EF4-FFF2-40B4-BE49-F238E27FC236}">
                <a16:creationId xmlns:a16="http://schemas.microsoft.com/office/drawing/2014/main" id="{7E8610E5-253A-1F58-7803-CC516CEC7C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676400"/>
            <a:ext cx="7924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Georgia" panose="02040502050405020303" pitchFamily="18" charset="0"/>
              </a:rPr>
              <a:t>第二种：快速扩展，最低位片的</a:t>
            </a:r>
            <a:r>
              <a:rPr lang="en-US" altLang="zh-CN" sz="2400" b="1">
                <a:latin typeface="Georgia" panose="02040502050405020303" pitchFamily="18" charset="0"/>
              </a:rPr>
              <a:t>RC</a:t>
            </a:r>
            <a:r>
              <a:rPr lang="zh-CN" altLang="en-US" sz="2400" b="1">
                <a:latin typeface="Georgia" panose="02040502050405020303" pitchFamily="18" charset="0"/>
              </a:rPr>
              <a:t>与所有芯片的</a:t>
            </a:r>
            <a:r>
              <a:rPr lang="en-US" altLang="zh-CN" sz="2400" b="1">
                <a:latin typeface="Georgia" panose="02040502050405020303" pitchFamily="18" charset="0"/>
              </a:rPr>
              <a:t>P</a:t>
            </a:r>
            <a:r>
              <a:rPr lang="zh-CN" altLang="en-US" sz="2400" b="1">
                <a:latin typeface="Georgia" panose="02040502050405020303" pitchFamily="18" charset="0"/>
              </a:rPr>
              <a:t>端相连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47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82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3EA84C-9A20-FADA-82E8-96FC4C236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6563" y="6242050"/>
            <a:ext cx="1905000" cy="457200"/>
          </a:xfrm>
          <a:ln w="25400">
            <a:prstDash val="dash"/>
          </a:ln>
        </p:spPr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05A4EDC1-891C-4841-8AD7-7E351B3B7F0E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22</a:t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D4C18B9A-DAB8-7495-E8D8-E2EB28B44789}"/>
              </a:ext>
            </a:extLst>
          </p:cNvPr>
          <p:cNvGrpSpPr>
            <a:grpSpLocks/>
          </p:cNvGrpSpPr>
          <p:nvPr/>
        </p:nvGrpSpPr>
        <p:grpSpPr bwMode="auto">
          <a:xfrm>
            <a:off x="1171798" y="989806"/>
            <a:ext cx="7615238" cy="298450"/>
            <a:chOff x="1117600" y="278607"/>
            <a:chExt cx="7615237" cy="299833"/>
          </a:xfrm>
        </p:grpSpPr>
        <p:cxnSp>
          <p:nvCxnSpPr>
            <p:cNvPr id="245" name="直接连接符 244">
              <a:extLst>
                <a:ext uri="{FF2B5EF4-FFF2-40B4-BE49-F238E27FC236}">
                  <a16:creationId xmlns:a16="http://schemas.microsoft.com/office/drawing/2014/main" id="{38DE0944-7233-4C3E-1A72-C48256DEE323}"/>
                </a:ext>
              </a:extLst>
            </p:cNvPr>
            <p:cNvCxnSpPr/>
            <p:nvPr/>
          </p:nvCxnSpPr>
          <p:spPr bwMode="auto">
            <a:xfrm>
              <a:off x="1508125" y="575250"/>
              <a:ext cx="347663" cy="15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直接连接符 246">
              <a:extLst>
                <a:ext uri="{FF2B5EF4-FFF2-40B4-BE49-F238E27FC236}">
                  <a16:creationId xmlns:a16="http://schemas.microsoft.com/office/drawing/2014/main" id="{23326395-1E4B-B78E-93A5-3BD265679E15}"/>
                </a:ext>
              </a:extLst>
            </p:cNvPr>
            <p:cNvCxnSpPr/>
            <p:nvPr/>
          </p:nvCxnSpPr>
          <p:spPr bwMode="auto">
            <a:xfrm rot="5400000">
              <a:off x="1711457" y="430919"/>
              <a:ext cx="287074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连接符 249">
              <a:extLst>
                <a:ext uri="{FF2B5EF4-FFF2-40B4-BE49-F238E27FC236}">
                  <a16:creationId xmlns:a16="http://schemas.microsoft.com/office/drawing/2014/main" id="{FCF398C9-AE55-0575-83FF-DC41E00B86EA}"/>
                </a:ext>
              </a:extLst>
            </p:cNvPr>
            <p:cNvCxnSpPr/>
            <p:nvPr/>
          </p:nvCxnSpPr>
          <p:spPr bwMode="auto">
            <a:xfrm>
              <a:off x="1855788" y="288176"/>
              <a:ext cx="357187" cy="15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直接连接符 251">
              <a:extLst>
                <a:ext uri="{FF2B5EF4-FFF2-40B4-BE49-F238E27FC236}">
                  <a16:creationId xmlns:a16="http://schemas.microsoft.com/office/drawing/2014/main" id="{67946E96-1DEB-51FD-9E3C-551F7029E0EF}"/>
                </a:ext>
              </a:extLst>
            </p:cNvPr>
            <p:cNvCxnSpPr/>
            <p:nvPr/>
          </p:nvCxnSpPr>
          <p:spPr bwMode="auto">
            <a:xfrm rot="5400000">
              <a:off x="2069442" y="431717"/>
              <a:ext cx="285479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直接连接符 253">
              <a:extLst>
                <a:ext uri="{FF2B5EF4-FFF2-40B4-BE49-F238E27FC236}">
                  <a16:creationId xmlns:a16="http://schemas.microsoft.com/office/drawing/2014/main" id="{B3E867BE-5963-BE0E-1C04-B8BE48A174AF}"/>
                </a:ext>
              </a:extLst>
            </p:cNvPr>
            <p:cNvCxnSpPr/>
            <p:nvPr/>
          </p:nvCxnSpPr>
          <p:spPr bwMode="auto">
            <a:xfrm>
              <a:off x="2212975" y="575250"/>
              <a:ext cx="357188" cy="15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直接连接符 255">
              <a:extLst>
                <a:ext uri="{FF2B5EF4-FFF2-40B4-BE49-F238E27FC236}">
                  <a16:creationId xmlns:a16="http://schemas.microsoft.com/office/drawing/2014/main" id="{253D80B4-E4B3-6ABD-DAB2-B382F00550C1}"/>
                </a:ext>
              </a:extLst>
            </p:cNvPr>
            <p:cNvCxnSpPr/>
            <p:nvPr/>
          </p:nvCxnSpPr>
          <p:spPr bwMode="auto">
            <a:xfrm rot="5400000">
              <a:off x="2427420" y="430919"/>
              <a:ext cx="287074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直接连接符 258">
              <a:extLst>
                <a:ext uri="{FF2B5EF4-FFF2-40B4-BE49-F238E27FC236}">
                  <a16:creationId xmlns:a16="http://schemas.microsoft.com/office/drawing/2014/main" id="{82711EC7-5873-C374-09F4-4696DAAADB75}"/>
                </a:ext>
              </a:extLst>
            </p:cNvPr>
            <p:cNvCxnSpPr/>
            <p:nvPr/>
          </p:nvCxnSpPr>
          <p:spPr bwMode="auto">
            <a:xfrm>
              <a:off x="2570163" y="288176"/>
              <a:ext cx="357187" cy="15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直接连接符 259">
              <a:extLst>
                <a:ext uri="{FF2B5EF4-FFF2-40B4-BE49-F238E27FC236}">
                  <a16:creationId xmlns:a16="http://schemas.microsoft.com/office/drawing/2014/main" id="{9C630CD0-9068-E95B-B97B-CBB2DDD98BB2}"/>
                </a:ext>
              </a:extLst>
            </p:cNvPr>
            <p:cNvCxnSpPr/>
            <p:nvPr/>
          </p:nvCxnSpPr>
          <p:spPr bwMode="auto">
            <a:xfrm rot="5400000">
              <a:off x="2783817" y="431717"/>
              <a:ext cx="285479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接连接符 260">
              <a:extLst>
                <a:ext uri="{FF2B5EF4-FFF2-40B4-BE49-F238E27FC236}">
                  <a16:creationId xmlns:a16="http://schemas.microsoft.com/office/drawing/2014/main" id="{C3625488-D005-4F0D-39F3-9AB11DAC72E7}"/>
                </a:ext>
              </a:extLst>
            </p:cNvPr>
            <p:cNvCxnSpPr/>
            <p:nvPr/>
          </p:nvCxnSpPr>
          <p:spPr bwMode="auto">
            <a:xfrm>
              <a:off x="2927350" y="575250"/>
              <a:ext cx="357188" cy="15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直接连接符 261">
              <a:extLst>
                <a:ext uri="{FF2B5EF4-FFF2-40B4-BE49-F238E27FC236}">
                  <a16:creationId xmlns:a16="http://schemas.microsoft.com/office/drawing/2014/main" id="{6ECEC71C-8B79-61A1-6A53-2135F4D8F5D4}"/>
                </a:ext>
              </a:extLst>
            </p:cNvPr>
            <p:cNvCxnSpPr/>
            <p:nvPr/>
          </p:nvCxnSpPr>
          <p:spPr bwMode="auto">
            <a:xfrm rot="5400000">
              <a:off x="3141795" y="430919"/>
              <a:ext cx="287074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直接连接符 262">
              <a:extLst>
                <a:ext uri="{FF2B5EF4-FFF2-40B4-BE49-F238E27FC236}">
                  <a16:creationId xmlns:a16="http://schemas.microsoft.com/office/drawing/2014/main" id="{F0551008-3EFA-2776-8B60-6FD872651D8D}"/>
                </a:ext>
              </a:extLst>
            </p:cNvPr>
            <p:cNvCxnSpPr/>
            <p:nvPr/>
          </p:nvCxnSpPr>
          <p:spPr bwMode="auto">
            <a:xfrm>
              <a:off x="3284538" y="288176"/>
              <a:ext cx="357187" cy="15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直接连接符 263">
              <a:extLst>
                <a:ext uri="{FF2B5EF4-FFF2-40B4-BE49-F238E27FC236}">
                  <a16:creationId xmlns:a16="http://schemas.microsoft.com/office/drawing/2014/main" id="{6E9A72F8-4F18-10F7-5F1D-CBC631362DF4}"/>
                </a:ext>
              </a:extLst>
            </p:cNvPr>
            <p:cNvCxnSpPr/>
            <p:nvPr/>
          </p:nvCxnSpPr>
          <p:spPr bwMode="auto">
            <a:xfrm rot="5400000">
              <a:off x="3498192" y="431717"/>
              <a:ext cx="285479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直接连接符 264">
              <a:extLst>
                <a:ext uri="{FF2B5EF4-FFF2-40B4-BE49-F238E27FC236}">
                  <a16:creationId xmlns:a16="http://schemas.microsoft.com/office/drawing/2014/main" id="{3C8B6745-840E-9BA4-8FBB-F75171FEEDEE}"/>
                </a:ext>
              </a:extLst>
            </p:cNvPr>
            <p:cNvCxnSpPr/>
            <p:nvPr/>
          </p:nvCxnSpPr>
          <p:spPr bwMode="auto">
            <a:xfrm>
              <a:off x="3641725" y="575250"/>
              <a:ext cx="357188" cy="15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直接连接符 265">
              <a:extLst>
                <a:ext uri="{FF2B5EF4-FFF2-40B4-BE49-F238E27FC236}">
                  <a16:creationId xmlns:a16="http://schemas.microsoft.com/office/drawing/2014/main" id="{98FEAEBC-2132-FB76-14DC-62AE26724ABC}"/>
                </a:ext>
              </a:extLst>
            </p:cNvPr>
            <p:cNvCxnSpPr/>
            <p:nvPr/>
          </p:nvCxnSpPr>
          <p:spPr bwMode="auto">
            <a:xfrm rot="5400000">
              <a:off x="3856170" y="430919"/>
              <a:ext cx="287074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直接连接符 266">
              <a:extLst>
                <a:ext uri="{FF2B5EF4-FFF2-40B4-BE49-F238E27FC236}">
                  <a16:creationId xmlns:a16="http://schemas.microsoft.com/office/drawing/2014/main" id="{6C2F25D3-D806-306C-FFE7-34149D75C28A}"/>
                </a:ext>
              </a:extLst>
            </p:cNvPr>
            <p:cNvCxnSpPr/>
            <p:nvPr/>
          </p:nvCxnSpPr>
          <p:spPr bwMode="auto">
            <a:xfrm>
              <a:off x="3998913" y="288176"/>
              <a:ext cx="357187" cy="15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直接连接符 267">
              <a:extLst>
                <a:ext uri="{FF2B5EF4-FFF2-40B4-BE49-F238E27FC236}">
                  <a16:creationId xmlns:a16="http://schemas.microsoft.com/office/drawing/2014/main" id="{0E37A292-9B75-7131-B7B3-22CA279A5356}"/>
                </a:ext>
              </a:extLst>
            </p:cNvPr>
            <p:cNvCxnSpPr/>
            <p:nvPr/>
          </p:nvCxnSpPr>
          <p:spPr bwMode="auto">
            <a:xfrm rot="5400000">
              <a:off x="4212567" y="431717"/>
              <a:ext cx="285479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直接连接符 268">
              <a:extLst>
                <a:ext uri="{FF2B5EF4-FFF2-40B4-BE49-F238E27FC236}">
                  <a16:creationId xmlns:a16="http://schemas.microsoft.com/office/drawing/2014/main" id="{ABA7BBE4-8457-A816-EF04-58A4CBBD4F5D}"/>
                </a:ext>
              </a:extLst>
            </p:cNvPr>
            <p:cNvCxnSpPr/>
            <p:nvPr/>
          </p:nvCxnSpPr>
          <p:spPr bwMode="auto">
            <a:xfrm>
              <a:off x="1117600" y="308910"/>
              <a:ext cx="357188" cy="1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连接符 269">
              <a:extLst>
                <a:ext uri="{FF2B5EF4-FFF2-40B4-BE49-F238E27FC236}">
                  <a16:creationId xmlns:a16="http://schemas.microsoft.com/office/drawing/2014/main" id="{A2BF925D-C733-DC4A-BB26-053BFCED1F29}"/>
                </a:ext>
              </a:extLst>
            </p:cNvPr>
            <p:cNvCxnSpPr/>
            <p:nvPr/>
          </p:nvCxnSpPr>
          <p:spPr bwMode="auto">
            <a:xfrm rot="5400000">
              <a:off x="1366180" y="434907"/>
              <a:ext cx="285479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直接连接符 270">
              <a:extLst>
                <a:ext uri="{FF2B5EF4-FFF2-40B4-BE49-F238E27FC236}">
                  <a16:creationId xmlns:a16="http://schemas.microsoft.com/office/drawing/2014/main" id="{385A819A-608C-8772-691C-34859ACEABE6}"/>
                </a:ext>
              </a:extLst>
            </p:cNvPr>
            <p:cNvCxnSpPr/>
            <p:nvPr/>
          </p:nvCxnSpPr>
          <p:spPr bwMode="auto">
            <a:xfrm>
              <a:off x="8375649" y="283392"/>
              <a:ext cx="357188" cy="1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直接连接符 271">
              <a:extLst>
                <a:ext uri="{FF2B5EF4-FFF2-40B4-BE49-F238E27FC236}">
                  <a16:creationId xmlns:a16="http://schemas.microsoft.com/office/drawing/2014/main" id="{B19C9B65-BAD8-3E5E-53D8-CC00F786C975}"/>
                </a:ext>
              </a:extLst>
            </p:cNvPr>
            <p:cNvCxnSpPr/>
            <p:nvPr/>
          </p:nvCxnSpPr>
          <p:spPr bwMode="auto">
            <a:xfrm rot="5400000">
              <a:off x="5024576" y="421351"/>
              <a:ext cx="283884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直接连接符 272">
              <a:extLst>
                <a:ext uri="{FF2B5EF4-FFF2-40B4-BE49-F238E27FC236}">
                  <a16:creationId xmlns:a16="http://schemas.microsoft.com/office/drawing/2014/main" id="{0A9B330F-9899-8C2C-7352-C6DAEC1620D2}"/>
                </a:ext>
              </a:extLst>
            </p:cNvPr>
            <p:cNvCxnSpPr/>
            <p:nvPr/>
          </p:nvCxnSpPr>
          <p:spPr bwMode="auto">
            <a:xfrm>
              <a:off x="5165724" y="564087"/>
              <a:ext cx="357188" cy="1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直接连接符 273">
              <a:extLst>
                <a:ext uri="{FF2B5EF4-FFF2-40B4-BE49-F238E27FC236}">
                  <a16:creationId xmlns:a16="http://schemas.microsoft.com/office/drawing/2014/main" id="{EDDFA39D-4BF2-3C63-134C-9A2FF932CEC3}"/>
                </a:ext>
              </a:extLst>
            </p:cNvPr>
            <p:cNvCxnSpPr/>
            <p:nvPr/>
          </p:nvCxnSpPr>
          <p:spPr bwMode="auto">
            <a:xfrm rot="5400000">
              <a:off x="5380966" y="420553"/>
              <a:ext cx="285480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直接连接符 274">
              <a:extLst>
                <a:ext uri="{FF2B5EF4-FFF2-40B4-BE49-F238E27FC236}">
                  <a16:creationId xmlns:a16="http://schemas.microsoft.com/office/drawing/2014/main" id="{9A0411E9-75D2-F76C-1D6E-1848E88F28CF}"/>
                </a:ext>
              </a:extLst>
            </p:cNvPr>
            <p:cNvCxnSpPr/>
            <p:nvPr/>
          </p:nvCxnSpPr>
          <p:spPr bwMode="auto">
            <a:xfrm>
              <a:off x="5522912" y="278607"/>
              <a:ext cx="357187" cy="15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直接连接符 275">
              <a:extLst>
                <a:ext uri="{FF2B5EF4-FFF2-40B4-BE49-F238E27FC236}">
                  <a16:creationId xmlns:a16="http://schemas.microsoft.com/office/drawing/2014/main" id="{5B8D7529-641D-6989-B6F8-A74736EA4A0F}"/>
                </a:ext>
              </a:extLst>
            </p:cNvPr>
            <p:cNvCxnSpPr/>
            <p:nvPr/>
          </p:nvCxnSpPr>
          <p:spPr bwMode="auto">
            <a:xfrm rot="5400000">
              <a:off x="5738951" y="421351"/>
              <a:ext cx="283884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直接连接符 276">
              <a:extLst>
                <a:ext uri="{FF2B5EF4-FFF2-40B4-BE49-F238E27FC236}">
                  <a16:creationId xmlns:a16="http://schemas.microsoft.com/office/drawing/2014/main" id="{710510E9-1404-1321-147E-A3C02DFDAB96}"/>
                </a:ext>
              </a:extLst>
            </p:cNvPr>
            <p:cNvCxnSpPr/>
            <p:nvPr/>
          </p:nvCxnSpPr>
          <p:spPr bwMode="auto">
            <a:xfrm>
              <a:off x="5880099" y="564087"/>
              <a:ext cx="357188" cy="1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直接连接符 277">
              <a:extLst>
                <a:ext uri="{FF2B5EF4-FFF2-40B4-BE49-F238E27FC236}">
                  <a16:creationId xmlns:a16="http://schemas.microsoft.com/office/drawing/2014/main" id="{040BD732-F3E4-9C6A-07D9-F9B5B1E859D7}"/>
                </a:ext>
              </a:extLst>
            </p:cNvPr>
            <p:cNvCxnSpPr/>
            <p:nvPr/>
          </p:nvCxnSpPr>
          <p:spPr bwMode="auto">
            <a:xfrm rot="5400000">
              <a:off x="6095341" y="420553"/>
              <a:ext cx="285480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直接连接符 278">
              <a:extLst>
                <a:ext uri="{FF2B5EF4-FFF2-40B4-BE49-F238E27FC236}">
                  <a16:creationId xmlns:a16="http://schemas.microsoft.com/office/drawing/2014/main" id="{CF4CD103-A805-F5E7-1462-5A247E87373A}"/>
                </a:ext>
              </a:extLst>
            </p:cNvPr>
            <p:cNvCxnSpPr/>
            <p:nvPr/>
          </p:nvCxnSpPr>
          <p:spPr bwMode="auto">
            <a:xfrm>
              <a:off x="6237287" y="278607"/>
              <a:ext cx="357187" cy="15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直接连接符 279">
              <a:extLst>
                <a:ext uri="{FF2B5EF4-FFF2-40B4-BE49-F238E27FC236}">
                  <a16:creationId xmlns:a16="http://schemas.microsoft.com/office/drawing/2014/main" id="{BC4DC442-CD4D-CF72-F974-77ADC76D7285}"/>
                </a:ext>
              </a:extLst>
            </p:cNvPr>
            <p:cNvCxnSpPr/>
            <p:nvPr/>
          </p:nvCxnSpPr>
          <p:spPr bwMode="auto">
            <a:xfrm rot="5400000">
              <a:off x="6453326" y="421351"/>
              <a:ext cx="283884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直接连接符 280">
              <a:extLst>
                <a:ext uri="{FF2B5EF4-FFF2-40B4-BE49-F238E27FC236}">
                  <a16:creationId xmlns:a16="http://schemas.microsoft.com/office/drawing/2014/main" id="{7A6BEC21-23EE-42EA-6B36-05F43BC05D51}"/>
                </a:ext>
              </a:extLst>
            </p:cNvPr>
            <p:cNvCxnSpPr/>
            <p:nvPr/>
          </p:nvCxnSpPr>
          <p:spPr bwMode="auto">
            <a:xfrm>
              <a:off x="6594474" y="564087"/>
              <a:ext cx="357188" cy="1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直接连接符 281">
              <a:extLst>
                <a:ext uri="{FF2B5EF4-FFF2-40B4-BE49-F238E27FC236}">
                  <a16:creationId xmlns:a16="http://schemas.microsoft.com/office/drawing/2014/main" id="{6DDAB15F-DEDC-CE80-3E06-778A982016BC}"/>
                </a:ext>
              </a:extLst>
            </p:cNvPr>
            <p:cNvCxnSpPr/>
            <p:nvPr/>
          </p:nvCxnSpPr>
          <p:spPr bwMode="auto">
            <a:xfrm rot="5400000">
              <a:off x="6809716" y="420553"/>
              <a:ext cx="285480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直接连接符 282">
              <a:extLst>
                <a:ext uri="{FF2B5EF4-FFF2-40B4-BE49-F238E27FC236}">
                  <a16:creationId xmlns:a16="http://schemas.microsoft.com/office/drawing/2014/main" id="{80B17239-E152-F12B-D10B-B58391A6A98C}"/>
                </a:ext>
              </a:extLst>
            </p:cNvPr>
            <p:cNvCxnSpPr/>
            <p:nvPr/>
          </p:nvCxnSpPr>
          <p:spPr bwMode="auto">
            <a:xfrm>
              <a:off x="6951662" y="278607"/>
              <a:ext cx="357187" cy="15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直接连接符 283">
              <a:extLst>
                <a:ext uri="{FF2B5EF4-FFF2-40B4-BE49-F238E27FC236}">
                  <a16:creationId xmlns:a16="http://schemas.microsoft.com/office/drawing/2014/main" id="{37FA4645-C256-0C3C-CBA5-BF20B1012F7E}"/>
                </a:ext>
              </a:extLst>
            </p:cNvPr>
            <p:cNvCxnSpPr/>
            <p:nvPr/>
          </p:nvCxnSpPr>
          <p:spPr bwMode="auto">
            <a:xfrm rot="5400000">
              <a:off x="7166907" y="420557"/>
              <a:ext cx="283884" cy="317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直接连接符 284">
              <a:extLst>
                <a:ext uri="{FF2B5EF4-FFF2-40B4-BE49-F238E27FC236}">
                  <a16:creationId xmlns:a16="http://schemas.microsoft.com/office/drawing/2014/main" id="{8CF77379-63D4-6F0C-B869-C6DC8AB956FE}"/>
                </a:ext>
              </a:extLst>
            </p:cNvPr>
            <p:cNvCxnSpPr/>
            <p:nvPr/>
          </p:nvCxnSpPr>
          <p:spPr bwMode="auto">
            <a:xfrm>
              <a:off x="7308849" y="564087"/>
              <a:ext cx="357188" cy="1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直接连接符 285">
              <a:extLst>
                <a:ext uri="{FF2B5EF4-FFF2-40B4-BE49-F238E27FC236}">
                  <a16:creationId xmlns:a16="http://schemas.microsoft.com/office/drawing/2014/main" id="{B697A6B3-DC49-50AC-56CA-BEE39D25AC70}"/>
                </a:ext>
              </a:extLst>
            </p:cNvPr>
            <p:cNvCxnSpPr/>
            <p:nvPr/>
          </p:nvCxnSpPr>
          <p:spPr bwMode="auto">
            <a:xfrm rot="5400000">
              <a:off x="7524091" y="420553"/>
              <a:ext cx="285480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直接连接符 286">
              <a:extLst>
                <a:ext uri="{FF2B5EF4-FFF2-40B4-BE49-F238E27FC236}">
                  <a16:creationId xmlns:a16="http://schemas.microsoft.com/office/drawing/2014/main" id="{C527C84A-1938-23ED-8FD4-B9F44D793F0F}"/>
                </a:ext>
              </a:extLst>
            </p:cNvPr>
            <p:cNvCxnSpPr/>
            <p:nvPr/>
          </p:nvCxnSpPr>
          <p:spPr bwMode="auto">
            <a:xfrm>
              <a:off x="7666037" y="278607"/>
              <a:ext cx="357187" cy="159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直接连接符 287">
              <a:extLst>
                <a:ext uri="{FF2B5EF4-FFF2-40B4-BE49-F238E27FC236}">
                  <a16:creationId xmlns:a16="http://schemas.microsoft.com/office/drawing/2014/main" id="{98440318-078C-24C4-B134-F08EADF9A263}"/>
                </a:ext>
              </a:extLst>
            </p:cNvPr>
            <p:cNvCxnSpPr/>
            <p:nvPr/>
          </p:nvCxnSpPr>
          <p:spPr bwMode="auto">
            <a:xfrm rot="5400000">
              <a:off x="7880488" y="421351"/>
              <a:ext cx="283884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直接连接符 288">
              <a:extLst>
                <a:ext uri="{FF2B5EF4-FFF2-40B4-BE49-F238E27FC236}">
                  <a16:creationId xmlns:a16="http://schemas.microsoft.com/office/drawing/2014/main" id="{2A82EF1E-56F9-CADA-21BB-0B47A03CC627}"/>
                </a:ext>
              </a:extLst>
            </p:cNvPr>
            <p:cNvCxnSpPr/>
            <p:nvPr/>
          </p:nvCxnSpPr>
          <p:spPr bwMode="auto">
            <a:xfrm>
              <a:off x="8023224" y="564087"/>
              <a:ext cx="357188" cy="159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直接连接符 289">
              <a:extLst>
                <a:ext uri="{FF2B5EF4-FFF2-40B4-BE49-F238E27FC236}">
                  <a16:creationId xmlns:a16="http://schemas.microsoft.com/office/drawing/2014/main" id="{97E92A23-7F88-642F-66C5-61720FBA2F15}"/>
                </a:ext>
              </a:extLst>
            </p:cNvPr>
            <p:cNvCxnSpPr/>
            <p:nvPr/>
          </p:nvCxnSpPr>
          <p:spPr bwMode="auto">
            <a:xfrm rot="5400000">
              <a:off x="8238466" y="420553"/>
              <a:ext cx="285480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772">
            <a:extLst>
              <a:ext uri="{FF2B5EF4-FFF2-40B4-BE49-F238E27FC236}">
                <a16:creationId xmlns:a16="http://schemas.microsoft.com/office/drawing/2014/main" id="{28E242DE-CDE6-12D6-64ED-2BB5FDDBCDE9}"/>
              </a:ext>
            </a:extLst>
          </p:cNvPr>
          <p:cNvGrpSpPr>
            <a:grpSpLocks/>
          </p:cNvGrpSpPr>
          <p:nvPr/>
        </p:nvGrpSpPr>
        <p:grpSpPr bwMode="auto">
          <a:xfrm>
            <a:off x="409798" y="1400969"/>
            <a:ext cx="8442325" cy="401637"/>
            <a:chOff x="357158" y="1071546"/>
            <a:chExt cx="8441592" cy="401698"/>
          </a:xfrm>
        </p:grpSpPr>
        <p:sp>
          <p:nvSpPr>
            <p:cNvPr id="23837" name="Rectangle 67">
              <a:extLst>
                <a:ext uri="{FF2B5EF4-FFF2-40B4-BE49-F238E27FC236}">
                  <a16:creationId xmlns:a16="http://schemas.microsoft.com/office/drawing/2014/main" id="{91180192-6B45-5E97-4D67-880B165340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158" y="1071546"/>
              <a:ext cx="117157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/>
                <a:t>Q</a:t>
              </a:r>
              <a:r>
                <a:rPr lang="en-US" altLang="zh-CN" sz="1800" baseline="-25000"/>
                <a:t>3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2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1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0</a:t>
              </a:r>
            </a:p>
          </p:txBody>
        </p:sp>
        <p:grpSp>
          <p:nvGrpSpPr>
            <p:cNvPr id="23838" name="组合 335">
              <a:extLst>
                <a:ext uri="{FF2B5EF4-FFF2-40B4-BE49-F238E27FC236}">
                  <a16:creationId xmlns:a16="http://schemas.microsoft.com/office/drawing/2014/main" id="{FA4E3FA6-8F45-8880-4FDA-7EB6ED992F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12074" y="1071546"/>
              <a:ext cx="773910" cy="401698"/>
              <a:chOff x="7429520" y="1885882"/>
              <a:chExt cx="773910" cy="401698"/>
            </a:xfrm>
          </p:grpSpPr>
          <p:cxnSp>
            <p:nvCxnSpPr>
              <p:cNvPr id="337" name="直接连接符 336">
                <a:extLst>
                  <a:ext uri="{FF2B5EF4-FFF2-40B4-BE49-F238E27FC236}">
                    <a16:creationId xmlns:a16="http://schemas.microsoft.com/office/drawing/2014/main" id="{F690E6A6-0AC1-C384-E27F-EABF7B78F161}"/>
                  </a:ext>
                </a:extLst>
              </p:cNvPr>
              <p:cNvCxnSpPr/>
              <p:nvPr/>
            </p:nvCxnSpPr>
            <p:spPr bwMode="auto">
              <a:xfrm flipV="1">
                <a:off x="7468301" y="1928751"/>
                <a:ext cx="604786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直接连接符 337">
                <a:extLst>
                  <a:ext uri="{FF2B5EF4-FFF2-40B4-BE49-F238E27FC236}">
                    <a16:creationId xmlns:a16="http://schemas.microsoft.com/office/drawing/2014/main" id="{6E800C02-9645-CA95-30C6-7798DF301E49}"/>
                  </a:ext>
                </a:extLst>
              </p:cNvPr>
              <p:cNvCxnSpPr/>
              <p:nvPr/>
            </p:nvCxnSpPr>
            <p:spPr bwMode="auto">
              <a:xfrm>
                <a:off x="7501636" y="2285993"/>
                <a:ext cx="571451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9" name="直接连接符 338">
                <a:extLst>
                  <a:ext uri="{FF2B5EF4-FFF2-40B4-BE49-F238E27FC236}">
                    <a16:creationId xmlns:a16="http://schemas.microsoft.com/office/drawing/2014/main" id="{9778AB49-9064-15DE-101E-1436199676BC}"/>
                  </a:ext>
                </a:extLst>
              </p:cNvPr>
              <p:cNvCxnSpPr/>
              <p:nvPr/>
            </p:nvCxnSpPr>
            <p:spPr bwMode="auto">
              <a:xfrm rot="5400000">
                <a:off x="7342079" y="2016875"/>
                <a:ext cx="214346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直接连接符 339">
                <a:extLst>
                  <a:ext uri="{FF2B5EF4-FFF2-40B4-BE49-F238E27FC236}">
                    <a16:creationId xmlns:a16="http://schemas.microsoft.com/office/drawing/2014/main" id="{9ECADF92-C5CB-6087-1438-335D10026FDA}"/>
                  </a:ext>
                </a:extLst>
              </p:cNvPr>
              <p:cNvCxnSpPr/>
              <p:nvPr/>
            </p:nvCxnSpPr>
            <p:spPr bwMode="auto">
              <a:xfrm rot="16200000" flipH="1">
                <a:off x="7394471" y="2178829"/>
                <a:ext cx="142897" cy="714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直接连接符 340">
                <a:extLst>
                  <a:ext uri="{FF2B5EF4-FFF2-40B4-BE49-F238E27FC236}">
                    <a16:creationId xmlns:a16="http://schemas.microsoft.com/office/drawing/2014/main" id="{95593FF5-254F-DFDE-813D-EA2A5C624C0C}"/>
                  </a:ext>
                </a:extLst>
              </p:cNvPr>
              <p:cNvCxnSpPr/>
              <p:nvPr/>
            </p:nvCxnSpPr>
            <p:spPr bwMode="auto">
              <a:xfrm rot="16200000" flipH="1">
                <a:off x="7984961" y="2016875"/>
                <a:ext cx="214346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2" name="直接连接符 341">
                <a:extLst>
                  <a:ext uri="{FF2B5EF4-FFF2-40B4-BE49-F238E27FC236}">
                    <a16:creationId xmlns:a16="http://schemas.microsoft.com/office/drawing/2014/main" id="{693D015B-F0D4-734A-CA15-81D35472C50B}"/>
                  </a:ext>
                </a:extLst>
              </p:cNvPr>
              <p:cNvCxnSpPr/>
              <p:nvPr/>
            </p:nvCxnSpPr>
            <p:spPr bwMode="auto">
              <a:xfrm rot="5400000">
                <a:off x="8020686" y="2195497"/>
                <a:ext cx="142897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909" name="TextBox 438">
                <a:extLst>
                  <a:ext uri="{FF2B5EF4-FFF2-40B4-BE49-F238E27FC236}">
                    <a16:creationId xmlns:a16="http://schemas.microsoft.com/office/drawing/2014/main" id="{3373DF31-EB72-F9E6-4236-6BCCA3D76D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1110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839" name="组合 343">
              <a:extLst>
                <a:ext uri="{FF2B5EF4-FFF2-40B4-BE49-F238E27FC236}">
                  <a16:creationId xmlns:a16="http://schemas.microsoft.com/office/drawing/2014/main" id="{9238D769-0663-8C57-DE22-04E6DD5CBE5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4546" y="1071546"/>
              <a:ext cx="773910" cy="401698"/>
              <a:chOff x="7429520" y="1885882"/>
              <a:chExt cx="773910" cy="401698"/>
            </a:xfrm>
          </p:grpSpPr>
          <p:cxnSp>
            <p:nvCxnSpPr>
              <p:cNvPr id="345" name="直接连接符 344">
                <a:extLst>
                  <a:ext uri="{FF2B5EF4-FFF2-40B4-BE49-F238E27FC236}">
                    <a16:creationId xmlns:a16="http://schemas.microsoft.com/office/drawing/2014/main" id="{9EE71806-C8FB-5426-A9C6-1CA4BAE9F269}"/>
                  </a:ext>
                </a:extLst>
              </p:cNvPr>
              <p:cNvCxnSpPr/>
              <p:nvPr/>
            </p:nvCxnSpPr>
            <p:spPr bwMode="auto">
              <a:xfrm flipV="1">
                <a:off x="7467443" y="1928751"/>
                <a:ext cx="604786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直接连接符 345">
                <a:extLst>
                  <a:ext uri="{FF2B5EF4-FFF2-40B4-BE49-F238E27FC236}">
                    <a16:creationId xmlns:a16="http://schemas.microsoft.com/office/drawing/2014/main" id="{AE9F263F-8CC1-D90B-672F-889A37FEA80A}"/>
                  </a:ext>
                </a:extLst>
              </p:cNvPr>
              <p:cNvCxnSpPr/>
              <p:nvPr/>
            </p:nvCxnSpPr>
            <p:spPr bwMode="auto">
              <a:xfrm>
                <a:off x="7500778" y="2285993"/>
                <a:ext cx="571451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" name="直接连接符 346">
                <a:extLst>
                  <a:ext uri="{FF2B5EF4-FFF2-40B4-BE49-F238E27FC236}">
                    <a16:creationId xmlns:a16="http://schemas.microsoft.com/office/drawing/2014/main" id="{FAB6D7B8-6039-1685-A472-917DD913D1FC}"/>
                  </a:ext>
                </a:extLst>
              </p:cNvPr>
              <p:cNvCxnSpPr/>
              <p:nvPr/>
            </p:nvCxnSpPr>
            <p:spPr bwMode="auto">
              <a:xfrm rot="5400000">
                <a:off x="7341221" y="2016875"/>
                <a:ext cx="214346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" name="直接连接符 347">
                <a:extLst>
                  <a:ext uri="{FF2B5EF4-FFF2-40B4-BE49-F238E27FC236}">
                    <a16:creationId xmlns:a16="http://schemas.microsoft.com/office/drawing/2014/main" id="{921FA5F4-BFA8-31CB-38A1-2F47E64F01D1}"/>
                  </a:ext>
                </a:extLst>
              </p:cNvPr>
              <p:cNvCxnSpPr/>
              <p:nvPr/>
            </p:nvCxnSpPr>
            <p:spPr bwMode="auto">
              <a:xfrm rot="16200000" flipH="1">
                <a:off x="7393613" y="2178829"/>
                <a:ext cx="142897" cy="714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" name="直接连接符 348">
                <a:extLst>
                  <a:ext uri="{FF2B5EF4-FFF2-40B4-BE49-F238E27FC236}">
                    <a16:creationId xmlns:a16="http://schemas.microsoft.com/office/drawing/2014/main" id="{8E7F7B29-1E58-C28E-D9BF-0B6795E48C4C}"/>
                  </a:ext>
                </a:extLst>
              </p:cNvPr>
              <p:cNvCxnSpPr/>
              <p:nvPr/>
            </p:nvCxnSpPr>
            <p:spPr bwMode="auto">
              <a:xfrm rot="16200000" flipH="1">
                <a:off x="7984897" y="2016082"/>
                <a:ext cx="214346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0" name="直接连接符 349">
                <a:extLst>
                  <a:ext uri="{FF2B5EF4-FFF2-40B4-BE49-F238E27FC236}">
                    <a16:creationId xmlns:a16="http://schemas.microsoft.com/office/drawing/2014/main" id="{D2DCBE38-C116-513C-A2EF-6CBA6697091A}"/>
                  </a:ext>
                </a:extLst>
              </p:cNvPr>
              <p:cNvCxnSpPr/>
              <p:nvPr/>
            </p:nvCxnSpPr>
            <p:spPr bwMode="auto">
              <a:xfrm rot="5400000">
                <a:off x="8020622" y="2194703"/>
                <a:ext cx="142897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902" name="TextBox 438">
                <a:extLst>
                  <a:ext uri="{FF2B5EF4-FFF2-40B4-BE49-F238E27FC236}">
                    <a16:creationId xmlns:a16="http://schemas.microsoft.com/office/drawing/2014/main" id="{E8DADFFA-9FCB-610F-C62B-35546A7245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840" name="组合 351">
              <a:extLst>
                <a:ext uri="{FF2B5EF4-FFF2-40B4-BE49-F238E27FC236}">
                  <a16:creationId xmlns:a16="http://schemas.microsoft.com/office/drawing/2014/main" id="{5841A715-F352-6CAB-F6EB-F82E4774BF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8926" y="1071546"/>
              <a:ext cx="773910" cy="401698"/>
              <a:chOff x="7429520" y="1885882"/>
              <a:chExt cx="773910" cy="401698"/>
            </a:xfrm>
          </p:grpSpPr>
          <p:cxnSp>
            <p:nvCxnSpPr>
              <p:cNvPr id="353" name="直接连接符 352">
                <a:extLst>
                  <a:ext uri="{FF2B5EF4-FFF2-40B4-BE49-F238E27FC236}">
                    <a16:creationId xmlns:a16="http://schemas.microsoft.com/office/drawing/2014/main" id="{100E6ED8-D5DF-385E-062B-7A1640AB79CB}"/>
                  </a:ext>
                </a:extLst>
              </p:cNvPr>
              <p:cNvCxnSpPr/>
              <p:nvPr/>
            </p:nvCxnSpPr>
            <p:spPr bwMode="auto">
              <a:xfrm flipV="1">
                <a:off x="7467376" y="1928751"/>
                <a:ext cx="604786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4" name="直接连接符 353">
                <a:extLst>
                  <a:ext uri="{FF2B5EF4-FFF2-40B4-BE49-F238E27FC236}">
                    <a16:creationId xmlns:a16="http://schemas.microsoft.com/office/drawing/2014/main" id="{626F8830-92D3-4EF5-428A-A8B40DD68443}"/>
                  </a:ext>
                </a:extLst>
              </p:cNvPr>
              <p:cNvCxnSpPr/>
              <p:nvPr/>
            </p:nvCxnSpPr>
            <p:spPr bwMode="auto">
              <a:xfrm>
                <a:off x="7500711" y="2285993"/>
                <a:ext cx="571451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5" name="直接连接符 354">
                <a:extLst>
                  <a:ext uri="{FF2B5EF4-FFF2-40B4-BE49-F238E27FC236}">
                    <a16:creationId xmlns:a16="http://schemas.microsoft.com/office/drawing/2014/main" id="{78DEB43C-16D2-E9C0-23B4-8E8F124C581E}"/>
                  </a:ext>
                </a:extLst>
              </p:cNvPr>
              <p:cNvCxnSpPr/>
              <p:nvPr/>
            </p:nvCxnSpPr>
            <p:spPr bwMode="auto">
              <a:xfrm rot="5400000">
                <a:off x="7341154" y="2016875"/>
                <a:ext cx="214346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" name="直接连接符 355">
                <a:extLst>
                  <a:ext uri="{FF2B5EF4-FFF2-40B4-BE49-F238E27FC236}">
                    <a16:creationId xmlns:a16="http://schemas.microsoft.com/office/drawing/2014/main" id="{95B20290-A82E-7A64-F658-90F186186F2A}"/>
                  </a:ext>
                </a:extLst>
              </p:cNvPr>
              <p:cNvCxnSpPr/>
              <p:nvPr/>
            </p:nvCxnSpPr>
            <p:spPr bwMode="auto">
              <a:xfrm rot="16200000" flipH="1">
                <a:off x="7393546" y="2178829"/>
                <a:ext cx="142897" cy="714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7" name="直接连接符 356">
                <a:extLst>
                  <a:ext uri="{FF2B5EF4-FFF2-40B4-BE49-F238E27FC236}">
                    <a16:creationId xmlns:a16="http://schemas.microsoft.com/office/drawing/2014/main" id="{48C83AE4-228A-AD8C-B07F-F8038C96AB88}"/>
                  </a:ext>
                </a:extLst>
              </p:cNvPr>
              <p:cNvCxnSpPr/>
              <p:nvPr/>
            </p:nvCxnSpPr>
            <p:spPr bwMode="auto">
              <a:xfrm rot="16200000" flipH="1">
                <a:off x="7984830" y="2016082"/>
                <a:ext cx="214346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" name="直接连接符 357">
                <a:extLst>
                  <a:ext uri="{FF2B5EF4-FFF2-40B4-BE49-F238E27FC236}">
                    <a16:creationId xmlns:a16="http://schemas.microsoft.com/office/drawing/2014/main" id="{C0953639-8912-8316-9D4E-2AF149BCDD0A}"/>
                  </a:ext>
                </a:extLst>
              </p:cNvPr>
              <p:cNvCxnSpPr/>
              <p:nvPr/>
            </p:nvCxnSpPr>
            <p:spPr bwMode="auto">
              <a:xfrm rot="5400000">
                <a:off x="8020555" y="2194703"/>
                <a:ext cx="142897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895" name="TextBox 438">
                <a:extLst>
                  <a:ext uri="{FF2B5EF4-FFF2-40B4-BE49-F238E27FC236}">
                    <a16:creationId xmlns:a16="http://schemas.microsoft.com/office/drawing/2014/main" id="{14CA13D4-1751-29B2-E83F-9ED7731447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0000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841" name="组合 359">
              <a:extLst>
                <a:ext uri="{FF2B5EF4-FFF2-40B4-BE49-F238E27FC236}">
                  <a16:creationId xmlns:a16="http://schemas.microsoft.com/office/drawing/2014/main" id="{73B2A9DA-D985-93F8-8A16-6B3D5BE0F9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3306" y="1071546"/>
              <a:ext cx="773910" cy="401698"/>
              <a:chOff x="7429520" y="1885882"/>
              <a:chExt cx="773910" cy="401698"/>
            </a:xfrm>
          </p:grpSpPr>
          <p:cxnSp>
            <p:nvCxnSpPr>
              <p:cNvPr id="361" name="直接连接符 360">
                <a:extLst>
                  <a:ext uri="{FF2B5EF4-FFF2-40B4-BE49-F238E27FC236}">
                    <a16:creationId xmlns:a16="http://schemas.microsoft.com/office/drawing/2014/main" id="{64D13731-EE62-7F00-C5E9-768E280D2395}"/>
                  </a:ext>
                </a:extLst>
              </p:cNvPr>
              <p:cNvCxnSpPr/>
              <p:nvPr/>
            </p:nvCxnSpPr>
            <p:spPr bwMode="auto">
              <a:xfrm flipV="1">
                <a:off x="7467309" y="1928751"/>
                <a:ext cx="604786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直接连接符 361">
                <a:extLst>
                  <a:ext uri="{FF2B5EF4-FFF2-40B4-BE49-F238E27FC236}">
                    <a16:creationId xmlns:a16="http://schemas.microsoft.com/office/drawing/2014/main" id="{30FBE534-F604-F222-3804-F42B46164B43}"/>
                  </a:ext>
                </a:extLst>
              </p:cNvPr>
              <p:cNvCxnSpPr/>
              <p:nvPr/>
            </p:nvCxnSpPr>
            <p:spPr bwMode="auto">
              <a:xfrm>
                <a:off x="7500644" y="2285993"/>
                <a:ext cx="571451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3" name="直接连接符 362">
                <a:extLst>
                  <a:ext uri="{FF2B5EF4-FFF2-40B4-BE49-F238E27FC236}">
                    <a16:creationId xmlns:a16="http://schemas.microsoft.com/office/drawing/2014/main" id="{C657E721-3992-B97F-9480-EA475C34ADD8}"/>
                  </a:ext>
                </a:extLst>
              </p:cNvPr>
              <p:cNvCxnSpPr/>
              <p:nvPr/>
            </p:nvCxnSpPr>
            <p:spPr bwMode="auto">
              <a:xfrm rot="5400000">
                <a:off x="7341087" y="2016875"/>
                <a:ext cx="214346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4" name="直接连接符 363">
                <a:extLst>
                  <a:ext uri="{FF2B5EF4-FFF2-40B4-BE49-F238E27FC236}">
                    <a16:creationId xmlns:a16="http://schemas.microsoft.com/office/drawing/2014/main" id="{60710588-5896-23D1-A387-194CB36F3F0A}"/>
                  </a:ext>
                </a:extLst>
              </p:cNvPr>
              <p:cNvCxnSpPr/>
              <p:nvPr/>
            </p:nvCxnSpPr>
            <p:spPr bwMode="auto">
              <a:xfrm rot="16200000" flipH="1">
                <a:off x="7393479" y="2178829"/>
                <a:ext cx="142897" cy="714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5" name="直接连接符 364">
                <a:extLst>
                  <a:ext uri="{FF2B5EF4-FFF2-40B4-BE49-F238E27FC236}">
                    <a16:creationId xmlns:a16="http://schemas.microsoft.com/office/drawing/2014/main" id="{C11C55E9-D2C4-6E94-66F7-C16EAE330663}"/>
                  </a:ext>
                </a:extLst>
              </p:cNvPr>
              <p:cNvCxnSpPr/>
              <p:nvPr/>
            </p:nvCxnSpPr>
            <p:spPr bwMode="auto">
              <a:xfrm rot="16200000" flipH="1">
                <a:off x="7984763" y="2016082"/>
                <a:ext cx="214346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6" name="直接连接符 365">
                <a:extLst>
                  <a:ext uri="{FF2B5EF4-FFF2-40B4-BE49-F238E27FC236}">
                    <a16:creationId xmlns:a16="http://schemas.microsoft.com/office/drawing/2014/main" id="{67E85421-2F63-E4D0-731F-2C6CF466F299}"/>
                  </a:ext>
                </a:extLst>
              </p:cNvPr>
              <p:cNvCxnSpPr/>
              <p:nvPr/>
            </p:nvCxnSpPr>
            <p:spPr bwMode="auto">
              <a:xfrm rot="5400000">
                <a:off x="8020488" y="2194703"/>
                <a:ext cx="142897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888" name="TextBox 438">
                <a:extLst>
                  <a:ext uri="{FF2B5EF4-FFF2-40B4-BE49-F238E27FC236}">
                    <a16:creationId xmlns:a16="http://schemas.microsoft.com/office/drawing/2014/main" id="{FAFA8DE0-EA72-9A3A-11BE-A74E57C7AF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0001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842" name="组合 367">
              <a:extLst>
                <a:ext uri="{FF2B5EF4-FFF2-40B4-BE49-F238E27FC236}">
                  <a16:creationId xmlns:a16="http://schemas.microsoft.com/office/drawing/2014/main" id="{F82D5C67-A310-7217-A11E-BC36E3598A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67320" y="1071546"/>
              <a:ext cx="773910" cy="401698"/>
              <a:chOff x="7429520" y="1885882"/>
              <a:chExt cx="773910" cy="401698"/>
            </a:xfrm>
          </p:grpSpPr>
          <p:cxnSp>
            <p:nvCxnSpPr>
              <p:cNvPr id="369" name="直接连接符 368">
                <a:extLst>
                  <a:ext uri="{FF2B5EF4-FFF2-40B4-BE49-F238E27FC236}">
                    <a16:creationId xmlns:a16="http://schemas.microsoft.com/office/drawing/2014/main" id="{2967545A-0806-FE8E-23A9-F737EBB1907E}"/>
                  </a:ext>
                </a:extLst>
              </p:cNvPr>
              <p:cNvCxnSpPr/>
              <p:nvPr/>
            </p:nvCxnSpPr>
            <p:spPr bwMode="auto">
              <a:xfrm flipV="1">
                <a:off x="7467162" y="1928751"/>
                <a:ext cx="604786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0" name="直接连接符 369">
                <a:extLst>
                  <a:ext uri="{FF2B5EF4-FFF2-40B4-BE49-F238E27FC236}">
                    <a16:creationId xmlns:a16="http://schemas.microsoft.com/office/drawing/2014/main" id="{C64F6E3B-3483-374C-FB65-D5F8BC2A91B3}"/>
                  </a:ext>
                </a:extLst>
              </p:cNvPr>
              <p:cNvCxnSpPr/>
              <p:nvPr/>
            </p:nvCxnSpPr>
            <p:spPr bwMode="auto">
              <a:xfrm>
                <a:off x="7500497" y="2285993"/>
                <a:ext cx="571451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1" name="直接连接符 370">
                <a:extLst>
                  <a:ext uri="{FF2B5EF4-FFF2-40B4-BE49-F238E27FC236}">
                    <a16:creationId xmlns:a16="http://schemas.microsoft.com/office/drawing/2014/main" id="{4BDE78F9-CEC9-A580-0E52-CF200C498951}"/>
                  </a:ext>
                </a:extLst>
              </p:cNvPr>
              <p:cNvCxnSpPr/>
              <p:nvPr/>
            </p:nvCxnSpPr>
            <p:spPr bwMode="auto">
              <a:xfrm rot="5400000">
                <a:off x="7340940" y="2016875"/>
                <a:ext cx="214346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2" name="直接连接符 371">
                <a:extLst>
                  <a:ext uri="{FF2B5EF4-FFF2-40B4-BE49-F238E27FC236}">
                    <a16:creationId xmlns:a16="http://schemas.microsoft.com/office/drawing/2014/main" id="{4E79ABC5-D49E-915D-57ED-C6DCBB2BBFE5}"/>
                  </a:ext>
                </a:extLst>
              </p:cNvPr>
              <p:cNvCxnSpPr/>
              <p:nvPr/>
            </p:nvCxnSpPr>
            <p:spPr bwMode="auto">
              <a:xfrm rot="16200000" flipH="1">
                <a:off x="7393332" y="2178829"/>
                <a:ext cx="142897" cy="714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3" name="直接连接符 372">
                <a:extLst>
                  <a:ext uri="{FF2B5EF4-FFF2-40B4-BE49-F238E27FC236}">
                    <a16:creationId xmlns:a16="http://schemas.microsoft.com/office/drawing/2014/main" id="{5080013C-98A3-4E35-BF9D-32B25D1BF7DD}"/>
                  </a:ext>
                </a:extLst>
              </p:cNvPr>
              <p:cNvCxnSpPr/>
              <p:nvPr/>
            </p:nvCxnSpPr>
            <p:spPr bwMode="auto">
              <a:xfrm rot="16200000" flipH="1">
                <a:off x="7984616" y="2016082"/>
                <a:ext cx="214346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直接连接符 373">
                <a:extLst>
                  <a:ext uri="{FF2B5EF4-FFF2-40B4-BE49-F238E27FC236}">
                    <a16:creationId xmlns:a16="http://schemas.microsoft.com/office/drawing/2014/main" id="{18435981-23FD-BA62-F62A-BE65CC37C880}"/>
                  </a:ext>
                </a:extLst>
              </p:cNvPr>
              <p:cNvCxnSpPr/>
              <p:nvPr/>
            </p:nvCxnSpPr>
            <p:spPr bwMode="auto">
              <a:xfrm rot="5400000">
                <a:off x="8020341" y="2194703"/>
                <a:ext cx="142897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881" name="TextBox 438">
                <a:extLst>
                  <a:ext uri="{FF2B5EF4-FFF2-40B4-BE49-F238E27FC236}">
                    <a16:creationId xmlns:a16="http://schemas.microsoft.com/office/drawing/2014/main" id="{7C5DFC36-E6F8-D491-A37E-71081B2A35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1100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843" name="组合 375">
              <a:extLst>
                <a:ext uri="{FF2B5EF4-FFF2-40B4-BE49-F238E27FC236}">
                  <a16:creationId xmlns:a16="http://schemas.microsoft.com/office/drawing/2014/main" id="{5225E010-ACA5-9AE2-E39C-9FF0BC4884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81700" y="1071546"/>
              <a:ext cx="773910" cy="401698"/>
              <a:chOff x="7429520" y="1885882"/>
              <a:chExt cx="773910" cy="401698"/>
            </a:xfrm>
          </p:grpSpPr>
          <p:cxnSp>
            <p:nvCxnSpPr>
              <p:cNvPr id="377" name="直接连接符 376">
                <a:extLst>
                  <a:ext uri="{FF2B5EF4-FFF2-40B4-BE49-F238E27FC236}">
                    <a16:creationId xmlns:a16="http://schemas.microsoft.com/office/drawing/2014/main" id="{F6C224D9-5A44-DC00-E817-F9793DDC951E}"/>
                  </a:ext>
                </a:extLst>
              </p:cNvPr>
              <p:cNvCxnSpPr/>
              <p:nvPr/>
            </p:nvCxnSpPr>
            <p:spPr bwMode="auto">
              <a:xfrm flipV="1">
                <a:off x="7467095" y="1928751"/>
                <a:ext cx="604786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直接连接符 377">
                <a:extLst>
                  <a:ext uri="{FF2B5EF4-FFF2-40B4-BE49-F238E27FC236}">
                    <a16:creationId xmlns:a16="http://schemas.microsoft.com/office/drawing/2014/main" id="{3FF9A1C4-307E-08C2-6B11-44CAEE09F53B}"/>
                  </a:ext>
                </a:extLst>
              </p:cNvPr>
              <p:cNvCxnSpPr/>
              <p:nvPr/>
            </p:nvCxnSpPr>
            <p:spPr bwMode="auto">
              <a:xfrm>
                <a:off x="7500430" y="2285993"/>
                <a:ext cx="571451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直接连接符 378">
                <a:extLst>
                  <a:ext uri="{FF2B5EF4-FFF2-40B4-BE49-F238E27FC236}">
                    <a16:creationId xmlns:a16="http://schemas.microsoft.com/office/drawing/2014/main" id="{ACAE96CB-60A9-3011-7810-31FCF44AC442}"/>
                  </a:ext>
                </a:extLst>
              </p:cNvPr>
              <p:cNvCxnSpPr/>
              <p:nvPr/>
            </p:nvCxnSpPr>
            <p:spPr bwMode="auto">
              <a:xfrm rot="5400000">
                <a:off x="7340873" y="2016875"/>
                <a:ext cx="214346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0" name="直接连接符 379">
                <a:extLst>
                  <a:ext uri="{FF2B5EF4-FFF2-40B4-BE49-F238E27FC236}">
                    <a16:creationId xmlns:a16="http://schemas.microsoft.com/office/drawing/2014/main" id="{98E7C537-5948-8453-CF94-54F382CE2A5F}"/>
                  </a:ext>
                </a:extLst>
              </p:cNvPr>
              <p:cNvCxnSpPr/>
              <p:nvPr/>
            </p:nvCxnSpPr>
            <p:spPr bwMode="auto">
              <a:xfrm rot="16200000" flipH="1">
                <a:off x="7393265" y="2178829"/>
                <a:ext cx="142897" cy="714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直接连接符 380">
                <a:extLst>
                  <a:ext uri="{FF2B5EF4-FFF2-40B4-BE49-F238E27FC236}">
                    <a16:creationId xmlns:a16="http://schemas.microsoft.com/office/drawing/2014/main" id="{FCA849C9-EA59-DBE1-07B9-E1F6AEFC4A3A}"/>
                  </a:ext>
                </a:extLst>
              </p:cNvPr>
              <p:cNvCxnSpPr/>
              <p:nvPr/>
            </p:nvCxnSpPr>
            <p:spPr bwMode="auto">
              <a:xfrm rot="16200000" flipH="1">
                <a:off x="7984549" y="2016082"/>
                <a:ext cx="214346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直接连接符 381">
                <a:extLst>
                  <a:ext uri="{FF2B5EF4-FFF2-40B4-BE49-F238E27FC236}">
                    <a16:creationId xmlns:a16="http://schemas.microsoft.com/office/drawing/2014/main" id="{67B77402-4592-5BF0-877B-10B9168BA816}"/>
                  </a:ext>
                </a:extLst>
              </p:cNvPr>
              <p:cNvCxnSpPr/>
              <p:nvPr/>
            </p:nvCxnSpPr>
            <p:spPr bwMode="auto">
              <a:xfrm rot="5400000">
                <a:off x="8020274" y="2194703"/>
                <a:ext cx="142897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874" name="TextBox 438">
                <a:extLst>
                  <a:ext uri="{FF2B5EF4-FFF2-40B4-BE49-F238E27FC236}">
                    <a16:creationId xmlns:a16="http://schemas.microsoft.com/office/drawing/2014/main" id="{0E034E69-379D-4B61-5E1F-CA15620E333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1101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844" name="组合 383">
              <a:extLst>
                <a:ext uri="{FF2B5EF4-FFF2-40B4-BE49-F238E27FC236}">
                  <a16:creationId xmlns:a16="http://schemas.microsoft.com/office/drawing/2014/main" id="{BDF8E11E-96FA-3756-9299-8CCD9E12EB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96080" y="1071546"/>
              <a:ext cx="773910" cy="401698"/>
              <a:chOff x="7429520" y="1885882"/>
              <a:chExt cx="773910" cy="401698"/>
            </a:xfrm>
          </p:grpSpPr>
          <p:cxnSp>
            <p:nvCxnSpPr>
              <p:cNvPr id="385" name="直接连接符 384">
                <a:extLst>
                  <a:ext uri="{FF2B5EF4-FFF2-40B4-BE49-F238E27FC236}">
                    <a16:creationId xmlns:a16="http://schemas.microsoft.com/office/drawing/2014/main" id="{9986DDA6-2526-5FB9-09DF-53D9FA9FA2E1}"/>
                  </a:ext>
                </a:extLst>
              </p:cNvPr>
              <p:cNvCxnSpPr/>
              <p:nvPr/>
            </p:nvCxnSpPr>
            <p:spPr bwMode="auto">
              <a:xfrm flipV="1">
                <a:off x="7467028" y="1928751"/>
                <a:ext cx="604786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直接连接符 385">
                <a:extLst>
                  <a:ext uri="{FF2B5EF4-FFF2-40B4-BE49-F238E27FC236}">
                    <a16:creationId xmlns:a16="http://schemas.microsoft.com/office/drawing/2014/main" id="{B6E65A98-9673-CA7D-0CEC-D3BE9388881C}"/>
                  </a:ext>
                </a:extLst>
              </p:cNvPr>
              <p:cNvCxnSpPr/>
              <p:nvPr/>
            </p:nvCxnSpPr>
            <p:spPr bwMode="auto">
              <a:xfrm>
                <a:off x="7500363" y="2285993"/>
                <a:ext cx="571451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直接连接符 386">
                <a:extLst>
                  <a:ext uri="{FF2B5EF4-FFF2-40B4-BE49-F238E27FC236}">
                    <a16:creationId xmlns:a16="http://schemas.microsoft.com/office/drawing/2014/main" id="{EAEE9766-1400-BDAA-DFE9-E8B9C763243D}"/>
                  </a:ext>
                </a:extLst>
              </p:cNvPr>
              <p:cNvCxnSpPr/>
              <p:nvPr/>
            </p:nvCxnSpPr>
            <p:spPr bwMode="auto">
              <a:xfrm rot="5400000">
                <a:off x="7340806" y="2016875"/>
                <a:ext cx="214346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直接连接符 387">
                <a:extLst>
                  <a:ext uri="{FF2B5EF4-FFF2-40B4-BE49-F238E27FC236}">
                    <a16:creationId xmlns:a16="http://schemas.microsoft.com/office/drawing/2014/main" id="{BFAC0D4D-0CB3-D8F4-1455-7E5D315E3F9F}"/>
                  </a:ext>
                </a:extLst>
              </p:cNvPr>
              <p:cNvCxnSpPr/>
              <p:nvPr/>
            </p:nvCxnSpPr>
            <p:spPr bwMode="auto">
              <a:xfrm rot="16200000" flipH="1">
                <a:off x="7393198" y="2178829"/>
                <a:ext cx="142897" cy="714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直接连接符 388">
                <a:extLst>
                  <a:ext uri="{FF2B5EF4-FFF2-40B4-BE49-F238E27FC236}">
                    <a16:creationId xmlns:a16="http://schemas.microsoft.com/office/drawing/2014/main" id="{FEE1007B-9FD8-301C-73F5-9FEE86EF9E66}"/>
                  </a:ext>
                </a:extLst>
              </p:cNvPr>
              <p:cNvCxnSpPr/>
              <p:nvPr/>
            </p:nvCxnSpPr>
            <p:spPr bwMode="auto">
              <a:xfrm rot="16200000" flipH="1">
                <a:off x="7984482" y="2016082"/>
                <a:ext cx="214346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0" name="直接连接符 389">
                <a:extLst>
                  <a:ext uri="{FF2B5EF4-FFF2-40B4-BE49-F238E27FC236}">
                    <a16:creationId xmlns:a16="http://schemas.microsoft.com/office/drawing/2014/main" id="{8D431948-444C-9EE8-E1CE-6F200A9408E0}"/>
                  </a:ext>
                </a:extLst>
              </p:cNvPr>
              <p:cNvCxnSpPr/>
              <p:nvPr/>
            </p:nvCxnSpPr>
            <p:spPr bwMode="auto">
              <a:xfrm rot="5400000">
                <a:off x="8020207" y="2194703"/>
                <a:ext cx="142897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867" name="TextBox 438">
                <a:extLst>
                  <a:ext uri="{FF2B5EF4-FFF2-40B4-BE49-F238E27FC236}">
                    <a16:creationId xmlns:a16="http://schemas.microsoft.com/office/drawing/2014/main" id="{7A9E0046-8227-8969-02D0-638B5C6422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1110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845" name="组合 391">
              <a:extLst>
                <a:ext uri="{FF2B5EF4-FFF2-40B4-BE49-F238E27FC236}">
                  <a16:creationId xmlns:a16="http://schemas.microsoft.com/office/drawing/2014/main" id="{7CD6B081-BA27-8F98-144B-C25A7712C0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10460" y="1071546"/>
              <a:ext cx="773910" cy="401698"/>
              <a:chOff x="7429520" y="1885882"/>
              <a:chExt cx="773910" cy="401698"/>
            </a:xfrm>
          </p:grpSpPr>
          <p:cxnSp>
            <p:nvCxnSpPr>
              <p:cNvPr id="393" name="直接连接符 392">
                <a:extLst>
                  <a:ext uri="{FF2B5EF4-FFF2-40B4-BE49-F238E27FC236}">
                    <a16:creationId xmlns:a16="http://schemas.microsoft.com/office/drawing/2014/main" id="{CAA6BE7C-9137-2E89-F978-6824EDAB98AF}"/>
                  </a:ext>
                </a:extLst>
              </p:cNvPr>
              <p:cNvCxnSpPr/>
              <p:nvPr/>
            </p:nvCxnSpPr>
            <p:spPr bwMode="auto">
              <a:xfrm flipV="1">
                <a:off x="7466961" y="1928751"/>
                <a:ext cx="604786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4" name="直接连接符 393">
                <a:extLst>
                  <a:ext uri="{FF2B5EF4-FFF2-40B4-BE49-F238E27FC236}">
                    <a16:creationId xmlns:a16="http://schemas.microsoft.com/office/drawing/2014/main" id="{F29841A1-E479-D142-09D1-D1624B492ED4}"/>
                  </a:ext>
                </a:extLst>
              </p:cNvPr>
              <p:cNvCxnSpPr/>
              <p:nvPr/>
            </p:nvCxnSpPr>
            <p:spPr bwMode="auto">
              <a:xfrm>
                <a:off x="7500296" y="2285993"/>
                <a:ext cx="571451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5" name="直接连接符 394">
                <a:extLst>
                  <a:ext uri="{FF2B5EF4-FFF2-40B4-BE49-F238E27FC236}">
                    <a16:creationId xmlns:a16="http://schemas.microsoft.com/office/drawing/2014/main" id="{8743C4E8-DF37-5FA2-2DA8-7B8289F9A46B}"/>
                  </a:ext>
                </a:extLst>
              </p:cNvPr>
              <p:cNvCxnSpPr/>
              <p:nvPr/>
            </p:nvCxnSpPr>
            <p:spPr bwMode="auto">
              <a:xfrm rot="5400000">
                <a:off x="7340739" y="2016875"/>
                <a:ext cx="214346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6" name="直接连接符 395">
                <a:extLst>
                  <a:ext uri="{FF2B5EF4-FFF2-40B4-BE49-F238E27FC236}">
                    <a16:creationId xmlns:a16="http://schemas.microsoft.com/office/drawing/2014/main" id="{92A305CC-C182-0353-0737-8C5DE1059206}"/>
                  </a:ext>
                </a:extLst>
              </p:cNvPr>
              <p:cNvCxnSpPr/>
              <p:nvPr/>
            </p:nvCxnSpPr>
            <p:spPr bwMode="auto">
              <a:xfrm rot="16200000" flipH="1">
                <a:off x="7393131" y="2178829"/>
                <a:ext cx="142897" cy="714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7" name="直接连接符 396">
                <a:extLst>
                  <a:ext uri="{FF2B5EF4-FFF2-40B4-BE49-F238E27FC236}">
                    <a16:creationId xmlns:a16="http://schemas.microsoft.com/office/drawing/2014/main" id="{47ED3A92-C34D-E822-B48E-975F0A53ED71}"/>
                  </a:ext>
                </a:extLst>
              </p:cNvPr>
              <p:cNvCxnSpPr/>
              <p:nvPr/>
            </p:nvCxnSpPr>
            <p:spPr bwMode="auto">
              <a:xfrm rot="16200000" flipH="1">
                <a:off x="7984415" y="2016082"/>
                <a:ext cx="214346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8" name="直接连接符 397">
                <a:extLst>
                  <a:ext uri="{FF2B5EF4-FFF2-40B4-BE49-F238E27FC236}">
                    <a16:creationId xmlns:a16="http://schemas.microsoft.com/office/drawing/2014/main" id="{1ACAFA39-D796-DB05-CE09-815341521A27}"/>
                  </a:ext>
                </a:extLst>
              </p:cNvPr>
              <p:cNvCxnSpPr/>
              <p:nvPr/>
            </p:nvCxnSpPr>
            <p:spPr bwMode="auto">
              <a:xfrm rot="5400000">
                <a:off x="8020140" y="2194703"/>
                <a:ext cx="142897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860" name="TextBox 438">
                <a:extLst>
                  <a:ext uri="{FF2B5EF4-FFF2-40B4-BE49-F238E27FC236}">
                    <a16:creationId xmlns:a16="http://schemas.microsoft.com/office/drawing/2014/main" id="{067B51C4-CF9E-95A4-B41C-914533092A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846" name="组合 399">
              <a:extLst>
                <a:ext uri="{FF2B5EF4-FFF2-40B4-BE49-F238E27FC236}">
                  <a16:creationId xmlns:a16="http://schemas.microsoft.com/office/drawing/2014/main" id="{185A330B-FE9A-E5A2-E157-FE693BE0C2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24840" y="1071546"/>
              <a:ext cx="773910" cy="401698"/>
              <a:chOff x="7429520" y="1885882"/>
              <a:chExt cx="773910" cy="401698"/>
            </a:xfrm>
          </p:grpSpPr>
          <p:cxnSp>
            <p:nvCxnSpPr>
              <p:cNvPr id="401" name="直接连接符 400">
                <a:extLst>
                  <a:ext uri="{FF2B5EF4-FFF2-40B4-BE49-F238E27FC236}">
                    <a16:creationId xmlns:a16="http://schemas.microsoft.com/office/drawing/2014/main" id="{192643DE-C5FC-EE23-AD9F-304A89AA432F}"/>
                  </a:ext>
                </a:extLst>
              </p:cNvPr>
              <p:cNvCxnSpPr/>
              <p:nvPr/>
            </p:nvCxnSpPr>
            <p:spPr bwMode="auto">
              <a:xfrm flipV="1">
                <a:off x="7466894" y="1928751"/>
                <a:ext cx="604786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2" name="直接连接符 401">
                <a:extLst>
                  <a:ext uri="{FF2B5EF4-FFF2-40B4-BE49-F238E27FC236}">
                    <a16:creationId xmlns:a16="http://schemas.microsoft.com/office/drawing/2014/main" id="{9BBD1C80-890E-EEE3-26C6-A232B2141F82}"/>
                  </a:ext>
                </a:extLst>
              </p:cNvPr>
              <p:cNvCxnSpPr/>
              <p:nvPr/>
            </p:nvCxnSpPr>
            <p:spPr bwMode="auto">
              <a:xfrm>
                <a:off x="7500229" y="2285993"/>
                <a:ext cx="571451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3" name="直接连接符 402">
                <a:extLst>
                  <a:ext uri="{FF2B5EF4-FFF2-40B4-BE49-F238E27FC236}">
                    <a16:creationId xmlns:a16="http://schemas.microsoft.com/office/drawing/2014/main" id="{5B2E6FE6-FA0F-5F30-5622-7A232F9C79FC}"/>
                  </a:ext>
                </a:extLst>
              </p:cNvPr>
              <p:cNvCxnSpPr/>
              <p:nvPr/>
            </p:nvCxnSpPr>
            <p:spPr bwMode="auto">
              <a:xfrm rot="5400000">
                <a:off x="7340672" y="2016875"/>
                <a:ext cx="214346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4" name="直接连接符 403">
                <a:extLst>
                  <a:ext uri="{FF2B5EF4-FFF2-40B4-BE49-F238E27FC236}">
                    <a16:creationId xmlns:a16="http://schemas.microsoft.com/office/drawing/2014/main" id="{0C1AE894-8080-69E7-F31C-63E0841A8F35}"/>
                  </a:ext>
                </a:extLst>
              </p:cNvPr>
              <p:cNvCxnSpPr/>
              <p:nvPr/>
            </p:nvCxnSpPr>
            <p:spPr bwMode="auto">
              <a:xfrm rot="16200000" flipH="1">
                <a:off x="7393064" y="2178829"/>
                <a:ext cx="142897" cy="714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直接连接符 404">
                <a:extLst>
                  <a:ext uri="{FF2B5EF4-FFF2-40B4-BE49-F238E27FC236}">
                    <a16:creationId xmlns:a16="http://schemas.microsoft.com/office/drawing/2014/main" id="{B14F15B6-3A82-E0BF-19B0-95B672495B14}"/>
                  </a:ext>
                </a:extLst>
              </p:cNvPr>
              <p:cNvCxnSpPr/>
              <p:nvPr/>
            </p:nvCxnSpPr>
            <p:spPr bwMode="auto">
              <a:xfrm rot="16200000" flipH="1">
                <a:off x="7984348" y="2016082"/>
                <a:ext cx="214346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6" name="直接连接符 405">
                <a:extLst>
                  <a:ext uri="{FF2B5EF4-FFF2-40B4-BE49-F238E27FC236}">
                    <a16:creationId xmlns:a16="http://schemas.microsoft.com/office/drawing/2014/main" id="{5A679B3F-BDA4-9A75-4D75-5DC4658733EE}"/>
                  </a:ext>
                </a:extLst>
              </p:cNvPr>
              <p:cNvCxnSpPr/>
              <p:nvPr/>
            </p:nvCxnSpPr>
            <p:spPr bwMode="auto">
              <a:xfrm rot="5400000">
                <a:off x="8020073" y="2194703"/>
                <a:ext cx="142897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853" name="TextBox 438">
                <a:extLst>
                  <a:ext uri="{FF2B5EF4-FFF2-40B4-BE49-F238E27FC236}">
                    <a16:creationId xmlns:a16="http://schemas.microsoft.com/office/drawing/2014/main" id="{8E68FC0C-3835-F4A7-2462-804D8E227B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0000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4" name="组合 785">
            <a:extLst>
              <a:ext uri="{FF2B5EF4-FFF2-40B4-BE49-F238E27FC236}">
                <a16:creationId xmlns:a16="http://schemas.microsoft.com/office/drawing/2014/main" id="{E3D8C8BA-B7F9-3D23-83AF-B1F1AF7B60E1}"/>
              </a:ext>
            </a:extLst>
          </p:cNvPr>
          <p:cNvGrpSpPr>
            <a:grpSpLocks/>
          </p:cNvGrpSpPr>
          <p:nvPr/>
        </p:nvGrpSpPr>
        <p:grpSpPr bwMode="auto">
          <a:xfrm>
            <a:off x="1552798" y="900906"/>
            <a:ext cx="7240588" cy="4929188"/>
            <a:chOff x="1500166" y="500041"/>
            <a:chExt cx="7240642" cy="4929225"/>
          </a:xfrm>
        </p:grpSpPr>
        <p:cxnSp>
          <p:nvCxnSpPr>
            <p:cNvPr id="297" name="直接连接符 296">
              <a:extLst>
                <a:ext uri="{FF2B5EF4-FFF2-40B4-BE49-F238E27FC236}">
                  <a16:creationId xmlns:a16="http://schemas.microsoft.com/office/drawing/2014/main" id="{C9686D25-3257-200A-EACA-00E2827E6DE7}"/>
                </a:ext>
              </a:extLst>
            </p:cNvPr>
            <p:cNvCxnSpPr/>
            <p:nvPr/>
          </p:nvCxnSpPr>
          <p:spPr>
            <a:xfrm rot="5400000">
              <a:off x="-927139" y="2928934"/>
              <a:ext cx="4856198" cy="1588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直接连接符 305">
              <a:extLst>
                <a:ext uri="{FF2B5EF4-FFF2-40B4-BE49-F238E27FC236}">
                  <a16:creationId xmlns:a16="http://schemas.microsoft.com/office/drawing/2014/main" id="{66B32EFB-07EF-1597-7BF5-A6F87D601E80}"/>
                </a:ext>
              </a:extLst>
            </p:cNvPr>
            <p:cNvCxnSpPr/>
            <p:nvPr/>
          </p:nvCxnSpPr>
          <p:spPr>
            <a:xfrm rot="5400000">
              <a:off x="-249272" y="2963859"/>
              <a:ext cx="4929225" cy="1588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直接连接符 306">
              <a:extLst>
                <a:ext uri="{FF2B5EF4-FFF2-40B4-BE49-F238E27FC236}">
                  <a16:creationId xmlns:a16="http://schemas.microsoft.com/office/drawing/2014/main" id="{A7545FB6-2DE8-F10F-6AD3-EC7552DF61C1}"/>
                </a:ext>
              </a:extLst>
            </p:cNvPr>
            <p:cNvCxnSpPr/>
            <p:nvPr/>
          </p:nvCxnSpPr>
          <p:spPr>
            <a:xfrm rot="5400000">
              <a:off x="500827" y="2928140"/>
              <a:ext cx="4857786" cy="1588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直接连接符 307">
              <a:extLst>
                <a:ext uri="{FF2B5EF4-FFF2-40B4-BE49-F238E27FC236}">
                  <a16:creationId xmlns:a16="http://schemas.microsoft.com/office/drawing/2014/main" id="{E88067AE-8FEF-B887-1BC9-EFF43837571E}"/>
                </a:ext>
              </a:extLst>
            </p:cNvPr>
            <p:cNvCxnSpPr/>
            <p:nvPr/>
          </p:nvCxnSpPr>
          <p:spPr>
            <a:xfrm rot="5400000">
              <a:off x="1179488" y="2963859"/>
              <a:ext cx="4929225" cy="1588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直接连接符 308">
              <a:extLst>
                <a:ext uri="{FF2B5EF4-FFF2-40B4-BE49-F238E27FC236}">
                  <a16:creationId xmlns:a16="http://schemas.microsoft.com/office/drawing/2014/main" id="{7C3C1324-EF2A-33CF-B1A4-12706E8AA39A}"/>
                </a:ext>
              </a:extLst>
            </p:cNvPr>
            <p:cNvCxnSpPr/>
            <p:nvPr/>
          </p:nvCxnSpPr>
          <p:spPr>
            <a:xfrm rot="5400000">
              <a:off x="1929588" y="2928140"/>
              <a:ext cx="4857786" cy="1588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直接连接符 309">
              <a:extLst>
                <a:ext uri="{FF2B5EF4-FFF2-40B4-BE49-F238E27FC236}">
                  <a16:creationId xmlns:a16="http://schemas.microsoft.com/office/drawing/2014/main" id="{A2199AAF-8FF6-96D0-F14B-2DE0B957E21B}"/>
                </a:ext>
              </a:extLst>
            </p:cNvPr>
            <p:cNvCxnSpPr/>
            <p:nvPr/>
          </p:nvCxnSpPr>
          <p:spPr>
            <a:xfrm rot="5400000">
              <a:off x="3441693" y="2916234"/>
              <a:ext cx="4857786" cy="25400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直接连接符 310">
              <a:extLst>
                <a:ext uri="{FF2B5EF4-FFF2-40B4-BE49-F238E27FC236}">
                  <a16:creationId xmlns:a16="http://schemas.microsoft.com/office/drawing/2014/main" id="{A95D9008-89F4-083C-6781-928E8C18C369}"/>
                </a:ext>
              </a:extLst>
            </p:cNvPr>
            <p:cNvCxnSpPr/>
            <p:nvPr/>
          </p:nvCxnSpPr>
          <p:spPr>
            <a:xfrm rot="5400000">
              <a:off x="4156074" y="2916234"/>
              <a:ext cx="4857786" cy="25400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直接连接符 311">
              <a:extLst>
                <a:ext uri="{FF2B5EF4-FFF2-40B4-BE49-F238E27FC236}">
                  <a16:creationId xmlns:a16="http://schemas.microsoft.com/office/drawing/2014/main" id="{33E637EF-FAFD-DF1F-1BB8-03C09B84BB32}"/>
                </a:ext>
              </a:extLst>
            </p:cNvPr>
            <p:cNvCxnSpPr/>
            <p:nvPr/>
          </p:nvCxnSpPr>
          <p:spPr>
            <a:xfrm rot="5400000">
              <a:off x="4870454" y="2916234"/>
              <a:ext cx="4857786" cy="25400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直接连接符 312">
              <a:extLst>
                <a:ext uri="{FF2B5EF4-FFF2-40B4-BE49-F238E27FC236}">
                  <a16:creationId xmlns:a16="http://schemas.microsoft.com/office/drawing/2014/main" id="{EA01B940-B756-01C9-3AF1-DF5CD8218EAB}"/>
                </a:ext>
              </a:extLst>
            </p:cNvPr>
            <p:cNvCxnSpPr/>
            <p:nvPr/>
          </p:nvCxnSpPr>
          <p:spPr>
            <a:xfrm rot="5400000">
              <a:off x="5584834" y="2916234"/>
              <a:ext cx="4857786" cy="25400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直接连接符 313">
              <a:extLst>
                <a:ext uri="{FF2B5EF4-FFF2-40B4-BE49-F238E27FC236}">
                  <a16:creationId xmlns:a16="http://schemas.microsoft.com/office/drawing/2014/main" id="{089129EA-1B2A-CDA8-7301-1F93280B42C4}"/>
                </a:ext>
              </a:extLst>
            </p:cNvPr>
            <p:cNvCxnSpPr/>
            <p:nvPr/>
          </p:nvCxnSpPr>
          <p:spPr>
            <a:xfrm rot="5400000">
              <a:off x="6299215" y="2916234"/>
              <a:ext cx="4857786" cy="25400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直接连接符 420">
              <a:extLst>
                <a:ext uri="{FF2B5EF4-FFF2-40B4-BE49-F238E27FC236}">
                  <a16:creationId xmlns:a16="http://schemas.microsoft.com/office/drawing/2014/main" id="{1378CF2C-E644-2133-846E-DB47FD82AB4F}"/>
                </a:ext>
              </a:extLst>
            </p:cNvPr>
            <p:cNvCxnSpPr/>
            <p:nvPr/>
          </p:nvCxnSpPr>
          <p:spPr>
            <a:xfrm rot="5400000">
              <a:off x="2727313" y="2916234"/>
              <a:ext cx="4857786" cy="25400"/>
            </a:xfrm>
            <a:prstGeom prst="line">
              <a:avLst/>
            </a:prstGeom>
            <a:ln w="254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773">
            <a:extLst>
              <a:ext uri="{FF2B5EF4-FFF2-40B4-BE49-F238E27FC236}">
                <a16:creationId xmlns:a16="http://schemas.microsoft.com/office/drawing/2014/main" id="{B84092F8-3B60-965E-3A9D-A9EB29D0ACF9}"/>
              </a:ext>
            </a:extLst>
          </p:cNvPr>
          <p:cNvGrpSpPr>
            <a:grpSpLocks/>
          </p:cNvGrpSpPr>
          <p:nvPr/>
        </p:nvGrpSpPr>
        <p:grpSpPr bwMode="auto">
          <a:xfrm>
            <a:off x="481236" y="1829594"/>
            <a:ext cx="8358187" cy="428625"/>
            <a:chOff x="428596" y="1500174"/>
            <a:chExt cx="8358246" cy="428628"/>
          </a:xfrm>
        </p:grpSpPr>
        <p:sp>
          <p:nvSpPr>
            <p:cNvPr id="23753" name="Rectangle 67">
              <a:extLst>
                <a:ext uri="{FF2B5EF4-FFF2-40B4-BE49-F238E27FC236}">
                  <a16:creationId xmlns:a16="http://schemas.microsoft.com/office/drawing/2014/main" id="{102A6CB1-8ECB-E0B5-1D5D-61C7698FD2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596" y="1500174"/>
              <a:ext cx="117157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/>
                <a:t>Q</a:t>
              </a:r>
              <a:r>
                <a:rPr lang="en-US" altLang="zh-CN" sz="1800" baseline="-25000"/>
                <a:t>7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6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5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4</a:t>
              </a:r>
            </a:p>
          </p:txBody>
        </p:sp>
        <p:grpSp>
          <p:nvGrpSpPr>
            <p:cNvPr id="23754" name="组合 426">
              <a:extLst>
                <a:ext uri="{FF2B5EF4-FFF2-40B4-BE49-F238E27FC236}">
                  <a16:creationId xmlns:a16="http://schemas.microsoft.com/office/drawing/2014/main" id="{C5395466-053A-DEC5-36E5-003A12F927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12074" y="1527104"/>
              <a:ext cx="773910" cy="401698"/>
              <a:chOff x="7429520" y="1885882"/>
              <a:chExt cx="773910" cy="401698"/>
            </a:xfrm>
          </p:grpSpPr>
          <p:cxnSp>
            <p:nvCxnSpPr>
              <p:cNvPr id="428" name="直接连接符 427">
                <a:extLst>
                  <a:ext uri="{FF2B5EF4-FFF2-40B4-BE49-F238E27FC236}">
                    <a16:creationId xmlns:a16="http://schemas.microsoft.com/office/drawing/2014/main" id="{59A9465A-D864-DDC0-6CA7-14AF2F850653}"/>
                  </a:ext>
                </a:extLst>
              </p:cNvPr>
              <p:cNvCxnSpPr/>
              <p:nvPr/>
            </p:nvCxnSpPr>
            <p:spPr bwMode="auto">
              <a:xfrm flipV="1">
                <a:off x="7468412" y="1928802"/>
                <a:ext cx="60484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" name="直接连接符 428">
                <a:extLst>
                  <a:ext uri="{FF2B5EF4-FFF2-40B4-BE49-F238E27FC236}">
                    <a16:creationId xmlns:a16="http://schemas.microsoft.com/office/drawing/2014/main" id="{40C3B5F9-66C0-2A3B-F731-A5ADA4C53267}"/>
                  </a:ext>
                </a:extLst>
              </p:cNvPr>
              <p:cNvCxnSpPr/>
              <p:nvPr/>
            </p:nvCxnSpPr>
            <p:spPr bwMode="auto">
              <a:xfrm>
                <a:off x="7501750" y="2285992"/>
                <a:ext cx="571504" cy="15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直接连接符 429">
                <a:extLst>
                  <a:ext uri="{FF2B5EF4-FFF2-40B4-BE49-F238E27FC236}">
                    <a16:creationId xmlns:a16="http://schemas.microsoft.com/office/drawing/2014/main" id="{87F29A63-2E1E-F987-F926-8D1FF01E6EE5}"/>
                  </a:ext>
                </a:extLst>
              </p:cNvPr>
              <p:cNvCxnSpPr/>
              <p:nvPr/>
            </p:nvCxnSpPr>
            <p:spPr bwMode="auto">
              <a:xfrm rot="5400000">
                <a:off x="7342205" y="2016909"/>
                <a:ext cx="214314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1" name="直接连接符 430">
                <a:extLst>
                  <a:ext uri="{FF2B5EF4-FFF2-40B4-BE49-F238E27FC236}">
                    <a16:creationId xmlns:a16="http://schemas.microsoft.com/office/drawing/2014/main" id="{1383CC21-1A5B-AFFA-33EB-08C47794BB53}"/>
                  </a:ext>
                </a:extLst>
              </p:cNvPr>
              <p:cNvCxnSpPr/>
              <p:nvPr/>
            </p:nvCxnSpPr>
            <p:spPr bwMode="auto">
              <a:xfrm rot="16200000" flipH="1">
                <a:off x="7394593" y="2178835"/>
                <a:ext cx="142876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2" name="直接连接符 431">
                <a:extLst>
                  <a:ext uri="{FF2B5EF4-FFF2-40B4-BE49-F238E27FC236}">
                    <a16:creationId xmlns:a16="http://schemas.microsoft.com/office/drawing/2014/main" id="{7957EAE9-D096-10FE-C105-3699140425BA}"/>
                  </a:ext>
                </a:extLst>
              </p:cNvPr>
              <p:cNvCxnSpPr/>
              <p:nvPr/>
            </p:nvCxnSpPr>
            <p:spPr bwMode="auto">
              <a:xfrm rot="16200000" flipH="1">
                <a:off x="7985147" y="2016909"/>
                <a:ext cx="214314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3" name="直接连接符 432">
                <a:extLst>
                  <a:ext uri="{FF2B5EF4-FFF2-40B4-BE49-F238E27FC236}">
                    <a16:creationId xmlns:a16="http://schemas.microsoft.com/office/drawing/2014/main" id="{3F8E6D6C-283F-A89A-B5A6-77284EE60583}"/>
                  </a:ext>
                </a:extLst>
              </p:cNvPr>
              <p:cNvCxnSpPr/>
              <p:nvPr/>
            </p:nvCxnSpPr>
            <p:spPr bwMode="auto">
              <a:xfrm rot="5400000">
                <a:off x="8020866" y="2195504"/>
                <a:ext cx="142876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825" name="TextBox 438">
                <a:extLst>
                  <a:ext uri="{FF2B5EF4-FFF2-40B4-BE49-F238E27FC236}">
                    <a16:creationId xmlns:a16="http://schemas.microsoft.com/office/drawing/2014/main" id="{47AA425A-5811-7548-6A4F-F664B7A13B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1110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755" name="组合 434">
              <a:extLst>
                <a:ext uri="{FF2B5EF4-FFF2-40B4-BE49-F238E27FC236}">
                  <a16:creationId xmlns:a16="http://schemas.microsoft.com/office/drawing/2014/main" id="{8393FFD4-A5A2-44A3-FCDE-DB0BA1F208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14546" y="1527104"/>
              <a:ext cx="773910" cy="401698"/>
              <a:chOff x="7429520" y="1885882"/>
              <a:chExt cx="773910" cy="401698"/>
            </a:xfrm>
          </p:grpSpPr>
          <p:cxnSp>
            <p:nvCxnSpPr>
              <p:cNvPr id="436" name="直接连接符 435">
                <a:extLst>
                  <a:ext uri="{FF2B5EF4-FFF2-40B4-BE49-F238E27FC236}">
                    <a16:creationId xmlns:a16="http://schemas.microsoft.com/office/drawing/2014/main" id="{9E874B60-816E-08D8-4F16-63B6BEC92A25}"/>
                  </a:ext>
                </a:extLst>
              </p:cNvPr>
              <p:cNvCxnSpPr/>
              <p:nvPr/>
            </p:nvCxnSpPr>
            <p:spPr bwMode="auto">
              <a:xfrm flipV="1">
                <a:off x="7467620" y="1928802"/>
                <a:ext cx="60484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7" name="直接连接符 436">
                <a:extLst>
                  <a:ext uri="{FF2B5EF4-FFF2-40B4-BE49-F238E27FC236}">
                    <a16:creationId xmlns:a16="http://schemas.microsoft.com/office/drawing/2014/main" id="{84088B76-924D-2554-94A3-9FF1B5EBAA5B}"/>
                  </a:ext>
                </a:extLst>
              </p:cNvPr>
              <p:cNvCxnSpPr/>
              <p:nvPr/>
            </p:nvCxnSpPr>
            <p:spPr bwMode="auto">
              <a:xfrm>
                <a:off x="7500958" y="2285992"/>
                <a:ext cx="571504" cy="15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8" name="直接连接符 437">
                <a:extLst>
                  <a:ext uri="{FF2B5EF4-FFF2-40B4-BE49-F238E27FC236}">
                    <a16:creationId xmlns:a16="http://schemas.microsoft.com/office/drawing/2014/main" id="{7DFEFD30-B97F-ED4A-DCE7-A7A874E5BA51}"/>
                  </a:ext>
                </a:extLst>
              </p:cNvPr>
              <p:cNvCxnSpPr/>
              <p:nvPr/>
            </p:nvCxnSpPr>
            <p:spPr bwMode="auto">
              <a:xfrm rot="5400000">
                <a:off x="7341413" y="2016909"/>
                <a:ext cx="214314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9" name="直接连接符 438">
                <a:extLst>
                  <a:ext uri="{FF2B5EF4-FFF2-40B4-BE49-F238E27FC236}">
                    <a16:creationId xmlns:a16="http://schemas.microsoft.com/office/drawing/2014/main" id="{383B4780-71C6-27A8-FE7C-204B13B73B3A}"/>
                  </a:ext>
                </a:extLst>
              </p:cNvPr>
              <p:cNvCxnSpPr/>
              <p:nvPr/>
            </p:nvCxnSpPr>
            <p:spPr bwMode="auto">
              <a:xfrm rot="16200000" flipH="1">
                <a:off x="7393801" y="2178835"/>
                <a:ext cx="142876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" name="直接连接符 439">
                <a:extLst>
                  <a:ext uri="{FF2B5EF4-FFF2-40B4-BE49-F238E27FC236}">
                    <a16:creationId xmlns:a16="http://schemas.microsoft.com/office/drawing/2014/main" id="{962EF84B-5626-9F3C-56BF-B3B3CCA5BEDF}"/>
                  </a:ext>
                </a:extLst>
              </p:cNvPr>
              <p:cNvCxnSpPr/>
              <p:nvPr/>
            </p:nvCxnSpPr>
            <p:spPr bwMode="auto">
              <a:xfrm rot="16200000" flipH="1">
                <a:off x="7984355" y="2016909"/>
                <a:ext cx="214314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1" name="直接连接符 440">
                <a:extLst>
                  <a:ext uri="{FF2B5EF4-FFF2-40B4-BE49-F238E27FC236}">
                    <a16:creationId xmlns:a16="http://schemas.microsoft.com/office/drawing/2014/main" id="{D277ACF5-6885-9B50-D946-700A587AB9E6}"/>
                  </a:ext>
                </a:extLst>
              </p:cNvPr>
              <p:cNvCxnSpPr/>
              <p:nvPr/>
            </p:nvCxnSpPr>
            <p:spPr bwMode="auto">
              <a:xfrm rot="5400000">
                <a:off x="8020074" y="2195504"/>
                <a:ext cx="142876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818" name="TextBox 438">
                <a:extLst>
                  <a:ext uri="{FF2B5EF4-FFF2-40B4-BE49-F238E27FC236}">
                    <a16:creationId xmlns:a16="http://schemas.microsoft.com/office/drawing/2014/main" id="{071798BD-5197-F93B-8492-3243A1125D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1110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756" name="组合 442">
              <a:extLst>
                <a:ext uri="{FF2B5EF4-FFF2-40B4-BE49-F238E27FC236}">
                  <a16:creationId xmlns:a16="http://schemas.microsoft.com/office/drawing/2014/main" id="{2A1DB841-B005-645E-5CF8-AFFFAA515D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40834" y="1527104"/>
              <a:ext cx="773910" cy="401698"/>
              <a:chOff x="7429520" y="1885882"/>
              <a:chExt cx="773910" cy="401698"/>
            </a:xfrm>
          </p:grpSpPr>
          <p:cxnSp>
            <p:nvCxnSpPr>
              <p:cNvPr id="444" name="直接连接符 443">
                <a:extLst>
                  <a:ext uri="{FF2B5EF4-FFF2-40B4-BE49-F238E27FC236}">
                    <a16:creationId xmlns:a16="http://schemas.microsoft.com/office/drawing/2014/main" id="{B37C428E-DA92-C6D6-5BC0-366228D5E427}"/>
                  </a:ext>
                </a:extLst>
              </p:cNvPr>
              <p:cNvCxnSpPr/>
              <p:nvPr/>
            </p:nvCxnSpPr>
            <p:spPr bwMode="auto">
              <a:xfrm flipV="1">
                <a:off x="7468412" y="1928802"/>
                <a:ext cx="60484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5" name="直接连接符 444">
                <a:extLst>
                  <a:ext uri="{FF2B5EF4-FFF2-40B4-BE49-F238E27FC236}">
                    <a16:creationId xmlns:a16="http://schemas.microsoft.com/office/drawing/2014/main" id="{6489C6CC-338D-5B7D-6E9E-90A25ECE03BA}"/>
                  </a:ext>
                </a:extLst>
              </p:cNvPr>
              <p:cNvCxnSpPr/>
              <p:nvPr/>
            </p:nvCxnSpPr>
            <p:spPr bwMode="auto">
              <a:xfrm>
                <a:off x="7501750" y="2285992"/>
                <a:ext cx="571504" cy="15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6" name="直接连接符 445">
                <a:extLst>
                  <a:ext uri="{FF2B5EF4-FFF2-40B4-BE49-F238E27FC236}">
                    <a16:creationId xmlns:a16="http://schemas.microsoft.com/office/drawing/2014/main" id="{16460E95-B06A-AFD6-8869-55696D7E92E8}"/>
                  </a:ext>
                </a:extLst>
              </p:cNvPr>
              <p:cNvCxnSpPr/>
              <p:nvPr/>
            </p:nvCxnSpPr>
            <p:spPr bwMode="auto">
              <a:xfrm rot="5400000">
                <a:off x="7342205" y="2016909"/>
                <a:ext cx="214314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7" name="直接连接符 446">
                <a:extLst>
                  <a:ext uri="{FF2B5EF4-FFF2-40B4-BE49-F238E27FC236}">
                    <a16:creationId xmlns:a16="http://schemas.microsoft.com/office/drawing/2014/main" id="{C9C6DDB7-AD18-04B7-A7DB-07D4B80CC6AC}"/>
                  </a:ext>
                </a:extLst>
              </p:cNvPr>
              <p:cNvCxnSpPr/>
              <p:nvPr/>
            </p:nvCxnSpPr>
            <p:spPr bwMode="auto">
              <a:xfrm rot="16200000" flipH="1">
                <a:off x="7394593" y="2178835"/>
                <a:ext cx="142876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8" name="直接连接符 447">
                <a:extLst>
                  <a:ext uri="{FF2B5EF4-FFF2-40B4-BE49-F238E27FC236}">
                    <a16:creationId xmlns:a16="http://schemas.microsoft.com/office/drawing/2014/main" id="{20ED9065-B3B9-4FC1-2E6C-2C4F76C25916}"/>
                  </a:ext>
                </a:extLst>
              </p:cNvPr>
              <p:cNvCxnSpPr/>
              <p:nvPr/>
            </p:nvCxnSpPr>
            <p:spPr bwMode="auto">
              <a:xfrm rot="16200000" flipH="1">
                <a:off x="7985147" y="2016909"/>
                <a:ext cx="214314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9" name="直接连接符 448">
                <a:extLst>
                  <a:ext uri="{FF2B5EF4-FFF2-40B4-BE49-F238E27FC236}">
                    <a16:creationId xmlns:a16="http://schemas.microsoft.com/office/drawing/2014/main" id="{BC7A3B77-3C46-B183-714D-B7CE5250FA06}"/>
                  </a:ext>
                </a:extLst>
              </p:cNvPr>
              <p:cNvCxnSpPr/>
              <p:nvPr/>
            </p:nvCxnSpPr>
            <p:spPr bwMode="auto">
              <a:xfrm rot="5400000">
                <a:off x="8020866" y="2195504"/>
                <a:ext cx="142876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811" name="TextBox 438">
                <a:extLst>
                  <a:ext uri="{FF2B5EF4-FFF2-40B4-BE49-F238E27FC236}">
                    <a16:creationId xmlns:a16="http://schemas.microsoft.com/office/drawing/2014/main" id="{02A6A0E5-07FA-1D6F-7CA3-C25E21E785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757" name="组合 450">
              <a:extLst>
                <a:ext uri="{FF2B5EF4-FFF2-40B4-BE49-F238E27FC236}">
                  <a16:creationId xmlns:a16="http://schemas.microsoft.com/office/drawing/2014/main" id="{30FC54D6-7178-3716-0A65-1889E3F903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43306" y="1527104"/>
              <a:ext cx="773910" cy="401698"/>
              <a:chOff x="7429520" y="1885882"/>
              <a:chExt cx="773910" cy="401698"/>
            </a:xfrm>
          </p:grpSpPr>
          <p:cxnSp>
            <p:nvCxnSpPr>
              <p:cNvPr id="452" name="直接连接符 451">
                <a:extLst>
                  <a:ext uri="{FF2B5EF4-FFF2-40B4-BE49-F238E27FC236}">
                    <a16:creationId xmlns:a16="http://schemas.microsoft.com/office/drawing/2014/main" id="{9F651B5B-DFE9-7F5A-D9B6-0FAE0CB5A697}"/>
                  </a:ext>
                </a:extLst>
              </p:cNvPr>
              <p:cNvCxnSpPr/>
              <p:nvPr/>
            </p:nvCxnSpPr>
            <p:spPr bwMode="auto">
              <a:xfrm flipV="1">
                <a:off x="7467620" y="1928802"/>
                <a:ext cx="60484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3" name="直接连接符 452">
                <a:extLst>
                  <a:ext uri="{FF2B5EF4-FFF2-40B4-BE49-F238E27FC236}">
                    <a16:creationId xmlns:a16="http://schemas.microsoft.com/office/drawing/2014/main" id="{567FEA66-EE73-D40A-43BD-AA31E88C93BD}"/>
                  </a:ext>
                </a:extLst>
              </p:cNvPr>
              <p:cNvCxnSpPr/>
              <p:nvPr/>
            </p:nvCxnSpPr>
            <p:spPr bwMode="auto">
              <a:xfrm>
                <a:off x="7500958" y="2285992"/>
                <a:ext cx="571504" cy="158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4" name="直接连接符 453">
                <a:extLst>
                  <a:ext uri="{FF2B5EF4-FFF2-40B4-BE49-F238E27FC236}">
                    <a16:creationId xmlns:a16="http://schemas.microsoft.com/office/drawing/2014/main" id="{0A4F8E3F-A8E2-A26C-2912-AD0FE0906284}"/>
                  </a:ext>
                </a:extLst>
              </p:cNvPr>
              <p:cNvCxnSpPr/>
              <p:nvPr/>
            </p:nvCxnSpPr>
            <p:spPr bwMode="auto">
              <a:xfrm rot="5400000">
                <a:off x="7341413" y="2016909"/>
                <a:ext cx="214314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5" name="直接连接符 454">
                <a:extLst>
                  <a:ext uri="{FF2B5EF4-FFF2-40B4-BE49-F238E27FC236}">
                    <a16:creationId xmlns:a16="http://schemas.microsoft.com/office/drawing/2014/main" id="{ED514C0B-F806-0388-512B-FE2D4CD2346D}"/>
                  </a:ext>
                </a:extLst>
              </p:cNvPr>
              <p:cNvCxnSpPr/>
              <p:nvPr/>
            </p:nvCxnSpPr>
            <p:spPr bwMode="auto">
              <a:xfrm rot="16200000" flipH="1">
                <a:off x="7393801" y="2178835"/>
                <a:ext cx="142876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6" name="直接连接符 455">
                <a:extLst>
                  <a:ext uri="{FF2B5EF4-FFF2-40B4-BE49-F238E27FC236}">
                    <a16:creationId xmlns:a16="http://schemas.microsoft.com/office/drawing/2014/main" id="{D561940D-7B54-FDAE-626E-FA7176A1AB13}"/>
                  </a:ext>
                </a:extLst>
              </p:cNvPr>
              <p:cNvCxnSpPr/>
              <p:nvPr/>
            </p:nvCxnSpPr>
            <p:spPr bwMode="auto">
              <a:xfrm rot="16200000" flipH="1">
                <a:off x="7984355" y="2016909"/>
                <a:ext cx="214314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7" name="直接连接符 456">
                <a:extLst>
                  <a:ext uri="{FF2B5EF4-FFF2-40B4-BE49-F238E27FC236}">
                    <a16:creationId xmlns:a16="http://schemas.microsoft.com/office/drawing/2014/main" id="{118BAD14-AC8B-35FF-B716-CD2CAEC0BEB5}"/>
                  </a:ext>
                </a:extLst>
              </p:cNvPr>
              <p:cNvCxnSpPr/>
              <p:nvPr/>
            </p:nvCxnSpPr>
            <p:spPr bwMode="auto">
              <a:xfrm rot="5400000">
                <a:off x="8020074" y="2195504"/>
                <a:ext cx="142876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804" name="TextBox 438">
                <a:extLst>
                  <a:ext uri="{FF2B5EF4-FFF2-40B4-BE49-F238E27FC236}">
                    <a16:creationId xmlns:a16="http://schemas.microsoft.com/office/drawing/2014/main" id="{8EBF35F0-7B6A-654F-FA5E-80F4BA5D40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758" name="组合 458">
              <a:extLst>
                <a:ext uri="{FF2B5EF4-FFF2-40B4-BE49-F238E27FC236}">
                  <a16:creationId xmlns:a16="http://schemas.microsoft.com/office/drawing/2014/main" id="{A00A3395-DC52-DE2A-4680-0813AA3DB0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55412" y="1500174"/>
              <a:ext cx="773910" cy="401698"/>
              <a:chOff x="7429520" y="1885882"/>
              <a:chExt cx="773910" cy="401698"/>
            </a:xfrm>
          </p:grpSpPr>
          <p:cxnSp>
            <p:nvCxnSpPr>
              <p:cNvPr id="460" name="直接连接符 459">
                <a:extLst>
                  <a:ext uri="{FF2B5EF4-FFF2-40B4-BE49-F238E27FC236}">
                    <a16:creationId xmlns:a16="http://schemas.microsoft.com/office/drawing/2014/main" id="{24E2ED1E-5358-AAA9-1E5A-78F1A8F3D493}"/>
                  </a:ext>
                </a:extLst>
              </p:cNvPr>
              <p:cNvCxnSpPr/>
              <p:nvPr/>
            </p:nvCxnSpPr>
            <p:spPr bwMode="auto">
              <a:xfrm flipV="1">
                <a:off x="7468412" y="1928744"/>
                <a:ext cx="604841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" name="直接连接符 460">
                <a:extLst>
                  <a:ext uri="{FF2B5EF4-FFF2-40B4-BE49-F238E27FC236}">
                    <a16:creationId xmlns:a16="http://schemas.microsoft.com/office/drawing/2014/main" id="{7ACFA8C4-1E17-E6BE-F759-D99ABF4F613C}"/>
                  </a:ext>
                </a:extLst>
              </p:cNvPr>
              <p:cNvCxnSpPr/>
              <p:nvPr/>
            </p:nvCxnSpPr>
            <p:spPr bwMode="auto">
              <a:xfrm>
                <a:off x="7501749" y="2285935"/>
                <a:ext cx="571504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2" name="直接连接符 461">
                <a:extLst>
                  <a:ext uri="{FF2B5EF4-FFF2-40B4-BE49-F238E27FC236}">
                    <a16:creationId xmlns:a16="http://schemas.microsoft.com/office/drawing/2014/main" id="{8D180767-B0C5-93A5-9CF4-9A5ABA54DBD0}"/>
                  </a:ext>
                </a:extLst>
              </p:cNvPr>
              <p:cNvCxnSpPr/>
              <p:nvPr/>
            </p:nvCxnSpPr>
            <p:spPr bwMode="auto">
              <a:xfrm rot="5400000">
                <a:off x="7342204" y="2016852"/>
                <a:ext cx="214315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3" name="直接连接符 462">
                <a:extLst>
                  <a:ext uri="{FF2B5EF4-FFF2-40B4-BE49-F238E27FC236}">
                    <a16:creationId xmlns:a16="http://schemas.microsoft.com/office/drawing/2014/main" id="{8CED9A08-2B76-0358-37A5-B6CE42A6528A}"/>
                  </a:ext>
                </a:extLst>
              </p:cNvPr>
              <p:cNvCxnSpPr/>
              <p:nvPr/>
            </p:nvCxnSpPr>
            <p:spPr bwMode="auto">
              <a:xfrm rot="16200000" flipH="1">
                <a:off x="7394593" y="2178778"/>
                <a:ext cx="142876" cy="714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4" name="直接连接符 463">
                <a:extLst>
                  <a:ext uri="{FF2B5EF4-FFF2-40B4-BE49-F238E27FC236}">
                    <a16:creationId xmlns:a16="http://schemas.microsoft.com/office/drawing/2014/main" id="{CA2ED461-0315-499D-7AD9-5BD807DE1E0D}"/>
                  </a:ext>
                </a:extLst>
              </p:cNvPr>
              <p:cNvCxnSpPr/>
              <p:nvPr/>
            </p:nvCxnSpPr>
            <p:spPr bwMode="auto">
              <a:xfrm rot="16200000" flipH="1">
                <a:off x="7985145" y="2016852"/>
                <a:ext cx="214315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5" name="直接连接符 464">
                <a:extLst>
                  <a:ext uri="{FF2B5EF4-FFF2-40B4-BE49-F238E27FC236}">
                    <a16:creationId xmlns:a16="http://schemas.microsoft.com/office/drawing/2014/main" id="{6E78DA17-6144-7EDD-CCFA-64B827AC9B44}"/>
                  </a:ext>
                </a:extLst>
              </p:cNvPr>
              <p:cNvCxnSpPr/>
              <p:nvPr/>
            </p:nvCxnSpPr>
            <p:spPr bwMode="auto">
              <a:xfrm rot="5400000">
                <a:off x="8020865" y="2195447"/>
                <a:ext cx="142876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797" name="TextBox 438">
                <a:extLst>
                  <a:ext uri="{FF2B5EF4-FFF2-40B4-BE49-F238E27FC236}">
                    <a16:creationId xmlns:a16="http://schemas.microsoft.com/office/drawing/2014/main" id="{49EF93B6-9A9D-F490-3F82-16AE55094C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759" name="组合 466">
              <a:extLst>
                <a:ext uri="{FF2B5EF4-FFF2-40B4-BE49-F238E27FC236}">
                  <a16:creationId xmlns:a16="http://schemas.microsoft.com/office/drawing/2014/main" id="{BD29D3DA-8F4C-801F-DE2B-77C3DF0D41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69792" y="1500174"/>
              <a:ext cx="773910" cy="401698"/>
              <a:chOff x="7429520" y="1885882"/>
              <a:chExt cx="773910" cy="401698"/>
            </a:xfrm>
          </p:grpSpPr>
          <p:cxnSp>
            <p:nvCxnSpPr>
              <p:cNvPr id="468" name="直接连接符 467">
                <a:extLst>
                  <a:ext uri="{FF2B5EF4-FFF2-40B4-BE49-F238E27FC236}">
                    <a16:creationId xmlns:a16="http://schemas.microsoft.com/office/drawing/2014/main" id="{C32E4BBE-359C-4E43-65E5-A73A93016922}"/>
                  </a:ext>
                </a:extLst>
              </p:cNvPr>
              <p:cNvCxnSpPr/>
              <p:nvPr/>
            </p:nvCxnSpPr>
            <p:spPr bwMode="auto">
              <a:xfrm flipV="1">
                <a:off x="7468412" y="1928744"/>
                <a:ext cx="604841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9" name="直接连接符 468">
                <a:extLst>
                  <a:ext uri="{FF2B5EF4-FFF2-40B4-BE49-F238E27FC236}">
                    <a16:creationId xmlns:a16="http://schemas.microsoft.com/office/drawing/2014/main" id="{3EF58A2E-50E8-8E04-439D-CBE054CE1F37}"/>
                  </a:ext>
                </a:extLst>
              </p:cNvPr>
              <p:cNvCxnSpPr/>
              <p:nvPr/>
            </p:nvCxnSpPr>
            <p:spPr bwMode="auto">
              <a:xfrm>
                <a:off x="7501749" y="2285935"/>
                <a:ext cx="571504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0" name="直接连接符 469">
                <a:extLst>
                  <a:ext uri="{FF2B5EF4-FFF2-40B4-BE49-F238E27FC236}">
                    <a16:creationId xmlns:a16="http://schemas.microsoft.com/office/drawing/2014/main" id="{34ECC781-00F5-C92E-2BB5-4B0255DA1391}"/>
                  </a:ext>
                </a:extLst>
              </p:cNvPr>
              <p:cNvCxnSpPr/>
              <p:nvPr/>
            </p:nvCxnSpPr>
            <p:spPr bwMode="auto">
              <a:xfrm rot="5400000">
                <a:off x="7342204" y="2016852"/>
                <a:ext cx="214315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1" name="直接连接符 470">
                <a:extLst>
                  <a:ext uri="{FF2B5EF4-FFF2-40B4-BE49-F238E27FC236}">
                    <a16:creationId xmlns:a16="http://schemas.microsoft.com/office/drawing/2014/main" id="{2B8BCED2-3169-4EAE-1C80-29D8BB94BCB0}"/>
                  </a:ext>
                </a:extLst>
              </p:cNvPr>
              <p:cNvCxnSpPr/>
              <p:nvPr/>
            </p:nvCxnSpPr>
            <p:spPr bwMode="auto">
              <a:xfrm rot="16200000" flipH="1">
                <a:off x="7394593" y="2178778"/>
                <a:ext cx="142876" cy="714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2" name="直接连接符 471">
                <a:extLst>
                  <a:ext uri="{FF2B5EF4-FFF2-40B4-BE49-F238E27FC236}">
                    <a16:creationId xmlns:a16="http://schemas.microsoft.com/office/drawing/2014/main" id="{B9CAE7CF-598B-1B05-A1BE-34B07E64D054}"/>
                  </a:ext>
                </a:extLst>
              </p:cNvPr>
              <p:cNvCxnSpPr/>
              <p:nvPr/>
            </p:nvCxnSpPr>
            <p:spPr bwMode="auto">
              <a:xfrm rot="16200000" flipH="1">
                <a:off x="7985145" y="2016852"/>
                <a:ext cx="214315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3" name="直接连接符 472">
                <a:extLst>
                  <a:ext uri="{FF2B5EF4-FFF2-40B4-BE49-F238E27FC236}">
                    <a16:creationId xmlns:a16="http://schemas.microsoft.com/office/drawing/2014/main" id="{780AB4E7-EA33-D544-8E94-1DEEB3D12963}"/>
                  </a:ext>
                </a:extLst>
              </p:cNvPr>
              <p:cNvCxnSpPr/>
              <p:nvPr/>
            </p:nvCxnSpPr>
            <p:spPr bwMode="auto">
              <a:xfrm rot="5400000">
                <a:off x="8020865" y="2195447"/>
                <a:ext cx="142876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790" name="TextBox 438">
                <a:extLst>
                  <a:ext uri="{FF2B5EF4-FFF2-40B4-BE49-F238E27FC236}">
                    <a16:creationId xmlns:a16="http://schemas.microsoft.com/office/drawing/2014/main" id="{7C492196-EA56-997C-D039-0DA090DFC1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760" name="组合 474">
              <a:extLst>
                <a:ext uri="{FF2B5EF4-FFF2-40B4-BE49-F238E27FC236}">
                  <a16:creationId xmlns:a16="http://schemas.microsoft.com/office/drawing/2014/main" id="{CAB20C13-F31F-E1CA-9EEE-E56FA484C7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96080" y="1500174"/>
              <a:ext cx="773910" cy="401698"/>
              <a:chOff x="7429520" y="1885882"/>
              <a:chExt cx="773910" cy="401698"/>
            </a:xfrm>
          </p:grpSpPr>
          <p:cxnSp>
            <p:nvCxnSpPr>
              <p:cNvPr id="476" name="直接连接符 475">
                <a:extLst>
                  <a:ext uri="{FF2B5EF4-FFF2-40B4-BE49-F238E27FC236}">
                    <a16:creationId xmlns:a16="http://schemas.microsoft.com/office/drawing/2014/main" id="{4D1C7386-55A4-5083-E2EB-271F5354EA75}"/>
                  </a:ext>
                </a:extLst>
              </p:cNvPr>
              <p:cNvCxnSpPr/>
              <p:nvPr/>
            </p:nvCxnSpPr>
            <p:spPr bwMode="auto">
              <a:xfrm flipV="1">
                <a:off x="7467617" y="1928744"/>
                <a:ext cx="60484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7" name="直接连接符 476">
                <a:extLst>
                  <a:ext uri="{FF2B5EF4-FFF2-40B4-BE49-F238E27FC236}">
                    <a16:creationId xmlns:a16="http://schemas.microsoft.com/office/drawing/2014/main" id="{EF150E52-D4B6-3FBC-C543-DE09ABD6B039}"/>
                  </a:ext>
                </a:extLst>
              </p:cNvPr>
              <p:cNvCxnSpPr/>
              <p:nvPr/>
            </p:nvCxnSpPr>
            <p:spPr bwMode="auto">
              <a:xfrm>
                <a:off x="7500955" y="2285935"/>
                <a:ext cx="571504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8" name="直接连接符 477">
                <a:extLst>
                  <a:ext uri="{FF2B5EF4-FFF2-40B4-BE49-F238E27FC236}">
                    <a16:creationId xmlns:a16="http://schemas.microsoft.com/office/drawing/2014/main" id="{C15FE607-AECE-9B66-675C-1F8974CF4D83}"/>
                  </a:ext>
                </a:extLst>
              </p:cNvPr>
              <p:cNvCxnSpPr/>
              <p:nvPr/>
            </p:nvCxnSpPr>
            <p:spPr bwMode="auto">
              <a:xfrm rot="5400000">
                <a:off x="7341409" y="2016852"/>
                <a:ext cx="214315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9" name="直接连接符 478">
                <a:extLst>
                  <a:ext uri="{FF2B5EF4-FFF2-40B4-BE49-F238E27FC236}">
                    <a16:creationId xmlns:a16="http://schemas.microsoft.com/office/drawing/2014/main" id="{DE69372A-308A-DB59-4CA4-1D81DEA3E515}"/>
                  </a:ext>
                </a:extLst>
              </p:cNvPr>
              <p:cNvCxnSpPr/>
              <p:nvPr/>
            </p:nvCxnSpPr>
            <p:spPr bwMode="auto">
              <a:xfrm rot="16200000" flipH="1">
                <a:off x="7393798" y="2178778"/>
                <a:ext cx="142876" cy="7143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0" name="直接连接符 479">
                <a:extLst>
                  <a:ext uri="{FF2B5EF4-FFF2-40B4-BE49-F238E27FC236}">
                    <a16:creationId xmlns:a16="http://schemas.microsoft.com/office/drawing/2014/main" id="{63E1D1D4-B6EA-048C-A52D-493539B4DC4C}"/>
                  </a:ext>
                </a:extLst>
              </p:cNvPr>
              <p:cNvCxnSpPr/>
              <p:nvPr/>
            </p:nvCxnSpPr>
            <p:spPr bwMode="auto">
              <a:xfrm rot="16200000" flipH="1">
                <a:off x="7985145" y="2016058"/>
                <a:ext cx="214315" cy="396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1" name="直接连接符 480">
                <a:extLst>
                  <a:ext uri="{FF2B5EF4-FFF2-40B4-BE49-F238E27FC236}">
                    <a16:creationId xmlns:a16="http://schemas.microsoft.com/office/drawing/2014/main" id="{1299C0C9-EB50-ED85-CBDD-330CDF85AC2D}"/>
                  </a:ext>
                </a:extLst>
              </p:cNvPr>
              <p:cNvCxnSpPr/>
              <p:nvPr/>
            </p:nvCxnSpPr>
            <p:spPr bwMode="auto">
              <a:xfrm rot="5400000">
                <a:off x="8020865" y="2194653"/>
                <a:ext cx="142876" cy="396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783" name="TextBox 438">
                <a:extLst>
                  <a:ext uri="{FF2B5EF4-FFF2-40B4-BE49-F238E27FC236}">
                    <a16:creationId xmlns:a16="http://schemas.microsoft.com/office/drawing/2014/main" id="{0965A2EE-D510-DBC6-BAFA-DFB222B030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761" name="组合 482">
              <a:extLst>
                <a:ext uri="{FF2B5EF4-FFF2-40B4-BE49-F238E27FC236}">
                  <a16:creationId xmlns:a16="http://schemas.microsoft.com/office/drawing/2014/main" id="{019EBCE8-00F6-1458-A0B4-2923A62A6A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98552" y="1500174"/>
              <a:ext cx="773910" cy="401698"/>
              <a:chOff x="7429520" y="1885882"/>
              <a:chExt cx="773910" cy="401698"/>
            </a:xfrm>
          </p:grpSpPr>
          <p:cxnSp>
            <p:nvCxnSpPr>
              <p:cNvPr id="484" name="直接连接符 483">
                <a:extLst>
                  <a:ext uri="{FF2B5EF4-FFF2-40B4-BE49-F238E27FC236}">
                    <a16:creationId xmlns:a16="http://schemas.microsoft.com/office/drawing/2014/main" id="{50B3252E-0379-5980-D564-DC74C608DDF0}"/>
                  </a:ext>
                </a:extLst>
              </p:cNvPr>
              <p:cNvCxnSpPr/>
              <p:nvPr/>
            </p:nvCxnSpPr>
            <p:spPr bwMode="auto">
              <a:xfrm flipV="1">
                <a:off x="7468412" y="1928744"/>
                <a:ext cx="604841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直接连接符 484">
                <a:extLst>
                  <a:ext uri="{FF2B5EF4-FFF2-40B4-BE49-F238E27FC236}">
                    <a16:creationId xmlns:a16="http://schemas.microsoft.com/office/drawing/2014/main" id="{C303C2C4-F44D-AC48-F842-F878777BA0D7}"/>
                  </a:ext>
                </a:extLst>
              </p:cNvPr>
              <p:cNvCxnSpPr/>
              <p:nvPr/>
            </p:nvCxnSpPr>
            <p:spPr bwMode="auto">
              <a:xfrm>
                <a:off x="7501749" y="2285935"/>
                <a:ext cx="571504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直接连接符 485">
                <a:extLst>
                  <a:ext uri="{FF2B5EF4-FFF2-40B4-BE49-F238E27FC236}">
                    <a16:creationId xmlns:a16="http://schemas.microsoft.com/office/drawing/2014/main" id="{9713D7B1-2E13-9D50-BFF4-E00E77955627}"/>
                  </a:ext>
                </a:extLst>
              </p:cNvPr>
              <p:cNvCxnSpPr/>
              <p:nvPr/>
            </p:nvCxnSpPr>
            <p:spPr bwMode="auto">
              <a:xfrm rot="5400000">
                <a:off x="7342204" y="2016852"/>
                <a:ext cx="214315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直接连接符 486">
                <a:extLst>
                  <a:ext uri="{FF2B5EF4-FFF2-40B4-BE49-F238E27FC236}">
                    <a16:creationId xmlns:a16="http://schemas.microsoft.com/office/drawing/2014/main" id="{BCD8AEE1-717A-40F8-FB04-DC170C1DD1F0}"/>
                  </a:ext>
                </a:extLst>
              </p:cNvPr>
              <p:cNvCxnSpPr/>
              <p:nvPr/>
            </p:nvCxnSpPr>
            <p:spPr bwMode="auto">
              <a:xfrm rot="16200000" flipH="1">
                <a:off x="7394593" y="2178778"/>
                <a:ext cx="142876" cy="714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直接连接符 487">
                <a:extLst>
                  <a:ext uri="{FF2B5EF4-FFF2-40B4-BE49-F238E27FC236}">
                    <a16:creationId xmlns:a16="http://schemas.microsoft.com/office/drawing/2014/main" id="{2AE3EAD5-A6C9-9A37-1005-DD7626BBA757}"/>
                  </a:ext>
                </a:extLst>
              </p:cNvPr>
              <p:cNvCxnSpPr/>
              <p:nvPr/>
            </p:nvCxnSpPr>
            <p:spPr bwMode="auto">
              <a:xfrm rot="16200000" flipH="1">
                <a:off x="7985145" y="2016852"/>
                <a:ext cx="214315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直接连接符 488">
                <a:extLst>
                  <a:ext uri="{FF2B5EF4-FFF2-40B4-BE49-F238E27FC236}">
                    <a16:creationId xmlns:a16="http://schemas.microsoft.com/office/drawing/2014/main" id="{473FE805-5E03-8FDB-E15D-6C701074CDA4}"/>
                  </a:ext>
                </a:extLst>
              </p:cNvPr>
              <p:cNvCxnSpPr/>
              <p:nvPr/>
            </p:nvCxnSpPr>
            <p:spPr bwMode="auto">
              <a:xfrm rot="5400000">
                <a:off x="8020865" y="2195447"/>
                <a:ext cx="142876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776" name="TextBox 438">
                <a:extLst>
                  <a:ext uri="{FF2B5EF4-FFF2-40B4-BE49-F238E27FC236}">
                    <a16:creationId xmlns:a16="http://schemas.microsoft.com/office/drawing/2014/main" id="{96853312-C951-2E90-AAF5-CD04E1CD03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762" name="组合 490">
              <a:extLst>
                <a:ext uri="{FF2B5EF4-FFF2-40B4-BE49-F238E27FC236}">
                  <a16:creationId xmlns:a16="http://schemas.microsoft.com/office/drawing/2014/main" id="{0E3DBA20-131C-F095-D163-9E60D93D2A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12932" y="1500174"/>
              <a:ext cx="773910" cy="401698"/>
              <a:chOff x="7429520" y="1885882"/>
              <a:chExt cx="773910" cy="401698"/>
            </a:xfrm>
          </p:grpSpPr>
          <p:cxnSp>
            <p:nvCxnSpPr>
              <p:cNvPr id="492" name="直接连接符 491">
                <a:extLst>
                  <a:ext uri="{FF2B5EF4-FFF2-40B4-BE49-F238E27FC236}">
                    <a16:creationId xmlns:a16="http://schemas.microsoft.com/office/drawing/2014/main" id="{55A9AAE5-341D-325E-43E1-9F16160C9A23}"/>
                  </a:ext>
                </a:extLst>
              </p:cNvPr>
              <p:cNvCxnSpPr/>
              <p:nvPr/>
            </p:nvCxnSpPr>
            <p:spPr bwMode="auto">
              <a:xfrm flipV="1">
                <a:off x="7468413" y="1928744"/>
                <a:ext cx="604841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3" name="直接连接符 492">
                <a:extLst>
                  <a:ext uri="{FF2B5EF4-FFF2-40B4-BE49-F238E27FC236}">
                    <a16:creationId xmlns:a16="http://schemas.microsoft.com/office/drawing/2014/main" id="{EB4ECC55-641F-6A81-12D3-44D27A2002CC}"/>
                  </a:ext>
                </a:extLst>
              </p:cNvPr>
              <p:cNvCxnSpPr/>
              <p:nvPr/>
            </p:nvCxnSpPr>
            <p:spPr bwMode="auto">
              <a:xfrm>
                <a:off x="7501750" y="2285935"/>
                <a:ext cx="571504" cy="158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4" name="直接连接符 493">
                <a:extLst>
                  <a:ext uri="{FF2B5EF4-FFF2-40B4-BE49-F238E27FC236}">
                    <a16:creationId xmlns:a16="http://schemas.microsoft.com/office/drawing/2014/main" id="{C1C74BB5-1785-F8B6-7F02-303006077B42}"/>
                  </a:ext>
                </a:extLst>
              </p:cNvPr>
              <p:cNvCxnSpPr/>
              <p:nvPr/>
            </p:nvCxnSpPr>
            <p:spPr bwMode="auto">
              <a:xfrm rot="5400000">
                <a:off x="7342205" y="2016852"/>
                <a:ext cx="214315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5" name="直接连接符 494">
                <a:extLst>
                  <a:ext uri="{FF2B5EF4-FFF2-40B4-BE49-F238E27FC236}">
                    <a16:creationId xmlns:a16="http://schemas.microsoft.com/office/drawing/2014/main" id="{EF3AF3D2-4EF0-DCFB-2AF2-88C0916CB707}"/>
                  </a:ext>
                </a:extLst>
              </p:cNvPr>
              <p:cNvCxnSpPr/>
              <p:nvPr/>
            </p:nvCxnSpPr>
            <p:spPr bwMode="auto">
              <a:xfrm rot="16200000" flipH="1">
                <a:off x="7394594" y="2178778"/>
                <a:ext cx="142876" cy="7143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直接连接符 495">
                <a:extLst>
                  <a:ext uri="{FF2B5EF4-FFF2-40B4-BE49-F238E27FC236}">
                    <a16:creationId xmlns:a16="http://schemas.microsoft.com/office/drawing/2014/main" id="{479BE5D2-C4BD-8207-65B8-30C2B9AE829C}"/>
                  </a:ext>
                </a:extLst>
              </p:cNvPr>
              <p:cNvCxnSpPr/>
              <p:nvPr/>
            </p:nvCxnSpPr>
            <p:spPr bwMode="auto">
              <a:xfrm rot="16200000" flipH="1">
                <a:off x="7985146" y="2016852"/>
                <a:ext cx="214315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7" name="直接连接符 496">
                <a:extLst>
                  <a:ext uri="{FF2B5EF4-FFF2-40B4-BE49-F238E27FC236}">
                    <a16:creationId xmlns:a16="http://schemas.microsoft.com/office/drawing/2014/main" id="{099BD310-D4FB-7604-E859-CB0EB239108B}"/>
                  </a:ext>
                </a:extLst>
              </p:cNvPr>
              <p:cNvCxnSpPr/>
              <p:nvPr/>
            </p:nvCxnSpPr>
            <p:spPr bwMode="auto">
              <a:xfrm rot="5400000">
                <a:off x="8020866" y="2195447"/>
                <a:ext cx="142876" cy="381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769" name="TextBox 438">
                <a:extLst>
                  <a:ext uri="{FF2B5EF4-FFF2-40B4-BE49-F238E27FC236}">
                    <a16:creationId xmlns:a16="http://schemas.microsoft.com/office/drawing/2014/main" id="{6ED70252-77A3-6270-0B1F-E1C1013211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0000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5" name="组合 774">
            <a:extLst>
              <a:ext uri="{FF2B5EF4-FFF2-40B4-BE49-F238E27FC236}">
                <a16:creationId xmlns:a16="http://schemas.microsoft.com/office/drawing/2014/main" id="{D5C5FEE3-0BD3-BA12-7D32-3604B57F5FE6}"/>
              </a:ext>
            </a:extLst>
          </p:cNvPr>
          <p:cNvGrpSpPr>
            <a:grpSpLocks/>
          </p:cNvGrpSpPr>
          <p:nvPr/>
        </p:nvGrpSpPr>
        <p:grpSpPr bwMode="auto">
          <a:xfrm>
            <a:off x="266923" y="2234406"/>
            <a:ext cx="8561388" cy="523875"/>
            <a:chOff x="214282" y="1905648"/>
            <a:chExt cx="8560652" cy="523220"/>
          </a:xfrm>
        </p:grpSpPr>
        <p:sp>
          <p:nvSpPr>
            <p:cNvPr id="23679" name="Rectangle 67">
              <a:extLst>
                <a:ext uri="{FF2B5EF4-FFF2-40B4-BE49-F238E27FC236}">
                  <a16:creationId xmlns:a16="http://schemas.microsoft.com/office/drawing/2014/main" id="{3AAE55E5-EB1C-F87B-BF72-8E773F1B48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282" y="1916660"/>
              <a:ext cx="142876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/>
                <a:t>Q</a:t>
              </a:r>
              <a:r>
                <a:rPr lang="en-US" altLang="zh-CN" sz="1800" baseline="-25000"/>
                <a:t>11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10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9</a:t>
              </a:r>
              <a:r>
                <a:rPr lang="en-US" altLang="zh-CN" sz="1800"/>
                <a:t>Q</a:t>
              </a:r>
              <a:r>
                <a:rPr lang="en-US" altLang="zh-CN" sz="1800" baseline="-25000"/>
                <a:t>8</a:t>
              </a:r>
            </a:p>
          </p:txBody>
        </p:sp>
        <p:sp>
          <p:nvSpPr>
            <p:cNvPr id="23680" name="TextBox 424">
              <a:extLst>
                <a:ext uri="{FF2B5EF4-FFF2-40B4-BE49-F238E27FC236}">
                  <a16:creationId xmlns:a16="http://schemas.microsoft.com/office/drawing/2014/main" id="{F0A4029F-3618-A6AA-FB62-AB1564527C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7686" y="1905648"/>
              <a:ext cx="107157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……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23681" name="组合 498">
              <a:extLst>
                <a:ext uri="{FF2B5EF4-FFF2-40B4-BE49-F238E27FC236}">
                  <a16:creationId xmlns:a16="http://schemas.microsoft.com/office/drawing/2014/main" id="{B6455D7F-83BA-678B-D32D-80ED6D2C0B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00166" y="1955732"/>
              <a:ext cx="773910" cy="401698"/>
              <a:chOff x="7429520" y="1885882"/>
              <a:chExt cx="773910" cy="401698"/>
            </a:xfrm>
          </p:grpSpPr>
          <p:cxnSp>
            <p:nvCxnSpPr>
              <p:cNvPr id="500" name="直接连接符 499">
                <a:extLst>
                  <a:ext uri="{FF2B5EF4-FFF2-40B4-BE49-F238E27FC236}">
                    <a16:creationId xmlns:a16="http://schemas.microsoft.com/office/drawing/2014/main" id="{4F1D2CDF-AFE4-F644-E03D-B05C26E44BA5}"/>
                  </a:ext>
                </a:extLst>
              </p:cNvPr>
              <p:cNvCxnSpPr/>
              <p:nvPr/>
            </p:nvCxnSpPr>
            <p:spPr bwMode="auto">
              <a:xfrm flipV="1">
                <a:off x="7467497" y="1929344"/>
                <a:ext cx="604786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1" name="直接连接符 500">
                <a:extLst>
                  <a:ext uri="{FF2B5EF4-FFF2-40B4-BE49-F238E27FC236}">
                    <a16:creationId xmlns:a16="http://schemas.microsoft.com/office/drawing/2014/main" id="{D4AE1F01-51B5-8B3F-CB09-D471077F4D6D}"/>
                  </a:ext>
                </a:extLst>
              </p:cNvPr>
              <p:cNvCxnSpPr/>
              <p:nvPr/>
            </p:nvCxnSpPr>
            <p:spPr bwMode="auto">
              <a:xfrm>
                <a:off x="7500832" y="2286084"/>
                <a:ext cx="571451" cy="158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2" name="直接连接符 501">
                <a:extLst>
                  <a:ext uri="{FF2B5EF4-FFF2-40B4-BE49-F238E27FC236}">
                    <a16:creationId xmlns:a16="http://schemas.microsoft.com/office/drawing/2014/main" id="{A0FF392D-8E2C-5CDF-2D68-4024371A0434}"/>
                  </a:ext>
                </a:extLst>
              </p:cNvPr>
              <p:cNvCxnSpPr/>
              <p:nvPr/>
            </p:nvCxnSpPr>
            <p:spPr bwMode="auto">
              <a:xfrm rot="5400000">
                <a:off x="7341426" y="2017317"/>
                <a:ext cx="214044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3" name="直接连接符 502">
                <a:extLst>
                  <a:ext uri="{FF2B5EF4-FFF2-40B4-BE49-F238E27FC236}">
                    <a16:creationId xmlns:a16="http://schemas.microsoft.com/office/drawing/2014/main" id="{622A9E4E-67D7-A418-1FA0-528194F5140B}"/>
                  </a:ext>
                </a:extLst>
              </p:cNvPr>
              <p:cNvCxnSpPr/>
              <p:nvPr/>
            </p:nvCxnSpPr>
            <p:spPr bwMode="auto">
              <a:xfrm rot="16200000" flipH="1">
                <a:off x="7393767" y="2179020"/>
                <a:ext cx="142696" cy="714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直接连接符 503">
                <a:extLst>
                  <a:ext uri="{FF2B5EF4-FFF2-40B4-BE49-F238E27FC236}">
                    <a16:creationId xmlns:a16="http://schemas.microsoft.com/office/drawing/2014/main" id="{7AAF8D2B-2314-11D6-D590-52A3CD6F749E}"/>
                  </a:ext>
                </a:extLst>
              </p:cNvPr>
              <p:cNvCxnSpPr/>
              <p:nvPr/>
            </p:nvCxnSpPr>
            <p:spPr bwMode="auto">
              <a:xfrm rot="16200000" flipH="1">
                <a:off x="7985103" y="2016523"/>
                <a:ext cx="214044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" name="直接连接符 504">
                <a:extLst>
                  <a:ext uri="{FF2B5EF4-FFF2-40B4-BE49-F238E27FC236}">
                    <a16:creationId xmlns:a16="http://schemas.microsoft.com/office/drawing/2014/main" id="{D51A9F2F-3FC9-EA14-F233-E4D824125289}"/>
                  </a:ext>
                </a:extLst>
              </p:cNvPr>
              <p:cNvCxnSpPr/>
              <p:nvPr/>
            </p:nvCxnSpPr>
            <p:spPr bwMode="auto">
              <a:xfrm rot="5400000">
                <a:off x="8020776" y="2194894"/>
                <a:ext cx="142696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752" name="TextBox 438">
                <a:extLst>
                  <a:ext uri="{FF2B5EF4-FFF2-40B4-BE49-F238E27FC236}">
                    <a16:creationId xmlns:a16="http://schemas.microsoft.com/office/drawing/2014/main" id="{68CB4CFB-9A41-5A3A-04E2-84C69343BA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682" name="组合 506">
              <a:extLst>
                <a:ext uri="{FF2B5EF4-FFF2-40B4-BE49-F238E27FC236}">
                  <a16:creationId xmlns:a16="http://schemas.microsoft.com/office/drawing/2014/main" id="{E8634095-7866-9BC6-FBEE-9CF969C503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02638" y="1955732"/>
              <a:ext cx="773910" cy="401698"/>
              <a:chOff x="7429520" y="1885882"/>
              <a:chExt cx="773910" cy="401698"/>
            </a:xfrm>
          </p:grpSpPr>
          <p:cxnSp>
            <p:nvCxnSpPr>
              <p:cNvPr id="508" name="直接连接符 507">
                <a:extLst>
                  <a:ext uri="{FF2B5EF4-FFF2-40B4-BE49-F238E27FC236}">
                    <a16:creationId xmlns:a16="http://schemas.microsoft.com/office/drawing/2014/main" id="{13206EC4-A0CD-C2E2-EE30-0C9711A00DD3}"/>
                  </a:ext>
                </a:extLst>
              </p:cNvPr>
              <p:cNvCxnSpPr/>
              <p:nvPr/>
            </p:nvCxnSpPr>
            <p:spPr bwMode="auto">
              <a:xfrm flipV="1">
                <a:off x="7468228" y="1929344"/>
                <a:ext cx="604785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9" name="直接连接符 508">
                <a:extLst>
                  <a:ext uri="{FF2B5EF4-FFF2-40B4-BE49-F238E27FC236}">
                    <a16:creationId xmlns:a16="http://schemas.microsoft.com/office/drawing/2014/main" id="{2396BE54-743B-27AE-E97D-11D7E6AE877A}"/>
                  </a:ext>
                </a:extLst>
              </p:cNvPr>
              <p:cNvCxnSpPr/>
              <p:nvPr/>
            </p:nvCxnSpPr>
            <p:spPr bwMode="auto">
              <a:xfrm>
                <a:off x="7501562" y="2286084"/>
                <a:ext cx="571451" cy="158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0" name="直接连接符 509">
                <a:extLst>
                  <a:ext uri="{FF2B5EF4-FFF2-40B4-BE49-F238E27FC236}">
                    <a16:creationId xmlns:a16="http://schemas.microsoft.com/office/drawing/2014/main" id="{3D63D65A-2387-B5C3-C39E-2A93914DA143}"/>
                  </a:ext>
                </a:extLst>
              </p:cNvPr>
              <p:cNvCxnSpPr/>
              <p:nvPr/>
            </p:nvCxnSpPr>
            <p:spPr bwMode="auto">
              <a:xfrm rot="5400000">
                <a:off x="7342157" y="2017317"/>
                <a:ext cx="214044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1" name="直接连接符 510">
                <a:extLst>
                  <a:ext uri="{FF2B5EF4-FFF2-40B4-BE49-F238E27FC236}">
                    <a16:creationId xmlns:a16="http://schemas.microsoft.com/office/drawing/2014/main" id="{C5972464-F1D4-D44A-8DF9-3B26529D7ACA}"/>
                  </a:ext>
                </a:extLst>
              </p:cNvPr>
              <p:cNvCxnSpPr/>
              <p:nvPr/>
            </p:nvCxnSpPr>
            <p:spPr bwMode="auto">
              <a:xfrm rot="16200000" flipH="1">
                <a:off x="7394498" y="2179020"/>
                <a:ext cx="142696" cy="7143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2" name="直接连接符 511">
                <a:extLst>
                  <a:ext uri="{FF2B5EF4-FFF2-40B4-BE49-F238E27FC236}">
                    <a16:creationId xmlns:a16="http://schemas.microsoft.com/office/drawing/2014/main" id="{E56359A3-E9C6-F07C-77C7-B07D6A6B68AB}"/>
                  </a:ext>
                </a:extLst>
              </p:cNvPr>
              <p:cNvCxnSpPr/>
              <p:nvPr/>
            </p:nvCxnSpPr>
            <p:spPr bwMode="auto">
              <a:xfrm rot="16200000" flipH="1">
                <a:off x="7985039" y="2017317"/>
                <a:ext cx="214044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3" name="直接连接符 512">
                <a:extLst>
                  <a:ext uri="{FF2B5EF4-FFF2-40B4-BE49-F238E27FC236}">
                    <a16:creationId xmlns:a16="http://schemas.microsoft.com/office/drawing/2014/main" id="{AC751041-C165-FC7F-CE5A-A953C109C5F5}"/>
                  </a:ext>
                </a:extLst>
              </p:cNvPr>
              <p:cNvCxnSpPr/>
              <p:nvPr/>
            </p:nvCxnSpPr>
            <p:spPr bwMode="auto">
              <a:xfrm rot="5400000">
                <a:off x="8020712" y="2195688"/>
                <a:ext cx="142696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745" name="TextBox 438">
                <a:extLst>
                  <a:ext uri="{FF2B5EF4-FFF2-40B4-BE49-F238E27FC236}">
                    <a16:creationId xmlns:a16="http://schemas.microsoft.com/office/drawing/2014/main" id="{294918E7-AD40-8B3A-7BC6-EBDB80F0B8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683" name="组合 514">
              <a:extLst>
                <a:ext uri="{FF2B5EF4-FFF2-40B4-BE49-F238E27FC236}">
                  <a16:creationId xmlns:a16="http://schemas.microsoft.com/office/drawing/2014/main" id="{1850AB2A-5A18-DEB5-5C3E-A58FA20537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8926" y="1955732"/>
              <a:ext cx="773910" cy="401698"/>
              <a:chOff x="7429520" y="1885882"/>
              <a:chExt cx="773910" cy="401698"/>
            </a:xfrm>
          </p:grpSpPr>
          <p:cxnSp>
            <p:nvCxnSpPr>
              <p:cNvPr id="516" name="直接连接符 515">
                <a:extLst>
                  <a:ext uri="{FF2B5EF4-FFF2-40B4-BE49-F238E27FC236}">
                    <a16:creationId xmlns:a16="http://schemas.microsoft.com/office/drawing/2014/main" id="{A5DB51D3-B84C-0265-F7F8-D0BA9F77197D}"/>
                  </a:ext>
                </a:extLst>
              </p:cNvPr>
              <p:cNvCxnSpPr/>
              <p:nvPr/>
            </p:nvCxnSpPr>
            <p:spPr bwMode="auto">
              <a:xfrm flipV="1">
                <a:off x="7467365" y="1929344"/>
                <a:ext cx="604786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7" name="直接连接符 516">
                <a:extLst>
                  <a:ext uri="{FF2B5EF4-FFF2-40B4-BE49-F238E27FC236}">
                    <a16:creationId xmlns:a16="http://schemas.microsoft.com/office/drawing/2014/main" id="{B068339B-E556-B98B-78D0-79043547E6F8}"/>
                  </a:ext>
                </a:extLst>
              </p:cNvPr>
              <p:cNvCxnSpPr/>
              <p:nvPr/>
            </p:nvCxnSpPr>
            <p:spPr bwMode="auto">
              <a:xfrm>
                <a:off x="7500700" y="2286084"/>
                <a:ext cx="571451" cy="158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8" name="直接连接符 517">
                <a:extLst>
                  <a:ext uri="{FF2B5EF4-FFF2-40B4-BE49-F238E27FC236}">
                    <a16:creationId xmlns:a16="http://schemas.microsoft.com/office/drawing/2014/main" id="{263FE362-782E-780D-2113-5AEFCB2271CF}"/>
                  </a:ext>
                </a:extLst>
              </p:cNvPr>
              <p:cNvCxnSpPr/>
              <p:nvPr/>
            </p:nvCxnSpPr>
            <p:spPr bwMode="auto">
              <a:xfrm rot="5400000">
                <a:off x="7341294" y="2017317"/>
                <a:ext cx="214044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9" name="直接连接符 518">
                <a:extLst>
                  <a:ext uri="{FF2B5EF4-FFF2-40B4-BE49-F238E27FC236}">
                    <a16:creationId xmlns:a16="http://schemas.microsoft.com/office/drawing/2014/main" id="{F06A69E3-30BD-39E0-1CB3-72BA9B995AD8}"/>
                  </a:ext>
                </a:extLst>
              </p:cNvPr>
              <p:cNvCxnSpPr/>
              <p:nvPr/>
            </p:nvCxnSpPr>
            <p:spPr bwMode="auto">
              <a:xfrm rot="16200000" flipH="1">
                <a:off x="7393635" y="2179020"/>
                <a:ext cx="142696" cy="71432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0" name="直接连接符 519">
                <a:extLst>
                  <a:ext uri="{FF2B5EF4-FFF2-40B4-BE49-F238E27FC236}">
                    <a16:creationId xmlns:a16="http://schemas.microsoft.com/office/drawing/2014/main" id="{5A0FF781-FA3A-9D07-A80F-24D7833AE681}"/>
                  </a:ext>
                </a:extLst>
              </p:cNvPr>
              <p:cNvCxnSpPr/>
              <p:nvPr/>
            </p:nvCxnSpPr>
            <p:spPr bwMode="auto">
              <a:xfrm rot="16200000" flipH="1">
                <a:off x="7984971" y="2016523"/>
                <a:ext cx="214044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1" name="直接连接符 520">
                <a:extLst>
                  <a:ext uri="{FF2B5EF4-FFF2-40B4-BE49-F238E27FC236}">
                    <a16:creationId xmlns:a16="http://schemas.microsoft.com/office/drawing/2014/main" id="{AF5D6CD9-EF8A-1BB5-956C-6E9D0399536B}"/>
                  </a:ext>
                </a:extLst>
              </p:cNvPr>
              <p:cNvCxnSpPr/>
              <p:nvPr/>
            </p:nvCxnSpPr>
            <p:spPr bwMode="auto">
              <a:xfrm rot="5400000">
                <a:off x="8020644" y="2194894"/>
                <a:ext cx="142696" cy="39684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738" name="TextBox 438">
                <a:extLst>
                  <a:ext uri="{FF2B5EF4-FFF2-40B4-BE49-F238E27FC236}">
                    <a16:creationId xmlns:a16="http://schemas.microsoft.com/office/drawing/2014/main" id="{F354FE30-1B65-8E42-F300-3ED1347635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684" name="组合 522">
              <a:extLst>
                <a:ext uri="{FF2B5EF4-FFF2-40B4-BE49-F238E27FC236}">
                  <a16:creationId xmlns:a16="http://schemas.microsoft.com/office/drawing/2014/main" id="{19C3F64A-B88F-F245-4794-94ED9BD2E3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31398" y="1955732"/>
              <a:ext cx="773910" cy="401698"/>
              <a:chOff x="7429520" y="1885882"/>
              <a:chExt cx="773910" cy="401698"/>
            </a:xfrm>
          </p:grpSpPr>
          <p:cxnSp>
            <p:nvCxnSpPr>
              <p:cNvPr id="524" name="直接连接符 523">
                <a:extLst>
                  <a:ext uri="{FF2B5EF4-FFF2-40B4-BE49-F238E27FC236}">
                    <a16:creationId xmlns:a16="http://schemas.microsoft.com/office/drawing/2014/main" id="{87CEB64F-7FC3-71F3-1737-76CEFE54D1AB}"/>
                  </a:ext>
                </a:extLst>
              </p:cNvPr>
              <p:cNvCxnSpPr/>
              <p:nvPr/>
            </p:nvCxnSpPr>
            <p:spPr bwMode="auto">
              <a:xfrm flipV="1">
                <a:off x="7468095" y="1929344"/>
                <a:ext cx="604785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5" name="直接连接符 524">
                <a:extLst>
                  <a:ext uri="{FF2B5EF4-FFF2-40B4-BE49-F238E27FC236}">
                    <a16:creationId xmlns:a16="http://schemas.microsoft.com/office/drawing/2014/main" id="{CB691149-3322-9A64-9C96-44FC3E3BBA33}"/>
                  </a:ext>
                </a:extLst>
              </p:cNvPr>
              <p:cNvCxnSpPr/>
              <p:nvPr/>
            </p:nvCxnSpPr>
            <p:spPr bwMode="auto">
              <a:xfrm>
                <a:off x="7501429" y="2286084"/>
                <a:ext cx="571451" cy="158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6" name="直接连接符 525">
                <a:extLst>
                  <a:ext uri="{FF2B5EF4-FFF2-40B4-BE49-F238E27FC236}">
                    <a16:creationId xmlns:a16="http://schemas.microsoft.com/office/drawing/2014/main" id="{99EF47F7-E69F-5564-E11B-C580BF3DD6F0}"/>
                  </a:ext>
                </a:extLst>
              </p:cNvPr>
              <p:cNvCxnSpPr/>
              <p:nvPr/>
            </p:nvCxnSpPr>
            <p:spPr bwMode="auto">
              <a:xfrm rot="5400000">
                <a:off x="7342024" y="2017317"/>
                <a:ext cx="214044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7" name="直接连接符 526">
                <a:extLst>
                  <a:ext uri="{FF2B5EF4-FFF2-40B4-BE49-F238E27FC236}">
                    <a16:creationId xmlns:a16="http://schemas.microsoft.com/office/drawing/2014/main" id="{79438D44-A10C-656D-0F00-E9B48DC6C2C6}"/>
                  </a:ext>
                </a:extLst>
              </p:cNvPr>
              <p:cNvCxnSpPr/>
              <p:nvPr/>
            </p:nvCxnSpPr>
            <p:spPr bwMode="auto">
              <a:xfrm rot="16200000" flipH="1">
                <a:off x="7394365" y="2179020"/>
                <a:ext cx="142696" cy="7143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8" name="直接连接符 527">
                <a:extLst>
                  <a:ext uri="{FF2B5EF4-FFF2-40B4-BE49-F238E27FC236}">
                    <a16:creationId xmlns:a16="http://schemas.microsoft.com/office/drawing/2014/main" id="{F69BA0EE-9934-4102-2F05-8DD46E04878A}"/>
                  </a:ext>
                </a:extLst>
              </p:cNvPr>
              <p:cNvCxnSpPr/>
              <p:nvPr/>
            </p:nvCxnSpPr>
            <p:spPr bwMode="auto">
              <a:xfrm rot="16200000" flipH="1">
                <a:off x="7984906" y="2017317"/>
                <a:ext cx="214044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9" name="直接连接符 528">
                <a:extLst>
                  <a:ext uri="{FF2B5EF4-FFF2-40B4-BE49-F238E27FC236}">
                    <a16:creationId xmlns:a16="http://schemas.microsoft.com/office/drawing/2014/main" id="{0FC71C3E-03F6-65A9-5AF0-C4EFB5872032}"/>
                  </a:ext>
                </a:extLst>
              </p:cNvPr>
              <p:cNvCxnSpPr/>
              <p:nvPr/>
            </p:nvCxnSpPr>
            <p:spPr bwMode="auto">
              <a:xfrm rot="5400000">
                <a:off x="8020579" y="2195688"/>
                <a:ext cx="142696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731" name="TextBox 438">
                <a:extLst>
                  <a:ext uri="{FF2B5EF4-FFF2-40B4-BE49-F238E27FC236}">
                    <a16:creationId xmlns:a16="http://schemas.microsoft.com/office/drawing/2014/main" id="{81A052DC-AD6D-8DAB-5EF6-1281A833BF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685" name="组合 530">
              <a:extLst>
                <a:ext uri="{FF2B5EF4-FFF2-40B4-BE49-F238E27FC236}">
                  <a16:creationId xmlns:a16="http://schemas.microsoft.com/office/drawing/2014/main" id="{CEA881D6-6398-5CE6-C49C-3D5B402EA7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43504" y="1928802"/>
              <a:ext cx="773910" cy="401698"/>
              <a:chOff x="7429520" y="1885882"/>
              <a:chExt cx="773910" cy="401698"/>
            </a:xfrm>
          </p:grpSpPr>
          <p:cxnSp>
            <p:nvCxnSpPr>
              <p:cNvPr id="532" name="直接连接符 531">
                <a:extLst>
                  <a:ext uri="{FF2B5EF4-FFF2-40B4-BE49-F238E27FC236}">
                    <a16:creationId xmlns:a16="http://schemas.microsoft.com/office/drawing/2014/main" id="{769BDD31-FDB6-7EE4-31E2-96F86D655E5D}"/>
                  </a:ext>
                </a:extLst>
              </p:cNvPr>
              <p:cNvCxnSpPr/>
              <p:nvPr/>
            </p:nvCxnSpPr>
            <p:spPr bwMode="auto">
              <a:xfrm flipV="1">
                <a:off x="7467159" y="1929320"/>
                <a:ext cx="604785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3" name="直接连接符 532">
                <a:extLst>
                  <a:ext uri="{FF2B5EF4-FFF2-40B4-BE49-F238E27FC236}">
                    <a16:creationId xmlns:a16="http://schemas.microsoft.com/office/drawing/2014/main" id="{5444AD72-152B-CED2-0300-3B066CC254EE}"/>
                  </a:ext>
                </a:extLst>
              </p:cNvPr>
              <p:cNvCxnSpPr/>
              <p:nvPr/>
            </p:nvCxnSpPr>
            <p:spPr bwMode="auto">
              <a:xfrm>
                <a:off x="7500493" y="2286061"/>
                <a:ext cx="571451" cy="15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4" name="直接连接符 533">
                <a:extLst>
                  <a:ext uri="{FF2B5EF4-FFF2-40B4-BE49-F238E27FC236}">
                    <a16:creationId xmlns:a16="http://schemas.microsoft.com/office/drawing/2014/main" id="{6E32461E-198A-6BA7-C92D-0D26CE660806}"/>
                  </a:ext>
                </a:extLst>
              </p:cNvPr>
              <p:cNvCxnSpPr/>
              <p:nvPr/>
            </p:nvCxnSpPr>
            <p:spPr bwMode="auto">
              <a:xfrm rot="5400000">
                <a:off x="7341087" y="2017294"/>
                <a:ext cx="214045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5" name="直接连接符 534">
                <a:extLst>
                  <a:ext uri="{FF2B5EF4-FFF2-40B4-BE49-F238E27FC236}">
                    <a16:creationId xmlns:a16="http://schemas.microsoft.com/office/drawing/2014/main" id="{C64DF9F2-4F16-832D-6F18-90D0E2F7F757}"/>
                  </a:ext>
                </a:extLst>
              </p:cNvPr>
              <p:cNvCxnSpPr/>
              <p:nvPr/>
            </p:nvCxnSpPr>
            <p:spPr bwMode="auto">
              <a:xfrm rot="16200000" flipH="1">
                <a:off x="7393429" y="2178997"/>
                <a:ext cx="142696" cy="7143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6" name="直接连接符 535">
                <a:extLst>
                  <a:ext uri="{FF2B5EF4-FFF2-40B4-BE49-F238E27FC236}">
                    <a16:creationId xmlns:a16="http://schemas.microsoft.com/office/drawing/2014/main" id="{0B9C1B2F-80BB-FD24-0028-AB63732C3514}"/>
                  </a:ext>
                </a:extLst>
              </p:cNvPr>
              <p:cNvCxnSpPr/>
              <p:nvPr/>
            </p:nvCxnSpPr>
            <p:spPr bwMode="auto">
              <a:xfrm rot="16200000" flipH="1">
                <a:off x="7984763" y="2016500"/>
                <a:ext cx="214045" cy="396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7" name="直接连接符 536">
                <a:extLst>
                  <a:ext uri="{FF2B5EF4-FFF2-40B4-BE49-F238E27FC236}">
                    <a16:creationId xmlns:a16="http://schemas.microsoft.com/office/drawing/2014/main" id="{8975E1EA-B8D7-E618-B33D-83DEAD0602FD}"/>
                  </a:ext>
                </a:extLst>
              </p:cNvPr>
              <p:cNvCxnSpPr/>
              <p:nvPr/>
            </p:nvCxnSpPr>
            <p:spPr bwMode="auto">
              <a:xfrm rot="5400000">
                <a:off x="8020437" y="2194871"/>
                <a:ext cx="142696" cy="396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724" name="TextBox 438">
                <a:extLst>
                  <a:ext uri="{FF2B5EF4-FFF2-40B4-BE49-F238E27FC236}">
                    <a16:creationId xmlns:a16="http://schemas.microsoft.com/office/drawing/2014/main" id="{090B5375-A777-AC87-65A6-C49A255BDE7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686" name="组合 538">
              <a:extLst>
                <a:ext uri="{FF2B5EF4-FFF2-40B4-BE49-F238E27FC236}">
                  <a16:creationId xmlns:a16="http://schemas.microsoft.com/office/drawing/2014/main" id="{13561411-3594-E638-A7AC-E84032E7D7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57884" y="1928802"/>
              <a:ext cx="773910" cy="401698"/>
              <a:chOff x="7429520" y="1885882"/>
              <a:chExt cx="773910" cy="401698"/>
            </a:xfrm>
          </p:grpSpPr>
          <p:cxnSp>
            <p:nvCxnSpPr>
              <p:cNvPr id="540" name="直接连接符 539">
                <a:extLst>
                  <a:ext uri="{FF2B5EF4-FFF2-40B4-BE49-F238E27FC236}">
                    <a16:creationId xmlns:a16="http://schemas.microsoft.com/office/drawing/2014/main" id="{5AB061B2-E674-D2CE-EF58-9690E6221F8D}"/>
                  </a:ext>
                </a:extLst>
              </p:cNvPr>
              <p:cNvCxnSpPr/>
              <p:nvPr/>
            </p:nvCxnSpPr>
            <p:spPr bwMode="auto">
              <a:xfrm flipV="1">
                <a:off x="7467093" y="1929320"/>
                <a:ext cx="604785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1" name="直接连接符 540">
                <a:extLst>
                  <a:ext uri="{FF2B5EF4-FFF2-40B4-BE49-F238E27FC236}">
                    <a16:creationId xmlns:a16="http://schemas.microsoft.com/office/drawing/2014/main" id="{2FF194E5-0AEB-7398-9924-78CA555CB0AA}"/>
                  </a:ext>
                </a:extLst>
              </p:cNvPr>
              <p:cNvCxnSpPr/>
              <p:nvPr/>
            </p:nvCxnSpPr>
            <p:spPr bwMode="auto">
              <a:xfrm>
                <a:off x="7500427" y="2286061"/>
                <a:ext cx="571451" cy="15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2" name="直接连接符 541">
                <a:extLst>
                  <a:ext uri="{FF2B5EF4-FFF2-40B4-BE49-F238E27FC236}">
                    <a16:creationId xmlns:a16="http://schemas.microsoft.com/office/drawing/2014/main" id="{BE4DC9DD-6829-ECD5-26E5-CCDEF74558D9}"/>
                  </a:ext>
                </a:extLst>
              </p:cNvPr>
              <p:cNvCxnSpPr/>
              <p:nvPr/>
            </p:nvCxnSpPr>
            <p:spPr bwMode="auto">
              <a:xfrm rot="5400000">
                <a:off x="7341021" y="2017294"/>
                <a:ext cx="214045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3" name="直接连接符 542">
                <a:extLst>
                  <a:ext uri="{FF2B5EF4-FFF2-40B4-BE49-F238E27FC236}">
                    <a16:creationId xmlns:a16="http://schemas.microsoft.com/office/drawing/2014/main" id="{060C7276-CE0E-52F1-966E-BEF025744079}"/>
                  </a:ext>
                </a:extLst>
              </p:cNvPr>
              <p:cNvCxnSpPr/>
              <p:nvPr/>
            </p:nvCxnSpPr>
            <p:spPr bwMode="auto">
              <a:xfrm rot="16200000" flipH="1">
                <a:off x="7393363" y="2178997"/>
                <a:ext cx="142696" cy="7143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4" name="直接连接符 543">
                <a:extLst>
                  <a:ext uri="{FF2B5EF4-FFF2-40B4-BE49-F238E27FC236}">
                    <a16:creationId xmlns:a16="http://schemas.microsoft.com/office/drawing/2014/main" id="{EED687C2-ED25-724A-3B1A-BDFF82A100F2}"/>
                  </a:ext>
                </a:extLst>
              </p:cNvPr>
              <p:cNvCxnSpPr/>
              <p:nvPr/>
            </p:nvCxnSpPr>
            <p:spPr bwMode="auto">
              <a:xfrm rot="16200000" flipH="1">
                <a:off x="7984697" y="2016500"/>
                <a:ext cx="214045" cy="396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5" name="直接连接符 544">
                <a:extLst>
                  <a:ext uri="{FF2B5EF4-FFF2-40B4-BE49-F238E27FC236}">
                    <a16:creationId xmlns:a16="http://schemas.microsoft.com/office/drawing/2014/main" id="{E7DB1F8E-3CAA-D325-3D75-44CDF342CAAA}"/>
                  </a:ext>
                </a:extLst>
              </p:cNvPr>
              <p:cNvCxnSpPr/>
              <p:nvPr/>
            </p:nvCxnSpPr>
            <p:spPr bwMode="auto">
              <a:xfrm rot="5400000">
                <a:off x="8020371" y="2194871"/>
                <a:ext cx="142696" cy="396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717" name="TextBox 438">
                <a:extLst>
                  <a:ext uri="{FF2B5EF4-FFF2-40B4-BE49-F238E27FC236}">
                    <a16:creationId xmlns:a16="http://schemas.microsoft.com/office/drawing/2014/main" id="{8AA6A265-A925-B331-64D3-9BC8183661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687" name="组合 546">
              <a:extLst>
                <a:ext uri="{FF2B5EF4-FFF2-40B4-BE49-F238E27FC236}">
                  <a16:creationId xmlns:a16="http://schemas.microsoft.com/office/drawing/2014/main" id="{39D74532-968D-38AD-773E-79634471A0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84172" y="1928802"/>
              <a:ext cx="773910" cy="401698"/>
              <a:chOff x="7429520" y="1885882"/>
              <a:chExt cx="773910" cy="401698"/>
            </a:xfrm>
          </p:grpSpPr>
          <p:cxnSp>
            <p:nvCxnSpPr>
              <p:cNvPr id="548" name="直接连接符 547">
                <a:extLst>
                  <a:ext uri="{FF2B5EF4-FFF2-40B4-BE49-F238E27FC236}">
                    <a16:creationId xmlns:a16="http://schemas.microsoft.com/office/drawing/2014/main" id="{F2AA774F-74E4-9461-89DC-1B70529FA412}"/>
                  </a:ext>
                </a:extLst>
              </p:cNvPr>
              <p:cNvCxnSpPr/>
              <p:nvPr/>
            </p:nvCxnSpPr>
            <p:spPr bwMode="auto">
              <a:xfrm flipV="1">
                <a:off x="7467817" y="1929320"/>
                <a:ext cx="604785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9" name="直接连接符 548">
                <a:extLst>
                  <a:ext uri="{FF2B5EF4-FFF2-40B4-BE49-F238E27FC236}">
                    <a16:creationId xmlns:a16="http://schemas.microsoft.com/office/drawing/2014/main" id="{0B2DB8A8-364B-0BCF-10DB-5787266CB041}"/>
                  </a:ext>
                </a:extLst>
              </p:cNvPr>
              <p:cNvCxnSpPr/>
              <p:nvPr/>
            </p:nvCxnSpPr>
            <p:spPr bwMode="auto">
              <a:xfrm>
                <a:off x="7501151" y="2286061"/>
                <a:ext cx="571451" cy="15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0" name="直接连接符 549">
                <a:extLst>
                  <a:ext uri="{FF2B5EF4-FFF2-40B4-BE49-F238E27FC236}">
                    <a16:creationId xmlns:a16="http://schemas.microsoft.com/office/drawing/2014/main" id="{90B129AB-86D1-AD82-4F94-BBCC2E3312B3}"/>
                  </a:ext>
                </a:extLst>
              </p:cNvPr>
              <p:cNvCxnSpPr/>
              <p:nvPr/>
            </p:nvCxnSpPr>
            <p:spPr bwMode="auto">
              <a:xfrm rot="5400000">
                <a:off x="7341745" y="2017294"/>
                <a:ext cx="214045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1" name="直接连接符 550">
                <a:extLst>
                  <a:ext uri="{FF2B5EF4-FFF2-40B4-BE49-F238E27FC236}">
                    <a16:creationId xmlns:a16="http://schemas.microsoft.com/office/drawing/2014/main" id="{382B59BB-5645-9D45-2D3A-B4B4345DE558}"/>
                  </a:ext>
                </a:extLst>
              </p:cNvPr>
              <p:cNvCxnSpPr/>
              <p:nvPr/>
            </p:nvCxnSpPr>
            <p:spPr bwMode="auto">
              <a:xfrm rot="16200000" flipH="1">
                <a:off x="7394087" y="2178997"/>
                <a:ext cx="142696" cy="7143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2" name="直接连接符 551">
                <a:extLst>
                  <a:ext uri="{FF2B5EF4-FFF2-40B4-BE49-F238E27FC236}">
                    <a16:creationId xmlns:a16="http://schemas.microsoft.com/office/drawing/2014/main" id="{F48F89FE-2341-C2B6-F76E-079DE09694B6}"/>
                  </a:ext>
                </a:extLst>
              </p:cNvPr>
              <p:cNvCxnSpPr/>
              <p:nvPr/>
            </p:nvCxnSpPr>
            <p:spPr bwMode="auto">
              <a:xfrm rot="16200000" flipH="1">
                <a:off x="7984627" y="2017294"/>
                <a:ext cx="214045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3" name="直接连接符 552">
                <a:extLst>
                  <a:ext uri="{FF2B5EF4-FFF2-40B4-BE49-F238E27FC236}">
                    <a16:creationId xmlns:a16="http://schemas.microsoft.com/office/drawing/2014/main" id="{BD8142AA-ED08-FEE9-391B-60B0A09C2E29}"/>
                  </a:ext>
                </a:extLst>
              </p:cNvPr>
              <p:cNvCxnSpPr/>
              <p:nvPr/>
            </p:nvCxnSpPr>
            <p:spPr bwMode="auto">
              <a:xfrm rot="5400000">
                <a:off x="8020301" y="2195665"/>
                <a:ext cx="142696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710" name="TextBox 438">
                <a:extLst>
                  <a:ext uri="{FF2B5EF4-FFF2-40B4-BE49-F238E27FC236}">
                    <a16:creationId xmlns:a16="http://schemas.microsoft.com/office/drawing/2014/main" id="{7B1A412F-B987-75E5-D9F5-52F974AC1F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688" name="组合 554">
              <a:extLst>
                <a:ext uri="{FF2B5EF4-FFF2-40B4-BE49-F238E27FC236}">
                  <a16:creationId xmlns:a16="http://schemas.microsoft.com/office/drawing/2014/main" id="{B0B9157F-B79E-5686-1F0F-356A59A4DF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86644" y="1928802"/>
              <a:ext cx="773910" cy="401698"/>
              <a:chOff x="7429520" y="1885882"/>
              <a:chExt cx="773910" cy="401698"/>
            </a:xfrm>
          </p:grpSpPr>
          <p:cxnSp>
            <p:nvCxnSpPr>
              <p:cNvPr id="556" name="直接连接符 555">
                <a:extLst>
                  <a:ext uri="{FF2B5EF4-FFF2-40B4-BE49-F238E27FC236}">
                    <a16:creationId xmlns:a16="http://schemas.microsoft.com/office/drawing/2014/main" id="{E812DD33-D2A5-E914-6D15-40362573331B}"/>
                  </a:ext>
                </a:extLst>
              </p:cNvPr>
              <p:cNvCxnSpPr/>
              <p:nvPr/>
            </p:nvCxnSpPr>
            <p:spPr bwMode="auto">
              <a:xfrm flipV="1">
                <a:off x="7466960" y="1929320"/>
                <a:ext cx="604785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7" name="直接连接符 556">
                <a:extLst>
                  <a:ext uri="{FF2B5EF4-FFF2-40B4-BE49-F238E27FC236}">
                    <a16:creationId xmlns:a16="http://schemas.microsoft.com/office/drawing/2014/main" id="{05B586CE-C96B-C5AD-6DB0-69CA4ABC733A}"/>
                  </a:ext>
                </a:extLst>
              </p:cNvPr>
              <p:cNvCxnSpPr/>
              <p:nvPr/>
            </p:nvCxnSpPr>
            <p:spPr bwMode="auto">
              <a:xfrm>
                <a:off x="7500294" y="2286061"/>
                <a:ext cx="571451" cy="15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8" name="直接连接符 557">
                <a:extLst>
                  <a:ext uri="{FF2B5EF4-FFF2-40B4-BE49-F238E27FC236}">
                    <a16:creationId xmlns:a16="http://schemas.microsoft.com/office/drawing/2014/main" id="{6C262131-A6C3-41B0-92C3-F9D664FE65D8}"/>
                  </a:ext>
                </a:extLst>
              </p:cNvPr>
              <p:cNvCxnSpPr/>
              <p:nvPr/>
            </p:nvCxnSpPr>
            <p:spPr bwMode="auto">
              <a:xfrm rot="5400000">
                <a:off x="7340888" y="2017294"/>
                <a:ext cx="214045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9" name="直接连接符 558">
                <a:extLst>
                  <a:ext uri="{FF2B5EF4-FFF2-40B4-BE49-F238E27FC236}">
                    <a16:creationId xmlns:a16="http://schemas.microsoft.com/office/drawing/2014/main" id="{610DB305-897A-A36F-5D5B-34396C667DB0}"/>
                  </a:ext>
                </a:extLst>
              </p:cNvPr>
              <p:cNvCxnSpPr/>
              <p:nvPr/>
            </p:nvCxnSpPr>
            <p:spPr bwMode="auto">
              <a:xfrm rot="16200000" flipH="1">
                <a:off x="7393230" y="2178997"/>
                <a:ext cx="142696" cy="7143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0" name="直接连接符 559">
                <a:extLst>
                  <a:ext uri="{FF2B5EF4-FFF2-40B4-BE49-F238E27FC236}">
                    <a16:creationId xmlns:a16="http://schemas.microsoft.com/office/drawing/2014/main" id="{2F8BD1E6-FF3C-63DB-5A69-B4908231F599}"/>
                  </a:ext>
                </a:extLst>
              </p:cNvPr>
              <p:cNvCxnSpPr/>
              <p:nvPr/>
            </p:nvCxnSpPr>
            <p:spPr bwMode="auto">
              <a:xfrm rot="16200000" flipH="1">
                <a:off x="7984564" y="2016500"/>
                <a:ext cx="214045" cy="396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1" name="直接连接符 560">
                <a:extLst>
                  <a:ext uri="{FF2B5EF4-FFF2-40B4-BE49-F238E27FC236}">
                    <a16:creationId xmlns:a16="http://schemas.microsoft.com/office/drawing/2014/main" id="{74A554C5-4156-9434-B0AD-D8027DD4B685}"/>
                  </a:ext>
                </a:extLst>
              </p:cNvPr>
              <p:cNvCxnSpPr/>
              <p:nvPr/>
            </p:nvCxnSpPr>
            <p:spPr bwMode="auto">
              <a:xfrm rot="5400000">
                <a:off x="8020238" y="2194871"/>
                <a:ext cx="142696" cy="396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703" name="TextBox 438">
                <a:extLst>
                  <a:ext uri="{FF2B5EF4-FFF2-40B4-BE49-F238E27FC236}">
                    <a16:creationId xmlns:a16="http://schemas.microsoft.com/office/drawing/2014/main" id="{D3CEB4CD-C53B-E321-CFB7-D137B6777D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1111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3689" name="组合 562">
              <a:extLst>
                <a:ext uri="{FF2B5EF4-FFF2-40B4-BE49-F238E27FC236}">
                  <a16:creationId xmlns:a16="http://schemas.microsoft.com/office/drawing/2014/main" id="{D29B9387-DC2E-0F79-1EB5-25A2113AF3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01024" y="1928802"/>
              <a:ext cx="773910" cy="401698"/>
              <a:chOff x="7429520" y="1885882"/>
              <a:chExt cx="773910" cy="401698"/>
            </a:xfrm>
          </p:grpSpPr>
          <p:cxnSp>
            <p:nvCxnSpPr>
              <p:cNvPr id="564" name="直接连接符 563">
                <a:extLst>
                  <a:ext uri="{FF2B5EF4-FFF2-40B4-BE49-F238E27FC236}">
                    <a16:creationId xmlns:a16="http://schemas.microsoft.com/office/drawing/2014/main" id="{76A2BDBF-33A5-C43D-C95C-D17B3BDCC78D}"/>
                  </a:ext>
                </a:extLst>
              </p:cNvPr>
              <p:cNvCxnSpPr/>
              <p:nvPr/>
            </p:nvCxnSpPr>
            <p:spPr bwMode="auto">
              <a:xfrm flipV="1">
                <a:off x="7466894" y="1929320"/>
                <a:ext cx="604785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" name="直接连接符 564">
                <a:extLst>
                  <a:ext uri="{FF2B5EF4-FFF2-40B4-BE49-F238E27FC236}">
                    <a16:creationId xmlns:a16="http://schemas.microsoft.com/office/drawing/2014/main" id="{DC95B775-DE9E-7393-7C3D-5097A931AF80}"/>
                  </a:ext>
                </a:extLst>
              </p:cNvPr>
              <p:cNvCxnSpPr/>
              <p:nvPr/>
            </p:nvCxnSpPr>
            <p:spPr bwMode="auto">
              <a:xfrm>
                <a:off x="7500228" y="2286061"/>
                <a:ext cx="571451" cy="15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" name="直接连接符 565">
                <a:extLst>
                  <a:ext uri="{FF2B5EF4-FFF2-40B4-BE49-F238E27FC236}">
                    <a16:creationId xmlns:a16="http://schemas.microsoft.com/office/drawing/2014/main" id="{23E87140-972A-2149-A0C8-38104C33851B}"/>
                  </a:ext>
                </a:extLst>
              </p:cNvPr>
              <p:cNvCxnSpPr/>
              <p:nvPr/>
            </p:nvCxnSpPr>
            <p:spPr bwMode="auto">
              <a:xfrm rot="5400000">
                <a:off x="7340822" y="2017294"/>
                <a:ext cx="214045" cy="3809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" name="直接连接符 566">
                <a:extLst>
                  <a:ext uri="{FF2B5EF4-FFF2-40B4-BE49-F238E27FC236}">
                    <a16:creationId xmlns:a16="http://schemas.microsoft.com/office/drawing/2014/main" id="{2B9DE1E3-2B4D-FF70-8808-AF7B150DE753}"/>
                  </a:ext>
                </a:extLst>
              </p:cNvPr>
              <p:cNvCxnSpPr/>
              <p:nvPr/>
            </p:nvCxnSpPr>
            <p:spPr bwMode="auto">
              <a:xfrm rot="16200000" flipH="1">
                <a:off x="7393164" y="2178997"/>
                <a:ext cx="142696" cy="7143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" name="直接连接符 567">
                <a:extLst>
                  <a:ext uri="{FF2B5EF4-FFF2-40B4-BE49-F238E27FC236}">
                    <a16:creationId xmlns:a16="http://schemas.microsoft.com/office/drawing/2014/main" id="{929BACA6-795F-CE51-724B-5FDCACE7C0A1}"/>
                  </a:ext>
                </a:extLst>
              </p:cNvPr>
              <p:cNvCxnSpPr/>
              <p:nvPr/>
            </p:nvCxnSpPr>
            <p:spPr bwMode="auto">
              <a:xfrm rot="16200000" flipH="1">
                <a:off x="7984498" y="2016500"/>
                <a:ext cx="214045" cy="396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" name="直接连接符 568">
                <a:extLst>
                  <a:ext uri="{FF2B5EF4-FFF2-40B4-BE49-F238E27FC236}">
                    <a16:creationId xmlns:a16="http://schemas.microsoft.com/office/drawing/2014/main" id="{92B61FD8-A0FD-D6CD-5908-ABE43858C621}"/>
                  </a:ext>
                </a:extLst>
              </p:cNvPr>
              <p:cNvCxnSpPr/>
              <p:nvPr/>
            </p:nvCxnSpPr>
            <p:spPr bwMode="auto">
              <a:xfrm rot="5400000">
                <a:off x="8020172" y="2194871"/>
                <a:ext cx="142696" cy="3968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696" name="TextBox 438">
                <a:extLst>
                  <a:ext uri="{FF2B5EF4-FFF2-40B4-BE49-F238E27FC236}">
                    <a16:creationId xmlns:a16="http://schemas.microsoft.com/office/drawing/2014/main" id="{5887ED1A-CDF1-EB6A-9892-F8113ADE42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29520" y="1885882"/>
                <a:ext cx="773910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>
                    <a:latin typeface="Times New Roman" panose="02020603050405020304" pitchFamily="18" charset="0"/>
                  </a:rPr>
                  <a:t>0000</a:t>
                </a:r>
                <a:endParaRPr lang="zh-CN" altLang="en-US" sz="20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739" name="组合 777">
            <a:extLst>
              <a:ext uri="{FF2B5EF4-FFF2-40B4-BE49-F238E27FC236}">
                <a16:creationId xmlns:a16="http://schemas.microsoft.com/office/drawing/2014/main" id="{B41EBAED-E14A-28E8-BA0F-590895CF20BB}"/>
              </a:ext>
            </a:extLst>
          </p:cNvPr>
          <p:cNvGrpSpPr>
            <a:grpSpLocks/>
          </p:cNvGrpSpPr>
          <p:nvPr/>
        </p:nvGrpSpPr>
        <p:grpSpPr bwMode="auto">
          <a:xfrm>
            <a:off x="52610" y="2686844"/>
            <a:ext cx="8775701" cy="428625"/>
            <a:chOff x="0" y="2330500"/>
            <a:chExt cx="8774934" cy="428628"/>
          </a:xfrm>
        </p:grpSpPr>
        <p:grpSp>
          <p:nvGrpSpPr>
            <p:cNvPr id="23604" name="组合 775">
              <a:extLst>
                <a:ext uri="{FF2B5EF4-FFF2-40B4-BE49-F238E27FC236}">
                  <a16:creationId xmlns:a16="http://schemas.microsoft.com/office/drawing/2014/main" id="{F83644B2-3627-F18D-2DB4-DDA63D4592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2357430"/>
              <a:ext cx="4405308" cy="401698"/>
              <a:chOff x="0" y="2384360"/>
              <a:chExt cx="4405308" cy="401698"/>
            </a:xfrm>
          </p:grpSpPr>
          <p:sp>
            <p:nvSpPr>
              <p:cNvPr id="23646" name="Rectangle 67">
                <a:extLst>
                  <a:ext uri="{FF2B5EF4-FFF2-40B4-BE49-F238E27FC236}">
                    <a16:creationId xmlns:a16="http://schemas.microsoft.com/office/drawing/2014/main" id="{888CD6AE-F3FE-CAB4-F981-1888183030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416726"/>
                <a:ext cx="1643043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1800"/>
                  <a:t>Q</a:t>
                </a:r>
                <a:r>
                  <a:rPr lang="en-US" altLang="zh-CN" sz="1800" baseline="-25000"/>
                  <a:t>15</a:t>
                </a:r>
                <a:r>
                  <a:rPr lang="en-US" altLang="zh-CN" sz="1800"/>
                  <a:t>Q</a:t>
                </a:r>
                <a:r>
                  <a:rPr lang="en-US" altLang="zh-CN" sz="1800" baseline="-25000"/>
                  <a:t>14</a:t>
                </a:r>
                <a:r>
                  <a:rPr lang="en-US" altLang="zh-CN" sz="1800"/>
                  <a:t>Q</a:t>
                </a:r>
                <a:r>
                  <a:rPr lang="en-US" altLang="zh-CN" sz="1800" baseline="-25000"/>
                  <a:t>13</a:t>
                </a:r>
                <a:r>
                  <a:rPr lang="en-US" altLang="zh-CN" sz="1800"/>
                  <a:t>Q</a:t>
                </a:r>
                <a:r>
                  <a:rPr lang="en-US" altLang="zh-CN" sz="1800" baseline="-25000"/>
                  <a:t>12</a:t>
                </a:r>
              </a:p>
            </p:txBody>
          </p:sp>
          <p:grpSp>
            <p:nvGrpSpPr>
              <p:cNvPr id="23647" name="组合 570">
                <a:extLst>
                  <a:ext uri="{FF2B5EF4-FFF2-40B4-BE49-F238E27FC236}">
                    <a16:creationId xmlns:a16="http://schemas.microsoft.com/office/drawing/2014/main" id="{3B89635F-C232-64B2-D903-5F048DEB74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00166" y="2384360"/>
                <a:ext cx="773910" cy="401698"/>
                <a:chOff x="7429520" y="1885882"/>
                <a:chExt cx="773910" cy="401698"/>
              </a:xfrm>
            </p:grpSpPr>
            <p:cxnSp>
              <p:nvCxnSpPr>
                <p:cNvPr id="572" name="直接连接符 571">
                  <a:extLst>
                    <a:ext uri="{FF2B5EF4-FFF2-40B4-BE49-F238E27FC236}">
                      <a16:creationId xmlns:a16="http://schemas.microsoft.com/office/drawing/2014/main" id="{47690C67-917D-035E-7759-FD978C5530EA}"/>
                    </a:ext>
                  </a:extLst>
                </p:cNvPr>
                <p:cNvCxnSpPr/>
                <p:nvPr/>
              </p:nvCxnSpPr>
              <p:spPr bwMode="auto">
                <a:xfrm flipV="1">
                  <a:off x="7467508" y="1928802"/>
                  <a:ext cx="574625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3" name="直接连接符 572">
                  <a:extLst>
                    <a:ext uri="{FF2B5EF4-FFF2-40B4-BE49-F238E27FC236}">
                      <a16:creationId xmlns:a16="http://schemas.microsoft.com/office/drawing/2014/main" id="{2A71DE74-9E05-92B2-8A33-BA36A62D66EC}"/>
                    </a:ext>
                  </a:extLst>
                </p:cNvPr>
                <p:cNvCxnSpPr/>
                <p:nvPr/>
              </p:nvCxnSpPr>
              <p:spPr bwMode="auto">
                <a:xfrm>
                  <a:off x="7500843" y="2285992"/>
                  <a:ext cx="539703" cy="158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4" name="直接连接符 573">
                  <a:extLst>
                    <a:ext uri="{FF2B5EF4-FFF2-40B4-BE49-F238E27FC236}">
                      <a16:creationId xmlns:a16="http://schemas.microsoft.com/office/drawing/2014/main" id="{95549F83-6767-6340-A6DD-27A882CB32BA}"/>
                    </a:ext>
                  </a:extLst>
                </p:cNvPr>
                <p:cNvCxnSpPr/>
                <p:nvPr/>
              </p:nvCxnSpPr>
              <p:spPr bwMode="auto">
                <a:xfrm rot="5400000">
                  <a:off x="7341303" y="2016911"/>
                  <a:ext cx="214314" cy="3809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5" name="直接连接符 574">
                  <a:extLst>
                    <a:ext uri="{FF2B5EF4-FFF2-40B4-BE49-F238E27FC236}">
                      <a16:creationId xmlns:a16="http://schemas.microsoft.com/office/drawing/2014/main" id="{51DD9E9C-06F1-9796-5C4D-21A61BF756BF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7393688" y="2178839"/>
                  <a:ext cx="142876" cy="7143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6" name="直接连接符 575">
                  <a:extLst>
                    <a:ext uri="{FF2B5EF4-FFF2-40B4-BE49-F238E27FC236}">
                      <a16:creationId xmlns:a16="http://schemas.microsoft.com/office/drawing/2014/main" id="{361A09FA-D69F-8AEA-7EEE-F54982E36D61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7933389" y="2035959"/>
                  <a:ext cx="21431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7" name="直接连接符 576">
                  <a:extLst>
                    <a:ext uri="{FF2B5EF4-FFF2-40B4-BE49-F238E27FC236}">
                      <a16:creationId xmlns:a16="http://schemas.microsoft.com/office/drawing/2014/main" id="{583C21B2-74BC-743E-7D71-7B4B42B02E89}"/>
                    </a:ext>
                  </a:extLst>
                </p:cNvPr>
                <p:cNvCxnSpPr/>
                <p:nvPr/>
              </p:nvCxnSpPr>
              <p:spPr bwMode="auto">
                <a:xfrm rot="5400000">
                  <a:off x="7969107" y="2214554"/>
                  <a:ext cx="142876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678" name="TextBox 438">
                  <a:extLst>
                    <a:ext uri="{FF2B5EF4-FFF2-40B4-BE49-F238E27FC236}">
                      <a16:creationId xmlns:a16="http://schemas.microsoft.com/office/drawing/2014/main" id="{A3B594DE-14F5-7CE8-9617-6E184227950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29520" y="1885882"/>
                  <a:ext cx="77391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1111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648" name="组合 578">
                <a:extLst>
                  <a:ext uri="{FF2B5EF4-FFF2-40B4-BE49-F238E27FC236}">
                    <a16:creationId xmlns:a16="http://schemas.microsoft.com/office/drawing/2014/main" id="{63E834FE-9ABD-76DE-6862-4A4C07CD3E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2638" y="2384360"/>
                <a:ext cx="773910" cy="401698"/>
                <a:chOff x="7429520" y="1885882"/>
                <a:chExt cx="773910" cy="401698"/>
              </a:xfrm>
            </p:grpSpPr>
            <p:cxnSp>
              <p:nvCxnSpPr>
                <p:cNvPr id="580" name="直接连接符 579">
                  <a:extLst>
                    <a:ext uri="{FF2B5EF4-FFF2-40B4-BE49-F238E27FC236}">
                      <a16:creationId xmlns:a16="http://schemas.microsoft.com/office/drawing/2014/main" id="{9543C370-BF25-95B1-1FE2-4884BAD2182C}"/>
                    </a:ext>
                  </a:extLst>
                </p:cNvPr>
                <p:cNvCxnSpPr/>
                <p:nvPr/>
              </p:nvCxnSpPr>
              <p:spPr bwMode="auto">
                <a:xfrm flipV="1">
                  <a:off x="7380932" y="1928802"/>
                  <a:ext cx="690502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1" name="直接连接符 580">
                  <a:extLst>
                    <a:ext uri="{FF2B5EF4-FFF2-40B4-BE49-F238E27FC236}">
                      <a16:creationId xmlns:a16="http://schemas.microsoft.com/office/drawing/2014/main" id="{1334A304-7D6E-8F64-6C7C-D3EAFF9B201C}"/>
                    </a:ext>
                  </a:extLst>
                </p:cNvPr>
                <p:cNvCxnSpPr/>
                <p:nvPr/>
              </p:nvCxnSpPr>
              <p:spPr bwMode="auto">
                <a:xfrm>
                  <a:off x="7414267" y="2285992"/>
                  <a:ext cx="657167" cy="158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2" name="直接连接符 581">
                  <a:extLst>
                    <a:ext uri="{FF2B5EF4-FFF2-40B4-BE49-F238E27FC236}">
                      <a16:creationId xmlns:a16="http://schemas.microsoft.com/office/drawing/2014/main" id="{61A94109-6CD7-035E-369A-08B364E4F5B3}"/>
                    </a:ext>
                  </a:extLst>
                </p:cNvPr>
                <p:cNvCxnSpPr/>
                <p:nvPr/>
              </p:nvCxnSpPr>
              <p:spPr bwMode="auto">
                <a:xfrm rot="5400000">
                  <a:off x="7254727" y="2016911"/>
                  <a:ext cx="214314" cy="3809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3" name="直接连接符 582">
                  <a:extLst>
                    <a:ext uri="{FF2B5EF4-FFF2-40B4-BE49-F238E27FC236}">
                      <a16:creationId xmlns:a16="http://schemas.microsoft.com/office/drawing/2014/main" id="{55200C7F-3580-EC9F-EF6C-AB0BF2345186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7307113" y="2178839"/>
                  <a:ext cx="142876" cy="7143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4" name="直接连接符 583">
                  <a:extLst>
                    <a:ext uri="{FF2B5EF4-FFF2-40B4-BE49-F238E27FC236}">
                      <a16:creationId xmlns:a16="http://schemas.microsoft.com/office/drawing/2014/main" id="{8B4BFF21-6FA1-0303-8EF9-4782F004AA36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7984120" y="2016117"/>
                  <a:ext cx="214314" cy="3968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5" name="直接连接符 584">
                  <a:extLst>
                    <a:ext uri="{FF2B5EF4-FFF2-40B4-BE49-F238E27FC236}">
                      <a16:creationId xmlns:a16="http://schemas.microsoft.com/office/drawing/2014/main" id="{D6B8020D-567B-0BFD-2F7B-7A12611013E6}"/>
                    </a:ext>
                  </a:extLst>
                </p:cNvPr>
                <p:cNvCxnSpPr/>
                <p:nvPr/>
              </p:nvCxnSpPr>
              <p:spPr bwMode="auto">
                <a:xfrm rot="5400000">
                  <a:off x="8019838" y="2194712"/>
                  <a:ext cx="142876" cy="3968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671" name="TextBox 438">
                  <a:extLst>
                    <a:ext uri="{FF2B5EF4-FFF2-40B4-BE49-F238E27FC236}">
                      <a16:creationId xmlns:a16="http://schemas.microsoft.com/office/drawing/2014/main" id="{DE7145B9-51CE-F79A-385A-D0CA7B0D8B2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29520" y="1885882"/>
                  <a:ext cx="77391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1111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649" name="组合 586">
                <a:extLst>
                  <a:ext uri="{FF2B5EF4-FFF2-40B4-BE49-F238E27FC236}">
                    <a16:creationId xmlns:a16="http://schemas.microsoft.com/office/drawing/2014/main" id="{FDD51816-5091-0AED-0D59-9996C27066C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28926" y="2384360"/>
                <a:ext cx="773910" cy="401698"/>
                <a:chOff x="7429520" y="1885882"/>
                <a:chExt cx="773910" cy="401698"/>
              </a:xfrm>
            </p:grpSpPr>
            <p:cxnSp>
              <p:nvCxnSpPr>
                <p:cNvPr id="588" name="直接连接符 587">
                  <a:extLst>
                    <a:ext uri="{FF2B5EF4-FFF2-40B4-BE49-F238E27FC236}">
                      <a16:creationId xmlns:a16="http://schemas.microsoft.com/office/drawing/2014/main" id="{770E7FD8-FE0F-0925-3B61-786356B89839}"/>
                    </a:ext>
                  </a:extLst>
                </p:cNvPr>
                <p:cNvCxnSpPr/>
                <p:nvPr/>
              </p:nvCxnSpPr>
              <p:spPr bwMode="auto">
                <a:xfrm flipV="1">
                  <a:off x="7467373" y="1928802"/>
                  <a:ext cx="519067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9" name="直接连接符 588">
                  <a:extLst>
                    <a:ext uri="{FF2B5EF4-FFF2-40B4-BE49-F238E27FC236}">
                      <a16:creationId xmlns:a16="http://schemas.microsoft.com/office/drawing/2014/main" id="{E95E5AF0-93AD-2F5F-C366-D4E0566EE8C2}"/>
                    </a:ext>
                  </a:extLst>
                </p:cNvPr>
                <p:cNvCxnSpPr/>
                <p:nvPr/>
              </p:nvCxnSpPr>
              <p:spPr bwMode="auto">
                <a:xfrm>
                  <a:off x="7500708" y="2285992"/>
                  <a:ext cx="485732" cy="158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0" name="直接连接符 589">
                  <a:extLst>
                    <a:ext uri="{FF2B5EF4-FFF2-40B4-BE49-F238E27FC236}">
                      <a16:creationId xmlns:a16="http://schemas.microsoft.com/office/drawing/2014/main" id="{47A47044-BF18-27EC-68AA-6806DDD4D084}"/>
                    </a:ext>
                  </a:extLst>
                </p:cNvPr>
                <p:cNvCxnSpPr/>
                <p:nvPr/>
              </p:nvCxnSpPr>
              <p:spPr bwMode="auto">
                <a:xfrm rot="5400000">
                  <a:off x="7341168" y="2016911"/>
                  <a:ext cx="214314" cy="3809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1" name="直接连接符 590">
                  <a:extLst>
                    <a:ext uri="{FF2B5EF4-FFF2-40B4-BE49-F238E27FC236}">
                      <a16:creationId xmlns:a16="http://schemas.microsoft.com/office/drawing/2014/main" id="{6C5D0632-15EF-4632-0259-5CCE8DF393DA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7393553" y="2178839"/>
                  <a:ext cx="142876" cy="7143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2" name="直接连接符 591">
                  <a:extLst>
                    <a:ext uri="{FF2B5EF4-FFF2-40B4-BE49-F238E27FC236}">
                      <a16:creationId xmlns:a16="http://schemas.microsoft.com/office/drawing/2014/main" id="{2DAD0FC3-87FB-431C-0779-4118A657FC54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7898332" y="2016911"/>
                  <a:ext cx="214314" cy="3809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3" name="直接连接符 592">
                  <a:extLst>
                    <a:ext uri="{FF2B5EF4-FFF2-40B4-BE49-F238E27FC236}">
                      <a16:creationId xmlns:a16="http://schemas.microsoft.com/office/drawing/2014/main" id="{A61BB3CC-9D16-38F9-EAF4-58C0E41B9D6C}"/>
                    </a:ext>
                  </a:extLst>
                </p:cNvPr>
                <p:cNvCxnSpPr/>
                <p:nvPr/>
              </p:nvCxnSpPr>
              <p:spPr bwMode="auto">
                <a:xfrm rot="5400000">
                  <a:off x="7934050" y="2195506"/>
                  <a:ext cx="142876" cy="3809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664" name="TextBox 438">
                  <a:extLst>
                    <a:ext uri="{FF2B5EF4-FFF2-40B4-BE49-F238E27FC236}">
                      <a16:creationId xmlns:a16="http://schemas.microsoft.com/office/drawing/2014/main" id="{9F461E3D-E2CC-8235-BDCC-77CA5A11CB6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29520" y="1885882"/>
                  <a:ext cx="77391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1111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650" name="组合 594">
                <a:extLst>
                  <a:ext uri="{FF2B5EF4-FFF2-40B4-BE49-F238E27FC236}">
                    <a16:creationId xmlns:a16="http://schemas.microsoft.com/office/drawing/2014/main" id="{DACBD7D2-4287-E1B7-3DA4-A61BB16C9B9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31398" y="2384360"/>
                <a:ext cx="773910" cy="401698"/>
                <a:chOff x="7429520" y="1885882"/>
                <a:chExt cx="773910" cy="401698"/>
              </a:xfrm>
            </p:grpSpPr>
            <p:cxnSp>
              <p:nvCxnSpPr>
                <p:cNvPr id="596" name="直接连接符 595">
                  <a:extLst>
                    <a:ext uri="{FF2B5EF4-FFF2-40B4-BE49-F238E27FC236}">
                      <a16:creationId xmlns:a16="http://schemas.microsoft.com/office/drawing/2014/main" id="{B942896F-D932-33A9-E86A-1FE90C85FE13}"/>
                    </a:ext>
                  </a:extLst>
                </p:cNvPr>
                <p:cNvCxnSpPr/>
                <p:nvPr/>
              </p:nvCxnSpPr>
              <p:spPr bwMode="auto">
                <a:xfrm flipV="1">
                  <a:off x="7380797" y="1928802"/>
                  <a:ext cx="690502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7" name="直接连接符 596">
                  <a:extLst>
                    <a:ext uri="{FF2B5EF4-FFF2-40B4-BE49-F238E27FC236}">
                      <a16:creationId xmlns:a16="http://schemas.microsoft.com/office/drawing/2014/main" id="{446B327D-F9EC-AA24-45CC-C1C5ADE3718B}"/>
                    </a:ext>
                  </a:extLst>
                </p:cNvPr>
                <p:cNvCxnSpPr/>
                <p:nvPr/>
              </p:nvCxnSpPr>
              <p:spPr bwMode="auto">
                <a:xfrm>
                  <a:off x="7414132" y="2285992"/>
                  <a:ext cx="657167" cy="1588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8" name="直接连接符 597">
                  <a:extLst>
                    <a:ext uri="{FF2B5EF4-FFF2-40B4-BE49-F238E27FC236}">
                      <a16:creationId xmlns:a16="http://schemas.microsoft.com/office/drawing/2014/main" id="{8ECA8CD7-5B9A-6324-2CB3-3492745BC997}"/>
                    </a:ext>
                  </a:extLst>
                </p:cNvPr>
                <p:cNvCxnSpPr/>
                <p:nvPr/>
              </p:nvCxnSpPr>
              <p:spPr bwMode="auto">
                <a:xfrm rot="5400000">
                  <a:off x="7254592" y="2016911"/>
                  <a:ext cx="214314" cy="3809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9" name="直接连接符 598">
                  <a:extLst>
                    <a:ext uri="{FF2B5EF4-FFF2-40B4-BE49-F238E27FC236}">
                      <a16:creationId xmlns:a16="http://schemas.microsoft.com/office/drawing/2014/main" id="{0531C1B6-E3A7-1B89-55F3-AFF8725459AF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7306978" y="2178839"/>
                  <a:ext cx="142876" cy="7143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0" name="直接连接符 599">
                  <a:extLst>
                    <a:ext uri="{FF2B5EF4-FFF2-40B4-BE49-F238E27FC236}">
                      <a16:creationId xmlns:a16="http://schemas.microsoft.com/office/drawing/2014/main" id="{B641E42E-9935-81FB-6DB7-9965C12B1AE8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7983985" y="2016117"/>
                  <a:ext cx="214314" cy="3968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1" name="直接连接符 600">
                  <a:extLst>
                    <a:ext uri="{FF2B5EF4-FFF2-40B4-BE49-F238E27FC236}">
                      <a16:creationId xmlns:a16="http://schemas.microsoft.com/office/drawing/2014/main" id="{9AA353EB-7ECE-D23D-89C3-4788976F43DA}"/>
                    </a:ext>
                  </a:extLst>
                </p:cNvPr>
                <p:cNvCxnSpPr/>
                <p:nvPr/>
              </p:nvCxnSpPr>
              <p:spPr bwMode="auto">
                <a:xfrm rot="5400000">
                  <a:off x="8019703" y="2194712"/>
                  <a:ext cx="142876" cy="39684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657" name="TextBox 438">
                  <a:extLst>
                    <a:ext uri="{FF2B5EF4-FFF2-40B4-BE49-F238E27FC236}">
                      <a16:creationId xmlns:a16="http://schemas.microsoft.com/office/drawing/2014/main" id="{E3CC3CD1-2CF9-FB12-8D78-3E42FDEB7D9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29520" y="1885882"/>
                  <a:ext cx="77391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1111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23605" name="组合 776">
              <a:extLst>
                <a:ext uri="{FF2B5EF4-FFF2-40B4-BE49-F238E27FC236}">
                  <a16:creationId xmlns:a16="http://schemas.microsoft.com/office/drawing/2014/main" id="{78283223-BEE1-9121-ABA4-DE6AE85C7D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43504" y="2330500"/>
              <a:ext cx="3631430" cy="401698"/>
              <a:chOff x="5143504" y="2357430"/>
              <a:chExt cx="3631430" cy="401698"/>
            </a:xfrm>
          </p:grpSpPr>
          <p:grpSp>
            <p:nvGrpSpPr>
              <p:cNvPr id="23606" name="组合 602">
                <a:extLst>
                  <a:ext uri="{FF2B5EF4-FFF2-40B4-BE49-F238E27FC236}">
                    <a16:creationId xmlns:a16="http://schemas.microsoft.com/office/drawing/2014/main" id="{FD385DD0-058D-916A-8313-D7D7477B45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43504" y="2357430"/>
                <a:ext cx="773910" cy="401698"/>
                <a:chOff x="7429520" y="1885882"/>
                <a:chExt cx="773910" cy="401698"/>
              </a:xfrm>
            </p:grpSpPr>
            <p:cxnSp>
              <p:nvCxnSpPr>
                <p:cNvPr id="604" name="直接连接符 603">
                  <a:extLst>
                    <a:ext uri="{FF2B5EF4-FFF2-40B4-BE49-F238E27FC236}">
                      <a16:creationId xmlns:a16="http://schemas.microsoft.com/office/drawing/2014/main" id="{8B4E7A32-CF99-41D1-F030-533D230C5C77}"/>
                    </a:ext>
                  </a:extLst>
                </p:cNvPr>
                <p:cNvCxnSpPr/>
                <p:nvPr/>
              </p:nvCxnSpPr>
              <p:spPr bwMode="auto">
                <a:xfrm flipV="1">
                  <a:off x="7467164" y="1928744"/>
                  <a:ext cx="60478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5" name="直接连接符 604">
                  <a:extLst>
                    <a:ext uri="{FF2B5EF4-FFF2-40B4-BE49-F238E27FC236}">
                      <a16:creationId xmlns:a16="http://schemas.microsoft.com/office/drawing/2014/main" id="{2F109928-E76E-CBCE-E88E-E46C3F4244F5}"/>
                    </a:ext>
                  </a:extLst>
                </p:cNvPr>
                <p:cNvCxnSpPr/>
                <p:nvPr/>
              </p:nvCxnSpPr>
              <p:spPr bwMode="auto">
                <a:xfrm>
                  <a:off x="7500498" y="2285935"/>
                  <a:ext cx="571450" cy="158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6" name="直接连接符 605">
                  <a:extLst>
                    <a:ext uri="{FF2B5EF4-FFF2-40B4-BE49-F238E27FC236}">
                      <a16:creationId xmlns:a16="http://schemas.microsoft.com/office/drawing/2014/main" id="{8E7A663C-860E-8F6A-E4DB-E8B85A5F791E}"/>
                    </a:ext>
                  </a:extLst>
                </p:cNvPr>
                <p:cNvCxnSpPr/>
                <p:nvPr/>
              </p:nvCxnSpPr>
              <p:spPr bwMode="auto">
                <a:xfrm rot="5400000">
                  <a:off x="7340958" y="2016854"/>
                  <a:ext cx="214315" cy="3809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7" name="直接连接符 606">
                  <a:extLst>
                    <a:ext uri="{FF2B5EF4-FFF2-40B4-BE49-F238E27FC236}">
                      <a16:creationId xmlns:a16="http://schemas.microsoft.com/office/drawing/2014/main" id="{0F807319-D2AD-0E18-DD17-2AA43D8D6E3E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7393344" y="2178782"/>
                  <a:ext cx="142876" cy="7143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8" name="直接连接符 607">
                  <a:extLst>
                    <a:ext uri="{FF2B5EF4-FFF2-40B4-BE49-F238E27FC236}">
                      <a16:creationId xmlns:a16="http://schemas.microsoft.com/office/drawing/2014/main" id="{05DD7301-6A6D-E6BF-7FB3-9BD637878A6E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7984632" y="2016060"/>
                  <a:ext cx="214315" cy="3968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9" name="直接连接符 608">
                  <a:extLst>
                    <a:ext uri="{FF2B5EF4-FFF2-40B4-BE49-F238E27FC236}">
                      <a16:creationId xmlns:a16="http://schemas.microsoft.com/office/drawing/2014/main" id="{A3A5DBF8-F389-0A18-DA60-68F04291885B}"/>
                    </a:ext>
                  </a:extLst>
                </p:cNvPr>
                <p:cNvCxnSpPr/>
                <p:nvPr/>
              </p:nvCxnSpPr>
              <p:spPr bwMode="auto">
                <a:xfrm rot="5400000">
                  <a:off x="8020351" y="2194655"/>
                  <a:ext cx="142876" cy="3968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645" name="TextBox 438">
                  <a:extLst>
                    <a:ext uri="{FF2B5EF4-FFF2-40B4-BE49-F238E27FC236}">
                      <a16:creationId xmlns:a16="http://schemas.microsoft.com/office/drawing/2014/main" id="{AE91DFD9-24F4-7CDB-E630-4EEBD8817C0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29520" y="1885882"/>
                  <a:ext cx="77391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1111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607" name="组合 610">
                <a:extLst>
                  <a:ext uri="{FF2B5EF4-FFF2-40B4-BE49-F238E27FC236}">
                    <a16:creationId xmlns:a16="http://schemas.microsoft.com/office/drawing/2014/main" id="{9D9FF4DF-E8CD-506D-EB99-81AC032E46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857884" y="2357430"/>
                <a:ext cx="773910" cy="401698"/>
                <a:chOff x="7429520" y="1885882"/>
                <a:chExt cx="773910" cy="401698"/>
              </a:xfrm>
            </p:grpSpPr>
            <p:cxnSp>
              <p:nvCxnSpPr>
                <p:cNvPr id="612" name="直接连接符 611">
                  <a:extLst>
                    <a:ext uri="{FF2B5EF4-FFF2-40B4-BE49-F238E27FC236}">
                      <a16:creationId xmlns:a16="http://schemas.microsoft.com/office/drawing/2014/main" id="{175ADF35-4449-7BB3-5E60-8C3985B27197}"/>
                    </a:ext>
                  </a:extLst>
                </p:cNvPr>
                <p:cNvCxnSpPr/>
                <p:nvPr/>
              </p:nvCxnSpPr>
              <p:spPr bwMode="auto">
                <a:xfrm flipV="1">
                  <a:off x="7467097" y="1928744"/>
                  <a:ext cx="60478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3" name="直接连接符 612">
                  <a:extLst>
                    <a:ext uri="{FF2B5EF4-FFF2-40B4-BE49-F238E27FC236}">
                      <a16:creationId xmlns:a16="http://schemas.microsoft.com/office/drawing/2014/main" id="{CE0E7B71-13CA-59E5-B0E3-9BD6013AAC69}"/>
                    </a:ext>
                  </a:extLst>
                </p:cNvPr>
                <p:cNvCxnSpPr/>
                <p:nvPr/>
              </p:nvCxnSpPr>
              <p:spPr bwMode="auto">
                <a:xfrm>
                  <a:off x="7500431" y="2285935"/>
                  <a:ext cx="571450" cy="158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4" name="直接连接符 613">
                  <a:extLst>
                    <a:ext uri="{FF2B5EF4-FFF2-40B4-BE49-F238E27FC236}">
                      <a16:creationId xmlns:a16="http://schemas.microsoft.com/office/drawing/2014/main" id="{0E68ABDF-8E04-B6E7-E087-36BFBAD635B1}"/>
                    </a:ext>
                  </a:extLst>
                </p:cNvPr>
                <p:cNvCxnSpPr/>
                <p:nvPr/>
              </p:nvCxnSpPr>
              <p:spPr bwMode="auto">
                <a:xfrm rot="5400000">
                  <a:off x="7340891" y="2016854"/>
                  <a:ext cx="214315" cy="3809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5" name="直接连接符 614">
                  <a:extLst>
                    <a:ext uri="{FF2B5EF4-FFF2-40B4-BE49-F238E27FC236}">
                      <a16:creationId xmlns:a16="http://schemas.microsoft.com/office/drawing/2014/main" id="{A562C8F5-39FA-F6F2-64E6-B7FD313A3A96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7393277" y="2178782"/>
                  <a:ext cx="142876" cy="7143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6" name="直接连接符 615">
                  <a:extLst>
                    <a:ext uri="{FF2B5EF4-FFF2-40B4-BE49-F238E27FC236}">
                      <a16:creationId xmlns:a16="http://schemas.microsoft.com/office/drawing/2014/main" id="{0D10D3D3-A455-BEEE-ECF6-462949634287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7984565" y="2016060"/>
                  <a:ext cx="214315" cy="3968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7" name="直接连接符 616">
                  <a:extLst>
                    <a:ext uri="{FF2B5EF4-FFF2-40B4-BE49-F238E27FC236}">
                      <a16:creationId xmlns:a16="http://schemas.microsoft.com/office/drawing/2014/main" id="{D3B8EA5F-F813-97EF-81CC-5F22D94EBDBC}"/>
                    </a:ext>
                  </a:extLst>
                </p:cNvPr>
                <p:cNvCxnSpPr/>
                <p:nvPr/>
              </p:nvCxnSpPr>
              <p:spPr bwMode="auto">
                <a:xfrm rot="5400000">
                  <a:off x="8020284" y="2194655"/>
                  <a:ext cx="142876" cy="3968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638" name="TextBox 438">
                  <a:extLst>
                    <a:ext uri="{FF2B5EF4-FFF2-40B4-BE49-F238E27FC236}">
                      <a16:creationId xmlns:a16="http://schemas.microsoft.com/office/drawing/2014/main" id="{C81A50D2-7538-7B69-183E-50824AECF8C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29520" y="1885882"/>
                  <a:ext cx="77391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1111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608" name="组合 618">
                <a:extLst>
                  <a:ext uri="{FF2B5EF4-FFF2-40B4-BE49-F238E27FC236}">
                    <a16:creationId xmlns:a16="http://schemas.microsoft.com/office/drawing/2014/main" id="{53992535-77EE-4C8E-80EA-E6CB3089E3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84172" y="2357430"/>
                <a:ext cx="773910" cy="401698"/>
                <a:chOff x="7429520" y="1885882"/>
                <a:chExt cx="773910" cy="401698"/>
              </a:xfrm>
            </p:grpSpPr>
            <p:cxnSp>
              <p:nvCxnSpPr>
                <p:cNvPr id="620" name="直接连接符 619">
                  <a:extLst>
                    <a:ext uri="{FF2B5EF4-FFF2-40B4-BE49-F238E27FC236}">
                      <a16:creationId xmlns:a16="http://schemas.microsoft.com/office/drawing/2014/main" id="{0203C242-B547-52ED-98EF-C576605EE5BF}"/>
                    </a:ext>
                  </a:extLst>
                </p:cNvPr>
                <p:cNvCxnSpPr/>
                <p:nvPr/>
              </p:nvCxnSpPr>
              <p:spPr bwMode="auto">
                <a:xfrm flipV="1">
                  <a:off x="7467820" y="1928744"/>
                  <a:ext cx="60478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1" name="直接连接符 620">
                  <a:extLst>
                    <a:ext uri="{FF2B5EF4-FFF2-40B4-BE49-F238E27FC236}">
                      <a16:creationId xmlns:a16="http://schemas.microsoft.com/office/drawing/2014/main" id="{A8715231-DED5-F0A6-B23B-341A98EFA48F}"/>
                    </a:ext>
                  </a:extLst>
                </p:cNvPr>
                <p:cNvCxnSpPr/>
                <p:nvPr/>
              </p:nvCxnSpPr>
              <p:spPr bwMode="auto">
                <a:xfrm>
                  <a:off x="7501154" y="2285935"/>
                  <a:ext cx="571450" cy="158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2" name="直接连接符 621">
                  <a:extLst>
                    <a:ext uri="{FF2B5EF4-FFF2-40B4-BE49-F238E27FC236}">
                      <a16:creationId xmlns:a16="http://schemas.microsoft.com/office/drawing/2014/main" id="{19B6B037-F0B4-7A23-C078-93D7ED1A8CAB}"/>
                    </a:ext>
                  </a:extLst>
                </p:cNvPr>
                <p:cNvCxnSpPr/>
                <p:nvPr/>
              </p:nvCxnSpPr>
              <p:spPr bwMode="auto">
                <a:xfrm rot="5400000">
                  <a:off x="7341614" y="2016854"/>
                  <a:ext cx="214315" cy="3809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3" name="直接连接符 622">
                  <a:extLst>
                    <a:ext uri="{FF2B5EF4-FFF2-40B4-BE49-F238E27FC236}">
                      <a16:creationId xmlns:a16="http://schemas.microsoft.com/office/drawing/2014/main" id="{7384E65F-9591-DBD8-1602-E66B87C6C648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7394000" y="2178782"/>
                  <a:ext cx="142876" cy="7143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4" name="直接连接符 623">
                  <a:extLst>
                    <a:ext uri="{FF2B5EF4-FFF2-40B4-BE49-F238E27FC236}">
                      <a16:creationId xmlns:a16="http://schemas.microsoft.com/office/drawing/2014/main" id="{8A6ECE43-5493-4CF0-AB5B-61B74D656072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7984494" y="2016854"/>
                  <a:ext cx="214315" cy="3809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5" name="直接连接符 624">
                  <a:extLst>
                    <a:ext uri="{FF2B5EF4-FFF2-40B4-BE49-F238E27FC236}">
                      <a16:creationId xmlns:a16="http://schemas.microsoft.com/office/drawing/2014/main" id="{91AED350-4FCE-23CF-55AA-88595C5FC743}"/>
                    </a:ext>
                  </a:extLst>
                </p:cNvPr>
                <p:cNvCxnSpPr/>
                <p:nvPr/>
              </p:nvCxnSpPr>
              <p:spPr bwMode="auto">
                <a:xfrm rot="5400000">
                  <a:off x="8020213" y="2195449"/>
                  <a:ext cx="142876" cy="3809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631" name="TextBox 438">
                  <a:extLst>
                    <a:ext uri="{FF2B5EF4-FFF2-40B4-BE49-F238E27FC236}">
                      <a16:creationId xmlns:a16="http://schemas.microsoft.com/office/drawing/2014/main" id="{171DDD23-7F2F-5B6F-0F1C-BB5FE483A9B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29520" y="1885882"/>
                  <a:ext cx="77391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1111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609" name="组合 626">
                <a:extLst>
                  <a:ext uri="{FF2B5EF4-FFF2-40B4-BE49-F238E27FC236}">
                    <a16:creationId xmlns:a16="http://schemas.microsoft.com/office/drawing/2014/main" id="{E9545EE8-3604-98CA-C367-D92E7408EC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86644" y="2357430"/>
                <a:ext cx="773910" cy="401698"/>
                <a:chOff x="7429520" y="1885882"/>
                <a:chExt cx="773910" cy="401698"/>
              </a:xfrm>
            </p:grpSpPr>
            <p:cxnSp>
              <p:nvCxnSpPr>
                <p:cNvPr id="628" name="直接连接符 627">
                  <a:extLst>
                    <a:ext uri="{FF2B5EF4-FFF2-40B4-BE49-F238E27FC236}">
                      <a16:creationId xmlns:a16="http://schemas.microsoft.com/office/drawing/2014/main" id="{81B190BF-36F0-F63D-E8F9-65531DB674F4}"/>
                    </a:ext>
                  </a:extLst>
                </p:cNvPr>
                <p:cNvCxnSpPr/>
                <p:nvPr/>
              </p:nvCxnSpPr>
              <p:spPr bwMode="auto">
                <a:xfrm flipV="1">
                  <a:off x="7466962" y="1928744"/>
                  <a:ext cx="60478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9" name="直接连接符 628">
                  <a:extLst>
                    <a:ext uri="{FF2B5EF4-FFF2-40B4-BE49-F238E27FC236}">
                      <a16:creationId xmlns:a16="http://schemas.microsoft.com/office/drawing/2014/main" id="{ADA9C1F7-D043-15B4-08C6-06B30C326169}"/>
                    </a:ext>
                  </a:extLst>
                </p:cNvPr>
                <p:cNvCxnSpPr/>
                <p:nvPr/>
              </p:nvCxnSpPr>
              <p:spPr bwMode="auto">
                <a:xfrm>
                  <a:off x="7500296" y="2285935"/>
                  <a:ext cx="571450" cy="158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0" name="直接连接符 629">
                  <a:extLst>
                    <a:ext uri="{FF2B5EF4-FFF2-40B4-BE49-F238E27FC236}">
                      <a16:creationId xmlns:a16="http://schemas.microsoft.com/office/drawing/2014/main" id="{01CC98F5-7B79-B303-CB9D-9748A0E5162B}"/>
                    </a:ext>
                  </a:extLst>
                </p:cNvPr>
                <p:cNvCxnSpPr/>
                <p:nvPr/>
              </p:nvCxnSpPr>
              <p:spPr bwMode="auto">
                <a:xfrm rot="5400000">
                  <a:off x="7340756" y="2016854"/>
                  <a:ext cx="214315" cy="3809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1" name="直接连接符 630">
                  <a:extLst>
                    <a:ext uri="{FF2B5EF4-FFF2-40B4-BE49-F238E27FC236}">
                      <a16:creationId xmlns:a16="http://schemas.microsoft.com/office/drawing/2014/main" id="{25F7913E-E62A-E62B-213E-5BB7C6EDB6C5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7393142" y="2178782"/>
                  <a:ext cx="142876" cy="7143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2" name="直接连接符 631">
                  <a:extLst>
                    <a:ext uri="{FF2B5EF4-FFF2-40B4-BE49-F238E27FC236}">
                      <a16:creationId xmlns:a16="http://schemas.microsoft.com/office/drawing/2014/main" id="{818E270C-C521-CD62-C724-439DF81AD1A4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7984430" y="2016060"/>
                  <a:ext cx="214315" cy="3968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3" name="直接连接符 632">
                  <a:extLst>
                    <a:ext uri="{FF2B5EF4-FFF2-40B4-BE49-F238E27FC236}">
                      <a16:creationId xmlns:a16="http://schemas.microsoft.com/office/drawing/2014/main" id="{E3024977-EBF6-BDDC-7823-527B80DF0905}"/>
                    </a:ext>
                  </a:extLst>
                </p:cNvPr>
                <p:cNvCxnSpPr/>
                <p:nvPr/>
              </p:nvCxnSpPr>
              <p:spPr bwMode="auto">
                <a:xfrm rot="5400000">
                  <a:off x="8020149" y="2194655"/>
                  <a:ext cx="142876" cy="3968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624" name="TextBox 438">
                  <a:extLst>
                    <a:ext uri="{FF2B5EF4-FFF2-40B4-BE49-F238E27FC236}">
                      <a16:creationId xmlns:a16="http://schemas.microsoft.com/office/drawing/2014/main" id="{E41B6000-8BD1-1B0E-75C6-CE8FF0D3289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29520" y="1885882"/>
                  <a:ext cx="77391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1111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3610" name="组合 634">
                <a:extLst>
                  <a:ext uri="{FF2B5EF4-FFF2-40B4-BE49-F238E27FC236}">
                    <a16:creationId xmlns:a16="http://schemas.microsoft.com/office/drawing/2014/main" id="{D025975F-7A4B-0694-AA1A-8B411F478E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001024" y="2357430"/>
                <a:ext cx="773910" cy="401698"/>
                <a:chOff x="7429520" y="1885882"/>
                <a:chExt cx="773910" cy="401698"/>
              </a:xfrm>
            </p:grpSpPr>
            <p:cxnSp>
              <p:nvCxnSpPr>
                <p:cNvPr id="636" name="直接连接符 635">
                  <a:extLst>
                    <a:ext uri="{FF2B5EF4-FFF2-40B4-BE49-F238E27FC236}">
                      <a16:creationId xmlns:a16="http://schemas.microsoft.com/office/drawing/2014/main" id="{7A6168AA-556B-4463-E6D7-8C8AFF0B42B7}"/>
                    </a:ext>
                  </a:extLst>
                </p:cNvPr>
                <p:cNvCxnSpPr/>
                <p:nvPr/>
              </p:nvCxnSpPr>
              <p:spPr bwMode="auto">
                <a:xfrm flipV="1">
                  <a:off x="7466895" y="1928744"/>
                  <a:ext cx="604784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7" name="直接连接符 636">
                  <a:extLst>
                    <a:ext uri="{FF2B5EF4-FFF2-40B4-BE49-F238E27FC236}">
                      <a16:creationId xmlns:a16="http://schemas.microsoft.com/office/drawing/2014/main" id="{8FEDDD41-2609-8C19-15E1-DD610B587BCB}"/>
                    </a:ext>
                  </a:extLst>
                </p:cNvPr>
                <p:cNvCxnSpPr/>
                <p:nvPr/>
              </p:nvCxnSpPr>
              <p:spPr bwMode="auto">
                <a:xfrm>
                  <a:off x="7500229" y="2285935"/>
                  <a:ext cx="571450" cy="158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8" name="直接连接符 637">
                  <a:extLst>
                    <a:ext uri="{FF2B5EF4-FFF2-40B4-BE49-F238E27FC236}">
                      <a16:creationId xmlns:a16="http://schemas.microsoft.com/office/drawing/2014/main" id="{817346D4-BE13-AC07-7AFF-C4A5FD3E8E94}"/>
                    </a:ext>
                  </a:extLst>
                </p:cNvPr>
                <p:cNvCxnSpPr/>
                <p:nvPr/>
              </p:nvCxnSpPr>
              <p:spPr bwMode="auto">
                <a:xfrm rot="5400000">
                  <a:off x="7340689" y="2016854"/>
                  <a:ext cx="214315" cy="38097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9" name="直接连接符 638">
                  <a:extLst>
                    <a:ext uri="{FF2B5EF4-FFF2-40B4-BE49-F238E27FC236}">
                      <a16:creationId xmlns:a16="http://schemas.microsoft.com/office/drawing/2014/main" id="{8D9B616F-CC52-260A-6368-63550BFD3B3F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7393075" y="2178782"/>
                  <a:ext cx="142876" cy="71431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0" name="直接连接符 639">
                  <a:extLst>
                    <a:ext uri="{FF2B5EF4-FFF2-40B4-BE49-F238E27FC236}">
                      <a16:creationId xmlns:a16="http://schemas.microsoft.com/office/drawing/2014/main" id="{535CBC30-2A7E-E675-1491-73A95C3C677F}"/>
                    </a:ext>
                  </a:extLst>
                </p:cNvPr>
                <p:cNvCxnSpPr/>
                <p:nvPr/>
              </p:nvCxnSpPr>
              <p:spPr bwMode="auto">
                <a:xfrm rot="16200000" flipH="1">
                  <a:off x="7984363" y="2016060"/>
                  <a:ext cx="214315" cy="3968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1" name="直接连接符 640">
                  <a:extLst>
                    <a:ext uri="{FF2B5EF4-FFF2-40B4-BE49-F238E27FC236}">
                      <a16:creationId xmlns:a16="http://schemas.microsoft.com/office/drawing/2014/main" id="{F6D6ACD2-999D-F82A-8EAC-C74296569BFD}"/>
                    </a:ext>
                  </a:extLst>
                </p:cNvPr>
                <p:cNvCxnSpPr/>
                <p:nvPr/>
              </p:nvCxnSpPr>
              <p:spPr bwMode="auto">
                <a:xfrm rot="5400000">
                  <a:off x="8020082" y="2194655"/>
                  <a:ext cx="142876" cy="39685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617" name="TextBox 438">
                  <a:extLst>
                    <a:ext uri="{FF2B5EF4-FFF2-40B4-BE49-F238E27FC236}">
                      <a16:creationId xmlns:a16="http://schemas.microsoft.com/office/drawing/2014/main" id="{357A2FCF-1BF8-3693-63A2-29401C72E4D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7429520" y="1885882"/>
                  <a:ext cx="77391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>
                      <a:latin typeface="Times New Roman" panose="02020603050405020304" pitchFamily="18" charset="0"/>
                    </a:rPr>
                    <a:t>0000</a:t>
                  </a:r>
                  <a:endParaRPr lang="zh-CN" altLang="en-US" sz="2000">
                    <a:latin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752" name="组合 778">
            <a:extLst>
              <a:ext uri="{FF2B5EF4-FFF2-40B4-BE49-F238E27FC236}">
                <a16:creationId xmlns:a16="http://schemas.microsoft.com/office/drawing/2014/main" id="{E74EC511-2350-6B4B-C2AB-DA745B135EFD}"/>
              </a:ext>
            </a:extLst>
          </p:cNvPr>
          <p:cNvGrpSpPr>
            <a:grpSpLocks/>
          </p:cNvGrpSpPr>
          <p:nvPr/>
        </p:nvGrpSpPr>
        <p:grpSpPr bwMode="auto">
          <a:xfrm>
            <a:off x="52610" y="3186906"/>
            <a:ext cx="8728076" cy="369888"/>
            <a:chOff x="-32" y="2928934"/>
            <a:chExt cx="8727344" cy="369332"/>
          </a:xfrm>
        </p:grpSpPr>
        <p:cxnSp>
          <p:nvCxnSpPr>
            <p:cNvPr id="643" name="直接连接符 642">
              <a:extLst>
                <a:ext uri="{FF2B5EF4-FFF2-40B4-BE49-F238E27FC236}">
                  <a16:creationId xmlns:a16="http://schemas.microsoft.com/office/drawing/2014/main" id="{2557BF7C-58C8-D3F3-6074-D1CE5574FE19}"/>
                </a:ext>
              </a:extLst>
            </p:cNvPr>
            <p:cNvCxnSpPr/>
            <p:nvPr/>
          </p:nvCxnSpPr>
          <p:spPr>
            <a:xfrm>
              <a:off x="1428599" y="3071594"/>
              <a:ext cx="2928691" cy="158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602" name="Rectangle 67">
              <a:extLst>
                <a:ext uri="{FF2B5EF4-FFF2-40B4-BE49-F238E27FC236}">
                  <a16:creationId xmlns:a16="http://schemas.microsoft.com/office/drawing/2014/main" id="{1B518C37-FF17-2432-416B-436FE61BA7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2" y="2928934"/>
              <a:ext cx="164304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/>
                <a:t>T1,T2=“1”</a:t>
              </a:r>
              <a:endParaRPr lang="en-US" altLang="zh-CN" sz="1800" baseline="-25000"/>
            </a:p>
          </p:txBody>
        </p:sp>
        <p:cxnSp>
          <p:nvCxnSpPr>
            <p:cNvPr id="660" name="直接连接符 659">
              <a:extLst>
                <a:ext uri="{FF2B5EF4-FFF2-40B4-BE49-F238E27FC236}">
                  <a16:creationId xmlns:a16="http://schemas.microsoft.com/office/drawing/2014/main" id="{B47F0F81-5F23-4BCA-5D82-EB42FF4FD5F6}"/>
                </a:ext>
              </a:extLst>
            </p:cNvPr>
            <p:cNvCxnSpPr/>
            <p:nvPr/>
          </p:nvCxnSpPr>
          <p:spPr>
            <a:xfrm>
              <a:off x="5155737" y="3071594"/>
              <a:ext cx="3571575" cy="158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3" name="组合 780">
            <a:extLst>
              <a:ext uri="{FF2B5EF4-FFF2-40B4-BE49-F238E27FC236}">
                <a16:creationId xmlns:a16="http://schemas.microsoft.com/office/drawing/2014/main" id="{624A9A77-5668-0DC6-3752-6AFC4946953C}"/>
              </a:ext>
            </a:extLst>
          </p:cNvPr>
          <p:cNvGrpSpPr>
            <a:grpSpLocks/>
          </p:cNvGrpSpPr>
          <p:nvPr/>
        </p:nvGrpSpPr>
        <p:grpSpPr bwMode="auto">
          <a:xfrm>
            <a:off x="266923" y="4261644"/>
            <a:ext cx="8461374" cy="428625"/>
            <a:chOff x="214282" y="3784602"/>
            <a:chExt cx="8320679" cy="428628"/>
          </a:xfrm>
        </p:grpSpPr>
        <p:sp>
          <p:nvSpPr>
            <p:cNvPr id="23594" name="TextBox 427">
              <a:extLst>
                <a:ext uri="{FF2B5EF4-FFF2-40B4-BE49-F238E27FC236}">
                  <a16:creationId xmlns:a16="http://schemas.microsoft.com/office/drawing/2014/main" id="{D271266D-F6B2-98D8-8FA3-FC2C118AFA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282" y="3813180"/>
              <a:ext cx="114303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RC</a:t>
              </a:r>
              <a:r>
                <a:rPr lang="en-US" altLang="zh-CN" sz="2000" i="1" dirty="0">
                  <a:latin typeface="Times New Roman" panose="02020603050405020304" pitchFamily="18" charset="0"/>
                </a:rPr>
                <a:t>II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(T3)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cxnSp>
          <p:nvCxnSpPr>
            <p:cNvPr id="663" name="直接连接符 662">
              <a:extLst>
                <a:ext uri="{FF2B5EF4-FFF2-40B4-BE49-F238E27FC236}">
                  <a16:creationId xmlns:a16="http://schemas.microsoft.com/office/drawing/2014/main" id="{B0E2F812-7482-4084-446B-8F8F5CBA5EFB}"/>
                </a:ext>
              </a:extLst>
            </p:cNvPr>
            <p:cNvCxnSpPr/>
            <p:nvPr/>
          </p:nvCxnSpPr>
          <p:spPr>
            <a:xfrm>
              <a:off x="1428820" y="4141791"/>
              <a:ext cx="1714091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直接连接符 664">
              <a:extLst>
                <a:ext uri="{FF2B5EF4-FFF2-40B4-BE49-F238E27FC236}">
                  <a16:creationId xmlns:a16="http://schemas.microsoft.com/office/drawing/2014/main" id="{77532416-6134-B37D-8ED9-87B1E66775AC}"/>
                </a:ext>
              </a:extLst>
            </p:cNvPr>
            <p:cNvCxnSpPr/>
            <p:nvPr/>
          </p:nvCxnSpPr>
          <p:spPr>
            <a:xfrm>
              <a:off x="3142912" y="3786189"/>
              <a:ext cx="1214538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6" name="直接连接符 665">
              <a:extLst>
                <a:ext uri="{FF2B5EF4-FFF2-40B4-BE49-F238E27FC236}">
                  <a16:creationId xmlns:a16="http://schemas.microsoft.com/office/drawing/2014/main" id="{1749C029-0CD9-794B-3C5F-AB4F46E89F1B}"/>
                </a:ext>
              </a:extLst>
            </p:cNvPr>
            <p:cNvCxnSpPr>
              <a:cxnSpLocks/>
            </p:cNvCxnSpPr>
            <p:nvPr/>
          </p:nvCxnSpPr>
          <p:spPr>
            <a:xfrm>
              <a:off x="5155174" y="3784602"/>
              <a:ext cx="2939555" cy="476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直接连接符 669">
              <a:extLst>
                <a:ext uri="{FF2B5EF4-FFF2-40B4-BE49-F238E27FC236}">
                  <a16:creationId xmlns:a16="http://schemas.microsoft.com/office/drawing/2014/main" id="{3AF543B7-0CD9-FB4B-2C52-B32F724B56C5}"/>
                </a:ext>
              </a:extLst>
            </p:cNvPr>
            <p:cNvCxnSpPr/>
            <p:nvPr/>
          </p:nvCxnSpPr>
          <p:spPr>
            <a:xfrm rot="5400000">
              <a:off x="7952634" y="3943367"/>
              <a:ext cx="285752" cy="1561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直接连接符 671">
              <a:extLst>
                <a:ext uri="{FF2B5EF4-FFF2-40B4-BE49-F238E27FC236}">
                  <a16:creationId xmlns:a16="http://schemas.microsoft.com/office/drawing/2014/main" id="{36B16FE2-2E15-400B-24AC-70A5C55E9E74}"/>
                </a:ext>
              </a:extLst>
            </p:cNvPr>
            <p:cNvCxnSpPr>
              <a:cxnSpLocks/>
            </p:cNvCxnSpPr>
            <p:nvPr/>
          </p:nvCxnSpPr>
          <p:spPr>
            <a:xfrm>
              <a:off x="8070534" y="4084642"/>
              <a:ext cx="464427" cy="3654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直接连接符 678">
              <a:extLst>
                <a:ext uri="{FF2B5EF4-FFF2-40B4-BE49-F238E27FC236}">
                  <a16:creationId xmlns:a16="http://schemas.microsoft.com/office/drawing/2014/main" id="{899A1C4A-63B3-D0D8-8280-E1D0E7BD511A}"/>
                </a:ext>
              </a:extLst>
            </p:cNvPr>
            <p:cNvCxnSpPr/>
            <p:nvPr/>
          </p:nvCxnSpPr>
          <p:spPr>
            <a:xfrm rot="5400000">
              <a:off x="2965097" y="3964003"/>
              <a:ext cx="357191" cy="1562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5" name="组合 791">
            <a:extLst>
              <a:ext uri="{FF2B5EF4-FFF2-40B4-BE49-F238E27FC236}">
                <a16:creationId xmlns:a16="http://schemas.microsoft.com/office/drawing/2014/main" id="{839EE6DE-2EC4-EB75-BCE2-410E30A196B0}"/>
              </a:ext>
            </a:extLst>
          </p:cNvPr>
          <p:cNvGrpSpPr>
            <a:grpSpLocks/>
          </p:cNvGrpSpPr>
          <p:nvPr/>
        </p:nvGrpSpPr>
        <p:grpSpPr bwMode="auto">
          <a:xfrm>
            <a:off x="266923" y="3585369"/>
            <a:ext cx="8442324" cy="428625"/>
            <a:chOff x="214282" y="4786322"/>
            <a:chExt cx="8441604" cy="428628"/>
          </a:xfrm>
        </p:grpSpPr>
        <p:cxnSp>
          <p:nvCxnSpPr>
            <p:cNvPr id="713" name="直接连接符 712">
              <a:extLst>
                <a:ext uri="{FF2B5EF4-FFF2-40B4-BE49-F238E27FC236}">
                  <a16:creationId xmlns:a16="http://schemas.microsoft.com/office/drawing/2014/main" id="{5C1248AF-5967-E24D-CCE1-48548547D53D}"/>
                </a:ext>
              </a:extLst>
            </p:cNvPr>
            <p:cNvCxnSpPr/>
            <p:nvPr/>
          </p:nvCxnSpPr>
          <p:spPr>
            <a:xfrm>
              <a:off x="1428616" y="5143511"/>
              <a:ext cx="928608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直接连接符 713">
              <a:extLst>
                <a:ext uri="{FF2B5EF4-FFF2-40B4-BE49-F238E27FC236}">
                  <a16:creationId xmlns:a16="http://schemas.microsoft.com/office/drawing/2014/main" id="{A8478C61-00D1-80F4-02C1-47FBC8745011}"/>
                </a:ext>
              </a:extLst>
            </p:cNvPr>
            <p:cNvCxnSpPr/>
            <p:nvPr/>
          </p:nvCxnSpPr>
          <p:spPr>
            <a:xfrm>
              <a:off x="2357224" y="4786322"/>
              <a:ext cx="785746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直接连接符 714">
              <a:extLst>
                <a:ext uri="{FF2B5EF4-FFF2-40B4-BE49-F238E27FC236}">
                  <a16:creationId xmlns:a16="http://schemas.microsoft.com/office/drawing/2014/main" id="{98200A69-ABAB-D106-BD11-E7BAF2AA7401}"/>
                </a:ext>
              </a:extLst>
            </p:cNvPr>
            <p:cNvCxnSpPr/>
            <p:nvPr/>
          </p:nvCxnSpPr>
          <p:spPr>
            <a:xfrm>
              <a:off x="5155749" y="5143511"/>
              <a:ext cx="2285805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直接连接符 715">
              <a:extLst>
                <a:ext uri="{FF2B5EF4-FFF2-40B4-BE49-F238E27FC236}">
                  <a16:creationId xmlns:a16="http://schemas.microsoft.com/office/drawing/2014/main" id="{E8397E6A-E078-2530-52F2-7BAD26DC5C47}"/>
                </a:ext>
              </a:extLst>
            </p:cNvPr>
            <p:cNvCxnSpPr/>
            <p:nvPr/>
          </p:nvCxnSpPr>
          <p:spPr>
            <a:xfrm rot="5400000">
              <a:off x="8049497" y="4964123"/>
              <a:ext cx="357189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直接连接符 716">
              <a:extLst>
                <a:ext uri="{FF2B5EF4-FFF2-40B4-BE49-F238E27FC236}">
                  <a16:creationId xmlns:a16="http://schemas.microsoft.com/office/drawing/2014/main" id="{A3E04B84-5160-1D8F-511F-99F75598B667}"/>
                </a:ext>
              </a:extLst>
            </p:cNvPr>
            <p:cNvCxnSpPr>
              <a:cxnSpLocks/>
            </p:cNvCxnSpPr>
            <p:nvPr/>
          </p:nvCxnSpPr>
          <p:spPr>
            <a:xfrm>
              <a:off x="8227299" y="5143511"/>
              <a:ext cx="428587" cy="793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直接连接符 717">
              <a:extLst>
                <a:ext uri="{FF2B5EF4-FFF2-40B4-BE49-F238E27FC236}">
                  <a16:creationId xmlns:a16="http://schemas.microsoft.com/office/drawing/2014/main" id="{D2494811-165A-F19F-9432-9F2FE3AE1F7F}"/>
                </a:ext>
              </a:extLst>
            </p:cNvPr>
            <p:cNvCxnSpPr/>
            <p:nvPr/>
          </p:nvCxnSpPr>
          <p:spPr>
            <a:xfrm rot="5400000">
              <a:off x="2179423" y="4964123"/>
              <a:ext cx="357189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589" name="TextBox 427">
              <a:extLst>
                <a:ext uri="{FF2B5EF4-FFF2-40B4-BE49-F238E27FC236}">
                  <a16:creationId xmlns:a16="http://schemas.microsoft.com/office/drawing/2014/main" id="{F392C9ED-AF3D-9C07-3820-EFC0514A59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282" y="4814900"/>
              <a:ext cx="114303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RC</a:t>
              </a:r>
              <a:r>
                <a:rPr lang="en-US" altLang="zh-CN" sz="2000" i="1">
                  <a:latin typeface="Times New Roman" panose="02020603050405020304" pitchFamily="18" charset="0"/>
                </a:rPr>
                <a:t>I</a:t>
              </a:r>
              <a:r>
                <a:rPr lang="en-US" altLang="zh-CN" sz="2000">
                  <a:latin typeface="Times New Roman" panose="02020603050405020304" pitchFamily="18" charset="0"/>
                </a:rPr>
                <a:t>(P)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cxnSp>
          <p:nvCxnSpPr>
            <p:cNvPr id="722" name="直接连接符 721">
              <a:extLst>
                <a:ext uri="{FF2B5EF4-FFF2-40B4-BE49-F238E27FC236}">
                  <a16:creationId xmlns:a16="http://schemas.microsoft.com/office/drawing/2014/main" id="{A8FA9AC4-A08A-8A4E-EE93-F29DC70DE21C}"/>
                </a:ext>
              </a:extLst>
            </p:cNvPr>
            <p:cNvCxnSpPr/>
            <p:nvPr/>
          </p:nvCxnSpPr>
          <p:spPr>
            <a:xfrm rot="5400000">
              <a:off x="2965169" y="4964123"/>
              <a:ext cx="357189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直接连接符 722">
              <a:extLst>
                <a:ext uri="{FF2B5EF4-FFF2-40B4-BE49-F238E27FC236}">
                  <a16:creationId xmlns:a16="http://schemas.microsoft.com/office/drawing/2014/main" id="{D64B54A9-0D0E-E31B-3BDD-B0A7E643B3D0}"/>
                </a:ext>
              </a:extLst>
            </p:cNvPr>
            <p:cNvCxnSpPr/>
            <p:nvPr/>
          </p:nvCxnSpPr>
          <p:spPr>
            <a:xfrm>
              <a:off x="3142970" y="5143511"/>
              <a:ext cx="1214333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直接连接符 726">
              <a:extLst>
                <a:ext uri="{FF2B5EF4-FFF2-40B4-BE49-F238E27FC236}">
                  <a16:creationId xmlns:a16="http://schemas.microsoft.com/office/drawing/2014/main" id="{CF2AD20F-A569-CD31-1C3D-5520D02E7395}"/>
                </a:ext>
              </a:extLst>
            </p:cNvPr>
            <p:cNvCxnSpPr/>
            <p:nvPr/>
          </p:nvCxnSpPr>
          <p:spPr>
            <a:xfrm rot="5400000">
              <a:off x="7263752" y="4964123"/>
              <a:ext cx="357189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直接连接符 727">
              <a:extLst>
                <a:ext uri="{FF2B5EF4-FFF2-40B4-BE49-F238E27FC236}">
                  <a16:creationId xmlns:a16="http://schemas.microsoft.com/office/drawing/2014/main" id="{A2B6451E-B15D-D396-BBC0-298DE89B30A0}"/>
                </a:ext>
              </a:extLst>
            </p:cNvPr>
            <p:cNvCxnSpPr/>
            <p:nvPr/>
          </p:nvCxnSpPr>
          <p:spPr>
            <a:xfrm>
              <a:off x="7441554" y="4786322"/>
              <a:ext cx="785745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6" name="组合 781">
            <a:extLst>
              <a:ext uri="{FF2B5EF4-FFF2-40B4-BE49-F238E27FC236}">
                <a16:creationId xmlns:a16="http://schemas.microsoft.com/office/drawing/2014/main" id="{AD0CB9C3-BA83-F0E2-47B6-B195FB60E075}"/>
              </a:ext>
            </a:extLst>
          </p:cNvPr>
          <p:cNvGrpSpPr>
            <a:grpSpLocks/>
          </p:cNvGrpSpPr>
          <p:nvPr/>
        </p:nvGrpSpPr>
        <p:grpSpPr bwMode="auto">
          <a:xfrm>
            <a:off x="266923" y="4545806"/>
            <a:ext cx="8442325" cy="715963"/>
            <a:chOff x="214260" y="3998916"/>
            <a:chExt cx="8572582" cy="715908"/>
          </a:xfrm>
        </p:grpSpPr>
        <p:sp>
          <p:nvSpPr>
            <p:cNvPr id="23575" name="TextBox 425">
              <a:extLst>
                <a:ext uri="{FF2B5EF4-FFF2-40B4-BE49-F238E27FC236}">
                  <a16:creationId xmlns:a16="http://schemas.microsoft.com/office/drawing/2014/main" id="{909C82EA-086C-4CB0-0A69-A090CC8579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7686" y="3998916"/>
              <a:ext cx="107157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……</a:t>
              </a: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3576" name="TextBox 427">
              <a:extLst>
                <a:ext uri="{FF2B5EF4-FFF2-40B4-BE49-F238E27FC236}">
                  <a16:creationId xmlns:a16="http://schemas.microsoft.com/office/drawing/2014/main" id="{221C452E-CACD-0F73-3CF8-0B0DC83B24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260" y="4314774"/>
              <a:ext cx="146329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Times New Roman" panose="02020603050405020304" pitchFamily="18" charset="0"/>
                </a:rPr>
                <a:t>RC</a:t>
              </a:r>
              <a:r>
                <a:rPr lang="en-US" altLang="zh-CN" sz="2000" i="1">
                  <a:latin typeface="Times New Roman" panose="02020603050405020304" pitchFamily="18" charset="0"/>
                </a:rPr>
                <a:t>III</a:t>
              </a:r>
              <a:r>
                <a:rPr lang="en-US" altLang="zh-CN" sz="2000">
                  <a:latin typeface="Times New Roman" panose="02020603050405020304" pitchFamily="18" charset="0"/>
                </a:rPr>
                <a:t>(T4)</a:t>
              </a:r>
              <a:endParaRPr lang="zh-CN" altLang="en-US" sz="2000">
                <a:latin typeface="Times New Roman" panose="02020603050405020304" pitchFamily="18" charset="0"/>
              </a:endParaRPr>
            </a:p>
          </p:txBody>
        </p:sp>
        <p:cxnSp>
          <p:nvCxnSpPr>
            <p:cNvPr id="680" name="直接连接符 679">
              <a:extLst>
                <a:ext uri="{FF2B5EF4-FFF2-40B4-BE49-F238E27FC236}">
                  <a16:creationId xmlns:a16="http://schemas.microsoft.com/office/drawing/2014/main" id="{6A2E68C9-64D2-2E18-AB58-A63A0FBAC5AB}"/>
                </a:ext>
              </a:extLst>
            </p:cNvPr>
            <p:cNvCxnSpPr/>
            <p:nvPr/>
          </p:nvCxnSpPr>
          <p:spPr>
            <a:xfrm>
              <a:off x="1703742" y="4670377"/>
              <a:ext cx="1786089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直接连接符 680">
              <a:extLst>
                <a:ext uri="{FF2B5EF4-FFF2-40B4-BE49-F238E27FC236}">
                  <a16:creationId xmlns:a16="http://schemas.microsoft.com/office/drawing/2014/main" id="{0384ED8E-5056-FA08-2F1B-377364EFEE59}"/>
                </a:ext>
              </a:extLst>
            </p:cNvPr>
            <p:cNvCxnSpPr/>
            <p:nvPr/>
          </p:nvCxnSpPr>
          <p:spPr>
            <a:xfrm flipV="1">
              <a:off x="3476935" y="4289407"/>
              <a:ext cx="880149" cy="2539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2" name="直接连接符 681">
              <a:extLst>
                <a:ext uri="{FF2B5EF4-FFF2-40B4-BE49-F238E27FC236}">
                  <a16:creationId xmlns:a16="http://schemas.microsoft.com/office/drawing/2014/main" id="{2D5C8FCC-1EE2-F1EC-1520-C1FC2A672F76}"/>
                </a:ext>
              </a:extLst>
            </p:cNvPr>
            <p:cNvCxnSpPr>
              <a:cxnSpLocks/>
            </p:cNvCxnSpPr>
            <p:nvPr/>
          </p:nvCxnSpPr>
          <p:spPr>
            <a:xfrm>
              <a:off x="5156632" y="4286232"/>
              <a:ext cx="3185266" cy="1190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直接连接符 682">
              <a:extLst>
                <a:ext uri="{FF2B5EF4-FFF2-40B4-BE49-F238E27FC236}">
                  <a16:creationId xmlns:a16="http://schemas.microsoft.com/office/drawing/2014/main" id="{B9988E55-306A-47B7-478A-23AE03DFA580}"/>
                </a:ext>
              </a:extLst>
            </p:cNvPr>
            <p:cNvCxnSpPr/>
            <p:nvPr/>
          </p:nvCxnSpPr>
          <p:spPr>
            <a:xfrm rot="5400000">
              <a:off x="8206322" y="4428290"/>
              <a:ext cx="285728" cy="161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直接连接符 683">
              <a:extLst>
                <a:ext uri="{FF2B5EF4-FFF2-40B4-BE49-F238E27FC236}">
                  <a16:creationId xmlns:a16="http://schemas.microsoft.com/office/drawing/2014/main" id="{CA2D4364-FF45-B6B4-7B62-ADAA41357BDF}"/>
                </a:ext>
              </a:extLst>
            </p:cNvPr>
            <p:cNvCxnSpPr>
              <a:cxnSpLocks/>
            </p:cNvCxnSpPr>
            <p:nvPr/>
          </p:nvCxnSpPr>
          <p:spPr>
            <a:xfrm>
              <a:off x="8341898" y="4570372"/>
              <a:ext cx="444944" cy="3175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直接连接符 750">
              <a:extLst>
                <a:ext uri="{FF2B5EF4-FFF2-40B4-BE49-F238E27FC236}">
                  <a16:creationId xmlns:a16="http://schemas.microsoft.com/office/drawing/2014/main" id="{BA98BBA5-3530-B9C2-2F06-BF615F317DD3}"/>
                </a:ext>
              </a:extLst>
            </p:cNvPr>
            <p:cNvCxnSpPr/>
            <p:nvPr/>
          </p:nvCxnSpPr>
          <p:spPr>
            <a:xfrm rot="5400000">
              <a:off x="3315281" y="4495754"/>
              <a:ext cx="357160" cy="161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7" name="组合 782">
            <a:extLst>
              <a:ext uri="{FF2B5EF4-FFF2-40B4-BE49-F238E27FC236}">
                <a16:creationId xmlns:a16="http://schemas.microsoft.com/office/drawing/2014/main" id="{A6A505FD-96BE-9407-BD7B-B9B470A6A48C}"/>
              </a:ext>
            </a:extLst>
          </p:cNvPr>
          <p:cNvGrpSpPr>
            <a:grpSpLocks/>
          </p:cNvGrpSpPr>
          <p:nvPr/>
        </p:nvGrpSpPr>
        <p:grpSpPr bwMode="auto">
          <a:xfrm>
            <a:off x="266924" y="5348117"/>
            <a:ext cx="8429624" cy="440696"/>
            <a:chOff x="-43232" y="4774189"/>
            <a:chExt cx="8901512" cy="440761"/>
          </a:xfrm>
        </p:grpSpPr>
        <p:sp>
          <p:nvSpPr>
            <p:cNvPr id="23568" name="TextBox 444">
              <a:extLst>
                <a:ext uri="{FF2B5EF4-FFF2-40B4-BE49-F238E27FC236}">
                  <a16:creationId xmlns:a16="http://schemas.microsoft.com/office/drawing/2014/main" id="{F93F5E15-0C38-67AF-8187-159F9C79DE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3232" y="4814840"/>
              <a:ext cx="1614827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RC</a:t>
              </a:r>
              <a:r>
                <a:rPr lang="en-US" altLang="zh-CN" sz="2000" i="1" dirty="0">
                  <a:latin typeface="Times New Roman" panose="02020603050405020304" pitchFamily="18" charset="0"/>
                </a:rPr>
                <a:t>IV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(T</a:t>
              </a:r>
              <a:r>
                <a:rPr lang="zh-CN" altLang="en-US" sz="1600" dirty="0">
                  <a:latin typeface="Times New Roman" panose="02020603050405020304" pitchFamily="18" charset="0"/>
                </a:rPr>
                <a:t>输出</a:t>
              </a:r>
              <a:r>
                <a:rPr lang="en-US" altLang="zh-CN" sz="2000" dirty="0">
                  <a:latin typeface="Times New Roman" panose="02020603050405020304" pitchFamily="18" charset="0"/>
                </a:rPr>
                <a:t>)</a:t>
              </a:r>
              <a:endParaRPr lang="zh-CN" altLang="en-US" sz="2000" dirty="0">
                <a:latin typeface="Times New Roman" panose="02020603050405020304" pitchFamily="18" charset="0"/>
              </a:endParaRPr>
            </a:p>
          </p:txBody>
        </p:sp>
        <p:cxnSp>
          <p:nvCxnSpPr>
            <p:cNvPr id="693" name="直接连接符 692">
              <a:extLst>
                <a:ext uri="{FF2B5EF4-FFF2-40B4-BE49-F238E27FC236}">
                  <a16:creationId xmlns:a16="http://schemas.microsoft.com/office/drawing/2014/main" id="{E159CBF8-9C5D-4899-49C9-97D4DC442EAC}"/>
                </a:ext>
              </a:extLst>
            </p:cNvPr>
            <p:cNvCxnSpPr/>
            <p:nvPr/>
          </p:nvCxnSpPr>
          <p:spPr>
            <a:xfrm>
              <a:off x="1497349" y="5143502"/>
              <a:ext cx="2071991" cy="1588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直接连接符 693">
              <a:extLst>
                <a:ext uri="{FF2B5EF4-FFF2-40B4-BE49-F238E27FC236}">
                  <a16:creationId xmlns:a16="http://schemas.microsoft.com/office/drawing/2014/main" id="{9A822E43-6284-A456-084B-DFB585801CF1}"/>
                </a:ext>
              </a:extLst>
            </p:cNvPr>
            <p:cNvCxnSpPr/>
            <p:nvPr/>
          </p:nvCxnSpPr>
          <p:spPr>
            <a:xfrm flipV="1">
              <a:off x="3571016" y="4786262"/>
              <a:ext cx="786217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直接连接符 694">
              <a:extLst>
                <a:ext uri="{FF2B5EF4-FFF2-40B4-BE49-F238E27FC236}">
                  <a16:creationId xmlns:a16="http://schemas.microsoft.com/office/drawing/2014/main" id="{5147F9C7-BEF2-4009-5A7D-0AE10DA649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56860" y="4774189"/>
              <a:ext cx="3258858" cy="12073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直接连接符 695">
              <a:extLst>
                <a:ext uri="{FF2B5EF4-FFF2-40B4-BE49-F238E27FC236}">
                  <a16:creationId xmlns:a16="http://schemas.microsoft.com/office/drawing/2014/main" id="{09460529-1F98-26AC-7CBE-F2FD1BE85FE0}"/>
                </a:ext>
              </a:extLst>
            </p:cNvPr>
            <p:cNvCxnSpPr/>
            <p:nvPr/>
          </p:nvCxnSpPr>
          <p:spPr>
            <a:xfrm rot="5400000">
              <a:off x="8273660" y="4916248"/>
              <a:ext cx="285792" cy="16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直接连接符 696">
              <a:extLst>
                <a:ext uri="{FF2B5EF4-FFF2-40B4-BE49-F238E27FC236}">
                  <a16:creationId xmlns:a16="http://schemas.microsoft.com/office/drawing/2014/main" id="{7C042B4B-1C1F-619F-886E-FD1BEC66734B}"/>
                </a:ext>
              </a:extLst>
            </p:cNvPr>
            <p:cNvCxnSpPr>
              <a:cxnSpLocks/>
            </p:cNvCxnSpPr>
            <p:nvPr/>
          </p:nvCxnSpPr>
          <p:spPr>
            <a:xfrm>
              <a:off x="8402308" y="5059982"/>
              <a:ext cx="455972" cy="1365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直接连接符 753">
              <a:extLst>
                <a:ext uri="{FF2B5EF4-FFF2-40B4-BE49-F238E27FC236}">
                  <a16:creationId xmlns:a16="http://schemas.microsoft.com/office/drawing/2014/main" id="{5FCA6339-CF60-BB3C-A868-9FF024CD1131}"/>
                </a:ext>
              </a:extLst>
            </p:cNvPr>
            <p:cNvCxnSpPr/>
            <p:nvPr/>
          </p:nvCxnSpPr>
          <p:spPr>
            <a:xfrm rot="5400000">
              <a:off x="3391558" y="4964044"/>
              <a:ext cx="357239" cy="1676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4" name="TextBox 427">
            <a:extLst>
              <a:ext uri="{FF2B5EF4-FFF2-40B4-BE49-F238E27FC236}">
                <a16:creationId xmlns:a16="http://schemas.microsoft.com/office/drawing/2014/main" id="{8B925530-0F01-DCE2-BF93-BCFEA94BF2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361" y="5972969"/>
            <a:ext cx="20716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存在的问题？</a:t>
            </a:r>
          </a:p>
        </p:txBody>
      </p:sp>
      <p:sp>
        <p:nvSpPr>
          <p:cNvPr id="785" name="TextBox 427">
            <a:extLst>
              <a:ext uri="{FF2B5EF4-FFF2-40B4-BE49-F238E27FC236}">
                <a16:creationId xmlns:a16="http://schemas.microsoft.com/office/drawing/2014/main" id="{A5866ABE-7C5A-65B6-5128-8A16B2ED27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736" y="6011069"/>
            <a:ext cx="62865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最高位的</a:t>
            </a:r>
            <a:r>
              <a:rPr lang="en-US" altLang="zh-CN" sz="2400" dirty="0">
                <a:latin typeface="Times New Roman" panose="02020603050405020304" pitchFamily="18" charset="0"/>
              </a:rPr>
              <a:t>RC</a:t>
            </a:r>
            <a:r>
              <a:rPr lang="zh-CN" altLang="en-US" sz="2400" dirty="0">
                <a:latin typeface="Times New Roman" panose="02020603050405020304" pitchFamily="18" charset="0"/>
              </a:rPr>
              <a:t>（输出）为高不表示整体进位！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97B7657-99DB-015F-B7E5-D320F4967E25}"/>
              </a:ext>
            </a:extLst>
          </p:cNvPr>
          <p:cNvGrpSpPr/>
          <p:nvPr/>
        </p:nvGrpSpPr>
        <p:grpSpPr>
          <a:xfrm>
            <a:off x="2986139" y="136529"/>
            <a:ext cx="5101119" cy="764377"/>
            <a:chOff x="2986139" y="136529"/>
            <a:chExt cx="5101119" cy="764377"/>
          </a:xfrm>
        </p:grpSpPr>
        <p:cxnSp>
          <p:nvCxnSpPr>
            <p:cNvPr id="2" name="直接连接符 1">
              <a:extLst>
                <a:ext uri="{FF2B5EF4-FFF2-40B4-BE49-F238E27FC236}">
                  <a16:creationId xmlns:a16="http://schemas.microsoft.com/office/drawing/2014/main" id="{01B56DA6-12F0-D6FC-DA6A-544A20BFCA0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986139" y="332656"/>
              <a:ext cx="0" cy="495401"/>
            </a:xfrm>
            <a:prstGeom prst="line">
              <a:avLst/>
            </a:prstGeom>
            <a:ln w="25400">
              <a:solidFill>
                <a:srgbClr val="FFC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EDBCFA59-73D7-CE68-E51A-4E909C5268F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087258" y="405505"/>
              <a:ext cx="0" cy="495401"/>
            </a:xfrm>
            <a:prstGeom prst="line">
              <a:avLst/>
            </a:prstGeom>
            <a:ln w="25400">
              <a:solidFill>
                <a:srgbClr val="FFC000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2055D1A5-51EE-5D03-3910-582EFC63A90A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2993347" y="580356"/>
              <a:ext cx="5039626" cy="0"/>
            </a:xfrm>
            <a:prstGeom prst="line">
              <a:avLst/>
            </a:prstGeom>
            <a:ln w="25400">
              <a:solidFill>
                <a:srgbClr val="FFC000"/>
              </a:solidFill>
              <a:prstDash val="solid"/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427">
              <a:extLst>
                <a:ext uri="{FF2B5EF4-FFF2-40B4-BE49-F238E27FC236}">
                  <a16:creationId xmlns:a16="http://schemas.microsoft.com/office/drawing/2014/main" id="{C90431E0-AD2F-EAE1-57DD-C261355155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1922" y="136529"/>
              <a:ext cx="343969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</a:rPr>
                <a:t>16</a:t>
              </a:r>
              <a:r>
                <a:rPr lang="zh-CN" altLang="en-US" sz="2000" dirty="0">
                  <a:latin typeface="Times New Roman" panose="02020603050405020304" pitchFamily="18" charset="0"/>
                </a:rPr>
                <a:t>个时钟周期用于传递进位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1"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6" dur="5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1"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6" dur="500"/>
                                        <p:tgtEl>
                                          <p:spTgt spid="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4" grpId="0"/>
      <p:bldP spid="78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874" name="Rectangle 2">
            <a:extLst>
              <a:ext uri="{FF2B5EF4-FFF2-40B4-BE49-F238E27FC236}">
                <a16:creationId xmlns:a16="http://schemas.microsoft.com/office/drawing/2014/main" id="{4DAB382A-4FA2-57D9-315B-22E17FBBFB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计数器</a:t>
            </a:r>
          </a:p>
        </p:txBody>
      </p:sp>
      <p:sp>
        <p:nvSpPr>
          <p:cNvPr id="719875" name="Rectangle 3">
            <a:extLst>
              <a:ext uri="{FF2B5EF4-FFF2-40B4-BE49-F238E27FC236}">
                <a16:creationId xmlns:a16="http://schemas.microsoft.com/office/drawing/2014/main" id="{23DE6F9A-8E11-88E0-9FFA-A72C11ED76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71525" y="908050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集成化的计数器各功能的实现</a:t>
            </a:r>
          </a:p>
          <a:p>
            <a:pPr lvl="1" eaLnBrk="1" hangingPunct="1">
              <a:defRPr/>
            </a:pPr>
            <a:r>
              <a:rPr lang="zh-CN" altLang="en-US" dirty="0"/>
              <a:t>允许（禁止）端：</a:t>
            </a:r>
            <a:r>
              <a:rPr lang="en-US" altLang="zh-CN" dirty="0"/>
              <a:t>T (Trickle)</a:t>
            </a:r>
            <a:r>
              <a:rPr lang="zh-CN" altLang="en-US" dirty="0"/>
              <a:t>和 </a:t>
            </a:r>
            <a:r>
              <a:rPr lang="en-US" altLang="zh-CN" dirty="0"/>
              <a:t>P (Parallel)</a:t>
            </a:r>
          </a:p>
          <a:p>
            <a:pPr eaLnBrk="1" hangingPunct="1">
              <a:defRPr/>
            </a:pPr>
            <a:endParaRPr lang="en-US" altLang="zh-CN" dirty="0"/>
          </a:p>
        </p:txBody>
      </p:sp>
      <p:sp>
        <p:nvSpPr>
          <p:cNvPr id="11" name="灯片编号占位符 5">
            <a:extLst>
              <a:ext uri="{FF2B5EF4-FFF2-40B4-BE49-F238E27FC236}">
                <a16:creationId xmlns:a16="http://schemas.microsoft.com/office/drawing/2014/main" id="{1DFC5708-39D2-6E4A-7305-4103900D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7213" y="6242050"/>
            <a:ext cx="1905000" cy="457200"/>
          </a:xfrm>
        </p:spPr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53C84962-2231-4F6D-8360-182FBE0008E7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23</a:t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719877" name="Rectangle 5">
            <a:extLst>
              <a:ext uri="{FF2B5EF4-FFF2-40B4-BE49-F238E27FC236}">
                <a16:creationId xmlns:a16="http://schemas.microsoft.com/office/drawing/2014/main" id="{D3C294C9-398B-6F0D-942A-E7D7B56BA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725" y="1936750"/>
            <a:ext cx="76200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lvl="2" eaLnBrk="1" hangingPunct="1">
              <a:spcBef>
                <a:spcPct val="20000"/>
              </a:spcBef>
              <a:buClr>
                <a:srgbClr val="FFFF00"/>
              </a:buClr>
              <a:buFont typeface="Wingdings" pitchFamily="2" charset="2"/>
              <a:buChar char="ü"/>
              <a:defRPr/>
            </a:pP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操作方式</a:t>
            </a:r>
          </a:p>
          <a:p>
            <a:pPr lvl="3" eaLnBrk="1" hangingPunct="1">
              <a:spcBef>
                <a:spcPct val="20000"/>
              </a:spcBef>
              <a:buClr>
                <a:srgbClr val="FFFF00"/>
              </a:buClr>
              <a:buFont typeface="Wingdings" pitchFamily="2" charset="2"/>
              <a:buNone/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）当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＝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0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或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P=0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时，计数器保持</a:t>
            </a:r>
          </a:p>
          <a:p>
            <a:pPr lvl="3" eaLnBrk="1" hangingPunct="1">
              <a:spcBef>
                <a:spcPct val="20000"/>
              </a:spcBef>
              <a:buClr>
                <a:srgbClr val="FFFF00"/>
              </a:buClr>
              <a:buFont typeface="Wingdings" pitchFamily="2" charset="2"/>
              <a:buNone/>
              <a:defRPr/>
            </a:pP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）当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＝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且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P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＝</a:t>
            </a:r>
            <a:r>
              <a:rPr lang="en-US" altLang="zh-CN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zh-CN" altLang="en-US" sz="2400">
                <a:effectLst>
                  <a:outerShdw blurRad="38100" dist="38100" dir="2700000" algn="tl">
                    <a:srgbClr val="000000"/>
                  </a:outerShdw>
                </a:effectLst>
              </a:rPr>
              <a:t>时，计数器计数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10F1920-8F6D-2292-777C-53BFE0A314EB}"/>
              </a:ext>
            </a:extLst>
          </p:cNvPr>
          <p:cNvGrpSpPr>
            <a:grpSpLocks/>
          </p:cNvGrpSpPr>
          <p:nvPr/>
        </p:nvGrpSpPr>
        <p:grpSpPr bwMode="auto">
          <a:xfrm>
            <a:off x="958850" y="3429000"/>
            <a:ext cx="7816850" cy="2281238"/>
            <a:chOff x="959042" y="3429000"/>
            <a:chExt cx="7816524" cy="2281202"/>
          </a:xfrm>
        </p:grpSpPr>
        <p:sp>
          <p:nvSpPr>
            <p:cNvPr id="25607" name="文本框 12">
              <a:extLst>
                <a:ext uri="{FF2B5EF4-FFF2-40B4-BE49-F238E27FC236}">
                  <a16:creationId xmlns:a16="http://schemas.microsoft.com/office/drawing/2014/main" id="{27595AF7-94C7-DA2C-4859-A05AF0F127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1157" y="3429000"/>
              <a:ext cx="6719584" cy="508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—           ——</a:t>
              </a:r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A</a:t>
              </a:r>
              <a:r>
                <a:rPr lang="en-US" altLang="zh-CN" sz="2400"/>
                <a:t>= CLR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L</a:t>
              </a:r>
              <a:r>
                <a:rPr lang="en-US" altLang="zh-CN" sz="2400"/>
                <a:t>A+L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TP 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A</a:t>
              </a:r>
              <a:r>
                <a:rPr lang="en-US" altLang="zh-CN" sz="2400"/>
                <a:t>+T</a:t>
              </a:r>
              <a:r>
                <a:rPr lang="en-US" altLang="zh-CN" sz="2400">
                  <a:sym typeface="Symbol" panose="05050102010706020507" pitchFamily="18" charset="2"/>
                </a:rPr>
                <a:t>P 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A </a:t>
              </a:r>
              <a:r>
                <a:rPr lang="zh-CN" altLang="en-US" sz="2400"/>
                <a:t>））</a:t>
              </a:r>
            </a:p>
          </p:txBody>
        </p:sp>
        <p:sp>
          <p:nvSpPr>
            <p:cNvPr id="25608" name="文本框 13">
              <a:extLst>
                <a:ext uri="{FF2B5EF4-FFF2-40B4-BE49-F238E27FC236}">
                  <a16:creationId xmlns:a16="http://schemas.microsoft.com/office/drawing/2014/main" id="{BD8C0198-B281-3032-9B8A-B2D7D597B9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9042" y="4001645"/>
              <a:ext cx="7187822" cy="56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—           ——      </a:t>
              </a:r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B</a:t>
              </a:r>
              <a:r>
                <a:rPr lang="en-US" altLang="zh-CN" sz="2400"/>
                <a:t>= CLR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L</a:t>
              </a:r>
              <a:r>
                <a:rPr lang="en-US" altLang="zh-CN" sz="2400"/>
                <a:t>B+L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TP 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B</a:t>
              </a:r>
              <a:r>
                <a:rPr lang="en-US" altLang="zh-CN" sz="2400">
                  <a:sym typeface="Symbol" panose="05050102010706020507" pitchFamily="18" charset="2"/>
                </a:rPr>
                <a:t>+TP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B</a:t>
              </a:r>
              <a:r>
                <a:rPr lang="en-US" altLang="zh-CN" sz="240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A</a:t>
              </a:r>
              <a:r>
                <a:rPr lang="zh-CN" altLang="en-US" sz="2400">
                  <a:sym typeface="Symbol" panose="05050102010706020507" pitchFamily="18" charset="2"/>
                </a:rPr>
                <a:t>）））</a:t>
              </a:r>
              <a:endParaRPr lang="zh-CN" altLang="en-US" sz="2400"/>
            </a:p>
          </p:txBody>
        </p:sp>
        <p:sp>
          <p:nvSpPr>
            <p:cNvPr id="25609" name="文本框 14">
              <a:extLst>
                <a:ext uri="{FF2B5EF4-FFF2-40B4-BE49-F238E27FC236}">
                  <a16:creationId xmlns:a16="http://schemas.microsoft.com/office/drawing/2014/main" id="{E837CCB8-4F16-E43E-1707-F77F761A95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3406" y="4558130"/>
              <a:ext cx="7373808" cy="56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—           ——</a:t>
              </a:r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C</a:t>
              </a:r>
              <a:r>
                <a:rPr lang="en-US" altLang="zh-CN" sz="2400"/>
                <a:t>= CLR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L</a:t>
              </a:r>
              <a:r>
                <a:rPr lang="en-US" altLang="zh-CN" sz="2400"/>
                <a:t>C+L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TP 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C</a:t>
              </a:r>
              <a:r>
                <a:rPr lang="en-US" altLang="zh-CN" sz="2400">
                  <a:sym typeface="Symbol" panose="05050102010706020507" pitchFamily="18" charset="2"/>
                </a:rPr>
                <a:t>+TP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C </a:t>
              </a:r>
              <a:r>
                <a:rPr lang="en-US" altLang="zh-CN" sz="240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B</a:t>
              </a:r>
              <a:r>
                <a:rPr lang="en-US" altLang="zh-CN" sz="240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A</a:t>
              </a:r>
              <a:r>
                <a:rPr lang="zh-CN" altLang="en-US" sz="2400">
                  <a:sym typeface="Symbol" panose="05050102010706020507" pitchFamily="18" charset="2"/>
                </a:rPr>
                <a:t> ）））</a:t>
              </a:r>
              <a:endParaRPr lang="zh-CN" altLang="en-US" sz="2400" baseline="-25000"/>
            </a:p>
          </p:txBody>
        </p:sp>
        <p:sp>
          <p:nvSpPr>
            <p:cNvPr id="25610" name="文本框 15">
              <a:extLst>
                <a:ext uri="{FF2B5EF4-FFF2-40B4-BE49-F238E27FC236}">
                  <a16:creationId xmlns:a16="http://schemas.microsoft.com/office/drawing/2014/main" id="{B094AE2A-2261-6391-6CA2-78501DDF57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3406" y="5150177"/>
              <a:ext cx="7802160" cy="560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—            ——</a:t>
              </a:r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D</a:t>
              </a:r>
              <a:r>
                <a:rPr lang="en-US" altLang="zh-CN" sz="2400"/>
                <a:t>= CLR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L</a:t>
              </a:r>
              <a:r>
                <a:rPr lang="en-US" altLang="zh-CN" sz="2400"/>
                <a:t>D+L</a:t>
              </a:r>
              <a:r>
                <a:rPr lang="en-US" altLang="zh-CN" sz="2400">
                  <a:sym typeface="Symbol" panose="05050102010706020507" pitchFamily="18" charset="2"/>
                </a:rPr>
                <a:t>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>
                  <a:sym typeface="Symbol" panose="05050102010706020507" pitchFamily="18" charset="2"/>
                </a:rPr>
                <a:t>TP 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D</a:t>
              </a:r>
              <a:r>
                <a:rPr lang="en-US" altLang="zh-CN" sz="2400">
                  <a:sym typeface="Symbol" panose="05050102010706020507" pitchFamily="18" charset="2"/>
                </a:rPr>
                <a:t>+TP</a:t>
              </a:r>
              <a:r>
                <a:rPr lang="zh-CN" altLang="en-US" sz="2400">
                  <a:sym typeface="Symbol" panose="05050102010706020507" pitchFamily="18" charset="2"/>
                </a:rPr>
                <a:t>（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D</a:t>
              </a:r>
              <a:r>
                <a:rPr lang="en-US" altLang="zh-CN" sz="2400">
                  <a:sym typeface="Symbol" panose="05050102010706020507" pitchFamily="18" charset="2"/>
                </a:rPr>
                <a:t>Q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C</a:t>
              </a:r>
              <a:r>
                <a:rPr lang="en-US" altLang="zh-CN" sz="240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B</a:t>
              </a:r>
              <a:r>
                <a:rPr lang="en-US" altLang="zh-CN" sz="2400">
                  <a:sym typeface="Symbol" panose="05050102010706020507" pitchFamily="18" charset="2"/>
                </a:rPr>
                <a:t>Q</a:t>
              </a:r>
              <a:r>
                <a:rPr lang="en-US" altLang="zh-CN" sz="2400" baseline="-25000">
                  <a:sym typeface="Symbol" panose="05050102010706020507" pitchFamily="18" charset="2"/>
                </a:rPr>
                <a:t>A</a:t>
              </a:r>
              <a:r>
                <a:rPr lang="zh-CN" altLang="en-US" sz="2400">
                  <a:sym typeface="Symbol" panose="05050102010706020507" pitchFamily="18" charset="2"/>
                </a:rPr>
                <a:t> ）））</a:t>
              </a:r>
              <a:endParaRPr lang="zh-CN" altLang="en-US" sz="2400" baseline="-25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9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9877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898" name="Rectangle 2">
            <a:extLst>
              <a:ext uri="{FF2B5EF4-FFF2-40B4-BE49-F238E27FC236}">
                <a16:creationId xmlns:a16="http://schemas.microsoft.com/office/drawing/2014/main" id="{8445F7E4-0E32-A0B4-5894-7C1A635DA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6088" y="14288"/>
            <a:ext cx="8382000" cy="7620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/>
              <a:t>计数器</a:t>
            </a:r>
          </a:p>
        </p:txBody>
      </p:sp>
      <p:sp>
        <p:nvSpPr>
          <p:cNvPr id="720899" name="Rectangle 3">
            <a:extLst>
              <a:ext uri="{FF2B5EF4-FFF2-40B4-BE49-F238E27FC236}">
                <a16:creationId xmlns:a16="http://schemas.microsoft.com/office/drawing/2014/main" id="{64076A45-7899-41A4-0360-F12F8F6146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00088" y="733425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集成化的计数器控制信号的优先级</a:t>
            </a:r>
          </a:p>
        </p:txBody>
      </p:sp>
      <p:sp>
        <p:nvSpPr>
          <p:cNvPr id="39" name="灯片编号占位符 5">
            <a:extLst>
              <a:ext uri="{FF2B5EF4-FFF2-40B4-BE49-F238E27FC236}">
                <a16:creationId xmlns:a16="http://schemas.microsoft.com/office/drawing/2014/main" id="{AABDEA53-2CFA-301D-BE8F-4090A861D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32588" y="6175375"/>
            <a:ext cx="1905000" cy="457200"/>
          </a:xfrm>
        </p:spPr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EE4DFB3C-0B00-44B0-B29C-B2656F8E143E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24</a:t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720926" name="Text Box 30">
            <a:extLst>
              <a:ext uri="{FF2B5EF4-FFF2-40B4-BE49-F238E27FC236}">
                <a16:creationId xmlns:a16="http://schemas.microsoft.com/office/drawing/2014/main" id="{668D4B19-2A66-BBCF-42C9-830B46FB38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360488"/>
            <a:ext cx="640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 dirty="0"/>
              <a:t>CLR</a:t>
            </a:r>
            <a:r>
              <a:rPr lang="en-US" altLang="zh-CN" sz="2400" dirty="0">
                <a:sym typeface="Symbol" panose="05050102010706020507" pitchFamily="18" charset="2"/>
              </a:rPr>
              <a:t>L T P</a:t>
            </a:r>
            <a:r>
              <a:rPr lang="zh-CN" altLang="en-US" sz="2400" dirty="0">
                <a:sym typeface="Symbol" panose="05050102010706020507" pitchFamily="18" charset="2"/>
              </a:rPr>
              <a:t>，优先级递减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95D1722-6C2E-094B-2544-96F81F1C8CE5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1808163"/>
            <a:ext cx="7940675" cy="3643312"/>
            <a:chOff x="611560" y="1808349"/>
            <a:chExt cx="7940675" cy="3643313"/>
          </a:xfrm>
        </p:grpSpPr>
        <p:grpSp>
          <p:nvGrpSpPr>
            <p:cNvPr id="26631" name="组合 2">
              <a:extLst>
                <a:ext uri="{FF2B5EF4-FFF2-40B4-BE49-F238E27FC236}">
                  <a16:creationId xmlns:a16="http://schemas.microsoft.com/office/drawing/2014/main" id="{15D0993D-6348-2981-C335-DCD17910E4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1560" y="1808349"/>
              <a:ext cx="7239000" cy="3643313"/>
              <a:chOff x="611560" y="1808349"/>
              <a:chExt cx="7239000" cy="3643313"/>
            </a:xfrm>
          </p:grpSpPr>
          <p:grpSp>
            <p:nvGrpSpPr>
              <p:cNvPr id="26635" name="Group 10">
                <a:extLst>
                  <a:ext uri="{FF2B5EF4-FFF2-40B4-BE49-F238E27FC236}">
                    <a16:creationId xmlns:a16="http://schemas.microsoft.com/office/drawing/2014/main" id="{F45825A7-65C3-CE8F-F1CD-A476E2612A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7760" y="1808349"/>
                <a:ext cx="5975350" cy="747713"/>
                <a:chOff x="720" y="1833"/>
                <a:chExt cx="3764" cy="471"/>
              </a:xfrm>
            </p:grpSpPr>
            <p:sp>
              <p:nvSpPr>
                <p:cNvPr id="73" name="Rectangle 11">
                  <a:extLst>
                    <a:ext uri="{FF2B5EF4-FFF2-40B4-BE49-F238E27FC236}">
                      <a16:creationId xmlns:a16="http://schemas.microsoft.com/office/drawing/2014/main" id="{A7C46895-4B7C-32A6-C26A-80DF18C8A7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0" y="1833"/>
                  <a:ext cx="2880" cy="4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>
                  <a:lvl1pPr eaLnBrk="0" hangingPunct="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55000"/>
                    </a:lnSpc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_</a:t>
                  </a:r>
                </a:p>
                <a:p>
                  <a:pPr eaLnBrk="1" hangingPunct="1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R</a:t>
                  </a:r>
                  <a:r>
                    <a:rPr lang="en-US" altLang="zh-CN" sz="2400" baseline="-2500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D </a:t>
                  </a:r>
                  <a:r>
                    <a:rPr lang="en-US" altLang="zh-CN" sz="240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 CLR     L      T       P     CP</a:t>
                  </a:r>
                </a:p>
              </p:txBody>
            </p:sp>
            <p:sp>
              <p:nvSpPr>
                <p:cNvPr id="26660" name="Text Box 12">
                  <a:extLst>
                    <a:ext uri="{FF2B5EF4-FFF2-40B4-BE49-F238E27FC236}">
                      <a16:creationId xmlns:a16="http://schemas.microsoft.com/office/drawing/2014/main" id="{DACA74AD-7C81-5C6A-D676-A9B5BFFBBB7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84" y="2016"/>
                  <a:ext cx="500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zh-CN" altLang="en-US" sz="2400">
                      <a:latin typeface="Georgia" panose="02040502050405020303" pitchFamily="18" charset="0"/>
                    </a:rPr>
                    <a:t>功能</a:t>
                  </a:r>
                </a:p>
              </p:txBody>
            </p:sp>
          </p:grpSp>
          <p:grpSp>
            <p:nvGrpSpPr>
              <p:cNvPr id="26636" name="组合 1">
                <a:extLst>
                  <a:ext uri="{FF2B5EF4-FFF2-40B4-BE49-F238E27FC236}">
                    <a16:creationId xmlns:a16="http://schemas.microsoft.com/office/drawing/2014/main" id="{5C9F9BBA-0C10-A839-24F3-26D4CDBDD6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11560" y="2175062"/>
                <a:ext cx="7239000" cy="3276600"/>
                <a:chOff x="611560" y="2175062"/>
                <a:chExt cx="7239000" cy="3276600"/>
              </a:xfrm>
            </p:grpSpPr>
            <p:grpSp>
              <p:nvGrpSpPr>
                <p:cNvPr id="26637" name="Group 4">
                  <a:extLst>
                    <a:ext uri="{FF2B5EF4-FFF2-40B4-BE49-F238E27FC236}">
                      <a16:creationId xmlns:a16="http://schemas.microsoft.com/office/drawing/2014/main" id="{3B9BA8DA-FD0F-DBB2-1E1B-8ED0384D7C2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11560" y="2567174"/>
                  <a:ext cx="6648450" cy="455613"/>
                  <a:chOff x="672" y="2311"/>
                  <a:chExt cx="4188" cy="287"/>
                </a:xfrm>
              </p:grpSpPr>
              <p:sp>
                <p:nvSpPr>
                  <p:cNvPr id="40" name="Rectangle 5">
                    <a:extLst>
                      <a:ext uri="{FF2B5EF4-FFF2-40B4-BE49-F238E27FC236}">
                        <a16:creationId xmlns:a16="http://schemas.microsoft.com/office/drawing/2014/main" id="{C5AB6D5D-BF6F-F762-196D-074955F0B0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00" y="2311"/>
                    <a:ext cx="1260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itchFamily="2" charset="2"/>
                      <a:buNone/>
                      <a:defRPr/>
                    </a:pPr>
                    <a:r>
                      <a:rPr lang="zh-CN" altLang="en-US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清零</a:t>
                    </a:r>
                    <a:r>
                      <a:rPr lang="en-US" altLang="zh-CN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(</a:t>
                    </a:r>
                    <a:r>
                      <a:rPr lang="zh-CN" altLang="en-US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异步</a:t>
                    </a:r>
                    <a:r>
                      <a:rPr lang="en-US" altLang="zh-CN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)</a:t>
                    </a:r>
                  </a:p>
                </p:txBody>
              </p:sp>
              <p:sp>
                <p:nvSpPr>
                  <p:cNvPr id="49" name="Rectangle 6">
                    <a:extLst>
                      <a:ext uri="{FF2B5EF4-FFF2-40B4-BE49-F238E27FC236}">
                        <a16:creationId xmlns:a16="http://schemas.microsoft.com/office/drawing/2014/main" id="{2151BAF9-0650-1809-F218-1669F47CF4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72" y="2311"/>
                    <a:ext cx="2928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itchFamily="2" charset="2"/>
                      <a:buNone/>
                      <a:defRPr/>
                    </a:pP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 0     X       </a:t>
                    </a:r>
                    <a:r>
                      <a:rPr lang="en-US" altLang="zh-CN" sz="2400" dirty="0" err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X</a:t>
                    </a: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      </a:t>
                    </a:r>
                    <a:r>
                      <a:rPr lang="en-US" altLang="zh-CN" sz="2400" dirty="0" err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X</a:t>
                    </a: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     </a:t>
                    </a:r>
                    <a:r>
                      <a:rPr lang="en-US" altLang="zh-CN" sz="2400" dirty="0" err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X</a:t>
                    </a: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     </a:t>
                    </a:r>
                    <a:r>
                      <a:rPr lang="en-US" altLang="zh-CN" sz="2400" dirty="0" err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X</a:t>
                    </a:r>
                    <a:endParaRPr lang="en-US" altLang="zh-CN" sz="240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endParaRPr>
                  </a:p>
                </p:txBody>
              </p:sp>
            </p:grpSp>
            <p:sp>
              <p:nvSpPr>
                <p:cNvPr id="26638" name="Line 7">
                  <a:extLst>
                    <a:ext uri="{FF2B5EF4-FFF2-40B4-BE49-F238E27FC236}">
                      <a16:creationId xmlns:a16="http://schemas.microsoft.com/office/drawing/2014/main" id="{49AA8301-CC26-E44E-4A7C-708E9D9079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11560" y="2556062"/>
                  <a:ext cx="68580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39" name="Line 8">
                  <a:extLst>
                    <a:ext uri="{FF2B5EF4-FFF2-40B4-BE49-F238E27FC236}">
                      <a16:creationId xmlns:a16="http://schemas.microsoft.com/office/drawing/2014/main" id="{482FBB00-5630-7050-277D-0E4A8D0A11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59760" y="2175062"/>
                  <a:ext cx="0" cy="320040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40" name="Line 9">
                  <a:extLst>
                    <a:ext uri="{FF2B5EF4-FFF2-40B4-BE49-F238E27FC236}">
                      <a16:creationId xmlns:a16="http://schemas.microsoft.com/office/drawing/2014/main" id="{D9204D12-CD0A-2A20-EAD3-BBA60576F7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11560" y="3546662"/>
                  <a:ext cx="68580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41" name="Line 13">
                  <a:extLst>
                    <a:ext uri="{FF2B5EF4-FFF2-40B4-BE49-F238E27FC236}">
                      <a16:creationId xmlns:a16="http://schemas.microsoft.com/office/drawing/2014/main" id="{DB275494-DFBE-63FF-6CDD-AC8BC84BDC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11560" y="4461062"/>
                  <a:ext cx="68580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6642" name="Group 14">
                  <a:extLst>
                    <a:ext uri="{FF2B5EF4-FFF2-40B4-BE49-F238E27FC236}">
                      <a16:creationId xmlns:a16="http://schemas.microsoft.com/office/drawing/2014/main" id="{E540FE4A-0622-22C4-1A16-5C01A67FF17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87760" y="4994462"/>
                  <a:ext cx="7162800" cy="457200"/>
                  <a:chOff x="720" y="3840"/>
                  <a:chExt cx="4512" cy="288"/>
                </a:xfrm>
              </p:grpSpPr>
              <p:sp>
                <p:nvSpPr>
                  <p:cNvPr id="77" name="Rectangle 15">
                    <a:extLst>
                      <a:ext uri="{FF2B5EF4-FFF2-40B4-BE49-F238E27FC236}">
                        <a16:creationId xmlns:a16="http://schemas.microsoft.com/office/drawing/2014/main" id="{4BF4ED7E-6F1B-5F96-E264-9A311329605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0" y="3841"/>
                    <a:ext cx="2784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itchFamily="2" charset="2"/>
                      <a:buNone/>
                      <a:defRPr/>
                    </a:pP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1     1       1       1    0     ↓</a:t>
                    </a:r>
                  </a:p>
                </p:txBody>
              </p:sp>
              <p:sp>
                <p:nvSpPr>
                  <p:cNvPr id="78" name="Rectangle 16">
                    <a:extLst>
                      <a:ext uri="{FF2B5EF4-FFF2-40B4-BE49-F238E27FC236}">
                        <a16:creationId xmlns:a16="http://schemas.microsoft.com/office/drawing/2014/main" id="{26AB801B-5A92-458A-2FD4-0972C28CC30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96" y="3840"/>
                    <a:ext cx="1536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itchFamily="2" charset="2"/>
                      <a:buNone/>
                      <a:defRPr/>
                    </a:pPr>
                    <a:r>
                      <a:rPr lang="en-US" altLang="zh-CN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Hold(</a:t>
                    </a:r>
                    <a:r>
                      <a:rPr lang="zh-CN" altLang="en-US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保持</a:t>
                    </a:r>
                    <a:r>
                      <a:rPr lang="en-US" altLang="zh-CN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)</a:t>
                    </a:r>
                  </a:p>
                </p:txBody>
              </p:sp>
            </p:grpSp>
            <p:sp>
              <p:nvSpPr>
                <p:cNvPr id="26643" name="Line 17">
                  <a:extLst>
                    <a:ext uri="{FF2B5EF4-FFF2-40B4-BE49-F238E27FC236}">
                      <a16:creationId xmlns:a16="http://schemas.microsoft.com/office/drawing/2014/main" id="{7DB58B21-EC8A-8253-502D-649228E9EA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11560" y="4994462"/>
                  <a:ext cx="68580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6644" name="Group 18">
                  <a:extLst>
                    <a:ext uri="{FF2B5EF4-FFF2-40B4-BE49-F238E27FC236}">
                      <a16:creationId xmlns:a16="http://schemas.microsoft.com/office/drawing/2014/main" id="{7C3A41F5-021F-1C87-7B5E-AC85DF2A52F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87760" y="4537262"/>
                  <a:ext cx="6989763" cy="455612"/>
                  <a:chOff x="720" y="3552"/>
                  <a:chExt cx="4403" cy="287"/>
                </a:xfrm>
              </p:grpSpPr>
              <p:sp>
                <p:nvSpPr>
                  <p:cNvPr id="81" name="Rectangle 19">
                    <a:extLst>
                      <a:ext uri="{FF2B5EF4-FFF2-40B4-BE49-F238E27FC236}">
                        <a16:creationId xmlns:a16="http://schemas.microsoft.com/office/drawing/2014/main" id="{42C706CC-1887-2D49-6932-91BBA6F5F5B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0" y="3552"/>
                    <a:ext cx="2880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itchFamily="2" charset="2"/>
                      <a:buNone/>
                      <a:defRPr/>
                    </a:pP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1     1       1       0    X     ↓</a:t>
                    </a:r>
                  </a:p>
                </p:txBody>
              </p:sp>
              <p:sp>
                <p:nvSpPr>
                  <p:cNvPr id="82" name="Rectangle 20">
                    <a:extLst>
                      <a:ext uri="{FF2B5EF4-FFF2-40B4-BE49-F238E27FC236}">
                        <a16:creationId xmlns:a16="http://schemas.microsoft.com/office/drawing/2014/main" id="{0076C2FC-93B7-092E-9101-9CA0EEECB6F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48" y="3552"/>
                    <a:ext cx="1475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itchFamily="2" charset="2"/>
                      <a:buNone/>
                      <a:defRPr/>
                    </a:pP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FF Hold, RC=0</a:t>
                    </a:r>
                  </a:p>
                </p:txBody>
              </p:sp>
            </p:grpSp>
            <p:sp>
              <p:nvSpPr>
                <p:cNvPr id="26645" name="Line 21">
                  <a:extLst>
                    <a:ext uri="{FF2B5EF4-FFF2-40B4-BE49-F238E27FC236}">
                      <a16:creationId xmlns:a16="http://schemas.microsoft.com/office/drawing/2014/main" id="{129DA3CC-45A9-D92F-C2A6-9D6F3835DF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11560" y="3013262"/>
                  <a:ext cx="68580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6646" name="Group 39">
                  <a:extLst>
                    <a:ext uri="{FF2B5EF4-FFF2-40B4-BE49-F238E27FC236}">
                      <a16:creationId xmlns:a16="http://schemas.microsoft.com/office/drawing/2014/main" id="{B089BA31-21A8-3B89-AEE1-6C612335F10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5860" y="3043424"/>
                  <a:ext cx="6502400" cy="458788"/>
                  <a:chOff x="688" y="2591"/>
                  <a:chExt cx="4096" cy="289"/>
                </a:xfrm>
              </p:grpSpPr>
              <p:sp>
                <p:nvSpPr>
                  <p:cNvPr id="85" name="Rectangle 23">
                    <a:extLst>
                      <a:ext uri="{FF2B5EF4-FFF2-40B4-BE49-F238E27FC236}">
                        <a16:creationId xmlns:a16="http://schemas.microsoft.com/office/drawing/2014/main" id="{D87A9F86-0C7B-CCB1-DEEF-3F89C0E28C8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82" y="2593"/>
                    <a:ext cx="1102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itchFamily="2" charset="2"/>
                      <a:buNone/>
                      <a:defRPr/>
                    </a:pPr>
                    <a:r>
                      <a:rPr lang="zh-CN" altLang="en-US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清零</a:t>
                    </a:r>
                    <a:r>
                      <a:rPr lang="en-US" altLang="zh-CN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(</a:t>
                    </a:r>
                    <a:r>
                      <a:rPr lang="zh-CN" altLang="en-US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同步</a:t>
                    </a:r>
                    <a:r>
                      <a:rPr lang="en-US" altLang="zh-CN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)</a:t>
                    </a:r>
                  </a:p>
                </p:txBody>
              </p:sp>
              <p:sp>
                <p:nvSpPr>
                  <p:cNvPr id="86" name="Rectangle 24">
                    <a:extLst>
                      <a:ext uri="{FF2B5EF4-FFF2-40B4-BE49-F238E27FC236}">
                        <a16:creationId xmlns:a16="http://schemas.microsoft.com/office/drawing/2014/main" id="{CF2ADED8-775E-B571-67D6-B4F375EA4C0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88" y="2591"/>
                    <a:ext cx="2928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itchFamily="2" charset="2"/>
                      <a:buNone/>
                      <a:defRPr/>
                    </a:pP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1     0       X      </a:t>
                    </a:r>
                    <a:r>
                      <a:rPr lang="en-US" altLang="zh-CN" sz="2400" dirty="0" err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X</a:t>
                    </a: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    </a:t>
                    </a:r>
                    <a:r>
                      <a:rPr lang="en-US" altLang="zh-CN" sz="2400" dirty="0" err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X</a:t>
                    </a: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      ↓</a:t>
                    </a:r>
                  </a:p>
                </p:txBody>
              </p:sp>
            </p:grpSp>
            <p:sp>
              <p:nvSpPr>
                <p:cNvPr id="26647" name="Line 30">
                  <a:extLst>
                    <a:ext uri="{FF2B5EF4-FFF2-40B4-BE49-F238E27FC236}">
                      <a16:creationId xmlns:a16="http://schemas.microsoft.com/office/drawing/2014/main" id="{E27D697A-EF36-4455-8B9F-42CF1BFFAA7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11560" y="4003862"/>
                  <a:ext cx="68580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6648" name="Group 42">
                  <a:extLst>
                    <a:ext uri="{FF2B5EF4-FFF2-40B4-BE49-F238E27FC236}">
                      <a16:creationId xmlns:a16="http://schemas.microsoft.com/office/drawing/2014/main" id="{A260AA3D-6A86-68B9-EEDE-7D9071BEA32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13160" y="4030849"/>
                  <a:ext cx="6621463" cy="455613"/>
                  <a:chOff x="661" y="3216"/>
                  <a:chExt cx="4171" cy="287"/>
                </a:xfrm>
              </p:grpSpPr>
              <p:sp>
                <p:nvSpPr>
                  <p:cNvPr id="89" name="Rectangle 32">
                    <a:extLst>
                      <a:ext uri="{FF2B5EF4-FFF2-40B4-BE49-F238E27FC236}">
                        <a16:creationId xmlns:a16="http://schemas.microsoft.com/office/drawing/2014/main" id="{1396D60B-A825-E07E-08F8-6B88BC6D92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48" y="3216"/>
                    <a:ext cx="1184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itchFamily="2" charset="2"/>
                      <a:buNone/>
                      <a:defRPr/>
                    </a:pPr>
                    <a:r>
                      <a:rPr lang="en-US" altLang="zh-CN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Count(</a:t>
                    </a:r>
                    <a:r>
                      <a:rPr lang="zh-CN" altLang="en-US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计数</a:t>
                    </a:r>
                    <a:r>
                      <a:rPr lang="en-US" altLang="zh-CN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)</a:t>
                    </a:r>
                  </a:p>
                </p:txBody>
              </p:sp>
              <p:sp>
                <p:nvSpPr>
                  <p:cNvPr id="90" name="Rectangle 33">
                    <a:extLst>
                      <a:ext uri="{FF2B5EF4-FFF2-40B4-BE49-F238E27FC236}">
                        <a16:creationId xmlns:a16="http://schemas.microsoft.com/office/drawing/2014/main" id="{FEA981DC-E2F7-79F2-2CAA-E7B7510E22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61" y="3216"/>
                    <a:ext cx="2928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itchFamily="2" charset="2"/>
                      <a:buNone/>
                      <a:defRPr/>
                    </a:pP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1     1       1      1    1      ↓</a:t>
                    </a:r>
                  </a:p>
                </p:txBody>
              </p:sp>
            </p:grpSp>
          </p:grpSp>
        </p:grpSp>
        <p:grpSp>
          <p:nvGrpSpPr>
            <p:cNvPr id="26632" name="Group 41">
              <a:extLst>
                <a:ext uri="{FF2B5EF4-FFF2-40B4-BE49-F238E27FC236}">
                  <a16:creationId xmlns:a16="http://schemas.microsoft.com/office/drawing/2014/main" id="{505EE4EC-9E54-B63C-9191-4AB0CA9E76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3160" y="3537931"/>
              <a:ext cx="7839075" cy="465137"/>
              <a:chOff x="678" y="2928"/>
              <a:chExt cx="4938" cy="293"/>
            </a:xfrm>
          </p:grpSpPr>
          <p:sp>
            <p:nvSpPr>
              <p:cNvPr id="93" name="Rectangle 27">
                <a:extLst>
                  <a:ext uri="{FF2B5EF4-FFF2-40B4-BE49-F238E27FC236}">
                    <a16:creationId xmlns:a16="http://schemas.microsoft.com/office/drawing/2014/main" id="{B09B9179-2695-3F1C-36D8-B0FAF5A36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8" y="2934"/>
                <a:ext cx="2976" cy="2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     1       0      X    </a:t>
                </a:r>
                <a:r>
                  <a:rPr lang="en-US" altLang="zh-CN" sz="2400" dirty="0" err="1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X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      ↓</a:t>
                </a:r>
              </a:p>
            </p:txBody>
          </p:sp>
          <p:sp>
            <p:nvSpPr>
              <p:cNvPr id="94" name="Rectangle 28">
                <a:extLst>
                  <a:ext uri="{FF2B5EF4-FFF2-40B4-BE49-F238E27FC236}">
                    <a16:creationId xmlns:a16="http://schemas.microsoft.com/office/drawing/2014/main" id="{F7E83904-57F6-BB79-B533-FD2792AD03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0" y="2928"/>
                <a:ext cx="1966" cy="2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Load(</a:t>
                </a:r>
                <a:r>
                  <a:rPr lang="zh-CN" altLang="en-US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并行数据输入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)</a:t>
                </a:r>
              </a:p>
            </p:txBody>
          </p:sp>
        </p:grp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06C171F0-DB92-F4D6-1FBD-CFEACFE19829}"/>
              </a:ext>
            </a:extLst>
          </p:cNvPr>
          <p:cNvSpPr txBox="1"/>
          <p:nvPr/>
        </p:nvSpPr>
        <p:spPr>
          <a:xfrm>
            <a:off x="1163603" y="5744851"/>
            <a:ext cx="66802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zh-CN" altLang="en-US" sz="2000" b="1" dirty="0">
                <a:solidFill>
                  <a:srgbClr val="FFC000"/>
                </a:solidFill>
              </a:rPr>
              <a:t>如果把负边沿改为正边沿，设计会有什么变化吗？</a:t>
            </a:r>
            <a:endParaRPr lang="zh-CN" altLang="en-US" sz="2000" b="1" dirty="0">
              <a:solidFill>
                <a:srgbClr val="FFC000"/>
              </a:solidFill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0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0926" grpId="0" autoUpdateAnimBg="0"/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922" name="Rectangle 2">
            <a:extLst>
              <a:ext uri="{FF2B5EF4-FFF2-40B4-BE49-F238E27FC236}">
                <a16:creationId xmlns:a16="http://schemas.microsoft.com/office/drawing/2014/main" id="{EA0E00A2-96D6-A39E-D604-3BA0F42F62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计数器</a:t>
            </a:r>
          </a:p>
        </p:txBody>
      </p:sp>
      <p:sp>
        <p:nvSpPr>
          <p:cNvPr id="721923" name="Rectangle 3">
            <a:extLst>
              <a:ext uri="{FF2B5EF4-FFF2-40B4-BE49-F238E27FC236}">
                <a16:creationId xmlns:a16="http://schemas.microsoft.com/office/drawing/2014/main" id="{13B83DD5-CE51-3D89-7E59-A9C27AAFC4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集成化的</a:t>
            </a:r>
            <a:r>
              <a:rPr lang="en-US" altLang="zh-CN"/>
              <a:t>4</a:t>
            </a:r>
            <a:r>
              <a:rPr lang="zh-CN" altLang="en-US"/>
              <a:t>位二进制计数器的逻辑符号图</a:t>
            </a:r>
          </a:p>
        </p:txBody>
      </p:sp>
      <p:sp>
        <p:nvSpPr>
          <p:cNvPr id="32" name="灯片编号占位符 5">
            <a:extLst>
              <a:ext uri="{FF2B5EF4-FFF2-40B4-BE49-F238E27FC236}">
                <a16:creationId xmlns:a16="http://schemas.microsoft.com/office/drawing/2014/main" id="{96EDEF49-4CE8-EC6A-9830-B4C464FCD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8FBB7E57-B5DE-45A3-A400-454B3F981173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25</a:t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721924" name="Rectangle 4">
            <a:extLst>
              <a:ext uri="{FF2B5EF4-FFF2-40B4-BE49-F238E27FC236}">
                <a16:creationId xmlns:a16="http://schemas.microsoft.com/office/drawing/2014/main" id="{83D20B91-4105-5A95-2719-A33DC95DC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725" y="5165725"/>
            <a:ext cx="9969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000000"/>
                  </a:outerShdw>
                </a:effectLst>
              </a:rPr>
              <a:t>输入</a:t>
            </a:r>
          </a:p>
        </p:txBody>
      </p:sp>
      <p:sp>
        <p:nvSpPr>
          <p:cNvPr id="721925" name="Rectangle 5">
            <a:extLst>
              <a:ext uri="{FF2B5EF4-FFF2-40B4-BE49-F238E27FC236}">
                <a16:creationId xmlns:a16="http://schemas.microsoft.com/office/drawing/2014/main" id="{B19A9392-C89A-24AE-46FF-47372E8A5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209800"/>
            <a:ext cx="9969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000000"/>
                  </a:outerShdw>
                </a:effectLst>
              </a:rPr>
              <a:t>输出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BD72B844-239A-F4A1-3F9D-7B441BDA8ABD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667000"/>
            <a:ext cx="5334000" cy="2286000"/>
            <a:chOff x="672" y="1680"/>
            <a:chExt cx="3360" cy="1440"/>
          </a:xfrm>
        </p:grpSpPr>
        <p:grpSp>
          <p:nvGrpSpPr>
            <p:cNvPr id="27656" name="Group 7">
              <a:extLst>
                <a:ext uri="{FF2B5EF4-FFF2-40B4-BE49-F238E27FC236}">
                  <a16:creationId xmlns:a16="http://schemas.microsoft.com/office/drawing/2014/main" id="{9EB4A142-BEF0-AF28-EE8C-C4709484F2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1680"/>
              <a:ext cx="2928" cy="1440"/>
              <a:chOff x="816" y="1392"/>
              <a:chExt cx="2928" cy="1440"/>
            </a:xfrm>
          </p:grpSpPr>
          <p:sp>
            <p:nvSpPr>
              <p:cNvPr id="27661" name="Rectangle 8">
                <a:extLst>
                  <a:ext uri="{FF2B5EF4-FFF2-40B4-BE49-F238E27FC236}">
                    <a16:creationId xmlns:a16="http://schemas.microsoft.com/office/drawing/2014/main" id="{49E5A7B1-E3E1-DC41-DF2E-29367C074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1642"/>
                <a:ext cx="2928" cy="9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7662" name="Text Box 9">
                <a:extLst>
                  <a:ext uri="{FF2B5EF4-FFF2-40B4-BE49-F238E27FC236}">
                    <a16:creationId xmlns:a16="http://schemas.microsoft.com/office/drawing/2014/main" id="{F82C4A99-DA98-7C47-4500-E9B905C30A2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2304"/>
                <a:ext cx="81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A  B  C  D</a:t>
                </a:r>
              </a:p>
            </p:txBody>
          </p:sp>
          <p:sp>
            <p:nvSpPr>
              <p:cNvPr id="27663" name="Text Box 10">
                <a:extLst>
                  <a:ext uri="{FF2B5EF4-FFF2-40B4-BE49-F238E27FC236}">
                    <a16:creationId xmlns:a16="http://schemas.microsoft.com/office/drawing/2014/main" id="{2394D182-BE95-AD6F-93CE-FF1A733527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1680"/>
                <a:ext cx="283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  <a:r>
                  <a:rPr lang="en-US" altLang="zh-CN" sz="2400" baseline="-25000"/>
                  <a:t>A</a:t>
                </a:r>
                <a:r>
                  <a:rPr lang="en-US" altLang="zh-CN" sz="2000"/>
                  <a:t>   Q</a:t>
                </a:r>
                <a:r>
                  <a:rPr lang="en-US" altLang="zh-CN" sz="2400" baseline="-25000"/>
                  <a:t>B</a:t>
                </a:r>
                <a:r>
                  <a:rPr lang="en-US" altLang="zh-CN" sz="2000"/>
                  <a:t>   Q</a:t>
                </a:r>
                <a:r>
                  <a:rPr lang="en-US" altLang="zh-CN" sz="2400" baseline="-25000"/>
                  <a:t>C</a:t>
                </a:r>
                <a:r>
                  <a:rPr lang="en-US" altLang="zh-CN" sz="2000"/>
                  <a:t>   Q</a:t>
                </a:r>
                <a:r>
                  <a:rPr lang="en-US" altLang="zh-CN" sz="2400" baseline="-25000"/>
                  <a:t>D                             </a:t>
                </a:r>
                <a:r>
                  <a:rPr lang="en-US" altLang="zh-CN" sz="2000"/>
                  <a:t>RC</a:t>
                </a:r>
              </a:p>
            </p:txBody>
          </p:sp>
          <p:sp>
            <p:nvSpPr>
              <p:cNvPr id="27664" name="Text Box 11">
                <a:extLst>
                  <a:ext uri="{FF2B5EF4-FFF2-40B4-BE49-F238E27FC236}">
                    <a16:creationId xmlns:a16="http://schemas.microsoft.com/office/drawing/2014/main" id="{248E8DF7-FE3E-520D-C0D5-1FB7B02D4FC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6" y="2314"/>
                <a:ext cx="192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   CLR   L</a:t>
                </a:r>
              </a:p>
            </p:txBody>
          </p:sp>
          <p:sp>
            <p:nvSpPr>
              <p:cNvPr id="27665" name="Rectangle 12">
                <a:extLst>
                  <a:ext uri="{FF2B5EF4-FFF2-40B4-BE49-F238E27FC236}">
                    <a16:creationId xmlns:a16="http://schemas.microsoft.com/office/drawing/2014/main" id="{FC026A41-6C64-B962-F0EF-0F242D6B92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304"/>
                <a:ext cx="44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T   P</a:t>
                </a:r>
              </a:p>
            </p:txBody>
          </p:sp>
          <p:sp>
            <p:nvSpPr>
              <p:cNvPr id="27666" name="Line 13">
                <a:extLst>
                  <a:ext uri="{FF2B5EF4-FFF2-40B4-BE49-F238E27FC236}">
                    <a16:creationId xmlns:a16="http://schemas.microsoft.com/office/drawing/2014/main" id="{972FA6A5-7043-155F-9C67-2C37213B5A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67" name="Line 14">
                <a:extLst>
                  <a:ext uri="{FF2B5EF4-FFF2-40B4-BE49-F238E27FC236}">
                    <a16:creationId xmlns:a16="http://schemas.microsoft.com/office/drawing/2014/main" id="{D1F03E4A-CC6C-6129-B999-B85C226F01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4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68" name="Line 15">
                <a:extLst>
                  <a:ext uri="{FF2B5EF4-FFF2-40B4-BE49-F238E27FC236}">
                    <a16:creationId xmlns:a16="http://schemas.microsoft.com/office/drawing/2014/main" id="{9329F108-02E2-5290-D973-B5B318BC50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69" name="Line 16">
                <a:extLst>
                  <a:ext uri="{FF2B5EF4-FFF2-40B4-BE49-F238E27FC236}">
                    <a16:creationId xmlns:a16="http://schemas.microsoft.com/office/drawing/2014/main" id="{FA80D5E2-F06E-E920-1800-C016E6CF01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70" name="Line 17">
                <a:extLst>
                  <a:ext uri="{FF2B5EF4-FFF2-40B4-BE49-F238E27FC236}">
                    <a16:creationId xmlns:a16="http://schemas.microsoft.com/office/drawing/2014/main" id="{79D903DB-4893-A12D-AC27-3C4E85C8A1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71" name="Line 18">
                <a:extLst>
                  <a:ext uri="{FF2B5EF4-FFF2-40B4-BE49-F238E27FC236}">
                    <a16:creationId xmlns:a16="http://schemas.microsoft.com/office/drawing/2014/main" id="{9F87A965-EF7D-D5AE-D27E-BB7B71B0A6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72" name="Line 19">
                <a:extLst>
                  <a:ext uri="{FF2B5EF4-FFF2-40B4-BE49-F238E27FC236}">
                    <a16:creationId xmlns:a16="http://schemas.microsoft.com/office/drawing/2014/main" id="{6519AAF2-9E2A-0197-C74B-0014586A32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73" name="Line 20">
                <a:extLst>
                  <a:ext uri="{FF2B5EF4-FFF2-40B4-BE49-F238E27FC236}">
                    <a16:creationId xmlns:a16="http://schemas.microsoft.com/office/drawing/2014/main" id="{666A440E-4294-FD8F-D5D1-F368B85160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74" name="Line 21">
                <a:extLst>
                  <a:ext uri="{FF2B5EF4-FFF2-40B4-BE49-F238E27FC236}">
                    <a16:creationId xmlns:a16="http://schemas.microsoft.com/office/drawing/2014/main" id="{06D0921B-454B-995B-D0C9-44D5CCFC18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75" name="Line 22">
                <a:extLst>
                  <a:ext uri="{FF2B5EF4-FFF2-40B4-BE49-F238E27FC236}">
                    <a16:creationId xmlns:a16="http://schemas.microsoft.com/office/drawing/2014/main" id="{6BF9962F-31B8-35D1-3650-D529D345F6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76" name="Line 23">
                <a:extLst>
                  <a:ext uri="{FF2B5EF4-FFF2-40B4-BE49-F238E27FC236}">
                    <a16:creationId xmlns:a16="http://schemas.microsoft.com/office/drawing/2014/main" id="{3F10A99D-DB25-FC6F-A80D-F3BABEF8FC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77" name="Line 24">
                <a:extLst>
                  <a:ext uri="{FF2B5EF4-FFF2-40B4-BE49-F238E27FC236}">
                    <a16:creationId xmlns:a16="http://schemas.microsoft.com/office/drawing/2014/main" id="{79914384-C1BA-95D0-482F-895A5ADFF3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78" name="Line 25">
                <a:extLst>
                  <a:ext uri="{FF2B5EF4-FFF2-40B4-BE49-F238E27FC236}">
                    <a16:creationId xmlns:a16="http://schemas.microsoft.com/office/drawing/2014/main" id="{D1A8C748-CC2F-447B-0980-3F75D3AA13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7679" name="Line 26">
                <a:extLst>
                  <a:ext uri="{FF2B5EF4-FFF2-40B4-BE49-F238E27FC236}">
                    <a16:creationId xmlns:a16="http://schemas.microsoft.com/office/drawing/2014/main" id="{3C0B8380-06AF-AEE9-C453-C0D4EDC822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0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7657" name="Group 27">
              <a:extLst>
                <a:ext uri="{FF2B5EF4-FFF2-40B4-BE49-F238E27FC236}">
                  <a16:creationId xmlns:a16="http://schemas.microsoft.com/office/drawing/2014/main" id="{DCF3A5AF-E90E-BD1B-40D3-0858806AC1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2256"/>
              <a:ext cx="576" cy="288"/>
              <a:chOff x="576" y="3696"/>
              <a:chExt cx="576" cy="288"/>
            </a:xfrm>
          </p:grpSpPr>
          <p:sp>
            <p:nvSpPr>
              <p:cNvPr id="27659" name="Text Box 28">
                <a:extLst>
                  <a:ext uri="{FF2B5EF4-FFF2-40B4-BE49-F238E27FC236}">
                    <a16:creationId xmlns:a16="http://schemas.microsoft.com/office/drawing/2014/main" id="{A2F88DD2-5314-ECF4-65DA-D0CA1CAAFEE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696"/>
                <a:ext cx="57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R</a:t>
                </a:r>
                <a:r>
                  <a:rPr lang="en-US" altLang="zh-CN" sz="2400" baseline="-25000"/>
                  <a:t>D</a:t>
                </a:r>
              </a:p>
            </p:txBody>
          </p:sp>
          <p:sp>
            <p:nvSpPr>
              <p:cNvPr id="27660" name="Line 29">
                <a:extLst>
                  <a:ext uri="{FF2B5EF4-FFF2-40B4-BE49-F238E27FC236}">
                    <a16:creationId xmlns:a16="http://schemas.microsoft.com/office/drawing/2014/main" id="{6AD1001B-E1CE-3A79-7AC6-38C18C0E6E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20" y="374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7658" name="Line 30">
              <a:extLst>
                <a:ext uri="{FF2B5EF4-FFF2-40B4-BE49-F238E27FC236}">
                  <a16:creationId xmlns:a16="http://schemas.microsoft.com/office/drawing/2014/main" id="{47CB5C60-8CF6-B1DC-1118-6AC05422BF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" y="235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2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2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1924" grpId="0" autoUpdateAnimBg="0"/>
      <p:bldP spid="721925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灯片编号占位符 5">
            <a:extLst>
              <a:ext uri="{FF2B5EF4-FFF2-40B4-BE49-F238E27FC236}">
                <a16:creationId xmlns:a16="http://schemas.microsoft.com/office/drawing/2014/main" id="{76C6B911-7E82-8FAD-5269-94471349E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E1634FAA-975D-41E3-858A-B047209B389E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26</a:t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grpSp>
        <p:nvGrpSpPr>
          <p:cNvPr id="28675" name="Group 2">
            <a:extLst>
              <a:ext uri="{FF2B5EF4-FFF2-40B4-BE49-F238E27FC236}">
                <a16:creationId xmlns:a16="http://schemas.microsoft.com/office/drawing/2014/main" id="{34D84447-43DA-CCF8-DF9A-83997B486EFE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215900"/>
            <a:ext cx="8520113" cy="5805488"/>
            <a:chOff x="48" y="124"/>
            <a:chExt cx="5712" cy="4196"/>
          </a:xfrm>
        </p:grpSpPr>
        <p:grpSp>
          <p:nvGrpSpPr>
            <p:cNvPr id="28677" name="Group 3">
              <a:extLst>
                <a:ext uri="{FF2B5EF4-FFF2-40B4-BE49-F238E27FC236}">
                  <a16:creationId xmlns:a16="http://schemas.microsoft.com/office/drawing/2014/main" id="{946397CF-739B-DD8B-929D-D2B1DC1796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624"/>
              <a:ext cx="3840" cy="528"/>
              <a:chOff x="1008" y="912"/>
              <a:chExt cx="3840" cy="528"/>
            </a:xfrm>
          </p:grpSpPr>
          <p:sp>
            <p:nvSpPr>
              <p:cNvPr id="28961" name="Rectangle 4">
                <a:extLst>
                  <a:ext uri="{FF2B5EF4-FFF2-40B4-BE49-F238E27FC236}">
                    <a16:creationId xmlns:a16="http://schemas.microsoft.com/office/drawing/2014/main" id="{2EBCD8BC-0266-5263-1D8F-37AA2EF7F9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912"/>
                <a:ext cx="672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62" name="Rectangle 5">
                <a:extLst>
                  <a:ext uri="{FF2B5EF4-FFF2-40B4-BE49-F238E27FC236}">
                    <a16:creationId xmlns:a16="http://schemas.microsoft.com/office/drawing/2014/main" id="{7B159D93-5CD3-F22B-11D0-6B49785058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" y="912"/>
                <a:ext cx="624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63" name="Rectangle 6">
                <a:extLst>
                  <a:ext uri="{FF2B5EF4-FFF2-40B4-BE49-F238E27FC236}">
                    <a16:creationId xmlns:a16="http://schemas.microsoft.com/office/drawing/2014/main" id="{A1F4E372-2C15-A6F1-403B-E5CD317D9F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912"/>
                <a:ext cx="624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64" name="Rectangle 7">
                <a:extLst>
                  <a:ext uri="{FF2B5EF4-FFF2-40B4-BE49-F238E27FC236}">
                    <a16:creationId xmlns:a16="http://schemas.microsoft.com/office/drawing/2014/main" id="{E05B4D87-FE39-6768-E9BD-ED16DF1933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4" y="912"/>
                <a:ext cx="624" cy="52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8678" name="Group 8">
              <a:extLst>
                <a:ext uri="{FF2B5EF4-FFF2-40B4-BE49-F238E27FC236}">
                  <a16:creationId xmlns:a16="http://schemas.microsoft.com/office/drawing/2014/main" id="{FB7E6285-DD00-90D4-D52D-3D2764B8E2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6" y="902"/>
              <a:ext cx="3408" cy="260"/>
              <a:chOff x="1056" y="1190"/>
              <a:chExt cx="3408" cy="260"/>
            </a:xfrm>
          </p:grpSpPr>
          <p:sp>
            <p:nvSpPr>
              <p:cNvPr id="28957" name="Text Box 9">
                <a:extLst>
                  <a:ext uri="{FF2B5EF4-FFF2-40B4-BE49-F238E27FC236}">
                    <a16:creationId xmlns:a16="http://schemas.microsoft.com/office/drawing/2014/main" id="{0BC100D4-7E31-F664-648F-E3DB4DE880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120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D</a:t>
                </a:r>
              </a:p>
            </p:txBody>
          </p:sp>
          <p:sp>
            <p:nvSpPr>
              <p:cNvPr id="28958" name="Text Box 10">
                <a:extLst>
                  <a:ext uri="{FF2B5EF4-FFF2-40B4-BE49-F238E27FC236}">
                    <a16:creationId xmlns:a16="http://schemas.microsoft.com/office/drawing/2014/main" id="{5ADA0531-9BDF-23E2-433B-65A1A78705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0" y="119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D</a:t>
                </a:r>
              </a:p>
            </p:txBody>
          </p:sp>
          <p:sp>
            <p:nvSpPr>
              <p:cNvPr id="28959" name="Text Box 11">
                <a:extLst>
                  <a:ext uri="{FF2B5EF4-FFF2-40B4-BE49-F238E27FC236}">
                    <a16:creationId xmlns:a16="http://schemas.microsoft.com/office/drawing/2014/main" id="{FA66CBCA-2C96-24AF-15A9-69E689F939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16" y="120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D</a:t>
                </a:r>
              </a:p>
            </p:txBody>
          </p:sp>
          <p:sp>
            <p:nvSpPr>
              <p:cNvPr id="28960" name="Text Box 12">
                <a:extLst>
                  <a:ext uri="{FF2B5EF4-FFF2-40B4-BE49-F238E27FC236}">
                    <a16:creationId xmlns:a16="http://schemas.microsoft.com/office/drawing/2014/main" id="{997550A8-1238-18EF-72F3-42B62996A6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24" y="120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D</a:t>
                </a:r>
              </a:p>
            </p:txBody>
          </p:sp>
        </p:grpSp>
        <p:grpSp>
          <p:nvGrpSpPr>
            <p:cNvPr id="28679" name="Group 13">
              <a:extLst>
                <a:ext uri="{FF2B5EF4-FFF2-40B4-BE49-F238E27FC236}">
                  <a16:creationId xmlns:a16="http://schemas.microsoft.com/office/drawing/2014/main" id="{853E4C0E-1B44-4882-43E1-AE21AC122D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6" y="652"/>
              <a:ext cx="3408" cy="260"/>
              <a:chOff x="1056" y="940"/>
              <a:chExt cx="3408" cy="260"/>
            </a:xfrm>
          </p:grpSpPr>
          <p:sp>
            <p:nvSpPr>
              <p:cNvPr id="28953" name="Text Box 14">
                <a:extLst>
                  <a:ext uri="{FF2B5EF4-FFF2-40B4-BE49-F238E27FC236}">
                    <a16:creationId xmlns:a16="http://schemas.microsoft.com/office/drawing/2014/main" id="{EDA254AF-887A-3BB2-B904-BE7F7343A6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95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</a:p>
            </p:txBody>
          </p:sp>
          <p:sp>
            <p:nvSpPr>
              <p:cNvPr id="28954" name="Text Box 15">
                <a:extLst>
                  <a:ext uri="{FF2B5EF4-FFF2-40B4-BE49-F238E27FC236}">
                    <a16:creationId xmlns:a16="http://schemas.microsoft.com/office/drawing/2014/main" id="{DCC0BCC3-9504-1971-3250-A32A6387BE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0" y="94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</a:p>
            </p:txBody>
          </p:sp>
          <p:sp>
            <p:nvSpPr>
              <p:cNvPr id="28955" name="Text Box 16">
                <a:extLst>
                  <a:ext uri="{FF2B5EF4-FFF2-40B4-BE49-F238E27FC236}">
                    <a16:creationId xmlns:a16="http://schemas.microsoft.com/office/drawing/2014/main" id="{2274D380-0885-8661-DC4F-082A117395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16" y="95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</a:p>
            </p:txBody>
          </p:sp>
          <p:sp>
            <p:nvSpPr>
              <p:cNvPr id="28956" name="Text Box 17">
                <a:extLst>
                  <a:ext uri="{FF2B5EF4-FFF2-40B4-BE49-F238E27FC236}">
                    <a16:creationId xmlns:a16="http://schemas.microsoft.com/office/drawing/2014/main" id="{AAE0DEE6-1A2F-32DC-CE07-C8C4BBB05C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24" y="95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</a:p>
            </p:txBody>
          </p:sp>
        </p:grpSp>
        <p:grpSp>
          <p:nvGrpSpPr>
            <p:cNvPr id="28680" name="Group 18">
              <a:extLst>
                <a:ext uri="{FF2B5EF4-FFF2-40B4-BE49-F238E27FC236}">
                  <a16:creationId xmlns:a16="http://schemas.microsoft.com/office/drawing/2014/main" id="{A60F268C-8B3D-47CE-B253-40B58FD1A2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672"/>
              <a:ext cx="3408" cy="250"/>
              <a:chOff x="1392" y="960"/>
              <a:chExt cx="3408" cy="250"/>
            </a:xfrm>
          </p:grpSpPr>
          <p:sp>
            <p:nvSpPr>
              <p:cNvPr id="28945" name="Text Box 19">
                <a:extLst>
                  <a:ext uri="{FF2B5EF4-FFF2-40B4-BE49-F238E27FC236}">
                    <a16:creationId xmlns:a16="http://schemas.microsoft.com/office/drawing/2014/main" id="{2D6F032E-8A25-6A04-3464-6BA890B8B2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2" y="96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</a:p>
            </p:txBody>
          </p:sp>
          <p:sp>
            <p:nvSpPr>
              <p:cNvPr id="28946" name="Text Box 20">
                <a:extLst>
                  <a:ext uri="{FF2B5EF4-FFF2-40B4-BE49-F238E27FC236}">
                    <a16:creationId xmlns:a16="http://schemas.microsoft.com/office/drawing/2014/main" id="{2DE98757-3376-ECAF-D101-6106963CB8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96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</a:p>
            </p:txBody>
          </p:sp>
          <p:sp>
            <p:nvSpPr>
              <p:cNvPr id="28947" name="Line 21">
                <a:extLst>
                  <a:ext uri="{FF2B5EF4-FFF2-40B4-BE49-F238E27FC236}">
                    <a16:creationId xmlns:a16="http://schemas.microsoft.com/office/drawing/2014/main" id="{D6254D36-6782-CA2A-0D39-8D3894810D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1008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948" name="Line 22">
                <a:extLst>
                  <a:ext uri="{FF2B5EF4-FFF2-40B4-BE49-F238E27FC236}">
                    <a16:creationId xmlns:a16="http://schemas.microsoft.com/office/drawing/2014/main" id="{ABC37DFF-F15B-46E4-7F52-CAB0F9585F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6" y="1008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949" name="Text Box 23">
                <a:extLst>
                  <a:ext uri="{FF2B5EF4-FFF2-40B4-BE49-F238E27FC236}">
                    <a16:creationId xmlns:a16="http://schemas.microsoft.com/office/drawing/2014/main" id="{158E6FC8-4E0A-8DD9-46A2-3D290917F4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4" y="96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</a:p>
            </p:txBody>
          </p:sp>
          <p:sp>
            <p:nvSpPr>
              <p:cNvPr id="28950" name="Line 24">
                <a:extLst>
                  <a:ext uri="{FF2B5EF4-FFF2-40B4-BE49-F238E27FC236}">
                    <a16:creationId xmlns:a16="http://schemas.microsoft.com/office/drawing/2014/main" id="{C5F29079-5BC8-7466-0A9B-B45EB267AC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1008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951" name="Text Box 25">
                <a:extLst>
                  <a:ext uri="{FF2B5EF4-FFF2-40B4-BE49-F238E27FC236}">
                    <a16:creationId xmlns:a16="http://schemas.microsoft.com/office/drawing/2014/main" id="{1139642D-279F-9F57-70F0-17B975AFC8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60" y="96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</a:p>
            </p:txBody>
          </p:sp>
          <p:sp>
            <p:nvSpPr>
              <p:cNvPr id="28952" name="Line 26">
                <a:extLst>
                  <a:ext uri="{FF2B5EF4-FFF2-40B4-BE49-F238E27FC236}">
                    <a16:creationId xmlns:a16="http://schemas.microsoft.com/office/drawing/2014/main" id="{C1784CC2-82DB-263B-21E4-BFEDA4534A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8" y="1008"/>
                <a:ext cx="14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8681" name="Group 27">
              <a:extLst>
                <a:ext uri="{FF2B5EF4-FFF2-40B4-BE49-F238E27FC236}">
                  <a16:creationId xmlns:a16="http://schemas.microsoft.com/office/drawing/2014/main" id="{5701FC72-54E9-D0A9-2794-E72E14860E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912"/>
              <a:ext cx="3456" cy="260"/>
              <a:chOff x="1392" y="1200"/>
              <a:chExt cx="3456" cy="260"/>
            </a:xfrm>
          </p:grpSpPr>
          <p:sp>
            <p:nvSpPr>
              <p:cNvPr id="28941" name="Text Box 28">
                <a:extLst>
                  <a:ext uri="{FF2B5EF4-FFF2-40B4-BE49-F238E27FC236}">
                    <a16:creationId xmlns:a16="http://schemas.microsoft.com/office/drawing/2014/main" id="{BB07A419-1F65-2CCC-CF5B-7B7F63341C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92" y="1210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</a:t>
                </a:r>
              </a:p>
            </p:txBody>
          </p:sp>
          <p:sp>
            <p:nvSpPr>
              <p:cNvPr id="28942" name="Text Box 29">
                <a:extLst>
                  <a:ext uri="{FF2B5EF4-FFF2-40B4-BE49-F238E27FC236}">
                    <a16:creationId xmlns:a16="http://schemas.microsoft.com/office/drawing/2014/main" id="{4EE299FD-EFDA-23F4-0255-8D6380E5AE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1200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</a:t>
                </a:r>
              </a:p>
            </p:txBody>
          </p:sp>
          <p:sp>
            <p:nvSpPr>
              <p:cNvPr id="28943" name="Text Box 30">
                <a:extLst>
                  <a:ext uri="{FF2B5EF4-FFF2-40B4-BE49-F238E27FC236}">
                    <a16:creationId xmlns:a16="http://schemas.microsoft.com/office/drawing/2014/main" id="{B7F749DA-EA01-B3BB-73D4-5F46B6DBC8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56" y="1210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</a:t>
                </a:r>
              </a:p>
            </p:txBody>
          </p:sp>
          <p:sp>
            <p:nvSpPr>
              <p:cNvPr id="28944" name="Text Box 31">
                <a:extLst>
                  <a:ext uri="{FF2B5EF4-FFF2-40B4-BE49-F238E27FC236}">
                    <a16:creationId xmlns:a16="http://schemas.microsoft.com/office/drawing/2014/main" id="{3F8F43D8-D172-FFAD-B23F-A9CD3DD230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12" y="1210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</a:t>
                </a:r>
              </a:p>
            </p:txBody>
          </p:sp>
        </p:grpSp>
        <p:grpSp>
          <p:nvGrpSpPr>
            <p:cNvPr id="28682" name="Group 32">
              <a:extLst>
                <a:ext uri="{FF2B5EF4-FFF2-40B4-BE49-F238E27FC236}">
                  <a16:creationId xmlns:a16="http://schemas.microsoft.com/office/drawing/2014/main" id="{76B8E0FC-790D-DF5D-40B8-3304B9DD36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2" y="1392"/>
              <a:ext cx="3792" cy="432"/>
              <a:chOff x="816" y="1680"/>
              <a:chExt cx="3792" cy="432"/>
            </a:xfrm>
          </p:grpSpPr>
          <p:grpSp>
            <p:nvGrpSpPr>
              <p:cNvPr id="28921" name="Group 33">
                <a:extLst>
                  <a:ext uri="{FF2B5EF4-FFF2-40B4-BE49-F238E27FC236}">
                    <a16:creationId xmlns:a16="http://schemas.microsoft.com/office/drawing/2014/main" id="{D147F442-EA26-CE6C-C974-38903A0D17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16" y="1680"/>
                <a:ext cx="576" cy="432"/>
                <a:chOff x="720" y="1680"/>
                <a:chExt cx="576" cy="432"/>
              </a:xfrm>
            </p:grpSpPr>
            <p:sp>
              <p:nvSpPr>
                <p:cNvPr id="28937" name="Rectangle 34">
                  <a:extLst>
                    <a:ext uri="{FF2B5EF4-FFF2-40B4-BE49-F238E27FC236}">
                      <a16:creationId xmlns:a16="http://schemas.microsoft.com/office/drawing/2014/main" id="{5C8B7DF2-4495-4FF8-8B22-03845DB067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0" y="1728"/>
                  <a:ext cx="576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938" name="Line 35">
                  <a:extLst>
                    <a:ext uri="{FF2B5EF4-FFF2-40B4-BE49-F238E27FC236}">
                      <a16:creationId xmlns:a16="http://schemas.microsoft.com/office/drawing/2014/main" id="{C42F74F9-6236-3EE6-7E75-AB4E3CA4F5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1920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939" name="Text Box 36">
                  <a:extLst>
                    <a:ext uri="{FF2B5EF4-FFF2-40B4-BE49-F238E27FC236}">
                      <a16:creationId xmlns:a16="http://schemas.microsoft.com/office/drawing/2014/main" id="{8726A84B-AB04-65E7-710F-22B405A0B43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64" y="1680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+</a:t>
                  </a:r>
                </a:p>
              </p:txBody>
            </p:sp>
            <p:sp>
              <p:nvSpPr>
                <p:cNvPr id="28940" name="Line 37">
                  <a:extLst>
                    <a:ext uri="{FF2B5EF4-FFF2-40B4-BE49-F238E27FC236}">
                      <a16:creationId xmlns:a16="http://schemas.microsoft.com/office/drawing/2014/main" id="{02D3D2B3-DBAD-C02A-4D59-232DE5087E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8" y="192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922" name="Group 38">
                <a:extLst>
                  <a:ext uri="{FF2B5EF4-FFF2-40B4-BE49-F238E27FC236}">
                    <a16:creationId xmlns:a16="http://schemas.microsoft.com/office/drawing/2014/main" id="{B01BC9FF-8A51-441F-C257-4A56F8201D7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0" y="1680"/>
                <a:ext cx="576" cy="432"/>
                <a:chOff x="720" y="1680"/>
                <a:chExt cx="576" cy="432"/>
              </a:xfrm>
            </p:grpSpPr>
            <p:sp>
              <p:nvSpPr>
                <p:cNvPr id="28933" name="Rectangle 39">
                  <a:extLst>
                    <a:ext uri="{FF2B5EF4-FFF2-40B4-BE49-F238E27FC236}">
                      <a16:creationId xmlns:a16="http://schemas.microsoft.com/office/drawing/2014/main" id="{7045C3D9-79FE-26ED-BBA9-966E93A32D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0" y="1728"/>
                  <a:ext cx="576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934" name="Line 40">
                  <a:extLst>
                    <a:ext uri="{FF2B5EF4-FFF2-40B4-BE49-F238E27FC236}">
                      <a16:creationId xmlns:a16="http://schemas.microsoft.com/office/drawing/2014/main" id="{E8F73F92-DA63-9E84-5C01-6C7B1E2645B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1920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935" name="Text Box 41">
                  <a:extLst>
                    <a:ext uri="{FF2B5EF4-FFF2-40B4-BE49-F238E27FC236}">
                      <a16:creationId xmlns:a16="http://schemas.microsoft.com/office/drawing/2014/main" id="{9AAF5CDA-C3AA-3B0E-0ED8-615D71CE31A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64" y="1680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+</a:t>
                  </a:r>
                </a:p>
              </p:txBody>
            </p:sp>
            <p:sp>
              <p:nvSpPr>
                <p:cNvPr id="28936" name="Line 42">
                  <a:extLst>
                    <a:ext uri="{FF2B5EF4-FFF2-40B4-BE49-F238E27FC236}">
                      <a16:creationId xmlns:a16="http://schemas.microsoft.com/office/drawing/2014/main" id="{188FC131-8498-C9F3-2865-9DF89F9DAC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8" y="192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923" name="Group 43">
                <a:extLst>
                  <a:ext uri="{FF2B5EF4-FFF2-40B4-BE49-F238E27FC236}">
                    <a16:creationId xmlns:a16="http://schemas.microsoft.com/office/drawing/2014/main" id="{BFAD392E-0241-8B09-C33C-E66F69F890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24" y="1680"/>
                <a:ext cx="576" cy="432"/>
                <a:chOff x="720" y="1680"/>
                <a:chExt cx="576" cy="432"/>
              </a:xfrm>
            </p:grpSpPr>
            <p:sp>
              <p:nvSpPr>
                <p:cNvPr id="28929" name="Rectangle 44">
                  <a:extLst>
                    <a:ext uri="{FF2B5EF4-FFF2-40B4-BE49-F238E27FC236}">
                      <a16:creationId xmlns:a16="http://schemas.microsoft.com/office/drawing/2014/main" id="{4690D67C-C681-157C-3B25-52D736F8CF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0" y="1728"/>
                  <a:ext cx="576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930" name="Line 45">
                  <a:extLst>
                    <a:ext uri="{FF2B5EF4-FFF2-40B4-BE49-F238E27FC236}">
                      <a16:creationId xmlns:a16="http://schemas.microsoft.com/office/drawing/2014/main" id="{1A03B2B7-1718-A8A1-E7A8-0D24E4C8D0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1920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931" name="Text Box 46">
                  <a:extLst>
                    <a:ext uri="{FF2B5EF4-FFF2-40B4-BE49-F238E27FC236}">
                      <a16:creationId xmlns:a16="http://schemas.microsoft.com/office/drawing/2014/main" id="{2B03E6C7-581E-3056-B634-9FF6BA1ECE8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64" y="1680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+</a:t>
                  </a:r>
                </a:p>
              </p:txBody>
            </p:sp>
            <p:sp>
              <p:nvSpPr>
                <p:cNvPr id="28932" name="Line 47">
                  <a:extLst>
                    <a:ext uri="{FF2B5EF4-FFF2-40B4-BE49-F238E27FC236}">
                      <a16:creationId xmlns:a16="http://schemas.microsoft.com/office/drawing/2014/main" id="{B86C2B35-D845-E4CE-F3C5-CF8864DBCB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8" y="192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924" name="Group 48">
                <a:extLst>
                  <a:ext uri="{FF2B5EF4-FFF2-40B4-BE49-F238E27FC236}">
                    <a16:creationId xmlns:a16="http://schemas.microsoft.com/office/drawing/2014/main" id="{5E4AAF27-CFB7-933D-CBF9-EC217E45F01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32" y="1680"/>
                <a:ext cx="576" cy="432"/>
                <a:chOff x="720" y="1680"/>
                <a:chExt cx="576" cy="432"/>
              </a:xfrm>
            </p:grpSpPr>
            <p:sp>
              <p:nvSpPr>
                <p:cNvPr id="28925" name="Rectangle 49">
                  <a:extLst>
                    <a:ext uri="{FF2B5EF4-FFF2-40B4-BE49-F238E27FC236}">
                      <a16:creationId xmlns:a16="http://schemas.microsoft.com/office/drawing/2014/main" id="{4064755F-5F8A-2C86-7924-F0FD49424A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0" y="1728"/>
                  <a:ext cx="576" cy="38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926" name="Line 50">
                  <a:extLst>
                    <a:ext uri="{FF2B5EF4-FFF2-40B4-BE49-F238E27FC236}">
                      <a16:creationId xmlns:a16="http://schemas.microsoft.com/office/drawing/2014/main" id="{B9786CE0-40FE-A714-1ECC-3CD495481D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20" y="1920"/>
                  <a:ext cx="5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927" name="Text Box 51">
                  <a:extLst>
                    <a:ext uri="{FF2B5EF4-FFF2-40B4-BE49-F238E27FC236}">
                      <a16:creationId xmlns:a16="http://schemas.microsoft.com/office/drawing/2014/main" id="{872CD972-CD52-8562-F289-DC944A56D17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64" y="1680"/>
                  <a:ext cx="288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+</a:t>
                  </a:r>
                </a:p>
              </p:txBody>
            </p:sp>
            <p:sp>
              <p:nvSpPr>
                <p:cNvPr id="28928" name="Line 52">
                  <a:extLst>
                    <a:ext uri="{FF2B5EF4-FFF2-40B4-BE49-F238E27FC236}">
                      <a16:creationId xmlns:a16="http://schemas.microsoft.com/office/drawing/2014/main" id="{6233D3A9-5BA1-BE10-3F6D-4CF97B7236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8" y="192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28683" name="Group 53">
              <a:extLst>
                <a:ext uri="{FF2B5EF4-FFF2-40B4-BE49-F238E27FC236}">
                  <a16:creationId xmlns:a16="http://schemas.microsoft.com/office/drawing/2014/main" id="{1BA5869D-B432-BDDB-8C56-FD7B197958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6" y="3168"/>
              <a:ext cx="336" cy="298"/>
              <a:chOff x="2256" y="3072"/>
              <a:chExt cx="336" cy="298"/>
            </a:xfrm>
          </p:grpSpPr>
          <p:sp>
            <p:nvSpPr>
              <p:cNvPr id="28918" name="Rectangle 54">
                <a:extLst>
                  <a:ext uri="{FF2B5EF4-FFF2-40B4-BE49-F238E27FC236}">
                    <a16:creationId xmlns:a16="http://schemas.microsoft.com/office/drawing/2014/main" id="{5119CD50-C38C-1332-7393-5E9816936C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3168"/>
                <a:ext cx="28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19" name="Oval 55">
                <a:extLst>
                  <a:ext uri="{FF2B5EF4-FFF2-40B4-BE49-F238E27FC236}">
                    <a16:creationId xmlns:a16="http://schemas.microsoft.com/office/drawing/2014/main" id="{982FA56B-4147-10C2-EDD0-803C10D3E6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30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20" name="Text Box 56">
                <a:extLst>
                  <a:ext uri="{FF2B5EF4-FFF2-40B4-BE49-F238E27FC236}">
                    <a16:creationId xmlns:a16="http://schemas.microsoft.com/office/drawing/2014/main" id="{7AD34E30-1352-EC6B-D334-C0172FE841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6" y="3120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+</a:t>
                </a:r>
              </a:p>
            </p:txBody>
          </p:sp>
        </p:grpSp>
        <p:grpSp>
          <p:nvGrpSpPr>
            <p:cNvPr id="28684" name="Group 57">
              <a:extLst>
                <a:ext uri="{FF2B5EF4-FFF2-40B4-BE49-F238E27FC236}">
                  <a16:creationId xmlns:a16="http://schemas.microsoft.com/office/drawing/2014/main" id="{C1D742FA-B6AB-FFC1-B3F2-42687D18CD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4" y="3168"/>
              <a:ext cx="336" cy="298"/>
              <a:chOff x="2256" y="3072"/>
              <a:chExt cx="336" cy="298"/>
            </a:xfrm>
          </p:grpSpPr>
          <p:sp>
            <p:nvSpPr>
              <p:cNvPr id="28915" name="Rectangle 58">
                <a:extLst>
                  <a:ext uri="{FF2B5EF4-FFF2-40B4-BE49-F238E27FC236}">
                    <a16:creationId xmlns:a16="http://schemas.microsoft.com/office/drawing/2014/main" id="{68FC47FA-95A1-B413-7D3A-EBBF8146A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3168"/>
                <a:ext cx="28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16" name="Oval 59">
                <a:extLst>
                  <a:ext uri="{FF2B5EF4-FFF2-40B4-BE49-F238E27FC236}">
                    <a16:creationId xmlns:a16="http://schemas.microsoft.com/office/drawing/2014/main" id="{1DB79B01-DFA8-C705-A09A-354D1F3657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30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17" name="Text Box 60">
                <a:extLst>
                  <a:ext uri="{FF2B5EF4-FFF2-40B4-BE49-F238E27FC236}">
                    <a16:creationId xmlns:a16="http://schemas.microsoft.com/office/drawing/2014/main" id="{BE0468D5-DE32-4192-2EA1-805D6C5AC0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6" y="3120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+</a:t>
                </a:r>
              </a:p>
            </p:txBody>
          </p:sp>
        </p:grpSp>
        <p:grpSp>
          <p:nvGrpSpPr>
            <p:cNvPr id="28685" name="Group 61">
              <a:extLst>
                <a:ext uri="{FF2B5EF4-FFF2-40B4-BE49-F238E27FC236}">
                  <a16:creationId xmlns:a16="http://schemas.microsoft.com/office/drawing/2014/main" id="{7ED18C1C-DA70-BC61-1DB9-4ADBFAFB0F3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56" y="2688"/>
              <a:ext cx="2400" cy="192"/>
              <a:chOff x="2304" y="2976"/>
              <a:chExt cx="2400" cy="192"/>
            </a:xfrm>
          </p:grpSpPr>
          <p:sp>
            <p:nvSpPr>
              <p:cNvPr id="28912" name="Rectangle 62">
                <a:extLst>
                  <a:ext uri="{FF2B5EF4-FFF2-40B4-BE49-F238E27FC236}">
                    <a16:creationId xmlns:a16="http://schemas.microsoft.com/office/drawing/2014/main" id="{A936CAAA-93F7-A7C3-9261-B5E471E83A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976"/>
                <a:ext cx="28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13" name="Rectangle 63">
                <a:extLst>
                  <a:ext uri="{FF2B5EF4-FFF2-40B4-BE49-F238E27FC236}">
                    <a16:creationId xmlns:a16="http://schemas.microsoft.com/office/drawing/2014/main" id="{418F03E0-01AF-1AB4-33B7-0FD434AD36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2976"/>
                <a:ext cx="28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14" name="Rectangle 64">
                <a:extLst>
                  <a:ext uri="{FF2B5EF4-FFF2-40B4-BE49-F238E27FC236}">
                    <a16:creationId xmlns:a16="http://schemas.microsoft.com/office/drawing/2014/main" id="{38BE568B-76B7-856C-9E07-79A9942BC1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2976"/>
                <a:ext cx="28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8686" name="Group 65">
              <a:extLst>
                <a:ext uri="{FF2B5EF4-FFF2-40B4-BE49-F238E27FC236}">
                  <a16:creationId xmlns:a16="http://schemas.microsoft.com/office/drawing/2014/main" id="{995719F7-6866-232C-C063-B8C9A9EA9F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3168"/>
              <a:ext cx="336" cy="298"/>
              <a:chOff x="2256" y="3072"/>
              <a:chExt cx="336" cy="298"/>
            </a:xfrm>
          </p:grpSpPr>
          <p:sp>
            <p:nvSpPr>
              <p:cNvPr id="28909" name="Rectangle 66">
                <a:extLst>
                  <a:ext uri="{FF2B5EF4-FFF2-40B4-BE49-F238E27FC236}">
                    <a16:creationId xmlns:a16="http://schemas.microsoft.com/office/drawing/2014/main" id="{CDCD21B3-CECF-3036-911F-19A120A692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6" y="3168"/>
                <a:ext cx="288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10" name="Oval 67">
                <a:extLst>
                  <a:ext uri="{FF2B5EF4-FFF2-40B4-BE49-F238E27FC236}">
                    <a16:creationId xmlns:a16="http://schemas.microsoft.com/office/drawing/2014/main" id="{5488D77E-0690-34E9-DB83-C96952AF3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307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11" name="Text Box 68">
                <a:extLst>
                  <a:ext uri="{FF2B5EF4-FFF2-40B4-BE49-F238E27FC236}">
                    <a16:creationId xmlns:a16="http://schemas.microsoft.com/office/drawing/2014/main" id="{A262B225-4508-51D4-CE45-71516A9BA9A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6" y="3120"/>
                <a:ext cx="33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zh-CN" altLang="zh-CN" sz="2000"/>
              </a:p>
            </p:txBody>
          </p:sp>
        </p:grpSp>
        <p:grpSp>
          <p:nvGrpSpPr>
            <p:cNvPr id="28687" name="Group 69">
              <a:extLst>
                <a:ext uri="{FF2B5EF4-FFF2-40B4-BE49-F238E27FC236}">
                  <a16:creationId xmlns:a16="http://schemas.microsoft.com/office/drawing/2014/main" id="{D7DE9812-C2EE-E5F3-CD93-14FFF9E606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2" y="864"/>
              <a:ext cx="576" cy="298"/>
              <a:chOff x="4992" y="1392"/>
              <a:chExt cx="576" cy="298"/>
            </a:xfrm>
          </p:grpSpPr>
          <p:sp>
            <p:nvSpPr>
              <p:cNvPr id="28906" name="Rectangle 70">
                <a:extLst>
                  <a:ext uri="{FF2B5EF4-FFF2-40B4-BE49-F238E27FC236}">
                    <a16:creationId xmlns:a16="http://schemas.microsoft.com/office/drawing/2014/main" id="{0988C9B1-9984-D9B5-CBEF-3FAD6D1DE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2" y="1488"/>
                <a:ext cx="576" cy="192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07" name="Oval 71">
                <a:extLst>
                  <a:ext uri="{FF2B5EF4-FFF2-40B4-BE49-F238E27FC236}">
                    <a16:creationId xmlns:a16="http://schemas.microsoft.com/office/drawing/2014/main" id="{1E6B60DF-E935-9D08-DD8A-499CDB235C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2" y="1392"/>
                <a:ext cx="89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908" name="Text Box 72">
                <a:extLst>
                  <a:ext uri="{FF2B5EF4-FFF2-40B4-BE49-F238E27FC236}">
                    <a16:creationId xmlns:a16="http://schemas.microsoft.com/office/drawing/2014/main" id="{6B4D3BC1-945E-010B-0EE0-6BE31204F8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92" y="1440"/>
                <a:ext cx="57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+</a:t>
                </a:r>
              </a:p>
            </p:txBody>
          </p:sp>
        </p:grpSp>
        <p:grpSp>
          <p:nvGrpSpPr>
            <p:cNvPr id="28688" name="Group 73">
              <a:extLst>
                <a:ext uri="{FF2B5EF4-FFF2-40B4-BE49-F238E27FC236}">
                  <a16:creationId xmlns:a16="http://schemas.microsoft.com/office/drawing/2014/main" id="{78353BD9-1E64-E4EF-1902-8EB9BF4404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0" y="1152"/>
              <a:ext cx="3168" cy="288"/>
              <a:chOff x="1200" y="1440"/>
              <a:chExt cx="3168" cy="288"/>
            </a:xfrm>
          </p:grpSpPr>
          <p:sp>
            <p:nvSpPr>
              <p:cNvPr id="28902" name="Line 74">
                <a:extLst>
                  <a:ext uri="{FF2B5EF4-FFF2-40B4-BE49-F238E27FC236}">
                    <a16:creationId xmlns:a16="http://schemas.microsoft.com/office/drawing/2014/main" id="{584CD973-2EFD-FBE9-313F-CBBEE564CC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200" y="144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903" name="Line 75">
                <a:extLst>
                  <a:ext uri="{FF2B5EF4-FFF2-40B4-BE49-F238E27FC236}">
                    <a16:creationId xmlns:a16="http://schemas.microsoft.com/office/drawing/2014/main" id="{247EB251-7674-8248-6343-A816B33A5A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04" y="144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904" name="Line 76">
                <a:extLst>
                  <a:ext uri="{FF2B5EF4-FFF2-40B4-BE49-F238E27FC236}">
                    <a16:creationId xmlns:a16="http://schemas.microsoft.com/office/drawing/2014/main" id="{A55FAE3C-AB93-E8E9-C31A-3D5CDB7B13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60" y="144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905" name="Line 77">
                <a:extLst>
                  <a:ext uri="{FF2B5EF4-FFF2-40B4-BE49-F238E27FC236}">
                    <a16:creationId xmlns:a16="http://schemas.microsoft.com/office/drawing/2014/main" id="{717B8D94-D878-1C2B-0BB8-993B61CD22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68" y="1440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8689" name="Line 78">
              <a:extLst>
                <a:ext uri="{FF2B5EF4-FFF2-40B4-BE49-F238E27FC236}">
                  <a16:creationId xmlns:a16="http://schemas.microsoft.com/office/drawing/2014/main" id="{9CBE8AE3-9D9D-9BAD-E408-7AE542AE2B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2544"/>
              <a:ext cx="2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0" name="Line 79">
              <a:extLst>
                <a:ext uri="{FF2B5EF4-FFF2-40B4-BE49-F238E27FC236}">
                  <a16:creationId xmlns:a16="http://schemas.microsoft.com/office/drawing/2014/main" id="{0DD6DE2F-B451-71E6-C8EB-24089D4E22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244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8691" name="Group 80">
              <a:extLst>
                <a:ext uri="{FF2B5EF4-FFF2-40B4-BE49-F238E27FC236}">
                  <a16:creationId xmlns:a16="http://schemas.microsoft.com/office/drawing/2014/main" id="{ACE4E89F-77F4-BDD3-7E4E-28B7CD5A8E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0" y="1824"/>
              <a:ext cx="288" cy="672"/>
              <a:chOff x="1200" y="2112"/>
              <a:chExt cx="288" cy="672"/>
            </a:xfrm>
          </p:grpSpPr>
          <p:grpSp>
            <p:nvGrpSpPr>
              <p:cNvPr id="28897" name="Group 81">
                <a:extLst>
                  <a:ext uri="{FF2B5EF4-FFF2-40B4-BE49-F238E27FC236}">
                    <a16:creationId xmlns:a16="http://schemas.microsoft.com/office/drawing/2014/main" id="{C4713DD4-A7E5-5812-5324-0E0F0DDE84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00" y="2552"/>
                <a:ext cx="288" cy="232"/>
                <a:chOff x="1008" y="2736"/>
                <a:chExt cx="288" cy="232"/>
              </a:xfrm>
            </p:grpSpPr>
            <p:sp>
              <p:nvSpPr>
                <p:cNvPr id="28900" name="Rectangle 82">
                  <a:extLst>
                    <a:ext uri="{FF2B5EF4-FFF2-40B4-BE49-F238E27FC236}">
                      <a16:creationId xmlns:a16="http://schemas.microsoft.com/office/drawing/2014/main" id="{0C2CFDAB-C484-8B3B-ECA9-65784738D3D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8" y="2736"/>
                  <a:ext cx="288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901" name="Text Box 83">
                  <a:extLst>
                    <a:ext uri="{FF2B5EF4-FFF2-40B4-BE49-F238E27FC236}">
                      <a16:creationId xmlns:a16="http://schemas.microsoft.com/office/drawing/2014/main" id="{7010EFE9-8604-BFB0-4DB3-397A6FC4DF7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8" y="2736"/>
                  <a:ext cx="288" cy="2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tIns="1800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>
                      <a:sym typeface="Symbol" panose="05050102010706020507" pitchFamily="18" charset="2"/>
                    </a:rPr>
                    <a:t></a:t>
                  </a:r>
                  <a:endParaRPr lang="en-US" altLang="zh-CN" sz="2000"/>
                </a:p>
              </p:txBody>
            </p:sp>
          </p:grpSp>
          <p:sp>
            <p:nvSpPr>
              <p:cNvPr id="28898" name="Oval 84">
                <a:extLst>
                  <a:ext uri="{FF2B5EF4-FFF2-40B4-BE49-F238E27FC236}">
                    <a16:creationId xmlns:a16="http://schemas.microsoft.com/office/drawing/2014/main" id="{B20A2167-596E-572C-8AE8-57B626DBDA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2456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899" name="Line 85">
                <a:extLst>
                  <a:ext uri="{FF2B5EF4-FFF2-40B4-BE49-F238E27FC236}">
                    <a16:creationId xmlns:a16="http://schemas.microsoft.com/office/drawing/2014/main" id="{2B7DFDAC-14FD-D95B-1CBE-6DE0DA2E92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344" y="2112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8692" name="Group 86">
              <a:extLst>
                <a:ext uri="{FF2B5EF4-FFF2-40B4-BE49-F238E27FC236}">
                  <a16:creationId xmlns:a16="http://schemas.microsoft.com/office/drawing/2014/main" id="{0FE707CD-054F-1564-7F5C-0B40971ADA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56" y="1816"/>
              <a:ext cx="288" cy="672"/>
              <a:chOff x="2256" y="2104"/>
              <a:chExt cx="288" cy="672"/>
            </a:xfrm>
          </p:grpSpPr>
          <p:grpSp>
            <p:nvGrpSpPr>
              <p:cNvPr id="28892" name="Group 87">
                <a:extLst>
                  <a:ext uri="{FF2B5EF4-FFF2-40B4-BE49-F238E27FC236}">
                    <a16:creationId xmlns:a16="http://schemas.microsoft.com/office/drawing/2014/main" id="{6B5CBF09-BB51-72DA-D39E-7DF33F5B0D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56" y="2544"/>
                <a:ext cx="288" cy="232"/>
                <a:chOff x="1008" y="2736"/>
                <a:chExt cx="288" cy="232"/>
              </a:xfrm>
            </p:grpSpPr>
            <p:sp>
              <p:nvSpPr>
                <p:cNvPr id="28895" name="Rectangle 88">
                  <a:extLst>
                    <a:ext uri="{FF2B5EF4-FFF2-40B4-BE49-F238E27FC236}">
                      <a16:creationId xmlns:a16="http://schemas.microsoft.com/office/drawing/2014/main" id="{A2535814-2E49-9A47-1BD1-20EF02A699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8" y="2736"/>
                  <a:ext cx="288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896" name="Text Box 89">
                  <a:extLst>
                    <a:ext uri="{FF2B5EF4-FFF2-40B4-BE49-F238E27FC236}">
                      <a16:creationId xmlns:a16="http://schemas.microsoft.com/office/drawing/2014/main" id="{EE7F4AC6-4BFC-6A23-1975-4BC107DCEB2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8" y="2736"/>
                  <a:ext cx="288" cy="2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tIns="1800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>
                      <a:sym typeface="Symbol" panose="05050102010706020507" pitchFamily="18" charset="2"/>
                    </a:rPr>
                    <a:t></a:t>
                  </a:r>
                  <a:endParaRPr lang="en-US" altLang="zh-CN" sz="2000"/>
                </a:p>
              </p:txBody>
            </p:sp>
          </p:grpSp>
          <p:sp>
            <p:nvSpPr>
              <p:cNvPr id="28893" name="Oval 90">
                <a:extLst>
                  <a:ext uri="{FF2B5EF4-FFF2-40B4-BE49-F238E27FC236}">
                    <a16:creationId xmlns:a16="http://schemas.microsoft.com/office/drawing/2014/main" id="{C097BC65-DA7C-1C60-C99D-CD53FF2364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2448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894" name="Line 91">
                <a:extLst>
                  <a:ext uri="{FF2B5EF4-FFF2-40B4-BE49-F238E27FC236}">
                    <a16:creationId xmlns:a16="http://schemas.microsoft.com/office/drawing/2014/main" id="{45E5E726-F6CC-B302-8656-4130B1F26E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00" y="2104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8693" name="Group 92">
              <a:extLst>
                <a:ext uri="{FF2B5EF4-FFF2-40B4-BE49-F238E27FC236}">
                  <a16:creationId xmlns:a16="http://schemas.microsoft.com/office/drawing/2014/main" id="{C7831E3A-02C9-10EA-4CAF-A16269F3DE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0" y="1824"/>
              <a:ext cx="288" cy="672"/>
              <a:chOff x="1296" y="2208"/>
              <a:chExt cx="288" cy="672"/>
            </a:xfrm>
          </p:grpSpPr>
          <p:grpSp>
            <p:nvGrpSpPr>
              <p:cNvPr id="28887" name="Group 93">
                <a:extLst>
                  <a:ext uri="{FF2B5EF4-FFF2-40B4-BE49-F238E27FC236}">
                    <a16:creationId xmlns:a16="http://schemas.microsoft.com/office/drawing/2014/main" id="{65EC14DA-132F-0B89-E284-E1A0B15B41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96" y="2648"/>
                <a:ext cx="288" cy="232"/>
                <a:chOff x="1008" y="2736"/>
                <a:chExt cx="288" cy="232"/>
              </a:xfrm>
            </p:grpSpPr>
            <p:sp>
              <p:nvSpPr>
                <p:cNvPr id="28890" name="Rectangle 94">
                  <a:extLst>
                    <a:ext uri="{FF2B5EF4-FFF2-40B4-BE49-F238E27FC236}">
                      <a16:creationId xmlns:a16="http://schemas.microsoft.com/office/drawing/2014/main" id="{4C159BA6-BCC1-E2FA-521F-FFA1985379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8" y="2736"/>
                  <a:ext cx="288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891" name="Text Box 95">
                  <a:extLst>
                    <a:ext uri="{FF2B5EF4-FFF2-40B4-BE49-F238E27FC236}">
                      <a16:creationId xmlns:a16="http://schemas.microsoft.com/office/drawing/2014/main" id="{EF79C22D-348D-0BE2-EE33-55C6BCCCCF4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8" y="2736"/>
                  <a:ext cx="288" cy="2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tIns="1800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>
                      <a:sym typeface="Symbol" panose="05050102010706020507" pitchFamily="18" charset="2"/>
                    </a:rPr>
                    <a:t></a:t>
                  </a:r>
                  <a:endParaRPr lang="en-US" altLang="zh-CN" sz="2000"/>
                </a:p>
              </p:txBody>
            </p:sp>
          </p:grpSp>
          <p:sp>
            <p:nvSpPr>
              <p:cNvPr id="28888" name="Oval 96">
                <a:extLst>
                  <a:ext uri="{FF2B5EF4-FFF2-40B4-BE49-F238E27FC236}">
                    <a16:creationId xmlns:a16="http://schemas.microsoft.com/office/drawing/2014/main" id="{C22217AB-11A7-B25B-53FA-01A300D70A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255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889" name="Line 97">
                <a:extLst>
                  <a:ext uri="{FF2B5EF4-FFF2-40B4-BE49-F238E27FC236}">
                    <a16:creationId xmlns:a16="http://schemas.microsoft.com/office/drawing/2014/main" id="{99D34606-6519-F1FC-5310-40D7F6F327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40" y="2208"/>
                <a:ext cx="1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8694" name="Group 98">
              <a:extLst>
                <a:ext uri="{FF2B5EF4-FFF2-40B4-BE49-F238E27FC236}">
                  <a16:creationId xmlns:a16="http://schemas.microsoft.com/office/drawing/2014/main" id="{33040787-2D6D-0813-D237-A35CD1B072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68" y="1824"/>
              <a:ext cx="288" cy="672"/>
              <a:chOff x="1296" y="2208"/>
              <a:chExt cx="288" cy="672"/>
            </a:xfrm>
          </p:grpSpPr>
          <p:grpSp>
            <p:nvGrpSpPr>
              <p:cNvPr id="28882" name="Group 99">
                <a:extLst>
                  <a:ext uri="{FF2B5EF4-FFF2-40B4-BE49-F238E27FC236}">
                    <a16:creationId xmlns:a16="http://schemas.microsoft.com/office/drawing/2014/main" id="{7ABA2B03-453D-990A-E4B3-5CB10E0140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96" y="2648"/>
                <a:ext cx="288" cy="232"/>
                <a:chOff x="1008" y="2736"/>
                <a:chExt cx="288" cy="232"/>
              </a:xfrm>
            </p:grpSpPr>
            <p:sp>
              <p:nvSpPr>
                <p:cNvPr id="28885" name="Rectangle 100">
                  <a:extLst>
                    <a:ext uri="{FF2B5EF4-FFF2-40B4-BE49-F238E27FC236}">
                      <a16:creationId xmlns:a16="http://schemas.microsoft.com/office/drawing/2014/main" id="{ABBE1FEF-537F-D368-F057-D7F8A2F0F0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08" y="2736"/>
                  <a:ext cx="288" cy="19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886" name="Text Box 101">
                  <a:extLst>
                    <a:ext uri="{FF2B5EF4-FFF2-40B4-BE49-F238E27FC236}">
                      <a16:creationId xmlns:a16="http://schemas.microsoft.com/office/drawing/2014/main" id="{5B6D830D-CA6D-ECEF-6521-87BFE72A280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08" y="2736"/>
                  <a:ext cx="288" cy="2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tIns="1800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>
                      <a:sym typeface="Symbol" panose="05050102010706020507" pitchFamily="18" charset="2"/>
                    </a:rPr>
                    <a:t></a:t>
                  </a:r>
                  <a:endParaRPr lang="en-US" altLang="zh-CN" sz="2000"/>
                </a:p>
              </p:txBody>
            </p:sp>
          </p:grpSp>
          <p:sp>
            <p:nvSpPr>
              <p:cNvPr id="28883" name="Oval 102">
                <a:extLst>
                  <a:ext uri="{FF2B5EF4-FFF2-40B4-BE49-F238E27FC236}">
                    <a16:creationId xmlns:a16="http://schemas.microsoft.com/office/drawing/2014/main" id="{F1FA9F87-1E99-2E06-B4D9-4FA38E78EB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255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884" name="Line 103">
                <a:extLst>
                  <a:ext uri="{FF2B5EF4-FFF2-40B4-BE49-F238E27FC236}">
                    <a16:creationId xmlns:a16="http://schemas.microsoft.com/office/drawing/2014/main" id="{7BF3496D-7F1F-1B26-5AF4-FB664A2300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440" y="2208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8695" name="Line 104">
              <a:extLst>
                <a:ext uri="{FF2B5EF4-FFF2-40B4-BE49-F238E27FC236}">
                  <a16:creationId xmlns:a16="http://schemas.microsoft.com/office/drawing/2014/main" id="{6EB3DB23-1A39-179D-71BA-32A3E9E2FA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2" y="244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6" name="Line 105">
              <a:extLst>
                <a:ext uri="{FF2B5EF4-FFF2-40B4-BE49-F238E27FC236}">
                  <a16:creationId xmlns:a16="http://schemas.microsoft.com/office/drawing/2014/main" id="{F51ED947-8525-5A16-F86C-7597D00986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56" y="244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697" name="Line 106">
              <a:extLst>
                <a:ext uri="{FF2B5EF4-FFF2-40B4-BE49-F238E27FC236}">
                  <a16:creationId xmlns:a16="http://schemas.microsoft.com/office/drawing/2014/main" id="{5F1D9F3B-3EB6-411C-99FC-1C07C08711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64" y="244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8698" name="Group 107">
              <a:extLst>
                <a:ext uri="{FF2B5EF4-FFF2-40B4-BE49-F238E27FC236}">
                  <a16:creationId xmlns:a16="http://schemas.microsoft.com/office/drawing/2014/main" id="{E3EC8ABA-BC43-3A29-A734-F52A591371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08" y="528"/>
              <a:ext cx="336" cy="2064"/>
              <a:chOff x="4608" y="528"/>
              <a:chExt cx="336" cy="2064"/>
            </a:xfrm>
          </p:grpSpPr>
          <p:sp>
            <p:nvSpPr>
              <p:cNvPr id="28877" name="Line 108">
                <a:extLst>
                  <a:ext uri="{FF2B5EF4-FFF2-40B4-BE49-F238E27FC236}">
                    <a16:creationId xmlns:a16="http://schemas.microsoft.com/office/drawing/2014/main" id="{CDAB009F-9F0C-B0B4-6F35-6DE38A0B60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04" y="5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78" name="Line 109">
                <a:extLst>
                  <a:ext uri="{FF2B5EF4-FFF2-40B4-BE49-F238E27FC236}">
                    <a16:creationId xmlns:a16="http://schemas.microsoft.com/office/drawing/2014/main" id="{6C9400FE-77DC-F06F-8AE4-44783FADEB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4" y="528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79" name="Line 110">
                <a:extLst>
                  <a:ext uri="{FF2B5EF4-FFF2-40B4-BE49-F238E27FC236}">
                    <a16:creationId xmlns:a16="http://schemas.microsoft.com/office/drawing/2014/main" id="{7654CF4E-7774-631C-9305-464A68BDC2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4" y="528"/>
                <a:ext cx="0" cy="20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80" name="Line 111">
                <a:extLst>
                  <a:ext uri="{FF2B5EF4-FFF2-40B4-BE49-F238E27FC236}">
                    <a16:creationId xmlns:a16="http://schemas.microsoft.com/office/drawing/2014/main" id="{735DC9DB-D9F6-8CC8-AB11-E6F5E3B293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608" y="2592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81" name="Line 112">
                <a:extLst>
                  <a:ext uri="{FF2B5EF4-FFF2-40B4-BE49-F238E27FC236}">
                    <a16:creationId xmlns:a16="http://schemas.microsoft.com/office/drawing/2014/main" id="{A999A720-FB3E-B57C-3B05-E4C2B76E86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08" y="244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8699" name="Line 113">
              <a:extLst>
                <a:ext uri="{FF2B5EF4-FFF2-40B4-BE49-F238E27FC236}">
                  <a16:creationId xmlns:a16="http://schemas.microsoft.com/office/drawing/2014/main" id="{5FB061DF-0FD0-C777-911A-1FC0CF4356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96" y="288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0" name="Line 114">
              <a:extLst>
                <a:ext uri="{FF2B5EF4-FFF2-40B4-BE49-F238E27FC236}">
                  <a16:creationId xmlns:a16="http://schemas.microsoft.com/office/drawing/2014/main" id="{1B9535B0-9C30-AAB9-B4E0-0DCB755990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0" y="288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01" name="Line 115">
              <a:extLst>
                <a:ext uri="{FF2B5EF4-FFF2-40B4-BE49-F238E27FC236}">
                  <a16:creationId xmlns:a16="http://schemas.microsoft.com/office/drawing/2014/main" id="{2B8C90B2-AD9F-ECE4-B0F2-54A4A08348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08" y="288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8702" name="Group 116">
              <a:extLst>
                <a:ext uri="{FF2B5EF4-FFF2-40B4-BE49-F238E27FC236}">
                  <a16:creationId xmlns:a16="http://schemas.microsoft.com/office/drawing/2014/main" id="{1BE178CA-37D9-0AD1-73E4-3C8E26E7E8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92" y="528"/>
              <a:ext cx="384" cy="2064"/>
              <a:chOff x="1392" y="528"/>
              <a:chExt cx="384" cy="2064"/>
            </a:xfrm>
          </p:grpSpPr>
          <p:sp>
            <p:nvSpPr>
              <p:cNvPr id="28872" name="Line 117">
                <a:extLst>
                  <a:ext uri="{FF2B5EF4-FFF2-40B4-BE49-F238E27FC236}">
                    <a16:creationId xmlns:a16="http://schemas.microsoft.com/office/drawing/2014/main" id="{A529C39F-F78E-8B41-4CE8-44A199F715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244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73" name="Line 118">
                <a:extLst>
                  <a:ext uri="{FF2B5EF4-FFF2-40B4-BE49-F238E27FC236}">
                    <a16:creationId xmlns:a16="http://schemas.microsoft.com/office/drawing/2014/main" id="{94AE6BCC-18B4-A471-0C17-9ABE1B6D8C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36" y="5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74" name="Line 119">
                <a:extLst>
                  <a:ext uri="{FF2B5EF4-FFF2-40B4-BE49-F238E27FC236}">
                    <a16:creationId xmlns:a16="http://schemas.microsoft.com/office/drawing/2014/main" id="{8937ECAF-CF83-8BB7-E3F8-905A66EE4B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528"/>
                <a:ext cx="0" cy="20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75" name="Line 120">
                <a:extLst>
                  <a:ext uri="{FF2B5EF4-FFF2-40B4-BE49-F238E27FC236}">
                    <a16:creationId xmlns:a16="http://schemas.microsoft.com/office/drawing/2014/main" id="{AFC32172-FBDC-BBCE-AE0B-E80EAF9467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2592"/>
                <a:ext cx="38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76" name="Line 121">
                <a:extLst>
                  <a:ext uri="{FF2B5EF4-FFF2-40B4-BE49-F238E27FC236}">
                    <a16:creationId xmlns:a16="http://schemas.microsoft.com/office/drawing/2014/main" id="{5CFC2954-659C-6A49-9267-EA23E60FDF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528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8703" name="Group 122">
              <a:extLst>
                <a:ext uri="{FF2B5EF4-FFF2-40B4-BE49-F238E27FC236}">
                  <a16:creationId xmlns:a16="http://schemas.microsoft.com/office/drawing/2014/main" id="{865FD2EF-D491-7EBE-1072-D0FA8875CB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528"/>
              <a:ext cx="336" cy="2064"/>
              <a:chOff x="2496" y="528"/>
              <a:chExt cx="336" cy="2064"/>
            </a:xfrm>
          </p:grpSpPr>
          <p:sp>
            <p:nvSpPr>
              <p:cNvPr id="28867" name="Line 123">
                <a:extLst>
                  <a:ext uri="{FF2B5EF4-FFF2-40B4-BE49-F238E27FC236}">
                    <a16:creationId xmlns:a16="http://schemas.microsoft.com/office/drawing/2014/main" id="{ADD14ACC-02C4-FEF2-D017-7733861FA7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92" y="5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68" name="Line 124">
                <a:extLst>
                  <a:ext uri="{FF2B5EF4-FFF2-40B4-BE49-F238E27FC236}">
                    <a16:creationId xmlns:a16="http://schemas.microsoft.com/office/drawing/2014/main" id="{44404717-5366-BA5C-FBFC-BB33F37ED6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528"/>
                <a:ext cx="0" cy="20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69" name="Line 125">
                <a:extLst>
                  <a:ext uri="{FF2B5EF4-FFF2-40B4-BE49-F238E27FC236}">
                    <a16:creationId xmlns:a16="http://schemas.microsoft.com/office/drawing/2014/main" id="{ACE2608B-691D-0FE8-0E4A-331A421B68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496" y="2592"/>
                <a:ext cx="33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70" name="Line 126">
                <a:extLst>
                  <a:ext uri="{FF2B5EF4-FFF2-40B4-BE49-F238E27FC236}">
                    <a16:creationId xmlns:a16="http://schemas.microsoft.com/office/drawing/2014/main" id="{B43C737B-7EE1-D380-4AA7-16C1738FBB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96" y="244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71" name="Line 127">
                <a:extLst>
                  <a:ext uri="{FF2B5EF4-FFF2-40B4-BE49-F238E27FC236}">
                    <a16:creationId xmlns:a16="http://schemas.microsoft.com/office/drawing/2014/main" id="{A44993CB-21A8-A073-C257-F31FD6B441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2" y="528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8704" name="Group 128">
              <a:extLst>
                <a:ext uri="{FF2B5EF4-FFF2-40B4-BE49-F238E27FC236}">
                  <a16:creationId xmlns:a16="http://schemas.microsoft.com/office/drawing/2014/main" id="{7F52EE18-4DC2-B402-94FF-4E3F8D931D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00" y="528"/>
              <a:ext cx="288" cy="2064"/>
              <a:chOff x="3600" y="528"/>
              <a:chExt cx="288" cy="2064"/>
            </a:xfrm>
          </p:grpSpPr>
          <p:sp>
            <p:nvSpPr>
              <p:cNvPr id="28862" name="Line 129">
                <a:extLst>
                  <a:ext uri="{FF2B5EF4-FFF2-40B4-BE49-F238E27FC236}">
                    <a16:creationId xmlns:a16="http://schemas.microsoft.com/office/drawing/2014/main" id="{2EE78659-CC70-7092-89A6-D9E369F73C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48" y="528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63" name="Line 130">
                <a:extLst>
                  <a:ext uri="{FF2B5EF4-FFF2-40B4-BE49-F238E27FC236}">
                    <a16:creationId xmlns:a16="http://schemas.microsoft.com/office/drawing/2014/main" id="{AE5A79AC-E5FC-6177-9DB7-CFCC888F6F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528"/>
                <a:ext cx="0" cy="20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64" name="Line 131">
                <a:extLst>
                  <a:ext uri="{FF2B5EF4-FFF2-40B4-BE49-F238E27FC236}">
                    <a16:creationId xmlns:a16="http://schemas.microsoft.com/office/drawing/2014/main" id="{C6AE128A-F164-A978-193E-13A93B2266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00" y="2592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65" name="Line 132">
                <a:extLst>
                  <a:ext uri="{FF2B5EF4-FFF2-40B4-BE49-F238E27FC236}">
                    <a16:creationId xmlns:a16="http://schemas.microsoft.com/office/drawing/2014/main" id="{F41B1310-CF11-5B55-9E82-484CF4861B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00" y="2448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66" name="Line 133">
                <a:extLst>
                  <a:ext uri="{FF2B5EF4-FFF2-40B4-BE49-F238E27FC236}">
                    <a16:creationId xmlns:a16="http://schemas.microsoft.com/office/drawing/2014/main" id="{C1BFD0F9-F867-AF48-B458-630E9DFD42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528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8705" name="Group 134">
              <a:extLst>
                <a:ext uri="{FF2B5EF4-FFF2-40B4-BE49-F238E27FC236}">
                  <a16:creationId xmlns:a16="http://schemas.microsoft.com/office/drawing/2014/main" id="{A097C2C6-4287-92C0-9B30-4FD9C322D7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2544"/>
              <a:ext cx="2784" cy="1248"/>
              <a:chOff x="1728" y="2544"/>
              <a:chExt cx="2784" cy="1248"/>
            </a:xfrm>
          </p:grpSpPr>
          <p:sp>
            <p:nvSpPr>
              <p:cNvPr id="28853" name="Line 135">
                <a:extLst>
                  <a:ext uri="{FF2B5EF4-FFF2-40B4-BE49-F238E27FC236}">
                    <a16:creationId xmlns:a16="http://schemas.microsoft.com/office/drawing/2014/main" id="{82E57D99-BA07-3E45-79D2-19366D0635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12" y="3456"/>
                <a:ext cx="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8854" name="Group 136">
                <a:extLst>
                  <a:ext uri="{FF2B5EF4-FFF2-40B4-BE49-F238E27FC236}">
                    <a16:creationId xmlns:a16="http://schemas.microsoft.com/office/drawing/2014/main" id="{97C771E4-A063-B0E7-C0D7-06BC8393DEF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28" y="2544"/>
                <a:ext cx="2784" cy="1248"/>
                <a:chOff x="1728" y="2544"/>
                <a:chExt cx="2784" cy="1248"/>
              </a:xfrm>
            </p:grpSpPr>
            <p:sp>
              <p:nvSpPr>
                <p:cNvPr id="28855" name="Oval 137">
                  <a:extLst>
                    <a:ext uri="{FF2B5EF4-FFF2-40B4-BE49-F238E27FC236}">
                      <a16:creationId xmlns:a16="http://schemas.microsoft.com/office/drawing/2014/main" id="{500BD33F-7CA6-28C9-5F04-8BDC613707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28" y="254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856" name="Line 138">
                  <a:extLst>
                    <a:ext uri="{FF2B5EF4-FFF2-40B4-BE49-F238E27FC236}">
                      <a16:creationId xmlns:a16="http://schemas.microsoft.com/office/drawing/2014/main" id="{B236189F-6208-8F0F-7817-2FBDAFF76D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592"/>
                  <a:ext cx="0" cy="115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57" name="Line 139">
                  <a:extLst>
                    <a:ext uri="{FF2B5EF4-FFF2-40B4-BE49-F238E27FC236}">
                      <a16:creationId xmlns:a16="http://schemas.microsoft.com/office/drawing/2014/main" id="{A823B244-8070-F4B0-3C17-3465DA94790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3744"/>
                  <a:ext cx="27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58" name="Line 140">
                  <a:extLst>
                    <a:ext uri="{FF2B5EF4-FFF2-40B4-BE49-F238E27FC236}">
                      <a16:creationId xmlns:a16="http://schemas.microsoft.com/office/drawing/2014/main" id="{76CDCBFA-1286-4727-7D84-F055778CB3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496" y="3456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59" name="Oval 141">
                  <a:extLst>
                    <a:ext uri="{FF2B5EF4-FFF2-40B4-BE49-F238E27FC236}">
                      <a16:creationId xmlns:a16="http://schemas.microsoft.com/office/drawing/2014/main" id="{FD88340A-22F2-8CAE-C424-30B6CAE43C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48" y="3696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860" name="Line 142">
                  <a:extLst>
                    <a:ext uri="{FF2B5EF4-FFF2-40B4-BE49-F238E27FC236}">
                      <a16:creationId xmlns:a16="http://schemas.microsoft.com/office/drawing/2014/main" id="{EB3574E3-6960-E370-A6B4-80B5C71E869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552" y="3456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61" name="Oval 143">
                  <a:extLst>
                    <a:ext uri="{FF2B5EF4-FFF2-40B4-BE49-F238E27FC236}">
                      <a16:creationId xmlns:a16="http://schemas.microsoft.com/office/drawing/2014/main" id="{42701D66-7D65-FE47-737C-2E0C1B50EE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04" y="3696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28706" name="Line 144">
              <a:extLst>
                <a:ext uri="{FF2B5EF4-FFF2-40B4-BE49-F238E27FC236}">
                  <a16:creationId xmlns:a16="http://schemas.microsoft.com/office/drawing/2014/main" id="{0EC54DF5-5F66-E632-BC2E-A9542017FF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48" y="345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8707" name="Group 145">
              <a:extLst>
                <a:ext uri="{FF2B5EF4-FFF2-40B4-BE49-F238E27FC236}">
                  <a16:creationId xmlns:a16="http://schemas.microsoft.com/office/drawing/2014/main" id="{656D72B2-B2D3-0917-BC73-8F966DD71F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4" y="2544"/>
              <a:ext cx="1824" cy="1152"/>
              <a:chOff x="2784" y="2544"/>
              <a:chExt cx="1824" cy="1152"/>
            </a:xfrm>
          </p:grpSpPr>
          <p:sp>
            <p:nvSpPr>
              <p:cNvPr id="28847" name="Oval 146">
                <a:extLst>
                  <a:ext uri="{FF2B5EF4-FFF2-40B4-BE49-F238E27FC236}">
                    <a16:creationId xmlns:a16="http://schemas.microsoft.com/office/drawing/2014/main" id="{B6B1F5D9-F83C-206B-1D53-0E96CEB931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254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28848" name="Group 147">
                <a:extLst>
                  <a:ext uri="{FF2B5EF4-FFF2-40B4-BE49-F238E27FC236}">
                    <a16:creationId xmlns:a16="http://schemas.microsoft.com/office/drawing/2014/main" id="{9C755856-E617-0868-A212-A3DA598F63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32" y="2592"/>
                <a:ext cx="1776" cy="1104"/>
                <a:chOff x="2832" y="2592"/>
                <a:chExt cx="1776" cy="1104"/>
              </a:xfrm>
            </p:grpSpPr>
            <p:sp>
              <p:nvSpPr>
                <p:cNvPr id="28849" name="Line 148">
                  <a:extLst>
                    <a:ext uri="{FF2B5EF4-FFF2-40B4-BE49-F238E27FC236}">
                      <a16:creationId xmlns:a16="http://schemas.microsoft.com/office/drawing/2014/main" id="{9FD2FBEB-B072-B708-D426-B6B430A02B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32" y="3648"/>
                  <a:ext cx="177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50" name="Line 149">
                  <a:extLst>
                    <a:ext uri="{FF2B5EF4-FFF2-40B4-BE49-F238E27FC236}">
                      <a16:creationId xmlns:a16="http://schemas.microsoft.com/office/drawing/2014/main" id="{9B09FB8C-2320-90F1-114A-40C03E177D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32" y="2592"/>
                  <a:ext cx="0" cy="105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51" name="Line 150">
                  <a:extLst>
                    <a:ext uri="{FF2B5EF4-FFF2-40B4-BE49-F238E27FC236}">
                      <a16:creationId xmlns:a16="http://schemas.microsoft.com/office/drawing/2014/main" id="{DE19FD04-585B-572D-AA48-D4437590C9D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08" y="3456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52" name="Oval 151">
                  <a:extLst>
                    <a:ext uri="{FF2B5EF4-FFF2-40B4-BE49-F238E27FC236}">
                      <a16:creationId xmlns:a16="http://schemas.microsoft.com/office/drawing/2014/main" id="{0368239D-1C84-A1EA-DF39-9CCDDA787E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3600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28708" name="Group 152">
              <a:extLst>
                <a:ext uri="{FF2B5EF4-FFF2-40B4-BE49-F238E27FC236}">
                  <a16:creationId xmlns:a16="http://schemas.microsoft.com/office/drawing/2014/main" id="{792A7DFF-8481-9682-AB6C-FBFB190196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0" y="2544"/>
              <a:ext cx="864" cy="1008"/>
              <a:chOff x="3840" y="2544"/>
              <a:chExt cx="864" cy="1008"/>
            </a:xfrm>
          </p:grpSpPr>
          <p:sp>
            <p:nvSpPr>
              <p:cNvPr id="28843" name="Line 153">
                <a:extLst>
                  <a:ext uri="{FF2B5EF4-FFF2-40B4-BE49-F238E27FC236}">
                    <a16:creationId xmlns:a16="http://schemas.microsoft.com/office/drawing/2014/main" id="{12F5CC19-BBB8-D28B-63BC-DA4B0FA054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3552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44" name="Line 154">
                <a:extLst>
                  <a:ext uri="{FF2B5EF4-FFF2-40B4-BE49-F238E27FC236}">
                    <a16:creationId xmlns:a16="http://schemas.microsoft.com/office/drawing/2014/main" id="{D32E7D94-919D-6EC2-72FE-03565DB721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2592"/>
                <a:ext cx="0" cy="9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45" name="Oval 155">
                <a:extLst>
                  <a:ext uri="{FF2B5EF4-FFF2-40B4-BE49-F238E27FC236}">
                    <a16:creationId xmlns:a16="http://schemas.microsoft.com/office/drawing/2014/main" id="{14ACB475-AD60-BC40-3437-A25650EE04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0" y="254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846" name="Line 156">
                <a:extLst>
                  <a:ext uri="{FF2B5EF4-FFF2-40B4-BE49-F238E27FC236}">
                    <a16:creationId xmlns:a16="http://schemas.microsoft.com/office/drawing/2014/main" id="{BDE1FA83-AA4F-AF27-E813-A373C0FC62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04" y="3456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8709" name="Line 157">
              <a:extLst>
                <a:ext uri="{FF2B5EF4-FFF2-40B4-BE49-F238E27FC236}">
                  <a16:creationId xmlns:a16="http://schemas.microsoft.com/office/drawing/2014/main" id="{6EC6B308-9697-42D0-6465-9681F43B32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2" y="1152"/>
              <a:ext cx="0" cy="24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8710" name="Group 158">
              <a:extLst>
                <a:ext uri="{FF2B5EF4-FFF2-40B4-BE49-F238E27FC236}">
                  <a16:creationId xmlns:a16="http://schemas.microsoft.com/office/drawing/2014/main" id="{E1334257-32DE-1E60-4C17-DC62513979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96" y="1152"/>
              <a:ext cx="144" cy="1488"/>
              <a:chOff x="4896" y="1152"/>
              <a:chExt cx="144" cy="1488"/>
            </a:xfrm>
          </p:grpSpPr>
          <p:sp>
            <p:nvSpPr>
              <p:cNvPr id="28840" name="Line 159">
                <a:extLst>
                  <a:ext uri="{FF2B5EF4-FFF2-40B4-BE49-F238E27FC236}">
                    <a16:creationId xmlns:a16="http://schemas.microsoft.com/office/drawing/2014/main" id="{F64426B2-6E26-E2BD-E8BB-215A029209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4" y="2592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41" name="Line 160">
                <a:extLst>
                  <a:ext uri="{FF2B5EF4-FFF2-40B4-BE49-F238E27FC236}">
                    <a16:creationId xmlns:a16="http://schemas.microsoft.com/office/drawing/2014/main" id="{9C1D37FD-2545-2E3E-4A7B-C9B67ADFEA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40" y="1152"/>
                <a:ext cx="0" cy="14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42" name="Oval 161">
                <a:extLst>
                  <a:ext uri="{FF2B5EF4-FFF2-40B4-BE49-F238E27FC236}">
                    <a16:creationId xmlns:a16="http://schemas.microsoft.com/office/drawing/2014/main" id="{E4D82B21-65E1-DC95-941B-B94BE95FA7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6" y="254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28711" name="Group 162">
              <a:extLst>
                <a:ext uri="{FF2B5EF4-FFF2-40B4-BE49-F238E27FC236}">
                  <a16:creationId xmlns:a16="http://schemas.microsoft.com/office/drawing/2014/main" id="{32ADF41D-7904-BA5E-A443-0E9EB988CC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6" y="1152"/>
              <a:ext cx="480" cy="2448"/>
              <a:chOff x="4656" y="1152"/>
              <a:chExt cx="480" cy="2448"/>
            </a:xfrm>
          </p:grpSpPr>
          <p:sp>
            <p:nvSpPr>
              <p:cNvPr id="28838" name="Line 163">
                <a:extLst>
                  <a:ext uri="{FF2B5EF4-FFF2-40B4-BE49-F238E27FC236}">
                    <a16:creationId xmlns:a16="http://schemas.microsoft.com/office/drawing/2014/main" id="{B370788E-57FB-0355-DAEC-1147F40F79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36" y="1152"/>
                <a:ext cx="0" cy="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39" name="Oval 164">
                <a:extLst>
                  <a:ext uri="{FF2B5EF4-FFF2-40B4-BE49-F238E27FC236}">
                    <a16:creationId xmlns:a16="http://schemas.microsoft.com/office/drawing/2014/main" id="{C0044449-48CA-CD04-BA34-B176324D32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6" y="350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8712" name="Line 165">
              <a:extLst>
                <a:ext uri="{FF2B5EF4-FFF2-40B4-BE49-F238E27FC236}">
                  <a16:creationId xmlns:a16="http://schemas.microsoft.com/office/drawing/2014/main" id="{BBA298E0-C747-7A8B-7448-73C35037B5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4" y="355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8713" name="Group 166">
              <a:extLst>
                <a:ext uri="{FF2B5EF4-FFF2-40B4-BE49-F238E27FC236}">
                  <a16:creationId xmlns:a16="http://schemas.microsoft.com/office/drawing/2014/main" id="{6A54D3D0-3E44-555C-8BB4-8D7E4ADC0E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60" y="3600"/>
              <a:ext cx="672" cy="96"/>
              <a:chOff x="4560" y="3600"/>
              <a:chExt cx="672" cy="96"/>
            </a:xfrm>
          </p:grpSpPr>
          <p:sp>
            <p:nvSpPr>
              <p:cNvPr id="28836" name="Oval 167">
                <a:extLst>
                  <a:ext uri="{FF2B5EF4-FFF2-40B4-BE49-F238E27FC236}">
                    <a16:creationId xmlns:a16="http://schemas.microsoft.com/office/drawing/2014/main" id="{40A9D5FE-ACFD-8391-D131-7567B155B1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0" y="3600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837" name="Line 168">
                <a:extLst>
                  <a:ext uri="{FF2B5EF4-FFF2-40B4-BE49-F238E27FC236}">
                    <a16:creationId xmlns:a16="http://schemas.microsoft.com/office/drawing/2014/main" id="{D69C4C32-0ED0-7739-0DFB-727E5BF6F4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8" y="3648"/>
                <a:ext cx="62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8714" name="Group 169">
              <a:extLst>
                <a:ext uri="{FF2B5EF4-FFF2-40B4-BE49-F238E27FC236}">
                  <a16:creationId xmlns:a16="http://schemas.microsoft.com/office/drawing/2014/main" id="{F0DA9E11-0D7C-B745-506B-643F292850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64" y="1152"/>
              <a:ext cx="864" cy="2640"/>
              <a:chOff x="4464" y="1152"/>
              <a:chExt cx="864" cy="2640"/>
            </a:xfrm>
          </p:grpSpPr>
          <p:sp>
            <p:nvSpPr>
              <p:cNvPr id="28833" name="Line 170">
                <a:extLst>
                  <a:ext uri="{FF2B5EF4-FFF2-40B4-BE49-F238E27FC236}">
                    <a16:creationId xmlns:a16="http://schemas.microsoft.com/office/drawing/2014/main" id="{A31A5B7F-2B17-BCC6-1EA2-A37A2C2AB0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8" y="1152"/>
                <a:ext cx="0" cy="25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834" name="Oval 171">
                <a:extLst>
                  <a:ext uri="{FF2B5EF4-FFF2-40B4-BE49-F238E27FC236}">
                    <a16:creationId xmlns:a16="http://schemas.microsoft.com/office/drawing/2014/main" id="{EAAF4E6B-7271-4FD9-8883-10CB75C09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3696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835" name="Line 172">
                <a:extLst>
                  <a:ext uri="{FF2B5EF4-FFF2-40B4-BE49-F238E27FC236}">
                    <a16:creationId xmlns:a16="http://schemas.microsoft.com/office/drawing/2014/main" id="{2CFB8EEE-2FE3-6110-A326-DD923FB995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12" y="3744"/>
                <a:ext cx="8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8715" name="Group 173">
              <a:extLst>
                <a:ext uri="{FF2B5EF4-FFF2-40B4-BE49-F238E27FC236}">
                  <a16:creationId xmlns:a16="http://schemas.microsoft.com/office/drawing/2014/main" id="{8D277A57-92E4-A914-BE5F-F84BEE040C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2" y="1152"/>
              <a:ext cx="4464" cy="2976"/>
              <a:chOff x="192" y="1152"/>
              <a:chExt cx="4464" cy="2976"/>
            </a:xfrm>
          </p:grpSpPr>
          <p:grpSp>
            <p:nvGrpSpPr>
              <p:cNvPr id="28817" name="Group 174">
                <a:extLst>
                  <a:ext uri="{FF2B5EF4-FFF2-40B4-BE49-F238E27FC236}">
                    <a16:creationId xmlns:a16="http://schemas.microsoft.com/office/drawing/2014/main" id="{0379851A-1267-62AF-C0F7-D031096C39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2" y="1152"/>
                <a:ext cx="4464" cy="2592"/>
                <a:chOff x="192" y="1440"/>
                <a:chExt cx="4464" cy="2592"/>
              </a:xfrm>
            </p:grpSpPr>
            <p:grpSp>
              <p:nvGrpSpPr>
                <p:cNvPr id="28819" name="Group 175">
                  <a:extLst>
                    <a:ext uri="{FF2B5EF4-FFF2-40B4-BE49-F238E27FC236}">
                      <a16:creationId xmlns:a16="http://schemas.microsoft.com/office/drawing/2014/main" id="{62B50EB8-22E4-10C8-59FA-723B56955C7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2" y="3446"/>
                  <a:ext cx="336" cy="298"/>
                  <a:chOff x="2256" y="3072"/>
                  <a:chExt cx="336" cy="298"/>
                </a:xfrm>
              </p:grpSpPr>
              <p:sp>
                <p:nvSpPr>
                  <p:cNvPr id="28830" name="Rectangle 176">
                    <a:extLst>
                      <a:ext uri="{FF2B5EF4-FFF2-40B4-BE49-F238E27FC236}">
                        <a16:creationId xmlns:a16="http://schemas.microsoft.com/office/drawing/2014/main" id="{E0FA9F75-7245-452A-AF54-F727617FEE3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256" y="3168"/>
                    <a:ext cx="288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31" name="Oval 177">
                    <a:extLst>
                      <a:ext uri="{FF2B5EF4-FFF2-40B4-BE49-F238E27FC236}">
                        <a16:creationId xmlns:a16="http://schemas.microsoft.com/office/drawing/2014/main" id="{788AFC19-0E65-CA30-61E3-B879C3035B9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352" y="3072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832" name="Text Box 178">
                    <a:extLst>
                      <a:ext uri="{FF2B5EF4-FFF2-40B4-BE49-F238E27FC236}">
                        <a16:creationId xmlns:a16="http://schemas.microsoft.com/office/drawing/2014/main" id="{704CD3F5-8EA7-8A98-327C-43B3027DD0DE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56" y="3120"/>
                    <a:ext cx="3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endParaRPr lang="zh-CN" altLang="zh-CN" sz="2000"/>
                  </a:p>
                </p:txBody>
              </p:sp>
            </p:grpSp>
            <p:sp>
              <p:nvSpPr>
                <p:cNvPr id="28820" name="Line 179">
                  <a:extLst>
                    <a:ext uri="{FF2B5EF4-FFF2-40B4-BE49-F238E27FC236}">
                      <a16:creationId xmlns:a16="http://schemas.microsoft.com/office/drawing/2014/main" id="{8E072CC7-CA24-7920-3A50-EE29B6FD0B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6" y="3744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21" name="Line 180">
                  <a:extLst>
                    <a:ext uri="{FF2B5EF4-FFF2-40B4-BE49-F238E27FC236}">
                      <a16:creationId xmlns:a16="http://schemas.microsoft.com/office/drawing/2014/main" id="{51AF29AD-E420-64B5-F6F1-89993C4D45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6" y="1536"/>
                  <a:ext cx="0" cy="19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22" name="Line 181">
                  <a:extLst>
                    <a:ext uri="{FF2B5EF4-FFF2-40B4-BE49-F238E27FC236}">
                      <a16:creationId xmlns:a16="http://schemas.microsoft.com/office/drawing/2014/main" id="{44A30964-0034-A45A-FC9A-90CBD9B1E09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6" y="1536"/>
                  <a:ext cx="432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23" name="Line 182">
                  <a:extLst>
                    <a:ext uri="{FF2B5EF4-FFF2-40B4-BE49-F238E27FC236}">
                      <a16:creationId xmlns:a16="http://schemas.microsoft.com/office/drawing/2014/main" id="{766FB626-38D5-2FC7-49D2-430031F5156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56" y="144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24" name="Line 183">
                  <a:extLst>
                    <a:ext uri="{FF2B5EF4-FFF2-40B4-BE49-F238E27FC236}">
                      <a16:creationId xmlns:a16="http://schemas.microsoft.com/office/drawing/2014/main" id="{DDFBF70B-78B5-0B4C-4BF6-6C6CCC3190E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00" y="144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25" name="Line 184">
                  <a:extLst>
                    <a:ext uri="{FF2B5EF4-FFF2-40B4-BE49-F238E27FC236}">
                      <a16:creationId xmlns:a16="http://schemas.microsoft.com/office/drawing/2014/main" id="{0ACD2BF6-C103-3768-6B99-92A7A7759D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592" y="144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26" name="Line 185">
                  <a:extLst>
                    <a:ext uri="{FF2B5EF4-FFF2-40B4-BE49-F238E27FC236}">
                      <a16:creationId xmlns:a16="http://schemas.microsoft.com/office/drawing/2014/main" id="{922692FB-4D75-B670-2BBD-1D80305FC90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536" y="144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27" name="Oval 186">
                  <a:extLst>
                    <a:ext uri="{FF2B5EF4-FFF2-40B4-BE49-F238E27FC236}">
                      <a16:creationId xmlns:a16="http://schemas.microsoft.com/office/drawing/2014/main" id="{E4B81884-9C89-D06B-A1F8-38F4B6D889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88" y="1488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828" name="Oval 187">
                  <a:extLst>
                    <a:ext uri="{FF2B5EF4-FFF2-40B4-BE49-F238E27FC236}">
                      <a16:creationId xmlns:a16="http://schemas.microsoft.com/office/drawing/2014/main" id="{BA1174E2-BFD1-2A15-B367-E3E484674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544" y="1488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829" name="Oval 188">
                  <a:extLst>
                    <a:ext uri="{FF2B5EF4-FFF2-40B4-BE49-F238E27FC236}">
                      <a16:creationId xmlns:a16="http://schemas.microsoft.com/office/drawing/2014/main" id="{EDF720E2-12C9-DF6B-3225-B0400F13C4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1488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8818" name="Line 189">
                <a:extLst>
                  <a:ext uri="{FF2B5EF4-FFF2-40B4-BE49-F238E27FC236}">
                    <a16:creationId xmlns:a16="http://schemas.microsoft.com/office/drawing/2014/main" id="{CDC30DFF-4C3B-9438-CC8E-AF79913EC1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" y="3744"/>
                <a:ext cx="0" cy="3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8716" name="Group 190">
              <a:extLst>
                <a:ext uri="{FF2B5EF4-FFF2-40B4-BE49-F238E27FC236}">
                  <a16:creationId xmlns:a16="http://schemas.microsoft.com/office/drawing/2014/main" id="{BD9BB262-55B7-3881-AE1D-846E066C03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1824"/>
              <a:ext cx="3792" cy="2304"/>
              <a:chOff x="432" y="1824"/>
              <a:chExt cx="3792" cy="2304"/>
            </a:xfrm>
          </p:grpSpPr>
          <p:grpSp>
            <p:nvGrpSpPr>
              <p:cNvPr id="28795" name="Group 191">
                <a:extLst>
                  <a:ext uri="{FF2B5EF4-FFF2-40B4-BE49-F238E27FC236}">
                    <a16:creationId xmlns:a16="http://schemas.microsoft.com/office/drawing/2014/main" id="{A73CAC0F-7A8E-7701-3C4A-A42C48824A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2" y="1824"/>
                <a:ext cx="3792" cy="1920"/>
                <a:chOff x="432" y="2112"/>
                <a:chExt cx="3792" cy="1920"/>
              </a:xfrm>
            </p:grpSpPr>
            <p:grpSp>
              <p:nvGrpSpPr>
                <p:cNvPr id="28797" name="Group 192">
                  <a:extLst>
                    <a:ext uri="{FF2B5EF4-FFF2-40B4-BE49-F238E27FC236}">
                      <a16:creationId xmlns:a16="http://schemas.microsoft.com/office/drawing/2014/main" id="{7F939AED-FBC6-0E2F-3D37-28389C786F5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32" y="2928"/>
                  <a:ext cx="336" cy="298"/>
                  <a:chOff x="432" y="2928"/>
                  <a:chExt cx="336" cy="298"/>
                </a:xfrm>
              </p:grpSpPr>
              <p:grpSp>
                <p:nvGrpSpPr>
                  <p:cNvPr id="28812" name="Group 193">
                    <a:extLst>
                      <a:ext uri="{FF2B5EF4-FFF2-40B4-BE49-F238E27FC236}">
                        <a16:creationId xmlns:a16="http://schemas.microsoft.com/office/drawing/2014/main" id="{09C226F8-A389-CBEC-1FDF-58CF4504552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32" y="2928"/>
                    <a:ext cx="336" cy="298"/>
                    <a:chOff x="2256" y="3072"/>
                    <a:chExt cx="336" cy="298"/>
                  </a:xfrm>
                </p:grpSpPr>
                <p:sp>
                  <p:nvSpPr>
                    <p:cNvPr id="28814" name="Rectangle 194">
                      <a:extLst>
                        <a:ext uri="{FF2B5EF4-FFF2-40B4-BE49-F238E27FC236}">
                          <a16:creationId xmlns:a16="http://schemas.microsoft.com/office/drawing/2014/main" id="{EF7442E5-7E6E-A3A9-2AB6-9872D82AD89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56" y="3168"/>
                      <a:ext cx="288" cy="192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80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8815" name="Oval 195">
                      <a:extLst>
                        <a:ext uri="{FF2B5EF4-FFF2-40B4-BE49-F238E27FC236}">
                          <a16:creationId xmlns:a16="http://schemas.microsoft.com/office/drawing/2014/main" id="{1040B24C-D9AD-ACD3-19B6-191AAB103E8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52" y="3072"/>
                      <a:ext cx="96" cy="96"/>
                    </a:xfrm>
                    <a:prstGeom prst="ellips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80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8816" name="Text Box 196">
                      <a:extLst>
                        <a:ext uri="{FF2B5EF4-FFF2-40B4-BE49-F238E27FC236}">
                          <a16:creationId xmlns:a16="http://schemas.microsoft.com/office/drawing/2014/main" id="{EC35F21E-8393-73D7-D436-D0D19575D538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2256" y="3120"/>
                      <a:ext cx="336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50000"/>
                        </a:spcBef>
                        <a:buClrTx/>
                        <a:buFontTx/>
                        <a:buNone/>
                      </a:pPr>
                      <a:endParaRPr lang="zh-CN" altLang="zh-CN" sz="2000"/>
                    </a:p>
                  </p:txBody>
                </p:sp>
              </p:grpSp>
              <p:sp>
                <p:nvSpPr>
                  <p:cNvPr id="28813" name="Text Box 197">
                    <a:extLst>
                      <a:ext uri="{FF2B5EF4-FFF2-40B4-BE49-F238E27FC236}">
                        <a16:creationId xmlns:a16="http://schemas.microsoft.com/office/drawing/2014/main" id="{ED0E1833-DEDF-6189-1AA6-4E5470F7CBD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2" y="2976"/>
                    <a:ext cx="288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r>
                      <a:rPr lang="en-US" altLang="zh-CN" sz="2000"/>
                      <a:t>+</a:t>
                    </a:r>
                  </a:p>
                </p:txBody>
              </p:sp>
            </p:grpSp>
            <p:sp>
              <p:nvSpPr>
                <p:cNvPr id="28798" name="Line 198">
                  <a:extLst>
                    <a:ext uri="{FF2B5EF4-FFF2-40B4-BE49-F238E27FC236}">
                      <a16:creationId xmlns:a16="http://schemas.microsoft.com/office/drawing/2014/main" id="{0088E445-DC15-4D93-69DE-F86C56FE72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8" y="3216"/>
                  <a:ext cx="0" cy="81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99" name="Line 199">
                  <a:extLst>
                    <a:ext uri="{FF2B5EF4-FFF2-40B4-BE49-F238E27FC236}">
                      <a16:creationId xmlns:a16="http://schemas.microsoft.com/office/drawing/2014/main" id="{4ED36F89-3670-ABB3-4F8D-BCAD01F467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576" y="2256"/>
                  <a:ext cx="0" cy="67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00" name="Line 200">
                  <a:extLst>
                    <a:ext uri="{FF2B5EF4-FFF2-40B4-BE49-F238E27FC236}">
                      <a16:creationId xmlns:a16="http://schemas.microsoft.com/office/drawing/2014/main" id="{6F96A8F3-E71D-593C-F93A-029CBE687E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76" y="2256"/>
                  <a:ext cx="3648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01" name="Line 201">
                  <a:extLst>
                    <a:ext uri="{FF2B5EF4-FFF2-40B4-BE49-F238E27FC236}">
                      <a16:creationId xmlns:a16="http://schemas.microsoft.com/office/drawing/2014/main" id="{1CD38BFE-DD2A-1331-2093-E711876B9F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8" y="2112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02" name="Line 202">
                  <a:extLst>
                    <a:ext uri="{FF2B5EF4-FFF2-40B4-BE49-F238E27FC236}">
                      <a16:creationId xmlns:a16="http://schemas.microsoft.com/office/drawing/2014/main" id="{E92E8F05-7B24-2980-43D5-F2BC813942B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12" y="2112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03" name="Line 203">
                  <a:extLst>
                    <a:ext uri="{FF2B5EF4-FFF2-40B4-BE49-F238E27FC236}">
                      <a16:creationId xmlns:a16="http://schemas.microsoft.com/office/drawing/2014/main" id="{290052CF-E3CC-70C7-CFD3-8ADF5FB968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6" y="2112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04" name="Line 204">
                  <a:extLst>
                    <a:ext uri="{FF2B5EF4-FFF2-40B4-BE49-F238E27FC236}">
                      <a16:creationId xmlns:a16="http://schemas.microsoft.com/office/drawing/2014/main" id="{0CC61980-A3DD-FD02-04D2-14580DFAB7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24" y="2112"/>
                  <a:ext cx="0" cy="14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05" name="Line 205">
                  <a:extLst>
                    <a:ext uri="{FF2B5EF4-FFF2-40B4-BE49-F238E27FC236}">
                      <a16:creationId xmlns:a16="http://schemas.microsoft.com/office/drawing/2014/main" id="{7BB93787-13D0-57D2-0135-203BC96A6D1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24" y="3312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06" name="Line 206">
                  <a:extLst>
                    <a:ext uri="{FF2B5EF4-FFF2-40B4-BE49-F238E27FC236}">
                      <a16:creationId xmlns:a16="http://schemas.microsoft.com/office/drawing/2014/main" id="{704A9EE7-DDF8-2774-AED3-C204866CFBA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624" y="32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807" name="Oval 207">
                  <a:extLst>
                    <a:ext uri="{FF2B5EF4-FFF2-40B4-BE49-F238E27FC236}">
                      <a16:creationId xmlns:a16="http://schemas.microsoft.com/office/drawing/2014/main" id="{3F606C16-4ABF-8316-34FB-63BE5336DA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60" y="2208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808" name="Oval 208">
                  <a:extLst>
                    <a:ext uri="{FF2B5EF4-FFF2-40B4-BE49-F238E27FC236}">
                      <a16:creationId xmlns:a16="http://schemas.microsoft.com/office/drawing/2014/main" id="{D118ED19-F186-DA3E-CBB2-C32C1CA5D7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64" y="2208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809" name="Oval 209">
                  <a:extLst>
                    <a:ext uri="{FF2B5EF4-FFF2-40B4-BE49-F238E27FC236}">
                      <a16:creationId xmlns:a16="http://schemas.microsoft.com/office/drawing/2014/main" id="{D8DD523C-42C0-6188-5A93-F4D0CDD78D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8" y="2208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810" name="Oval 210">
                  <a:extLst>
                    <a:ext uri="{FF2B5EF4-FFF2-40B4-BE49-F238E27FC236}">
                      <a16:creationId xmlns:a16="http://schemas.microsoft.com/office/drawing/2014/main" id="{369858A0-E023-D9DA-6AE2-909C74D16C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8" y="278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811" name="Oval 211">
                  <a:extLst>
                    <a:ext uri="{FF2B5EF4-FFF2-40B4-BE49-F238E27FC236}">
                      <a16:creationId xmlns:a16="http://schemas.microsoft.com/office/drawing/2014/main" id="{F4F38D98-56A0-4DF4-ADDC-F3EDA63008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12" y="326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8796" name="Line 212">
                <a:extLst>
                  <a:ext uri="{FF2B5EF4-FFF2-40B4-BE49-F238E27FC236}">
                    <a16:creationId xmlns:a16="http://schemas.microsoft.com/office/drawing/2014/main" id="{6ABA467C-E0BB-DF71-382E-609AA5700D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3696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8717" name="Group 213">
              <a:extLst>
                <a:ext uri="{FF2B5EF4-FFF2-40B4-BE49-F238E27FC236}">
                  <a16:creationId xmlns:a16="http://schemas.microsoft.com/office/drawing/2014/main" id="{A8FD3DAE-461E-3491-B723-5E5BD7C6DD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8" y="1824"/>
              <a:ext cx="3888" cy="2304"/>
              <a:chOff x="768" y="1824"/>
              <a:chExt cx="3888" cy="2304"/>
            </a:xfrm>
          </p:grpSpPr>
          <p:grpSp>
            <p:nvGrpSpPr>
              <p:cNvPr id="28774" name="Group 214">
                <a:extLst>
                  <a:ext uri="{FF2B5EF4-FFF2-40B4-BE49-F238E27FC236}">
                    <a16:creationId xmlns:a16="http://schemas.microsoft.com/office/drawing/2014/main" id="{A8444AFC-276E-F026-D466-03A7045ED6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8" y="1824"/>
                <a:ext cx="3888" cy="1920"/>
                <a:chOff x="768" y="2112"/>
                <a:chExt cx="3888" cy="1920"/>
              </a:xfrm>
            </p:grpSpPr>
            <p:grpSp>
              <p:nvGrpSpPr>
                <p:cNvPr id="28776" name="Group 215">
                  <a:extLst>
                    <a:ext uri="{FF2B5EF4-FFF2-40B4-BE49-F238E27FC236}">
                      <a16:creationId xmlns:a16="http://schemas.microsoft.com/office/drawing/2014/main" id="{C20C11DA-841D-0B29-F152-5AC7E7051CC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16" y="3446"/>
                  <a:ext cx="336" cy="298"/>
                  <a:chOff x="2256" y="3072"/>
                  <a:chExt cx="336" cy="298"/>
                </a:xfrm>
              </p:grpSpPr>
              <p:sp>
                <p:nvSpPr>
                  <p:cNvPr id="28792" name="Rectangle 216">
                    <a:extLst>
                      <a:ext uri="{FF2B5EF4-FFF2-40B4-BE49-F238E27FC236}">
                        <a16:creationId xmlns:a16="http://schemas.microsoft.com/office/drawing/2014/main" id="{F85A7BBD-6D1D-C9AE-C197-9D35E7E6097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256" y="3168"/>
                    <a:ext cx="288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3" name="Oval 217">
                    <a:extLst>
                      <a:ext uri="{FF2B5EF4-FFF2-40B4-BE49-F238E27FC236}">
                        <a16:creationId xmlns:a16="http://schemas.microsoft.com/office/drawing/2014/main" id="{71BE0389-929C-6721-381A-6154435991D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352" y="3072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4" name="Text Box 218">
                    <a:extLst>
                      <a:ext uri="{FF2B5EF4-FFF2-40B4-BE49-F238E27FC236}">
                        <a16:creationId xmlns:a16="http://schemas.microsoft.com/office/drawing/2014/main" id="{25922115-2B22-C909-15EE-FE43EA685A61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56" y="3120"/>
                    <a:ext cx="3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endParaRPr lang="zh-CN" altLang="zh-CN" sz="2000"/>
                  </a:p>
                </p:txBody>
              </p:sp>
            </p:grpSp>
            <p:grpSp>
              <p:nvGrpSpPr>
                <p:cNvPr id="28777" name="Group 219">
                  <a:extLst>
                    <a:ext uri="{FF2B5EF4-FFF2-40B4-BE49-F238E27FC236}">
                      <a16:creationId xmlns:a16="http://schemas.microsoft.com/office/drawing/2014/main" id="{A05FD73F-DB58-1366-AFD2-6341F8EBE7F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68" y="2448"/>
                  <a:ext cx="336" cy="298"/>
                  <a:chOff x="2256" y="3072"/>
                  <a:chExt cx="336" cy="298"/>
                </a:xfrm>
              </p:grpSpPr>
              <p:sp>
                <p:nvSpPr>
                  <p:cNvPr id="28789" name="Rectangle 220">
                    <a:extLst>
                      <a:ext uri="{FF2B5EF4-FFF2-40B4-BE49-F238E27FC236}">
                        <a16:creationId xmlns:a16="http://schemas.microsoft.com/office/drawing/2014/main" id="{A81C14A1-94B5-CF37-2043-4A8A73643F4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256" y="3168"/>
                    <a:ext cx="288" cy="192"/>
                  </a:xfrm>
                  <a:prstGeom prst="rect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0" name="Oval 221">
                    <a:extLst>
                      <a:ext uri="{FF2B5EF4-FFF2-40B4-BE49-F238E27FC236}">
                        <a16:creationId xmlns:a16="http://schemas.microsoft.com/office/drawing/2014/main" id="{ECCB57A7-6536-19F8-B889-69E855C5890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352" y="3072"/>
                    <a:ext cx="96" cy="96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ClrTx/>
                      <a:buFontTx/>
                      <a:buNone/>
                    </a:pPr>
                    <a:endParaRPr lang="zh-CN" altLang="en-US" sz="280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91" name="Text Box 222">
                    <a:extLst>
                      <a:ext uri="{FF2B5EF4-FFF2-40B4-BE49-F238E27FC236}">
                        <a16:creationId xmlns:a16="http://schemas.microsoft.com/office/drawing/2014/main" id="{68CF492A-3206-D645-200A-B04304415CE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56" y="3120"/>
                    <a:ext cx="336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l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Ø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ü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v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FFFF00"/>
                      </a:buClr>
                      <a:buFont typeface="Wingdings" panose="05000000000000000000" pitchFamily="2" charset="2"/>
                      <a:buChar char="n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50000"/>
                      </a:spcBef>
                      <a:buClrTx/>
                      <a:buFontTx/>
                      <a:buNone/>
                    </a:pPr>
                    <a:r>
                      <a:rPr lang="en-US" altLang="zh-CN" sz="2000"/>
                      <a:t>+</a:t>
                    </a:r>
                  </a:p>
                </p:txBody>
              </p:sp>
            </p:grpSp>
            <p:sp>
              <p:nvSpPr>
                <p:cNvPr id="28778" name="Line 223">
                  <a:extLst>
                    <a:ext uri="{FF2B5EF4-FFF2-40B4-BE49-F238E27FC236}">
                      <a16:creationId xmlns:a16="http://schemas.microsoft.com/office/drawing/2014/main" id="{C89B6C8F-3CFF-FFAF-58AB-43C63401E3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60" y="2736"/>
                  <a:ext cx="0" cy="72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79" name="Line 224">
                  <a:extLst>
                    <a:ext uri="{FF2B5EF4-FFF2-40B4-BE49-F238E27FC236}">
                      <a16:creationId xmlns:a16="http://schemas.microsoft.com/office/drawing/2014/main" id="{683FE82F-EA7F-C63E-5DE3-F0F873524C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0" y="3744"/>
                  <a:ext cx="0" cy="2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80" name="Line 225">
                  <a:extLst>
                    <a:ext uri="{FF2B5EF4-FFF2-40B4-BE49-F238E27FC236}">
                      <a16:creationId xmlns:a16="http://schemas.microsoft.com/office/drawing/2014/main" id="{CBDECD01-422A-1C8E-970F-EB97D6E775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12" y="2352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81" name="Line 226">
                  <a:extLst>
                    <a:ext uri="{FF2B5EF4-FFF2-40B4-BE49-F238E27FC236}">
                      <a16:creationId xmlns:a16="http://schemas.microsoft.com/office/drawing/2014/main" id="{B25D88CD-D370-AD88-6F16-54FD89796C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12" y="2352"/>
                  <a:ext cx="3744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82" name="Line 227">
                  <a:extLst>
                    <a:ext uri="{FF2B5EF4-FFF2-40B4-BE49-F238E27FC236}">
                      <a16:creationId xmlns:a16="http://schemas.microsoft.com/office/drawing/2014/main" id="{C4D1829C-2BEC-4786-4D0A-1DC3412DA55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56" y="2112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83" name="Line 228">
                  <a:extLst>
                    <a:ext uri="{FF2B5EF4-FFF2-40B4-BE49-F238E27FC236}">
                      <a16:creationId xmlns:a16="http://schemas.microsoft.com/office/drawing/2014/main" id="{8B2152A1-8801-E539-F090-0EDA89EC1C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440" y="2112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84" name="Line 229">
                  <a:extLst>
                    <a:ext uri="{FF2B5EF4-FFF2-40B4-BE49-F238E27FC236}">
                      <a16:creationId xmlns:a16="http://schemas.microsoft.com/office/drawing/2014/main" id="{DBC6986C-7A17-4724-01A1-3FCCBB2342F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544" y="2112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85" name="Line 230">
                  <a:extLst>
                    <a:ext uri="{FF2B5EF4-FFF2-40B4-BE49-F238E27FC236}">
                      <a16:creationId xmlns:a16="http://schemas.microsoft.com/office/drawing/2014/main" id="{A035842B-426D-B13C-3E1A-861339627C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648" y="2112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86" name="Oval 231">
                  <a:extLst>
                    <a:ext uri="{FF2B5EF4-FFF2-40B4-BE49-F238E27FC236}">
                      <a16:creationId xmlns:a16="http://schemas.microsoft.com/office/drawing/2014/main" id="{58D058A5-E28E-1140-1A0F-C42748DA20F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92" y="230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787" name="Oval 232">
                  <a:extLst>
                    <a:ext uri="{FF2B5EF4-FFF2-40B4-BE49-F238E27FC236}">
                      <a16:creationId xmlns:a16="http://schemas.microsoft.com/office/drawing/2014/main" id="{CCB2E0B9-4138-D19A-4C80-22BC64E63F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96" y="230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788" name="Oval 233">
                  <a:extLst>
                    <a:ext uri="{FF2B5EF4-FFF2-40B4-BE49-F238E27FC236}">
                      <a16:creationId xmlns:a16="http://schemas.microsoft.com/office/drawing/2014/main" id="{7622AFFB-B318-A213-81FF-641C2BE84A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600" y="2304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8775" name="Line 234">
                <a:extLst>
                  <a:ext uri="{FF2B5EF4-FFF2-40B4-BE49-F238E27FC236}">
                    <a16:creationId xmlns:a16="http://schemas.microsoft.com/office/drawing/2014/main" id="{8E1EC435-886E-F69F-5ED7-0812DCB4FC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3648"/>
                <a:ext cx="0" cy="4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8718" name="Line 235">
              <a:extLst>
                <a:ext uri="{FF2B5EF4-FFF2-40B4-BE49-F238E27FC236}">
                  <a16:creationId xmlns:a16="http://schemas.microsoft.com/office/drawing/2014/main" id="{35C8D0DB-CDB1-7A11-1E43-594FD6557E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80" y="288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719" name="Text Box 236">
              <a:extLst>
                <a:ext uri="{FF2B5EF4-FFF2-40B4-BE49-F238E27FC236}">
                  <a16:creationId xmlns:a16="http://schemas.microsoft.com/office/drawing/2014/main" id="{1084F9FF-D09A-98D4-B6A0-B5DB1DBB91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" y="3926"/>
              <a:ext cx="3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CP</a:t>
              </a:r>
            </a:p>
          </p:txBody>
        </p:sp>
        <p:sp>
          <p:nvSpPr>
            <p:cNvPr id="28720" name="Text Box 237">
              <a:extLst>
                <a:ext uri="{FF2B5EF4-FFF2-40B4-BE49-F238E27FC236}">
                  <a16:creationId xmlns:a16="http://schemas.microsoft.com/office/drawing/2014/main" id="{B2EC37F4-6177-800D-1B90-A9CB16E3BD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3926"/>
              <a:ext cx="33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L</a:t>
              </a:r>
            </a:p>
          </p:txBody>
        </p:sp>
        <p:sp>
          <p:nvSpPr>
            <p:cNvPr id="28721" name="Text Box 238">
              <a:extLst>
                <a:ext uri="{FF2B5EF4-FFF2-40B4-BE49-F238E27FC236}">
                  <a16:creationId xmlns:a16="http://schemas.microsoft.com/office/drawing/2014/main" id="{CFC1F016-7197-4A7D-F4E0-5722E9A1E6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3926"/>
              <a:ext cx="48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CLR</a:t>
              </a:r>
            </a:p>
          </p:txBody>
        </p:sp>
        <p:grpSp>
          <p:nvGrpSpPr>
            <p:cNvPr id="28722" name="Group 239">
              <a:extLst>
                <a:ext uri="{FF2B5EF4-FFF2-40B4-BE49-F238E27FC236}">
                  <a16:creationId xmlns:a16="http://schemas.microsoft.com/office/drawing/2014/main" id="{D25418C2-E3D9-3FD4-BF07-4CEEFDCAAE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1824"/>
              <a:ext cx="3552" cy="2362"/>
              <a:chOff x="1104" y="1824"/>
              <a:chExt cx="3552" cy="2362"/>
            </a:xfrm>
          </p:grpSpPr>
          <p:sp>
            <p:nvSpPr>
              <p:cNvPr id="28766" name="Line 240">
                <a:extLst>
                  <a:ext uri="{FF2B5EF4-FFF2-40B4-BE49-F238E27FC236}">
                    <a16:creationId xmlns:a16="http://schemas.microsoft.com/office/drawing/2014/main" id="{F6A84BEE-7C8B-FA6E-A04F-AC7519740E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1824"/>
                <a:ext cx="0" cy="23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67" name="Line 241">
                <a:extLst>
                  <a:ext uri="{FF2B5EF4-FFF2-40B4-BE49-F238E27FC236}">
                    <a16:creationId xmlns:a16="http://schemas.microsoft.com/office/drawing/2014/main" id="{5F0D4E3B-8B7B-E0D0-3FB1-BA375B2516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1824"/>
                <a:ext cx="0" cy="2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68" name="Line 242">
                <a:extLst>
                  <a:ext uri="{FF2B5EF4-FFF2-40B4-BE49-F238E27FC236}">
                    <a16:creationId xmlns:a16="http://schemas.microsoft.com/office/drawing/2014/main" id="{592E7A77-2145-BA91-6B29-6CF55AEE4C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12" y="1824"/>
                <a:ext cx="0" cy="2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69" name="Line 243">
                <a:extLst>
                  <a:ext uri="{FF2B5EF4-FFF2-40B4-BE49-F238E27FC236}">
                    <a16:creationId xmlns:a16="http://schemas.microsoft.com/office/drawing/2014/main" id="{9939A8A5-33AF-3D37-569C-6A3F073B4D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0" y="1824"/>
                <a:ext cx="0" cy="2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70" name="Text Box 244">
                <a:extLst>
                  <a:ext uri="{FF2B5EF4-FFF2-40B4-BE49-F238E27FC236}">
                    <a16:creationId xmlns:a16="http://schemas.microsoft.com/office/drawing/2014/main" id="{BE01086E-9371-9A63-E7BD-7340109C19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4" y="3926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A</a:t>
                </a:r>
              </a:p>
            </p:txBody>
          </p:sp>
          <p:sp>
            <p:nvSpPr>
              <p:cNvPr id="28771" name="Text Box 245">
                <a:extLst>
                  <a:ext uri="{FF2B5EF4-FFF2-40B4-BE49-F238E27FC236}">
                    <a16:creationId xmlns:a16="http://schemas.microsoft.com/office/drawing/2014/main" id="{BD7487B4-3301-22CE-C3B3-B113423294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60" y="3926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B</a:t>
                </a:r>
              </a:p>
            </p:txBody>
          </p:sp>
          <p:sp>
            <p:nvSpPr>
              <p:cNvPr id="28772" name="Text Box 246">
                <a:extLst>
                  <a:ext uri="{FF2B5EF4-FFF2-40B4-BE49-F238E27FC236}">
                    <a16:creationId xmlns:a16="http://schemas.microsoft.com/office/drawing/2014/main" id="{992F9AA3-FF1C-DF3D-1AD2-5ECBD88AC4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4" y="3936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</a:t>
                </a:r>
              </a:p>
            </p:txBody>
          </p:sp>
          <p:sp>
            <p:nvSpPr>
              <p:cNvPr id="28773" name="Text Box 247">
                <a:extLst>
                  <a:ext uri="{FF2B5EF4-FFF2-40B4-BE49-F238E27FC236}">
                    <a16:creationId xmlns:a16="http://schemas.microsoft.com/office/drawing/2014/main" id="{3F5396CB-59FD-BB44-39DD-4670E130DE4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2" y="3936"/>
                <a:ext cx="384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D</a:t>
                </a:r>
              </a:p>
            </p:txBody>
          </p:sp>
        </p:grpSp>
        <p:grpSp>
          <p:nvGrpSpPr>
            <p:cNvPr id="28723" name="Group 248">
              <a:extLst>
                <a:ext uri="{FF2B5EF4-FFF2-40B4-BE49-F238E27FC236}">
                  <a16:creationId xmlns:a16="http://schemas.microsoft.com/office/drawing/2014/main" id="{2DBC9685-E5FB-AE8E-A961-BBF6EC93FB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124"/>
              <a:ext cx="3552" cy="500"/>
              <a:chOff x="1152" y="124"/>
              <a:chExt cx="3552" cy="500"/>
            </a:xfrm>
          </p:grpSpPr>
          <p:grpSp>
            <p:nvGrpSpPr>
              <p:cNvPr id="28756" name="Group 249">
                <a:extLst>
                  <a:ext uri="{FF2B5EF4-FFF2-40B4-BE49-F238E27FC236}">
                    <a16:creationId xmlns:a16="http://schemas.microsoft.com/office/drawing/2014/main" id="{6C1AACC8-F817-2CE0-FC0A-0B815021B7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52" y="288"/>
                <a:ext cx="3216" cy="336"/>
                <a:chOff x="1152" y="288"/>
                <a:chExt cx="3216" cy="336"/>
              </a:xfrm>
            </p:grpSpPr>
            <p:sp>
              <p:nvSpPr>
                <p:cNvPr id="28762" name="Line 250">
                  <a:extLst>
                    <a:ext uri="{FF2B5EF4-FFF2-40B4-BE49-F238E27FC236}">
                      <a16:creationId xmlns:a16="http://schemas.microsoft.com/office/drawing/2014/main" id="{E5178E61-B33E-7236-09B1-892C6F0502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152" y="28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63" name="Line 251">
                  <a:extLst>
                    <a:ext uri="{FF2B5EF4-FFF2-40B4-BE49-F238E27FC236}">
                      <a16:creationId xmlns:a16="http://schemas.microsoft.com/office/drawing/2014/main" id="{53EE39E3-6541-04E5-65D6-BB3E84469F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304" y="28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64" name="Line 252">
                  <a:extLst>
                    <a:ext uri="{FF2B5EF4-FFF2-40B4-BE49-F238E27FC236}">
                      <a16:creationId xmlns:a16="http://schemas.microsoft.com/office/drawing/2014/main" id="{F4E0BF96-A32C-1F2A-25D8-C3A2DD11D87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360" y="28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65" name="Line 253">
                  <a:extLst>
                    <a:ext uri="{FF2B5EF4-FFF2-40B4-BE49-F238E27FC236}">
                      <a16:creationId xmlns:a16="http://schemas.microsoft.com/office/drawing/2014/main" id="{45958FE5-3412-3155-C331-0E72FDAFF5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368" y="288"/>
                  <a:ext cx="0" cy="33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757" name="Group 254">
                <a:extLst>
                  <a:ext uri="{FF2B5EF4-FFF2-40B4-BE49-F238E27FC236}">
                    <a16:creationId xmlns:a16="http://schemas.microsoft.com/office/drawing/2014/main" id="{16ACB0F2-9315-43D3-0560-90ECA3F0A5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52" y="124"/>
                <a:ext cx="3552" cy="260"/>
                <a:chOff x="1152" y="124"/>
                <a:chExt cx="3552" cy="260"/>
              </a:xfrm>
            </p:grpSpPr>
            <p:sp>
              <p:nvSpPr>
                <p:cNvPr id="28758" name="Text Box 255">
                  <a:extLst>
                    <a:ext uri="{FF2B5EF4-FFF2-40B4-BE49-F238E27FC236}">
                      <a16:creationId xmlns:a16="http://schemas.microsoft.com/office/drawing/2014/main" id="{9D9DDFE0-CEF1-AB43-4F02-23AEC775E97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152" y="124"/>
                  <a:ext cx="3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Q</a:t>
                  </a:r>
                  <a:r>
                    <a:rPr lang="en-US" altLang="zh-CN" sz="2400" baseline="-25000"/>
                    <a:t>A</a:t>
                  </a:r>
                </a:p>
              </p:txBody>
            </p:sp>
            <p:sp>
              <p:nvSpPr>
                <p:cNvPr id="28759" name="Text Box 256">
                  <a:extLst>
                    <a:ext uri="{FF2B5EF4-FFF2-40B4-BE49-F238E27FC236}">
                      <a16:creationId xmlns:a16="http://schemas.microsoft.com/office/drawing/2014/main" id="{19A19949-8FAA-C283-9B52-735A8555600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56" y="124"/>
                  <a:ext cx="3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Q</a:t>
                  </a:r>
                  <a:r>
                    <a:rPr lang="en-US" altLang="zh-CN" sz="2400" baseline="-25000"/>
                    <a:t>B</a:t>
                  </a:r>
                </a:p>
              </p:txBody>
            </p:sp>
            <p:sp>
              <p:nvSpPr>
                <p:cNvPr id="28760" name="Text Box 257">
                  <a:extLst>
                    <a:ext uri="{FF2B5EF4-FFF2-40B4-BE49-F238E27FC236}">
                      <a16:creationId xmlns:a16="http://schemas.microsoft.com/office/drawing/2014/main" id="{4E02AE0D-D352-360F-54D8-B962E51E846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12" y="134"/>
                  <a:ext cx="3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Q</a:t>
                  </a:r>
                  <a:r>
                    <a:rPr lang="en-US" altLang="zh-CN" sz="2400" baseline="-25000"/>
                    <a:t>C</a:t>
                  </a:r>
                </a:p>
              </p:txBody>
            </p:sp>
            <p:sp>
              <p:nvSpPr>
                <p:cNvPr id="28761" name="Text Box 258">
                  <a:extLst>
                    <a:ext uri="{FF2B5EF4-FFF2-40B4-BE49-F238E27FC236}">
                      <a16:creationId xmlns:a16="http://schemas.microsoft.com/office/drawing/2014/main" id="{B022D8D4-2D9C-CF1C-F26D-E401577460F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320" y="134"/>
                  <a:ext cx="384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Q</a:t>
                  </a:r>
                  <a:r>
                    <a:rPr lang="en-US" altLang="zh-CN" sz="2400" baseline="-25000"/>
                    <a:t>D</a:t>
                  </a:r>
                </a:p>
              </p:txBody>
            </p:sp>
          </p:grpSp>
        </p:grpSp>
        <p:sp>
          <p:nvSpPr>
            <p:cNvPr id="28724" name="Text Box 259">
              <a:extLst>
                <a:ext uri="{FF2B5EF4-FFF2-40B4-BE49-F238E27FC236}">
                  <a16:creationId xmlns:a16="http://schemas.microsoft.com/office/drawing/2014/main" id="{4FAAF2C1-A4A1-E135-30E8-F6C95676C2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2" y="182"/>
              <a:ext cx="4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000"/>
                <a:t>RC</a:t>
              </a:r>
            </a:p>
          </p:txBody>
        </p:sp>
        <p:grpSp>
          <p:nvGrpSpPr>
            <p:cNvPr id="28725" name="Group 260">
              <a:extLst>
                <a:ext uri="{FF2B5EF4-FFF2-40B4-BE49-F238E27FC236}">
                  <a16:creationId xmlns:a16="http://schemas.microsoft.com/office/drawing/2014/main" id="{6B689318-2998-5FAD-8028-720F16C7C4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6" y="2448"/>
              <a:ext cx="4464" cy="1872"/>
              <a:chOff x="1296" y="2448"/>
              <a:chExt cx="4464" cy="1872"/>
            </a:xfrm>
          </p:grpSpPr>
          <p:grpSp>
            <p:nvGrpSpPr>
              <p:cNvPr id="28735" name="Group 261">
                <a:extLst>
                  <a:ext uri="{FF2B5EF4-FFF2-40B4-BE49-F238E27FC236}">
                    <a16:creationId xmlns:a16="http://schemas.microsoft.com/office/drawing/2014/main" id="{84001379-46A1-3405-03DB-156F00B742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96" y="2448"/>
                <a:ext cx="4416" cy="1584"/>
                <a:chOff x="1296" y="2448"/>
                <a:chExt cx="4416" cy="1584"/>
              </a:xfrm>
            </p:grpSpPr>
            <p:grpSp>
              <p:nvGrpSpPr>
                <p:cNvPr id="28738" name="Group 262">
                  <a:extLst>
                    <a:ext uri="{FF2B5EF4-FFF2-40B4-BE49-F238E27FC236}">
                      <a16:creationId xmlns:a16="http://schemas.microsoft.com/office/drawing/2014/main" id="{04652E83-BB13-6676-7D8A-105DB857FB4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96" y="2448"/>
                  <a:ext cx="4416" cy="1200"/>
                  <a:chOff x="1296" y="2448"/>
                  <a:chExt cx="4416" cy="1200"/>
                </a:xfrm>
              </p:grpSpPr>
              <p:grpSp>
                <p:nvGrpSpPr>
                  <p:cNvPr id="28741" name="Group 263">
                    <a:extLst>
                      <a:ext uri="{FF2B5EF4-FFF2-40B4-BE49-F238E27FC236}">
                        <a16:creationId xmlns:a16="http://schemas.microsoft.com/office/drawing/2014/main" id="{0D6B9122-BFF9-74F6-8BCC-3C3179AF5EA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376" y="3216"/>
                    <a:ext cx="336" cy="432"/>
                    <a:chOff x="5088" y="3504"/>
                    <a:chExt cx="336" cy="432"/>
                  </a:xfrm>
                </p:grpSpPr>
                <p:sp>
                  <p:nvSpPr>
                    <p:cNvPr id="28752" name="Rectangle 264">
                      <a:extLst>
                        <a:ext uri="{FF2B5EF4-FFF2-40B4-BE49-F238E27FC236}">
                          <a16:creationId xmlns:a16="http://schemas.microsoft.com/office/drawing/2014/main" id="{B2E2DA94-C3A3-5E8F-8F36-8C8002F699D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088" y="3552"/>
                      <a:ext cx="288" cy="192"/>
                    </a:xfrm>
                    <a:prstGeom prst="rect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80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8753" name="Text Box 265">
                      <a:extLst>
                        <a:ext uri="{FF2B5EF4-FFF2-40B4-BE49-F238E27FC236}">
                          <a16:creationId xmlns:a16="http://schemas.microsoft.com/office/drawing/2014/main" id="{A4F43ACD-2FE0-DE9A-AA8E-AA8B9C73F69C}"/>
                        </a:ext>
                      </a:extLst>
                    </p:cNvPr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5088" y="3504"/>
                      <a:ext cx="336" cy="25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algn="ctr" eaLnBrk="1" hangingPunct="1">
                        <a:spcBef>
                          <a:spcPct val="50000"/>
                        </a:spcBef>
                        <a:buClrTx/>
                        <a:buFontTx/>
                        <a:buNone/>
                      </a:pPr>
                      <a:endParaRPr lang="zh-CN" altLang="zh-CN" sz="2000"/>
                    </a:p>
                  </p:txBody>
                </p:sp>
                <p:sp>
                  <p:nvSpPr>
                    <p:cNvPr id="28754" name="Line 266">
                      <a:extLst>
                        <a:ext uri="{FF2B5EF4-FFF2-40B4-BE49-F238E27FC236}">
                          <a16:creationId xmlns:a16="http://schemas.microsoft.com/office/drawing/2014/main" id="{2085CDAD-B2D7-0970-91C0-3ADF0951592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184" y="3744"/>
                      <a:ext cx="0" cy="19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8755" name="Line 267">
                      <a:extLst>
                        <a:ext uri="{FF2B5EF4-FFF2-40B4-BE49-F238E27FC236}">
                          <a16:creationId xmlns:a16="http://schemas.microsoft.com/office/drawing/2014/main" id="{E71E9A25-56AD-9CA1-2647-6BA3B1EA5F3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5328" y="3744"/>
                      <a:ext cx="0" cy="19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</p:grpSp>
              <p:sp>
                <p:nvSpPr>
                  <p:cNvPr id="28742" name="Line 268">
                    <a:extLst>
                      <a:ext uri="{FF2B5EF4-FFF2-40B4-BE49-F238E27FC236}">
                        <a16:creationId xmlns:a16="http://schemas.microsoft.com/office/drawing/2014/main" id="{48AE6287-0136-79B0-1E11-D8CE853982A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96" y="3024"/>
                    <a:ext cx="4224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28743" name="Group 269">
                    <a:extLst>
                      <a:ext uri="{FF2B5EF4-FFF2-40B4-BE49-F238E27FC236}">
                        <a16:creationId xmlns:a16="http://schemas.microsoft.com/office/drawing/2014/main" id="{BBEC8591-6E21-E929-D082-01EB1D9F879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296" y="2448"/>
                    <a:ext cx="4224" cy="816"/>
                    <a:chOff x="1296" y="2448"/>
                    <a:chExt cx="4224" cy="816"/>
                  </a:xfrm>
                </p:grpSpPr>
                <p:sp>
                  <p:nvSpPr>
                    <p:cNvPr id="28744" name="Line 270">
                      <a:extLst>
                        <a:ext uri="{FF2B5EF4-FFF2-40B4-BE49-F238E27FC236}">
                          <a16:creationId xmlns:a16="http://schemas.microsoft.com/office/drawing/2014/main" id="{0346EC11-E6A9-A666-6A38-7BBA980C305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4512" y="2880"/>
                      <a:ext cx="0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8745" name="Line 271">
                      <a:extLst>
                        <a:ext uri="{FF2B5EF4-FFF2-40B4-BE49-F238E27FC236}">
                          <a16:creationId xmlns:a16="http://schemas.microsoft.com/office/drawing/2014/main" id="{6C9E5D8E-EFFA-671D-EF85-1303AE14B86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5520" y="3024"/>
                      <a:ext cx="0" cy="24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8746" name="Line 272">
                      <a:extLst>
                        <a:ext uri="{FF2B5EF4-FFF2-40B4-BE49-F238E27FC236}">
                          <a16:creationId xmlns:a16="http://schemas.microsoft.com/office/drawing/2014/main" id="{64E70CE1-69DE-872A-AF71-EC8C1B043A7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296" y="2448"/>
                      <a:ext cx="0" cy="576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8747" name="Line 273">
                      <a:extLst>
                        <a:ext uri="{FF2B5EF4-FFF2-40B4-BE49-F238E27FC236}">
                          <a16:creationId xmlns:a16="http://schemas.microsoft.com/office/drawing/2014/main" id="{F94B3459-3795-CC35-5C37-E02D1A1DAB8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400" y="2880"/>
                      <a:ext cx="0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8748" name="Line 274">
                      <a:extLst>
                        <a:ext uri="{FF2B5EF4-FFF2-40B4-BE49-F238E27FC236}">
                          <a16:creationId xmlns:a16="http://schemas.microsoft.com/office/drawing/2014/main" id="{A7C7EA46-5028-32A3-0440-7929C2954E8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3504" y="2880"/>
                      <a:ext cx="0" cy="144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28749" name="Oval 275">
                      <a:extLst>
                        <a:ext uri="{FF2B5EF4-FFF2-40B4-BE49-F238E27FC236}">
                          <a16:creationId xmlns:a16="http://schemas.microsoft.com/office/drawing/2014/main" id="{06B17CB2-D06B-8509-24F7-F6C0B789ECB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352" y="2976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80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8750" name="Oval 276">
                      <a:extLst>
                        <a:ext uri="{FF2B5EF4-FFF2-40B4-BE49-F238E27FC236}">
                          <a16:creationId xmlns:a16="http://schemas.microsoft.com/office/drawing/2014/main" id="{003F67F0-94D5-0EB6-E3CE-72EB7CD0436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456" y="2976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800">
                        <a:latin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28751" name="Oval 277">
                      <a:extLst>
                        <a:ext uri="{FF2B5EF4-FFF2-40B4-BE49-F238E27FC236}">
                          <a16:creationId xmlns:a16="http://schemas.microsoft.com/office/drawing/2014/main" id="{B1338B72-279D-3DB5-64FD-0C489363501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64" y="2976"/>
                      <a:ext cx="96" cy="96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l"/>
                        <a:defRPr sz="32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Ø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ü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v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FF00"/>
                        </a:buClr>
                        <a:buFont typeface="Wingdings" panose="05000000000000000000" pitchFamily="2" charset="2"/>
                        <a:buChar char="n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eaLnBrk="1" hangingPunct="1">
                        <a:spcBef>
                          <a:spcPct val="0"/>
                        </a:spcBef>
                        <a:buClrTx/>
                        <a:buFontTx/>
                        <a:buNone/>
                      </a:pPr>
                      <a:endParaRPr lang="zh-CN" altLang="en-US" sz="2800">
                        <a:latin typeface="Times New Roman" panose="02020603050405020304" pitchFamily="18" charset="0"/>
                      </a:endParaRPr>
                    </a:p>
                  </p:txBody>
                </p:sp>
              </p:grpSp>
            </p:grpSp>
            <p:sp>
              <p:nvSpPr>
                <p:cNvPr id="28739" name="Line 278">
                  <a:extLst>
                    <a:ext uri="{FF2B5EF4-FFF2-40B4-BE49-F238E27FC236}">
                      <a16:creationId xmlns:a16="http://schemas.microsoft.com/office/drawing/2014/main" id="{B9177DC9-81F1-E165-46D4-E9245A3F249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472" y="3648"/>
                  <a:ext cx="0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740" name="Line 279">
                  <a:extLst>
                    <a:ext uri="{FF2B5EF4-FFF2-40B4-BE49-F238E27FC236}">
                      <a16:creationId xmlns:a16="http://schemas.microsoft.com/office/drawing/2014/main" id="{C69A4952-59CA-32A9-FA5D-588FD79FD9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616" y="3648"/>
                  <a:ext cx="0" cy="38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28736" name="Text Box 280">
                <a:extLst>
                  <a:ext uri="{FF2B5EF4-FFF2-40B4-BE49-F238E27FC236}">
                    <a16:creationId xmlns:a16="http://schemas.microsoft.com/office/drawing/2014/main" id="{52965140-AB56-C12D-DD37-3068D65085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76" y="407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P</a:t>
                </a:r>
              </a:p>
            </p:txBody>
          </p:sp>
          <p:sp>
            <p:nvSpPr>
              <p:cNvPr id="28737" name="Text Box 281">
                <a:extLst>
                  <a:ext uri="{FF2B5EF4-FFF2-40B4-BE49-F238E27FC236}">
                    <a16:creationId xmlns:a16="http://schemas.microsoft.com/office/drawing/2014/main" id="{E8B592FC-6C10-994B-0616-170018598A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20" y="4070"/>
                <a:ext cx="24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T</a:t>
                </a:r>
              </a:p>
            </p:txBody>
          </p:sp>
        </p:grpSp>
        <p:grpSp>
          <p:nvGrpSpPr>
            <p:cNvPr id="28726" name="Group 282">
              <a:extLst>
                <a:ext uri="{FF2B5EF4-FFF2-40B4-BE49-F238E27FC236}">
                  <a16:creationId xmlns:a16="http://schemas.microsoft.com/office/drawing/2014/main" id="{CE079293-9988-7E67-ADFE-7C8CC09494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76" y="1152"/>
              <a:ext cx="336" cy="2496"/>
              <a:chOff x="5376" y="1152"/>
              <a:chExt cx="336" cy="2496"/>
            </a:xfrm>
          </p:grpSpPr>
          <p:sp>
            <p:nvSpPr>
              <p:cNvPr id="28727" name="Rectangle 283">
                <a:extLst>
                  <a:ext uri="{FF2B5EF4-FFF2-40B4-BE49-F238E27FC236}">
                    <a16:creationId xmlns:a16="http://schemas.microsoft.com/office/drawing/2014/main" id="{31BF2FB6-7456-E7B3-51FB-05D7E05CD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76" y="2640"/>
                <a:ext cx="192" cy="144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28" name="Oval 284">
                <a:extLst>
                  <a:ext uri="{FF2B5EF4-FFF2-40B4-BE49-F238E27FC236}">
                    <a16:creationId xmlns:a16="http://schemas.microsoft.com/office/drawing/2014/main" id="{031F165F-965C-76FC-26DB-20A59795D1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4" y="2544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8729" name="Line 285">
                <a:extLst>
                  <a:ext uri="{FF2B5EF4-FFF2-40B4-BE49-F238E27FC236}">
                    <a16:creationId xmlns:a16="http://schemas.microsoft.com/office/drawing/2014/main" id="{3BFAAFF2-DBF2-2645-20A4-864954BF98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16" y="3600"/>
                <a:ext cx="9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30" name="Line 286">
                <a:extLst>
                  <a:ext uri="{FF2B5EF4-FFF2-40B4-BE49-F238E27FC236}">
                    <a16:creationId xmlns:a16="http://schemas.microsoft.com/office/drawing/2014/main" id="{FE272B7A-F248-23E4-8B14-ACDC781DE6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712" y="2880"/>
                <a:ext cx="0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31" name="Line 287">
                <a:extLst>
                  <a:ext uri="{FF2B5EF4-FFF2-40B4-BE49-F238E27FC236}">
                    <a16:creationId xmlns:a16="http://schemas.microsoft.com/office/drawing/2014/main" id="{C51B4297-E02F-2849-E774-84A04EAA66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72" y="2880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32" name="Line 288">
                <a:extLst>
                  <a:ext uri="{FF2B5EF4-FFF2-40B4-BE49-F238E27FC236}">
                    <a16:creationId xmlns:a16="http://schemas.microsoft.com/office/drawing/2014/main" id="{4E55901C-39FB-768F-414A-051440B763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72" y="2784"/>
                <a:ext cx="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33" name="Line 289">
                <a:extLst>
                  <a:ext uri="{FF2B5EF4-FFF2-40B4-BE49-F238E27FC236}">
                    <a16:creationId xmlns:a16="http://schemas.microsoft.com/office/drawing/2014/main" id="{CE78C253-FD54-909D-F538-F694453274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472" y="1152"/>
                <a:ext cx="0" cy="13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8734" name="Oval 290">
                <a:extLst>
                  <a:ext uri="{FF2B5EF4-FFF2-40B4-BE49-F238E27FC236}">
                    <a16:creationId xmlns:a16="http://schemas.microsoft.com/office/drawing/2014/main" id="{4BEB926C-5FD2-C759-A358-F0D4882BB3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8" y="3552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723235" name="Text Box 291">
            <a:extLst>
              <a:ext uri="{FF2B5EF4-FFF2-40B4-BE49-F238E27FC236}">
                <a16:creationId xmlns:a16="http://schemas.microsoft.com/office/drawing/2014/main" id="{A9EC8534-B284-04A2-D334-11A5BC9C8C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286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2400"/>
              <a:t>74163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3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3235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E5D639-BA4A-7D8F-04A4-59DAA7ECC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47800"/>
            <a:ext cx="7924800" cy="2268538"/>
          </a:xfrm>
        </p:spPr>
        <p:txBody>
          <a:bodyPr/>
          <a:lstStyle/>
          <a:p>
            <a:pPr>
              <a:defRPr/>
            </a:pP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设计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脉冲序列信号发生器，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产生的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101001101001101001……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，要求能自启动。</a:t>
            </a:r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C98E0A8-221E-9FDA-44E4-DC371AD1A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同步时序电路的分析与设计方法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D16DD7-1D43-3BD1-4009-018B3E5C4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45862F63-AB6C-4421-A2CD-153818E7F286}" type="slidenum">
              <a:rPr lang="en-US" altLang="zh-CN" sz="1000" smtClean="0"/>
              <a:pPr>
                <a:defRPr/>
              </a:pPr>
              <a:t>27</a:t>
            </a:fld>
            <a:endParaRPr lang="en-US" altLang="zh-CN" sz="1000"/>
          </a:p>
        </p:txBody>
      </p:sp>
      <p:sp>
        <p:nvSpPr>
          <p:cNvPr id="5125" name="矩形 8">
            <a:extLst>
              <a:ext uri="{FF2B5EF4-FFF2-40B4-BE49-F238E27FC236}">
                <a16:creationId xmlns:a16="http://schemas.microsoft.com/office/drawing/2014/main" id="{4EF43CE1-3AF0-07E7-152B-44EA072EFE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288" y="3860800"/>
            <a:ext cx="74898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分析：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要求的脉冲序列为</a:t>
            </a:r>
            <a:r>
              <a:rPr lang="en-US" altLang="zh-CN" sz="2800">
                <a:latin typeface="Times New Roman" panose="02020603050405020304" pitchFamily="18" charset="0"/>
              </a:rPr>
              <a:t>101001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>
                <a:latin typeface="Times New Roman" panose="02020603050405020304" pitchFamily="18" charset="0"/>
              </a:rPr>
              <a:t>101001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>
                <a:latin typeface="Times New Roman" panose="02020603050405020304" pitchFamily="18" charset="0"/>
              </a:rPr>
              <a:t>101001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</a:rPr>
              <a:t>……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，共</a:t>
            </a:r>
            <a:r>
              <a:rPr lang="en-US" altLang="zh-CN" sz="2800">
                <a:latin typeface="Times New Roman" panose="02020603050405020304" pitchFamily="18" charset="0"/>
              </a:rPr>
              <a:t>6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8A8FC8-176B-7AE8-B33A-232E24253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方法一：用</a:t>
            </a:r>
            <a:r>
              <a:rPr lang="en-US" altLang="zh-CN" dirty="0"/>
              <a:t>74163</a:t>
            </a:r>
            <a:r>
              <a:rPr lang="zh-CN" altLang="en-US" dirty="0"/>
              <a:t>计数器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3C5DD6-B69B-E2BF-23D1-367BD997A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利用</a:t>
            </a:r>
            <a:r>
              <a:rPr lang="en-US" altLang="zh-CN" dirty="0">
                <a:solidFill>
                  <a:srgbClr val="FFC000"/>
                </a:solidFill>
              </a:rPr>
              <a:t>74163</a:t>
            </a:r>
            <a:r>
              <a:rPr lang="zh-CN" altLang="en-US" b="1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计数器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配合适当的门电路，设计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脉冲序列信号发生器，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产生的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101001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101001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101001……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，要求能自启动。</a:t>
            </a:r>
            <a:endParaRPr lang="zh-CN" altLang="en-US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0A3701-572F-9EC5-CFE9-76E8DBEA5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8FE6428F-142E-4DC5-B6CD-30A098174E9C}" type="slidenum">
              <a:rPr lang="en-US" altLang="zh-CN" sz="1000" smtClean="0"/>
              <a:pPr>
                <a:defRPr/>
              </a:pPr>
              <a:t>28</a:t>
            </a:fld>
            <a:endParaRPr lang="en-US" altLang="zh-CN" sz="1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922" name="Rectangle 2">
            <a:extLst>
              <a:ext uri="{FF2B5EF4-FFF2-40B4-BE49-F238E27FC236}">
                <a16:creationId xmlns:a16="http://schemas.microsoft.com/office/drawing/2014/main" id="{5A961481-EB25-3B33-83E0-17065D9D37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计数器</a:t>
            </a:r>
          </a:p>
        </p:txBody>
      </p:sp>
      <p:sp>
        <p:nvSpPr>
          <p:cNvPr id="721923" name="Rectangle 3">
            <a:extLst>
              <a:ext uri="{FF2B5EF4-FFF2-40B4-BE49-F238E27FC236}">
                <a16:creationId xmlns:a16="http://schemas.microsoft.com/office/drawing/2014/main" id="{0A751B81-53EA-E823-FD7A-C7958A7DB1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集成化的</a:t>
            </a:r>
            <a:r>
              <a:rPr lang="en-US" altLang="zh-CN"/>
              <a:t>4</a:t>
            </a:r>
            <a:r>
              <a:rPr lang="zh-CN" altLang="en-US"/>
              <a:t>位二进制计数器的逻辑符号图</a:t>
            </a:r>
          </a:p>
        </p:txBody>
      </p:sp>
      <p:sp>
        <p:nvSpPr>
          <p:cNvPr id="32" name="灯片编号占位符 5">
            <a:extLst>
              <a:ext uri="{FF2B5EF4-FFF2-40B4-BE49-F238E27FC236}">
                <a16:creationId xmlns:a16="http://schemas.microsoft.com/office/drawing/2014/main" id="{D9498DD1-4211-8217-FC8B-3396A8C40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2391051B-5BE3-4DB2-8BA7-FD9525D5DEA5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29</a:t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721924" name="Rectangle 4">
            <a:extLst>
              <a:ext uri="{FF2B5EF4-FFF2-40B4-BE49-F238E27FC236}">
                <a16:creationId xmlns:a16="http://schemas.microsoft.com/office/drawing/2014/main" id="{C7E1AB37-D50C-5672-970A-E12ED10C9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725" y="5165725"/>
            <a:ext cx="9969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000000"/>
                  </a:outerShdw>
                </a:effectLst>
              </a:rPr>
              <a:t>输入</a:t>
            </a:r>
          </a:p>
        </p:txBody>
      </p:sp>
      <p:sp>
        <p:nvSpPr>
          <p:cNvPr id="721925" name="Rectangle 5">
            <a:extLst>
              <a:ext uri="{FF2B5EF4-FFF2-40B4-BE49-F238E27FC236}">
                <a16:creationId xmlns:a16="http://schemas.microsoft.com/office/drawing/2014/main" id="{8139AF04-6E02-7872-565A-83D8981BD6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2209800"/>
            <a:ext cx="9969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000000"/>
                  </a:outerShdw>
                </a:effectLst>
              </a:rPr>
              <a:t>输出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BFAE1EFE-0AD0-9CD3-5B2B-9DB04545A182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2667000"/>
            <a:ext cx="5334000" cy="2286000"/>
            <a:chOff x="672" y="1680"/>
            <a:chExt cx="3360" cy="1440"/>
          </a:xfrm>
        </p:grpSpPr>
        <p:grpSp>
          <p:nvGrpSpPr>
            <p:cNvPr id="31752" name="Group 7">
              <a:extLst>
                <a:ext uri="{FF2B5EF4-FFF2-40B4-BE49-F238E27FC236}">
                  <a16:creationId xmlns:a16="http://schemas.microsoft.com/office/drawing/2014/main" id="{56968473-7428-BD3E-66FA-A13DB81E88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1680"/>
              <a:ext cx="2928" cy="1440"/>
              <a:chOff x="816" y="1392"/>
              <a:chExt cx="2928" cy="1440"/>
            </a:xfrm>
          </p:grpSpPr>
          <p:sp>
            <p:nvSpPr>
              <p:cNvPr id="31757" name="Rectangle 8">
                <a:extLst>
                  <a:ext uri="{FF2B5EF4-FFF2-40B4-BE49-F238E27FC236}">
                    <a16:creationId xmlns:a16="http://schemas.microsoft.com/office/drawing/2014/main" id="{0C28A869-99D1-ED2D-3A40-B7873C8D22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1642"/>
                <a:ext cx="2928" cy="9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1758" name="Text Box 9">
                <a:extLst>
                  <a:ext uri="{FF2B5EF4-FFF2-40B4-BE49-F238E27FC236}">
                    <a16:creationId xmlns:a16="http://schemas.microsoft.com/office/drawing/2014/main" id="{5C6A82BF-9CC7-EAE3-314C-262E0CD3B4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2304"/>
                <a:ext cx="81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A  B  C  D</a:t>
                </a:r>
              </a:p>
            </p:txBody>
          </p:sp>
          <p:sp>
            <p:nvSpPr>
              <p:cNvPr id="31759" name="Text Box 10">
                <a:extLst>
                  <a:ext uri="{FF2B5EF4-FFF2-40B4-BE49-F238E27FC236}">
                    <a16:creationId xmlns:a16="http://schemas.microsoft.com/office/drawing/2014/main" id="{583C23CD-8B94-5F37-D4B0-6ADCC3A47F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1680"/>
                <a:ext cx="283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  <a:r>
                  <a:rPr lang="en-US" altLang="zh-CN" sz="2400" baseline="-25000"/>
                  <a:t>A</a:t>
                </a:r>
                <a:r>
                  <a:rPr lang="en-US" altLang="zh-CN" sz="2000"/>
                  <a:t>   Q</a:t>
                </a:r>
                <a:r>
                  <a:rPr lang="en-US" altLang="zh-CN" sz="2400" baseline="-25000"/>
                  <a:t>B</a:t>
                </a:r>
                <a:r>
                  <a:rPr lang="en-US" altLang="zh-CN" sz="2000"/>
                  <a:t>   Q</a:t>
                </a:r>
                <a:r>
                  <a:rPr lang="en-US" altLang="zh-CN" sz="2400" baseline="-25000"/>
                  <a:t>C</a:t>
                </a:r>
                <a:r>
                  <a:rPr lang="en-US" altLang="zh-CN" sz="2000"/>
                  <a:t>   Q</a:t>
                </a:r>
                <a:r>
                  <a:rPr lang="en-US" altLang="zh-CN" sz="2400" baseline="-25000"/>
                  <a:t>D                             </a:t>
                </a:r>
                <a:r>
                  <a:rPr lang="en-US" altLang="zh-CN" sz="2000"/>
                  <a:t>RC</a:t>
                </a:r>
              </a:p>
            </p:txBody>
          </p:sp>
          <p:sp>
            <p:nvSpPr>
              <p:cNvPr id="31760" name="Text Box 11">
                <a:extLst>
                  <a:ext uri="{FF2B5EF4-FFF2-40B4-BE49-F238E27FC236}">
                    <a16:creationId xmlns:a16="http://schemas.microsoft.com/office/drawing/2014/main" id="{026E4B2D-58B4-311A-5333-4958204143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6" y="2314"/>
                <a:ext cx="192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   CLR   L</a:t>
                </a:r>
              </a:p>
            </p:txBody>
          </p:sp>
          <p:sp>
            <p:nvSpPr>
              <p:cNvPr id="31761" name="Rectangle 12">
                <a:extLst>
                  <a:ext uri="{FF2B5EF4-FFF2-40B4-BE49-F238E27FC236}">
                    <a16:creationId xmlns:a16="http://schemas.microsoft.com/office/drawing/2014/main" id="{1EE54ECE-D226-782E-8972-1013D37FFF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304"/>
                <a:ext cx="44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T   P</a:t>
                </a:r>
              </a:p>
            </p:txBody>
          </p:sp>
          <p:sp>
            <p:nvSpPr>
              <p:cNvPr id="31762" name="Line 13">
                <a:extLst>
                  <a:ext uri="{FF2B5EF4-FFF2-40B4-BE49-F238E27FC236}">
                    <a16:creationId xmlns:a16="http://schemas.microsoft.com/office/drawing/2014/main" id="{77FE7795-3713-CF36-1F7A-CAC8DDFF06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63" name="Line 14">
                <a:extLst>
                  <a:ext uri="{FF2B5EF4-FFF2-40B4-BE49-F238E27FC236}">
                    <a16:creationId xmlns:a16="http://schemas.microsoft.com/office/drawing/2014/main" id="{189CDF30-1591-59BC-7061-F745B1A527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4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64" name="Line 15">
                <a:extLst>
                  <a:ext uri="{FF2B5EF4-FFF2-40B4-BE49-F238E27FC236}">
                    <a16:creationId xmlns:a16="http://schemas.microsoft.com/office/drawing/2014/main" id="{81A28CE6-506F-A283-AA24-0A70149712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65" name="Line 16">
                <a:extLst>
                  <a:ext uri="{FF2B5EF4-FFF2-40B4-BE49-F238E27FC236}">
                    <a16:creationId xmlns:a16="http://schemas.microsoft.com/office/drawing/2014/main" id="{72AA662A-DFB2-AF43-4AD4-1E84D486FC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66" name="Line 17">
                <a:extLst>
                  <a:ext uri="{FF2B5EF4-FFF2-40B4-BE49-F238E27FC236}">
                    <a16:creationId xmlns:a16="http://schemas.microsoft.com/office/drawing/2014/main" id="{45263A06-46FB-D749-36C0-B0B239C83C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67" name="Line 18">
                <a:extLst>
                  <a:ext uri="{FF2B5EF4-FFF2-40B4-BE49-F238E27FC236}">
                    <a16:creationId xmlns:a16="http://schemas.microsoft.com/office/drawing/2014/main" id="{598DD32E-E813-F755-CBEC-270BAFB8D3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68" name="Line 19">
                <a:extLst>
                  <a:ext uri="{FF2B5EF4-FFF2-40B4-BE49-F238E27FC236}">
                    <a16:creationId xmlns:a16="http://schemas.microsoft.com/office/drawing/2014/main" id="{EA25DF3F-2AF8-70BE-D489-66BED3BEC5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69" name="Line 20">
                <a:extLst>
                  <a:ext uri="{FF2B5EF4-FFF2-40B4-BE49-F238E27FC236}">
                    <a16:creationId xmlns:a16="http://schemas.microsoft.com/office/drawing/2014/main" id="{B8018866-E120-1662-F6E2-C97FF19AF3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70" name="Line 21">
                <a:extLst>
                  <a:ext uri="{FF2B5EF4-FFF2-40B4-BE49-F238E27FC236}">
                    <a16:creationId xmlns:a16="http://schemas.microsoft.com/office/drawing/2014/main" id="{A0913CD2-E37B-1844-805B-CE035F708B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71" name="Line 22">
                <a:extLst>
                  <a:ext uri="{FF2B5EF4-FFF2-40B4-BE49-F238E27FC236}">
                    <a16:creationId xmlns:a16="http://schemas.microsoft.com/office/drawing/2014/main" id="{C945F2CB-EB1B-CB62-F067-7E5A5A79FD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72" name="Line 23">
                <a:extLst>
                  <a:ext uri="{FF2B5EF4-FFF2-40B4-BE49-F238E27FC236}">
                    <a16:creationId xmlns:a16="http://schemas.microsoft.com/office/drawing/2014/main" id="{39AAA9C0-CC13-F559-AEE2-54C15CE996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73" name="Line 24">
                <a:extLst>
                  <a:ext uri="{FF2B5EF4-FFF2-40B4-BE49-F238E27FC236}">
                    <a16:creationId xmlns:a16="http://schemas.microsoft.com/office/drawing/2014/main" id="{DC2E2C56-193C-9015-A8F7-BAA204E864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74" name="Line 25">
                <a:extLst>
                  <a:ext uri="{FF2B5EF4-FFF2-40B4-BE49-F238E27FC236}">
                    <a16:creationId xmlns:a16="http://schemas.microsoft.com/office/drawing/2014/main" id="{D2DFF3EC-0F06-20FF-3245-287EA7DDCA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75" name="Line 26">
                <a:extLst>
                  <a:ext uri="{FF2B5EF4-FFF2-40B4-BE49-F238E27FC236}">
                    <a16:creationId xmlns:a16="http://schemas.microsoft.com/office/drawing/2014/main" id="{79FBC332-9F63-6AAB-FF3F-4ADCE5CA44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0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1753" name="Group 27">
              <a:extLst>
                <a:ext uri="{FF2B5EF4-FFF2-40B4-BE49-F238E27FC236}">
                  <a16:creationId xmlns:a16="http://schemas.microsoft.com/office/drawing/2014/main" id="{D3D7E322-EBEE-7D3A-5D05-67219C11E6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2256"/>
              <a:ext cx="576" cy="288"/>
              <a:chOff x="576" y="3696"/>
              <a:chExt cx="576" cy="288"/>
            </a:xfrm>
          </p:grpSpPr>
          <p:sp>
            <p:nvSpPr>
              <p:cNvPr id="31755" name="Text Box 28">
                <a:extLst>
                  <a:ext uri="{FF2B5EF4-FFF2-40B4-BE49-F238E27FC236}">
                    <a16:creationId xmlns:a16="http://schemas.microsoft.com/office/drawing/2014/main" id="{50957FFE-E990-10FA-8056-2422773595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696"/>
                <a:ext cx="57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R</a:t>
                </a:r>
                <a:r>
                  <a:rPr lang="en-US" altLang="zh-CN" sz="2400" baseline="-25000"/>
                  <a:t>D</a:t>
                </a:r>
              </a:p>
            </p:txBody>
          </p:sp>
          <p:sp>
            <p:nvSpPr>
              <p:cNvPr id="31756" name="Line 29">
                <a:extLst>
                  <a:ext uri="{FF2B5EF4-FFF2-40B4-BE49-F238E27FC236}">
                    <a16:creationId xmlns:a16="http://schemas.microsoft.com/office/drawing/2014/main" id="{3131DEE8-9AC7-7483-B39E-CB0815E3DE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20" y="374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1754" name="Line 30">
              <a:extLst>
                <a:ext uri="{FF2B5EF4-FFF2-40B4-BE49-F238E27FC236}">
                  <a16:creationId xmlns:a16="http://schemas.microsoft.com/office/drawing/2014/main" id="{7A604062-D71D-6F68-2B6E-6DFE39D24E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" y="235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2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2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1924" grpId="0" autoUpdateAnimBg="0"/>
      <p:bldP spid="721925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754" name="Rectangle 2">
            <a:extLst>
              <a:ext uri="{FF2B5EF4-FFF2-40B4-BE49-F238E27FC236}">
                <a16:creationId xmlns:a16="http://schemas.microsoft.com/office/drawing/2014/main" id="{7E10CD80-36DE-5A8B-04A4-FB6EAAFE77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计数器</a:t>
            </a:r>
          </a:p>
        </p:txBody>
      </p:sp>
      <p:sp>
        <p:nvSpPr>
          <p:cNvPr id="714755" name="Rectangle 3">
            <a:extLst>
              <a:ext uri="{FF2B5EF4-FFF2-40B4-BE49-F238E27FC236}">
                <a16:creationId xmlns:a16="http://schemas.microsoft.com/office/drawing/2014/main" id="{74B66799-3BFB-C0C3-201C-112CAAB55B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55650" y="1036638"/>
            <a:ext cx="7924800" cy="46482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dirty="0"/>
              <a:t>集成化的计数器</a:t>
            </a:r>
          </a:p>
          <a:p>
            <a:pPr lvl="1" eaLnBrk="1" hangingPunct="1">
              <a:defRPr/>
            </a:pPr>
            <a:r>
              <a:rPr lang="zh-CN" altLang="en-US" dirty="0"/>
              <a:t>集成化的计数器具有的基本功能</a:t>
            </a:r>
          </a:p>
          <a:p>
            <a:pPr lvl="1" eaLnBrk="1" hangingPunct="1">
              <a:defRPr/>
            </a:pPr>
            <a:r>
              <a:rPr lang="zh-CN" altLang="en-US" dirty="0"/>
              <a:t>用</a:t>
            </a:r>
            <a:r>
              <a:rPr lang="zh-CN" altLang="en-US" dirty="0">
                <a:solidFill>
                  <a:srgbClr val="FFFF00"/>
                </a:solidFill>
              </a:rPr>
              <a:t>负边沿</a:t>
            </a:r>
            <a:r>
              <a:rPr lang="en-US" altLang="zh-CN" dirty="0"/>
              <a:t>D</a:t>
            </a:r>
            <a:r>
              <a:rPr lang="zh-CN" altLang="en-US" dirty="0"/>
              <a:t>触发器构成的</a:t>
            </a:r>
            <a:r>
              <a:rPr lang="en-US" altLang="zh-CN" dirty="0"/>
              <a:t>4</a:t>
            </a:r>
            <a:r>
              <a:rPr lang="zh-CN" altLang="en-US" dirty="0"/>
              <a:t>位二进制计数器</a:t>
            </a:r>
          </a:p>
        </p:txBody>
      </p:sp>
      <p:sp>
        <p:nvSpPr>
          <p:cNvPr id="36" name="灯片编号占位符 5">
            <a:extLst>
              <a:ext uri="{FF2B5EF4-FFF2-40B4-BE49-F238E27FC236}">
                <a16:creationId xmlns:a16="http://schemas.microsoft.com/office/drawing/2014/main" id="{30DF00D4-AA5D-132C-5752-924F7ABD0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00850" y="6103938"/>
            <a:ext cx="1905000" cy="457200"/>
          </a:xfrm>
        </p:spPr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E6034C9A-CA35-424C-865C-6CD63AB29000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30</a:t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CFD394B2-6169-4AFD-5A86-2AD908383A63}"/>
              </a:ext>
            </a:extLst>
          </p:cNvPr>
          <p:cNvGrpSpPr>
            <a:grpSpLocks/>
          </p:cNvGrpSpPr>
          <p:nvPr/>
        </p:nvGrpSpPr>
        <p:grpSpPr bwMode="auto">
          <a:xfrm>
            <a:off x="892175" y="2460625"/>
            <a:ext cx="7940675" cy="3643313"/>
            <a:chOff x="611560" y="1808349"/>
            <a:chExt cx="7940675" cy="3643313"/>
          </a:xfrm>
        </p:grpSpPr>
        <p:grpSp>
          <p:nvGrpSpPr>
            <p:cNvPr id="32774" name="组合 65">
              <a:extLst>
                <a:ext uri="{FF2B5EF4-FFF2-40B4-BE49-F238E27FC236}">
                  <a16:creationId xmlns:a16="http://schemas.microsoft.com/office/drawing/2014/main" id="{E9F060E1-95C3-8631-B96F-D03761D9CB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1560" y="1808349"/>
              <a:ext cx="7239000" cy="3643313"/>
              <a:chOff x="611560" y="1808349"/>
              <a:chExt cx="7239000" cy="3643313"/>
            </a:xfrm>
          </p:grpSpPr>
          <p:grpSp>
            <p:nvGrpSpPr>
              <p:cNvPr id="32778" name="Group 10">
                <a:extLst>
                  <a:ext uri="{FF2B5EF4-FFF2-40B4-BE49-F238E27FC236}">
                    <a16:creationId xmlns:a16="http://schemas.microsoft.com/office/drawing/2014/main" id="{24F3648F-D072-9F4E-4797-5F05648E6B2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7760" y="1808349"/>
                <a:ext cx="5975350" cy="747713"/>
                <a:chOff x="720" y="1833"/>
                <a:chExt cx="3764" cy="471"/>
              </a:xfrm>
            </p:grpSpPr>
            <p:sp>
              <p:nvSpPr>
                <p:cNvPr id="94" name="Rectangle 11">
                  <a:extLst>
                    <a:ext uri="{FF2B5EF4-FFF2-40B4-BE49-F238E27FC236}">
                      <a16:creationId xmlns:a16="http://schemas.microsoft.com/office/drawing/2014/main" id="{0E60AFF7-0BDC-67A9-30EF-EDDD0651DF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0" y="1833"/>
                  <a:ext cx="2880" cy="42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/>
                <a:lstStyle>
                  <a:lvl1pPr eaLnBrk="0" hangingPunct="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55000"/>
                    </a:lnSpc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_</a:t>
                  </a:r>
                </a:p>
                <a:p>
                  <a:pPr eaLnBrk="1" hangingPunct="1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None/>
                    <a:defRPr/>
                  </a:pPr>
                  <a:r>
                    <a:rPr lang="en-US" altLang="zh-CN" sz="240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R</a:t>
                  </a:r>
                  <a:r>
                    <a:rPr lang="en-US" altLang="zh-CN" sz="2400" baseline="-2500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D </a:t>
                  </a:r>
                  <a:r>
                    <a:rPr lang="en-US" altLang="zh-CN" sz="240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 CLR     L      T       P     CP</a:t>
                  </a:r>
                </a:p>
              </p:txBody>
            </p:sp>
            <p:sp>
              <p:nvSpPr>
                <p:cNvPr id="32803" name="Text Box 12">
                  <a:extLst>
                    <a:ext uri="{FF2B5EF4-FFF2-40B4-BE49-F238E27FC236}">
                      <a16:creationId xmlns:a16="http://schemas.microsoft.com/office/drawing/2014/main" id="{0EF6F2EE-62D8-9A23-2BBA-E563E649261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984" y="2016"/>
                  <a:ext cx="500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zh-CN" altLang="en-US" sz="2400">
                      <a:latin typeface="Georgia" panose="02040502050405020303" pitchFamily="18" charset="0"/>
                    </a:rPr>
                    <a:t>功能</a:t>
                  </a:r>
                </a:p>
              </p:txBody>
            </p:sp>
          </p:grpSp>
          <p:grpSp>
            <p:nvGrpSpPr>
              <p:cNvPr id="32779" name="组合 70">
                <a:extLst>
                  <a:ext uri="{FF2B5EF4-FFF2-40B4-BE49-F238E27FC236}">
                    <a16:creationId xmlns:a16="http://schemas.microsoft.com/office/drawing/2014/main" id="{49747AA0-703E-EC9A-0EC7-A4D262F4D5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11560" y="2175062"/>
                <a:ext cx="7239000" cy="3276600"/>
                <a:chOff x="611560" y="2175062"/>
                <a:chExt cx="7239000" cy="3276600"/>
              </a:xfrm>
            </p:grpSpPr>
            <p:grpSp>
              <p:nvGrpSpPr>
                <p:cNvPr id="32780" name="Group 4">
                  <a:extLst>
                    <a:ext uri="{FF2B5EF4-FFF2-40B4-BE49-F238E27FC236}">
                      <a16:creationId xmlns:a16="http://schemas.microsoft.com/office/drawing/2014/main" id="{1F6CD44F-AB25-4064-022D-7DF98290FF4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11560" y="2567174"/>
                  <a:ext cx="6648450" cy="455613"/>
                  <a:chOff x="672" y="2311"/>
                  <a:chExt cx="4188" cy="287"/>
                </a:xfrm>
              </p:grpSpPr>
              <p:sp>
                <p:nvSpPr>
                  <p:cNvPr id="92" name="Rectangle 5">
                    <a:extLst>
                      <a:ext uri="{FF2B5EF4-FFF2-40B4-BE49-F238E27FC236}">
                        <a16:creationId xmlns:a16="http://schemas.microsoft.com/office/drawing/2014/main" id="{DCE7EE66-FA9F-CD3D-6449-E371DC966DB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00" y="2311"/>
                    <a:ext cx="1260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algn="ctr"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itchFamily="2" charset="2"/>
                      <a:buNone/>
                      <a:defRPr/>
                    </a:pPr>
                    <a:r>
                      <a:rPr lang="zh-CN" altLang="en-US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清零</a:t>
                    </a:r>
                    <a:r>
                      <a:rPr lang="en-US" altLang="zh-CN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(</a:t>
                    </a:r>
                    <a:r>
                      <a:rPr lang="zh-CN" altLang="en-US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异步</a:t>
                    </a:r>
                    <a:r>
                      <a:rPr lang="en-US" altLang="zh-CN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)</a:t>
                    </a:r>
                  </a:p>
                </p:txBody>
              </p:sp>
              <p:sp>
                <p:nvSpPr>
                  <p:cNvPr id="93" name="Rectangle 6">
                    <a:extLst>
                      <a:ext uri="{FF2B5EF4-FFF2-40B4-BE49-F238E27FC236}">
                        <a16:creationId xmlns:a16="http://schemas.microsoft.com/office/drawing/2014/main" id="{5CAC0257-824E-8CE5-E7CF-E9E136B0C71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72" y="2311"/>
                    <a:ext cx="2928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itchFamily="2" charset="2"/>
                      <a:buNone/>
                      <a:defRPr/>
                    </a:pP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 0     X       </a:t>
                    </a:r>
                    <a:r>
                      <a:rPr lang="en-US" altLang="zh-CN" sz="2400" dirty="0" err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X</a:t>
                    </a: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      </a:t>
                    </a:r>
                    <a:r>
                      <a:rPr lang="en-US" altLang="zh-CN" sz="2400" dirty="0" err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X</a:t>
                    </a: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     </a:t>
                    </a:r>
                    <a:r>
                      <a:rPr lang="en-US" altLang="zh-CN" sz="2400" dirty="0" err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X</a:t>
                    </a: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     </a:t>
                    </a:r>
                    <a:r>
                      <a:rPr lang="en-US" altLang="zh-CN" sz="2400" dirty="0" err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X</a:t>
                    </a:r>
                    <a:endParaRPr lang="en-US" altLang="zh-CN" sz="240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endParaRPr>
                  </a:p>
                </p:txBody>
              </p:sp>
            </p:grpSp>
            <p:sp>
              <p:nvSpPr>
                <p:cNvPr id="32781" name="Line 7">
                  <a:extLst>
                    <a:ext uri="{FF2B5EF4-FFF2-40B4-BE49-F238E27FC236}">
                      <a16:creationId xmlns:a16="http://schemas.microsoft.com/office/drawing/2014/main" id="{8D1AE7E5-67DB-1C85-D909-0BE67F70CA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11560" y="2556062"/>
                  <a:ext cx="68580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782" name="Line 8">
                  <a:extLst>
                    <a:ext uri="{FF2B5EF4-FFF2-40B4-BE49-F238E27FC236}">
                      <a16:creationId xmlns:a16="http://schemas.microsoft.com/office/drawing/2014/main" id="{A5627081-E7B0-C989-F32F-3F24551A28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59760" y="2175062"/>
                  <a:ext cx="0" cy="320040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783" name="Line 9">
                  <a:extLst>
                    <a:ext uri="{FF2B5EF4-FFF2-40B4-BE49-F238E27FC236}">
                      <a16:creationId xmlns:a16="http://schemas.microsoft.com/office/drawing/2014/main" id="{09C59957-E87B-83DD-0C68-A36E3CCE427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11560" y="3546662"/>
                  <a:ext cx="68580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784" name="Line 13">
                  <a:extLst>
                    <a:ext uri="{FF2B5EF4-FFF2-40B4-BE49-F238E27FC236}">
                      <a16:creationId xmlns:a16="http://schemas.microsoft.com/office/drawing/2014/main" id="{F044B501-1F00-5D1D-00ED-B86A877F76A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11560" y="4461062"/>
                  <a:ext cx="68580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32785" name="Group 14">
                  <a:extLst>
                    <a:ext uri="{FF2B5EF4-FFF2-40B4-BE49-F238E27FC236}">
                      <a16:creationId xmlns:a16="http://schemas.microsoft.com/office/drawing/2014/main" id="{56115038-4B22-58B8-7B1E-EA456BA0F5E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87760" y="4994462"/>
                  <a:ext cx="7162800" cy="457200"/>
                  <a:chOff x="720" y="3840"/>
                  <a:chExt cx="4512" cy="288"/>
                </a:xfrm>
              </p:grpSpPr>
              <p:sp>
                <p:nvSpPr>
                  <p:cNvPr id="90" name="Rectangle 15">
                    <a:extLst>
                      <a:ext uri="{FF2B5EF4-FFF2-40B4-BE49-F238E27FC236}">
                        <a16:creationId xmlns:a16="http://schemas.microsoft.com/office/drawing/2014/main" id="{1F3068D2-250D-6490-A498-48915D63DA0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0" y="3841"/>
                    <a:ext cx="2784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itchFamily="2" charset="2"/>
                      <a:buNone/>
                      <a:defRPr/>
                    </a:pP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1     1       1       1    </a:t>
                    </a:r>
                    <a:r>
                      <a:rPr lang="en-US" altLang="zh-CN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0     ↓</a:t>
                    </a:r>
                    <a:endParaRPr lang="en-US" altLang="zh-CN" sz="2400" dirty="0"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endParaRPr>
                  </a:p>
                </p:txBody>
              </p:sp>
              <p:sp>
                <p:nvSpPr>
                  <p:cNvPr id="91" name="Rectangle 16">
                    <a:extLst>
                      <a:ext uri="{FF2B5EF4-FFF2-40B4-BE49-F238E27FC236}">
                        <a16:creationId xmlns:a16="http://schemas.microsoft.com/office/drawing/2014/main" id="{5FB2963D-D41D-BCD8-3CFE-0A2DA4C3B93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96" y="3840"/>
                    <a:ext cx="1536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itchFamily="2" charset="2"/>
                      <a:buNone/>
                      <a:defRPr/>
                    </a:pPr>
                    <a:r>
                      <a:rPr lang="en-US" altLang="zh-CN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Hold(</a:t>
                    </a:r>
                    <a:r>
                      <a:rPr lang="zh-CN" altLang="en-US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保持</a:t>
                    </a:r>
                    <a:r>
                      <a:rPr lang="en-US" altLang="zh-CN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)</a:t>
                    </a:r>
                  </a:p>
                </p:txBody>
              </p:sp>
            </p:grpSp>
            <p:sp>
              <p:nvSpPr>
                <p:cNvPr id="32786" name="Line 17">
                  <a:extLst>
                    <a:ext uri="{FF2B5EF4-FFF2-40B4-BE49-F238E27FC236}">
                      <a16:creationId xmlns:a16="http://schemas.microsoft.com/office/drawing/2014/main" id="{0301A826-D9B8-8967-B528-6AA139550D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11560" y="4994462"/>
                  <a:ext cx="68580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32787" name="Group 18">
                  <a:extLst>
                    <a:ext uri="{FF2B5EF4-FFF2-40B4-BE49-F238E27FC236}">
                      <a16:creationId xmlns:a16="http://schemas.microsoft.com/office/drawing/2014/main" id="{0F83752A-2A4A-B1C3-D77E-3214A0CEA7A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87760" y="4537262"/>
                  <a:ext cx="6989763" cy="455612"/>
                  <a:chOff x="720" y="3552"/>
                  <a:chExt cx="4403" cy="287"/>
                </a:xfrm>
              </p:grpSpPr>
              <p:sp>
                <p:nvSpPr>
                  <p:cNvPr id="88" name="Rectangle 19">
                    <a:extLst>
                      <a:ext uri="{FF2B5EF4-FFF2-40B4-BE49-F238E27FC236}">
                        <a16:creationId xmlns:a16="http://schemas.microsoft.com/office/drawing/2014/main" id="{A441504E-F006-97F6-14E7-9A3DEE357D9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20" y="3552"/>
                    <a:ext cx="2880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itchFamily="2" charset="2"/>
                      <a:buNone/>
                      <a:defRPr/>
                    </a:pP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1     1       1       0    X     ↓</a:t>
                    </a:r>
                  </a:p>
                </p:txBody>
              </p:sp>
              <p:sp>
                <p:nvSpPr>
                  <p:cNvPr id="89" name="Rectangle 20">
                    <a:extLst>
                      <a:ext uri="{FF2B5EF4-FFF2-40B4-BE49-F238E27FC236}">
                        <a16:creationId xmlns:a16="http://schemas.microsoft.com/office/drawing/2014/main" id="{11150818-5C32-F1BF-6AC0-587FD019018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48" y="3552"/>
                    <a:ext cx="1475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itchFamily="2" charset="2"/>
                      <a:buNone/>
                      <a:defRPr/>
                    </a:pP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FF Hold, RC=0</a:t>
                    </a:r>
                  </a:p>
                </p:txBody>
              </p:sp>
            </p:grpSp>
            <p:sp>
              <p:nvSpPr>
                <p:cNvPr id="32788" name="Line 21">
                  <a:extLst>
                    <a:ext uri="{FF2B5EF4-FFF2-40B4-BE49-F238E27FC236}">
                      <a16:creationId xmlns:a16="http://schemas.microsoft.com/office/drawing/2014/main" id="{BDD34720-CA7A-9C5D-45A9-A35FC1ACA1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11560" y="3013262"/>
                  <a:ext cx="68580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32789" name="Group 39">
                  <a:extLst>
                    <a:ext uri="{FF2B5EF4-FFF2-40B4-BE49-F238E27FC236}">
                      <a16:creationId xmlns:a16="http://schemas.microsoft.com/office/drawing/2014/main" id="{F42BE958-7075-31B7-ADE1-AC6A22D600F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25860" y="3043424"/>
                  <a:ext cx="6502400" cy="458788"/>
                  <a:chOff x="688" y="2591"/>
                  <a:chExt cx="4096" cy="289"/>
                </a:xfrm>
              </p:grpSpPr>
              <p:sp>
                <p:nvSpPr>
                  <p:cNvPr id="86" name="Rectangle 23">
                    <a:extLst>
                      <a:ext uri="{FF2B5EF4-FFF2-40B4-BE49-F238E27FC236}">
                        <a16:creationId xmlns:a16="http://schemas.microsoft.com/office/drawing/2014/main" id="{B7814202-5BDA-1BCC-AA17-E097203FEB1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82" y="2593"/>
                    <a:ext cx="1102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itchFamily="2" charset="2"/>
                      <a:buNone/>
                      <a:defRPr/>
                    </a:pPr>
                    <a:r>
                      <a:rPr lang="zh-CN" altLang="en-US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清零</a:t>
                    </a:r>
                    <a:r>
                      <a:rPr lang="en-US" altLang="zh-CN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(</a:t>
                    </a:r>
                    <a:r>
                      <a:rPr lang="zh-CN" altLang="en-US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同步</a:t>
                    </a:r>
                    <a:r>
                      <a:rPr lang="en-US" altLang="zh-CN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)</a:t>
                    </a:r>
                  </a:p>
                </p:txBody>
              </p:sp>
              <p:sp>
                <p:nvSpPr>
                  <p:cNvPr id="87" name="Rectangle 24">
                    <a:extLst>
                      <a:ext uri="{FF2B5EF4-FFF2-40B4-BE49-F238E27FC236}">
                        <a16:creationId xmlns:a16="http://schemas.microsoft.com/office/drawing/2014/main" id="{31883A5A-464C-0186-F82F-155CAD9C06D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88" y="2591"/>
                    <a:ext cx="2928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itchFamily="2" charset="2"/>
                      <a:buNone/>
                      <a:defRPr/>
                    </a:pP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1     0       X      </a:t>
                    </a:r>
                    <a:r>
                      <a:rPr lang="en-US" altLang="zh-CN" sz="2400" dirty="0" err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X</a:t>
                    </a: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    </a:t>
                    </a:r>
                    <a:r>
                      <a:rPr lang="en-US" altLang="zh-CN" sz="2400" dirty="0" err="1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X</a:t>
                    </a: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      ↓</a:t>
                    </a:r>
                  </a:p>
                </p:txBody>
              </p:sp>
            </p:grpSp>
            <p:sp>
              <p:nvSpPr>
                <p:cNvPr id="32790" name="Line 30">
                  <a:extLst>
                    <a:ext uri="{FF2B5EF4-FFF2-40B4-BE49-F238E27FC236}">
                      <a16:creationId xmlns:a16="http://schemas.microsoft.com/office/drawing/2014/main" id="{38D198ED-9189-EE3F-FC15-A15E9343DE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11560" y="4003862"/>
                  <a:ext cx="6858000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32791" name="Group 42">
                  <a:extLst>
                    <a:ext uri="{FF2B5EF4-FFF2-40B4-BE49-F238E27FC236}">
                      <a16:creationId xmlns:a16="http://schemas.microsoft.com/office/drawing/2014/main" id="{22B8DFDD-1E77-ED72-3062-2B361A7FB4A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13160" y="4030849"/>
                  <a:ext cx="6621463" cy="455613"/>
                  <a:chOff x="661" y="3216"/>
                  <a:chExt cx="4171" cy="287"/>
                </a:xfrm>
              </p:grpSpPr>
              <p:sp>
                <p:nvSpPr>
                  <p:cNvPr id="84" name="Rectangle 32">
                    <a:extLst>
                      <a:ext uri="{FF2B5EF4-FFF2-40B4-BE49-F238E27FC236}">
                        <a16:creationId xmlns:a16="http://schemas.microsoft.com/office/drawing/2014/main" id="{2550221A-118A-AAE7-6187-D0950599D3C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648" y="3216"/>
                    <a:ext cx="1184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itchFamily="2" charset="2"/>
                      <a:buNone/>
                      <a:defRPr/>
                    </a:pPr>
                    <a:r>
                      <a:rPr lang="en-US" altLang="zh-CN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Count(</a:t>
                    </a:r>
                    <a:r>
                      <a:rPr lang="zh-CN" altLang="en-US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计数</a:t>
                    </a:r>
                    <a:r>
                      <a:rPr lang="en-US" altLang="zh-CN" sz="240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)</a:t>
                    </a:r>
                  </a:p>
                </p:txBody>
              </p:sp>
              <p:sp>
                <p:nvSpPr>
                  <p:cNvPr id="85" name="Rectangle 33">
                    <a:extLst>
                      <a:ext uri="{FF2B5EF4-FFF2-40B4-BE49-F238E27FC236}">
                        <a16:creationId xmlns:a16="http://schemas.microsoft.com/office/drawing/2014/main" id="{762E20EB-91BB-E466-EF8B-82CB692BE6B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61" y="3216"/>
                    <a:ext cx="2928" cy="287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eaLnBrk="1" hangingPunct="1">
                      <a:spcBef>
                        <a:spcPct val="20000"/>
                      </a:spcBef>
                      <a:buClr>
                        <a:srgbClr val="FFFF00"/>
                      </a:buClr>
                      <a:buFont typeface="Wingdings" pitchFamily="2" charset="2"/>
                      <a:buNone/>
                      <a:defRPr/>
                    </a:pPr>
                    <a:r>
                      <a:rPr lang="en-US" altLang="zh-CN" sz="2400" dirty="0"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</a:rPr>
                      <a:t>1     1       1      1    1      ↓</a:t>
                    </a:r>
                  </a:p>
                </p:txBody>
              </p:sp>
            </p:grpSp>
          </p:grpSp>
        </p:grpSp>
        <p:grpSp>
          <p:nvGrpSpPr>
            <p:cNvPr id="32775" name="Group 41">
              <a:extLst>
                <a:ext uri="{FF2B5EF4-FFF2-40B4-BE49-F238E27FC236}">
                  <a16:creationId xmlns:a16="http://schemas.microsoft.com/office/drawing/2014/main" id="{B2312BAE-89DB-B58C-E0D3-2951909300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3160" y="3537931"/>
              <a:ext cx="7839075" cy="465137"/>
              <a:chOff x="678" y="2928"/>
              <a:chExt cx="4938" cy="293"/>
            </a:xfrm>
          </p:grpSpPr>
          <p:sp>
            <p:nvSpPr>
              <p:cNvPr id="68" name="Rectangle 27">
                <a:extLst>
                  <a:ext uri="{FF2B5EF4-FFF2-40B4-BE49-F238E27FC236}">
                    <a16:creationId xmlns:a16="http://schemas.microsoft.com/office/drawing/2014/main" id="{C8C76A93-5A51-D3D4-1787-6B2992A601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8" y="2934"/>
                <a:ext cx="2976" cy="2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     1       0      X    </a:t>
                </a:r>
                <a:r>
                  <a:rPr lang="en-US" altLang="zh-CN" sz="2400" dirty="0" err="1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X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      ↓</a:t>
                </a:r>
              </a:p>
            </p:txBody>
          </p:sp>
          <p:sp>
            <p:nvSpPr>
              <p:cNvPr id="69" name="Rectangle 28">
                <a:extLst>
                  <a:ext uri="{FF2B5EF4-FFF2-40B4-BE49-F238E27FC236}">
                    <a16:creationId xmlns:a16="http://schemas.microsoft.com/office/drawing/2014/main" id="{988AACD1-AC51-586E-0832-D3F3A8D0EA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0" y="2928"/>
                <a:ext cx="1966" cy="2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itchFamily="2" charset="2"/>
                  <a:buNone/>
                  <a:defRPr/>
                </a:pP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Load(</a:t>
                </a:r>
                <a:r>
                  <a:rPr lang="zh-CN" altLang="en-US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并行数据输入</a:t>
                </a:r>
                <a:r>
                  <a:rPr lang="en-US" altLang="zh-CN" sz="2400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)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3BBFD5-672B-6BC7-4EF5-0C95AB0CE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E533AB2A-5172-456C-BB35-1388391119B9}" type="slidenum">
              <a:rPr lang="en-US" altLang="zh-CN" sz="1000" smtClean="0"/>
              <a:pPr>
                <a:defRPr/>
              </a:pPr>
              <a:t>31</a:t>
            </a:fld>
            <a:endParaRPr lang="en-US" altLang="zh-CN" sz="1000"/>
          </a:p>
        </p:txBody>
      </p:sp>
      <p:grpSp>
        <p:nvGrpSpPr>
          <p:cNvPr id="67587" name="组合 28">
            <a:extLst>
              <a:ext uri="{FF2B5EF4-FFF2-40B4-BE49-F238E27FC236}">
                <a16:creationId xmlns:a16="http://schemas.microsoft.com/office/drawing/2014/main" id="{F212416A-FBD3-E477-EAEE-83DF9012A594}"/>
              </a:ext>
            </a:extLst>
          </p:cNvPr>
          <p:cNvGrpSpPr>
            <a:grpSpLocks/>
          </p:cNvGrpSpPr>
          <p:nvPr/>
        </p:nvGrpSpPr>
        <p:grpSpPr bwMode="auto">
          <a:xfrm>
            <a:off x="3779838" y="836613"/>
            <a:ext cx="4219575" cy="1943100"/>
            <a:chOff x="1258254" y="1268759"/>
            <a:chExt cx="4220481" cy="1942100"/>
          </a:xfrm>
        </p:grpSpPr>
        <p:grpSp>
          <p:nvGrpSpPr>
            <p:cNvPr id="33851" name="组合 25">
              <a:extLst>
                <a:ext uri="{FF2B5EF4-FFF2-40B4-BE49-F238E27FC236}">
                  <a16:creationId xmlns:a16="http://schemas.microsoft.com/office/drawing/2014/main" id="{47C5BCC4-5667-DECC-5509-01DE30C8A9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0547" y="2431223"/>
              <a:ext cx="938188" cy="719138"/>
              <a:chOff x="4067944" y="4221088"/>
              <a:chExt cx="720080" cy="720080"/>
            </a:xfrm>
          </p:grpSpPr>
          <p:sp>
            <p:nvSpPr>
              <p:cNvPr id="33873" name="椭圆 26">
                <a:extLst>
                  <a:ext uri="{FF2B5EF4-FFF2-40B4-BE49-F238E27FC236}">
                    <a16:creationId xmlns:a16="http://schemas.microsoft.com/office/drawing/2014/main" id="{FD50D6C6-2950-6C73-1233-8AE425FB26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2E69300A-0325-D126-857E-C3CA0A5B9989}"/>
                  </a:ext>
                </a:extLst>
              </p:cNvPr>
              <p:cNvSpPr txBox="1"/>
              <p:nvPr/>
            </p:nvSpPr>
            <p:spPr>
              <a:xfrm>
                <a:off x="4139674" y="4382128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0011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33852" name="直接箭头连接符 43">
              <a:extLst>
                <a:ext uri="{FF2B5EF4-FFF2-40B4-BE49-F238E27FC236}">
                  <a16:creationId xmlns:a16="http://schemas.microsoft.com/office/drawing/2014/main" id="{9B041AC7-2CB3-5FE8-B6D3-CCC6F866906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62803" y="1635265"/>
              <a:ext cx="622299" cy="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53" name="直接箭头连接符 44">
              <a:extLst>
                <a:ext uri="{FF2B5EF4-FFF2-40B4-BE49-F238E27FC236}">
                  <a16:creationId xmlns:a16="http://schemas.microsoft.com/office/drawing/2014/main" id="{96FED8A0-2F3B-4BB3-A15C-3BE0766CAD03}"/>
                </a:ext>
              </a:extLst>
            </p:cNvPr>
            <p:cNvCxnSpPr>
              <a:cxnSpLocks noChangeShapeType="1"/>
              <a:endCxn id="33869" idx="2"/>
            </p:cNvCxnSpPr>
            <p:nvPr/>
          </p:nvCxnSpPr>
          <p:spPr bwMode="auto">
            <a:xfrm flipV="1">
              <a:off x="3866956" y="1628329"/>
              <a:ext cx="673591" cy="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54" name="直接箭头连接符 46">
              <a:extLst>
                <a:ext uri="{FF2B5EF4-FFF2-40B4-BE49-F238E27FC236}">
                  <a16:creationId xmlns:a16="http://schemas.microsoft.com/office/drawing/2014/main" id="{B3FDF0C8-7A40-8AEF-B5EB-E27B94E3496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866956" y="2790792"/>
              <a:ext cx="665162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55" name="直接箭头连接符 47">
              <a:extLst>
                <a:ext uri="{FF2B5EF4-FFF2-40B4-BE49-F238E27FC236}">
                  <a16:creationId xmlns:a16="http://schemas.microsoft.com/office/drawing/2014/main" id="{BC2CDBC9-1EC5-D2B3-C707-61C456A11AB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205652" y="2851290"/>
              <a:ext cx="665162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3856" name="组合 25">
              <a:extLst>
                <a:ext uri="{FF2B5EF4-FFF2-40B4-BE49-F238E27FC236}">
                  <a16:creationId xmlns:a16="http://schemas.microsoft.com/office/drawing/2014/main" id="{B0521622-68A8-BAEC-01EF-BF753626F8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15816" y="1268760"/>
              <a:ext cx="938188" cy="719138"/>
              <a:chOff x="4067944" y="4221088"/>
              <a:chExt cx="720080" cy="720080"/>
            </a:xfrm>
          </p:grpSpPr>
          <p:sp>
            <p:nvSpPr>
              <p:cNvPr id="33871" name="椭圆 26">
                <a:extLst>
                  <a:ext uri="{FF2B5EF4-FFF2-40B4-BE49-F238E27FC236}">
                    <a16:creationId xmlns:a16="http://schemas.microsoft.com/office/drawing/2014/main" id="{719600B1-EEF6-34A4-BBDA-918216E9F4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8D38D152-98E4-9C26-7F61-2A69F0D8956C}"/>
                  </a:ext>
                </a:extLst>
              </p:cNvPr>
              <p:cNvSpPr txBox="1"/>
              <p:nvPr/>
            </p:nvSpPr>
            <p:spPr>
              <a:xfrm>
                <a:off x="4139958" y="4381551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0001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3857" name="组合 25">
              <a:extLst>
                <a:ext uri="{FF2B5EF4-FFF2-40B4-BE49-F238E27FC236}">
                  <a16:creationId xmlns:a16="http://schemas.microsoft.com/office/drawing/2014/main" id="{9204C364-DFD2-33DE-3D61-9FBDBF772E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0547" y="1268759"/>
              <a:ext cx="938188" cy="719138"/>
              <a:chOff x="4067944" y="4221088"/>
              <a:chExt cx="720080" cy="720080"/>
            </a:xfrm>
          </p:grpSpPr>
          <p:sp>
            <p:nvSpPr>
              <p:cNvPr id="33869" name="椭圆 26">
                <a:extLst>
                  <a:ext uri="{FF2B5EF4-FFF2-40B4-BE49-F238E27FC236}">
                    <a16:creationId xmlns:a16="http://schemas.microsoft.com/office/drawing/2014/main" id="{00F08D13-E9B7-71FE-E97B-AFDC45657D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A9D24C6-44DD-CA53-E8EC-DF55D538DDB9}"/>
                  </a:ext>
                </a:extLst>
              </p:cNvPr>
              <p:cNvSpPr txBox="1"/>
              <p:nvPr/>
            </p:nvSpPr>
            <p:spPr>
              <a:xfrm>
                <a:off x="4139674" y="4381552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0010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3858" name="组合 25">
              <a:extLst>
                <a:ext uri="{FF2B5EF4-FFF2-40B4-BE49-F238E27FC236}">
                  <a16:creationId xmlns:a16="http://schemas.microsoft.com/office/drawing/2014/main" id="{145389F8-F3A9-BE2E-35A2-ABEB9692B1D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8254" y="1268759"/>
              <a:ext cx="938188" cy="868224"/>
              <a:chOff x="4067944" y="4221088"/>
              <a:chExt cx="720080" cy="869361"/>
            </a:xfrm>
          </p:grpSpPr>
          <p:sp>
            <p:nvSpPr>
              <p:cNvPr id="33867" name="椭圆 26">
                <a:extLst>
                  <a:ext uri="{FF2B5EF4-FFF2-40B4-BE49-F238E27FC236}">
                    <a16:creationId xmlns:a16="http://schemas.microsoft.com/office/drawing/2014/main" id="{91A04D9F-107F-1564-2D2F-5491A35C61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C7F96AC-D5FB-3DC1-2866-C69027931094}"/>
                  </a:ext>
                </a:extLst>
              </p:cNvPr>
              <p:cNvSpPr txBox="1"/>
              <p:nvPr/>
            </p:nvSpPr>
            <p:spPr>
              <a:xfrm>
                <a:off x="4139847" y="4381552"/>
                <a:ext cx="648350" cy="708587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0000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3859" name="组合 25">
              <a:extLst>
                <a:ext uri="{FF2B5EF4-FFF2-40B4-BE49-F238E27FC236}">
                  <a16:creationId xmlns:a16="http://schemas.microsoft.com/office/drawing/2014/main" id="{F0FDC982-FB42-A634-2C06-F7612D9A945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30215" y="2491721"/>
              <a:ext cx="938188" cy="719138"/>
              <a:chOff x="4067944" y="4221088"/>
              <a:chExt cx="720080" cy="720080"/>
            </a:xfrm>
          </p:grpSpPr>
          <p:sp>
            <p:nvSpPr>
              <p:cNvPr id="33865" name="椭圆 26">
                <a:extLst>
                  <a:ext uri="{FF2B5EF4-FFF2-40B4-BE49-F238E27FC236}">
                    <a16:creationId xmlns:a16="http://schemas.microsoft.com/office/drawing/2014/main" id="{3B2B29CA-8CBD-51C8-A841-35E47AB882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06F68167-7CFE-61BF-EC90-68676CF3B996}"/>
                  </a:ext>
                </a:extLst>
              </p:cNvPr>
              <p:cNvSpPr txBox="1"/>
              <p:nvPr/>
            </p:nvSpPr>
            <p:spPr>
              <a:xfrm>
                <a:off x="4139875" y="4381924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0100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3860" name="组合 25">
              <a:extLst>
                <a:ext uri="{FF2B5EF4-FFF2-40B4-BE49-F238E27FC236}">
                  <a16:creationId xmlns:a16="http://schemas.microsoft.com/office/drawing/2014/main" id="{A6E85866-AE0F-8112-9535-7104DC7AD5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8595" y="2473328"/>
              <a:ext cx="938188" cy="719138"/>
              <a:chOff x="4067944" y="4221088"/>
              <a:chExt cx="720080" cy="720080"/>
            </a:xfrm>
          </p:grpSpPr>
          <p:sp>
            <p:nvSpPr>
              <p:cNvPr id="33863" name="椭圆 26">
                <a:extLst>
                  <a:ext uri="{FF2B5EF4-FFF2-40B4-BE49-F238E27FC236}">
                    <a16:creationId xmlns:a16="http://schemas.microsoft.com/office/drawing/2014/main" id="{349BE1DE-B6E2-48FC-6762-D33AE882CF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D9C1C0AB-82FC-30E5-26F7-09B7E4BEED7F}"/>
                  </a:ext>
                </a:extLst>
              </p:cNvPr>
              <p:cNvSpPr txBox="1"/>
              <p:nvPr/>
            </p:nvSpPr>
            <p:spPr>
              <a:xfrm>
                <a:off x="4139585" y="4381276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0101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33861" name="直接箭头连接符 47">
              <a:extLst>
                <a:ext uri="{FF2B5EF4-FFF2-40B4-BE49-F238E27FC236}">
                  <a16:creationId xmlns:a16="http://schemas.microsoft.com/office/drawing/2014/main" id="{026E12AB-34EB-1EE2-E6A9-5F41186D31A9}"/>
                </a:ext>
              </a:extLst>
            </p:cNvPr>
            <p:cNvCxnSpPr>
              <a:cxnSpLocks noChangeShapeType="1"/>
              <a:stCxn id="33863" idx="0"/>
            </p:cNvCxnSpPr>
            <p:nvPr/>
          </p:nvCxnSpPr>
          <p:spPr bwMode="auto">
            <a:xfrm flipH="1" flipV="1">
              <a:off x="1727348" y="1985608"/>
              <a:ext cx="341" cy="48772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3862" name="直接箭头连接符 47">
              <a:extLst>
                <a:ext uri="{FF2B5EF4-FFF2-40B4-BE49-F238E27FC236}">
                  <a16:creationId xmlns:a16="http://schemas.microsoft.com/office/drawing/2014/main" id="{779E1DA9-C53E-F507-D83A-A79F48716C5F}"/>
                </a:ext>
              </a:extLst>
            </p:cNvPr>
            <p:cNvCxnSpPr>
              <a:cxnSpLocks noChangeShapeType="1"/>
              <a:stCxn id="33869" idx="4"/>
              <a:endCxn id="33873" idx="0"/>
            </p:cNvCxnSpPr>
            <p:nvPr/>
          </p:nvCxnSpPr>
          <p:spPr bwMode="auto">
            <a:xfrm>
              <a:off x="5009641" y="1987897"/>
              <a:ext cx="0" cy="443326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" name="矩形 29">
            <a:extLst>
              <a:ext uri="{FF2B5EF4-FFF2-40B4-BE49-F238E27FC236}">
                <a16:creationId xmlns:a16="http://schemas.microsoft.com/office/drawing/2014/main" id="{52F51537-A2D0-A0F7-CE21-A9DFA5072C43}"/>
              </a:ext>
            </a:extLst>
          </p:cNvPr>
          <p:cNvSpPr/>
          <p:nvPr/>
        </p:nvSpPr>
        <p:spPr>
          <a:xfrm>
            <a:off x="449263" y="1082675"/>
            <a:ext cx="2689225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74163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产生的</a:t>
            </a: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101001</a:t>
            </a:r>
            <a:endParaRPr lang="zh-CN" altLang="en-US" sz="2400" b="1" dirty="0">
              <a:solidFill>
                <a:srgbClr val="FFC000"/>
              </a:solidFill>
            </a:endParaRPr>
          </a:p>
        </p:txBody>
      </p:sp>
      <p:graphicFrame>
        <p:nvGraphicFramePr>
          <p:cNvPr id="31" name="内容占位符 9">
            <a:extLst>
              <a:ext uri="{FF2B5EF4-FFF2-40B4-BE49-F238E27FC236}">
                <a16:creationId xmlns:a16="http://schemas.microsoft.com/office/drawing/2014/main" id="{B80BBAA5-824F-53D6-F53A-EDCB1C480A7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27088" y="2952750"/>
          <a:ext cx="6840537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7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7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7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75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D</a:t>
                      </a:r>
                      <a:endParaRPr lang="zh-CN" altLang="en-US" sz="2400" baseline="-25000" dirty="0"/>
                    </a:p>
                  </a:txBody>
                  <a:tcPr marL="91437" marR="91437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C</a:t>
                      </a:r>
                      <a:endParaRPr lang="zh-CN" altLang="en-US" sz="2400" baseline="-25000" dirty="0"/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B</a:t>
                      </a:r>
                      <a:endParaRPr lang="zh-CN" altLang="en-US" sz="2400" baseline="-25000" dirty="0"/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A</a:t>
                      </a:r>
                      <a:endParaRPr lang="zh-CN" altLang="en-US" sz="2400" baseline="-25000" dirty="0"/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Z</a:t>
                      </a:r>
                      <a:endParaRPr lang="zh-CN" altLang="en-US" sz="2400" dirty="0"/>
                    </a:p>
                  </a:txBody>
                  <a:tcPr marL="91437" marR="91437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7" marR="91437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4487E-A77F-32D9-3421-8E7814E0A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88" y="82550"/>
            <a:ext cx="8382000" cy="762000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连接方式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F606B4-1623-9250-261A-218EB4DAA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590A16ED-AE21-4C20-893C-44661653759F}" type="slidenum">
              <a:rPr lang="en-US" altLang="zh-CN" sz="1000" smtClean="0"/>
              <a:pPr>
                <a:defRPr/>
              </a:pPr>
              <a:t>32</a:t>
            </a:fld>
            <a:endParaRPr lang="en-US" altLang="zh-CN" sz="1000"/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3C37950F-FB1B-59FA-2EFB-3DAA98918CF8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839788"/>
            <a:ext cx="5334000" cy="2286000"/>
            <a:chOff x="672" y="1680"/>
            <a:chExt cx="3360" cy="1440"/>
          </a:xfrm>
        </p:grpSpPr>
        <p:grpSp>
          <p:nvGrpSpPr>
            <p:cNvPr id="34854" name="Group 7">
              <a:extLst>
                <a:ext uri="{FF2B5EF4-FFF2-40B4-BE49-F238E27FC236}">
                  <a16:creationId xmlns:a16="http://schemas.microsoft.com/office/drawing/2014/main" id="{C8E338EA-E8B6-BCB7-2A3A-306CF47FB87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04" y="1680"/>
              <a:ext cx="2928" cy="1440"/>
              <a:chOff x="816" y="1392"/>
              <a:chExt cx="2928" cy="1440"/>
            </a:xfrm>
          </p:grpSpPr>
          <p:sp>
            <p:nvSpPr>
              <p:cNvPr id="34859" name="Rectangle 8">
                <a:extLst>
                  <a:ext uri="{FF2B5EF4-FFF2-40B4-BE49-F238E27FC236}">
                    <a16:creationId xmlns:a16="http://schemas.microsoft.com/office/drawing/2014/main" id="{E70CABD3-9A9B-ADDF-A761-4F6E2C2E29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6" y="1642"/>
                <a:ext cx="2928" cy="95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8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34860" name="Text Box 9">
                <a:extLst>
                  <a:ext uri="{FF2B5EF4-FFF2-40B4-BE49-F238E27FC236}">
                    <a16:creationId xmlns:a16="http://schemas.microsoft.com/office/drawing/2014/main" id="{F7E25125-242C-1744-9369-61868108CC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" y="2304"/>
                <a:ext cx="816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A  B  C  D</a:t>
                </a:r>
              </a:p>
            </p:txBody>
          </p:sp>
          <p:sp>
            <p:nvSpPr>
              <p:cNvPr id="34861" name="Text Box 10">
                <a:extLst>
                  <a:ext uri="{FF2B5EF4-FFF2-40B4-BE49-F238E27FC236}">
                    <a16:creationId xmlns:a16="http://schemas.microsoft.com/office/drawing/2014/main" id="{02888921-620B-0D59-315C-5B8EA15536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" y="1680"/>
                <a:ext cx="2832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Q</a:t>
                </a:r>
                <a:r>
                  <a:rPr lang="en-US" altLang="zh-CN" sz="2400" baseline="-25000"/>
                  <a:t>A</a:t>
                </a:r>
                <a:r>
                  <a:rPr lang="en-US" altLang="zh-CN" sz="2000"/>
                  <a:t>   Q</a:t>
                </a:r>
                <a:r>
                  <a:rPr lang="en-US" altLang="zh-CN" sz="2400" baseline="-25000"/>
                  <a:t>B</a:t>
                </a:r>
                <a:r>
                  <a:rPr lang="en-US" altLang="zh-CN" sz="2000"/>
                  <a:t>   Q</a:t>
                </a:r>
                <a:r>
                  <a:rPr lang="en-US" altLang="zh-CN" sz="2400" baseline="-25000"/>
                  <a:t>C</a:t>
                </a:r>
                <a:r>
                  <a:rPr lang="en-US" altLang="zh-CN" sz="2000"/>
                  <a:t>   Q</a:t>
                </a:r>
                <a:r>
                  <a:rPr lang="en-US" altLang="zh-CN" sz="2400" baseline="-25000"/>
                  <a:t>D                             </a:t>
                </a:r>
                <a:r>
                  <a:rPr lang="en-US" altLang="zh-CN" sz="2000"/>
                  <a:t>RC</a:t>
                </a:r>
              </a:p>
            </p:txBody>
          </p:sp>
          <p:sp>
            <p:nvSpPr>
              <p:cNvPr id="34862" name="Text Box 11">
                <a:extLst>
                  <a:ext uri="{FF2B5EF4-FFF2-40B4-BE49-F238E27FC236}">
                    <a16:creationId xmlns:a16="http://schemas.microsoft.com/office/drawing/2014/main" id="{9D80EA44-953D-88E9-EF12-2CE4DF566C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16" y="2314"/>
                <a:ext cx="1920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CP   CLR   L</a:t>
                </a:r>
              </a:p>
            </p:txBody>
          </p:sp>
          <p:sp>
            <p:nvSpPr>
              <p:cNvPr id="34863" name="Rectangle 12">
                <a:extLst>
                  <a:ext uri="{FF2B5EF4-FFF2-40B4-BE49-F238E27FC236}">
                    <a16:creationId xmlns:a16="http://schemas.microsoft.com/office/drawing/2014/main" id="{E6A870BC-1FFF-45EE-478F-FA50C8AA37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8" y="2304"/>
                <a:ext cx="447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000"/>
                  <a:t>T   P</a:t>
                </a:r>
              </a:p>
            </p:txBody>
          </p:sp>
          <p:sp>
            <p:nvSpPr>
              <p:cNvPr id="34864" name="Line 13">
                <a:extLst>
                  <a:ext uri="{FF2B5EF4-FFF2-40B4-BE49-F238E27FC236}">
                    <a16:creationId xmlns:a16="http://schemas.microsoft.com/office/drawing/2014/main" id="{F41E21DB-9BB7-E60B-1E59-314CF8A242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65" name="Line 14">
                <a:extLst>
                  <a:ext uri="{FF2B5EF4-FFF2-40B4-BE49-F238E27FC236}">
                    <a16:creationId xmlns:a16="http://schemas.microsoft.com/office/drawing/2014/main" id="{21191485-91DF-039C-DACE-7C706C67FF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44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66" name="Line 15">
                <a:extLst>
                  <a:ext uri="{FF2B5EF4-FFF2-40B4-BE49-F238E27FC236}">
                    <a16:creationId xmlns:a16="http://schemas.microsoft.com/office/drawing/2014/main" id="{258600A4-566C-10D5-127C-8549A9A4CF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80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67" name="Line 16">
                <a:extLst>
                  <a:ext uri="{FF2B5EF4-FFF2-40B4-BE49-F238E27FC236}">
                    <a16:creationId xmlns:a16="http://schemas.microsoft.com/office/drawing/2014/main" id="{0D77B96E-F5A0-FAAA-0069-A378555B7A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68" name="Line 17">
                <a:extLst>
                  <a:ext uri="{FF2B5EF4-FFF2-40B4-BE49-F238E27FC236}">
                    <a16:creationId xmlns:a16="http://schemas.microsoft.com/office/drawing/2014/main" id="{B1CDDEDC-3112-618C-804C-3AE3BECDF0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69" name="Line 18">
                <a:extLst>
                  <a:ext uri="{FF2B5EF4-FFF2-40B4-BE49-F238E27FC236}">
                    <a16:creationId xmlns:a16="http://schemas.microsoft.com/office/drawing/2014/main" id="{89C93631-AA2A-99C3-65E7-D023154613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2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70" name="Line 19">
                <a:extLst>
                  <a:ext uri="{FF2B5EF4-FFF2-40B4-BE49-F238E27FC236}">
                    <a16:creationId xmlns:a16="http://schemas.microsoft.com/office/drawing/2014/main" id="{6EBBD5C0-75F9-4EE1-3792-F1138C282A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44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71" name="Line 20">
                <a:extLst>
                  <a:ext uri="{FF2B5EF4-FFF2-40B4-BE49-F238E27FC236}">
                    <a16:creationId xmlns:a16="http://schemas.microsoft.com/office/drawing/2014/main" id="{4F155AC6-45E9-4424-1D73-40C601CDFF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72" name="Line 21">
                <a:extLst>
                  <a:ext uri="{FF2B5EF4-FFF2-40B4-BE49-F238E27FC236}">
                    <a16:creationId xmlns:a16="http://schemas.microsoft.com/office/drawing/2014/main" id="{850A2D4A-FD4F-C6F2-9F9A-AEF30FD5BB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25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73" name="Line 22">
                <a:extLst>
                  <a:ext uri="{FF2B5EF4-FFF2-40B4-BE49-F238E27FC236}">
                    <a16:creationId xmlns:a16="http://schemas.microsoft.com/office/drawing/2014/main" id="{FF825930-F145-67C4-E309-0423146DB0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74" name="Line 23">
                <a:extLst>
                  <a:ext uri="{FF2B5EF4-FFF2-40B4-BE49-F238E27FC236}">
                    <a16:creationId xmlns:a16="http://schemas.microsoft.com/office/drawing/2014/main" id="{562BF2F1-F776-A7C0-44D2-CC02CF397A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96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75" name="Line 24">
                <a:extLst>
                  <a:ext uri="{FF2B5EF4-FFF2-40B4-BE49-F238E27FC236}">
                    <a16:creationId xmlns:a16="http://schemas.microsoft.com/office/drawing/2014/main" id="{0DEF17A0-9D49-E7A4-540F-8D2D15ABA8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76" name="Line 25">
                <a:extLst>
                  <a:ext uri="{FF2B5EF4-FFF2-40B4-BE49-F238E27FC236}">
                    <a16:creationId xmlns:a16="http://schemas.microsoft.com/office/drawing/2014/main" id="{71AB8E47-B3B0-F954-EBF6-E7090D31C7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4877" name="Line 26">
                <a:extLst>
                  <a:ext uri="{FF2B5EF4-FFF2-40B4-BE49-F238E27FC236}">
                    <a16:creationId xmlns:a16="http://schemas.microsoft.com/office/drawing/2014/main" id="{7BFFEF71-11E2-8991-8C38-3F1AF953A8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0" y="1392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34855" name="Group 27">
              <a:extLst>
                <a:ext uri="{FF2B5EF4-FFF2-40B4-BE49-F238E27FC236}">
                  <a16:creationId xmlns:a16="http://schemas.microsoft.com/office/drawing/2014/main" id="{4AE9EAAD-3B3E-CE1F-A748-3A9A60BF47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08" y="2256"/>
              <a:ext cx="576" cy="288"/>
              <a:chOff x="576" y="3696"/>
              <a:chExt cx="576" cy="288"/>
            </a:xfrm>
          </p:grpSpPr>
          <p:sp>
            <p:nvSpPr>
              <p:cNvPr id="34857" name="Text Box 28">
                <a:extLst>
                  <a:ext uri="{FF2B5EF4-FFF2-40B4-BE49-F238E27FC236}">
                    <a16:creationId xmlns:a16="http://schemas.microsoft.com/office/drawing/2014/main" id="{78962B52-CDC3-7B5B-5D6C-A1BDE41506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3696"/>
                <a:ext cx="57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R</a:t>
                </a:r>
                <a:r>
                  <a:rPr lang="en-US" altLang="zh-CN" sz="2400" baseline="-25000"/>
                  <a:t>D</a:t>
                </a:r>
              </a:p>
            </p:txBody>
          </p:sp>
          <p:sp>
            <p:nvSpPr>
              <p:cNvPr id="34858" name="Line 29">
                <a:extLst>
                  <a:ext uri="{FF2B5EF4-FFF2-40B4-BE49-F238E27FC236}">
                    <a16:creationId xmlns:a16="http://schemas.microsoft.com/office/drawing/2014/main" id="{C7CBB90F-C767-404F-B38F-3C5B9C429B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20" y="3744"/>
                <a:ext cx="24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4856" name="Line 30">
              <a:extLst>
                <a:ext uri="{FF2B5EF4-FFF2-40B4-BE49-F238E27FC236}">
                  <a16:creationId xmlns:a16="http://schemas.microsoft.com/office/drawing/2014/main" id="{7E4CB22B-FDAF-6EF9-013F-1AE14737F5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" y="235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0" name="组合 25">
            <a:extLst>
              <a:ext uri="{FF2B5EF4-FFF2-40B4-BE49-F238E27FC236}">
                <a16:creationId xmlns:a16="http://schemas.microsoft.com/office/drawing/2014/main" id="{B87BFBF5-6F94-9674-45B0-F1085D0671BE}"/>
              </a:ext>
            </a:extLst>
          </p:cNvPr>
          <p:cNvGrpSpPr>
            <a:grpSpLocks/>
          </p:cNvGrpSpPr>
          <p:nvPr/>
        </p:nvGrpSpPr>
        <p:grpSpPr bwMode="auto">
          <a:xfrm>
            <a:off x="6013450" y="5818188"/>
            <a:ext cx="938213" cy="719137"/>
            <a:chOff x="4067944" y="4221088"/>
            <a:chExt cx="720080" cy="720080"/>
          </a:xfrm>
        </p:grpSpPr>
        <p:sp>
          <p:nvSpPr>
            <p:cNvPr id="34852" name="椭圆 26">
              <a:extLst>
                <a:ext uri="{FF2B5EF4-FFF2-40B4-BE49-F238E27FC236}">
                  <a16:creationId xmlns:a16="http://schemas.microsoft.com/office/drawing/2014/main" id="{9EE6B641-3D08-13ED-78E9-51159E21A5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DE1D1061-22FC-FB6D-4826-7BF02AF6951D}"/>
                </a:ext>
              </a:extLst>
            </p:cNvPr>
            <p:cNvSpPr txBox="1"/>
            <p:nvPr/>
          </p:nvSpPr>
          <p:spPr>
            <a:xfrm>
              <a:off x="4139831" y="4381635"/>
              <a:ext cx="648193" cy="4005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0011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48" name="直接箭头连接符 43">
            <a:extLst>
              <a:ext uri="{FF2B5EF4-FFF2-40B4-BE49-F238E27FC236}">
                <a16:creationId xmlns:a16="http://schemas.microsoft.com/office/drawing/2014/main" id="{2114996D-AC0C-86A0-8362-22D05C7BFC1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735388" y="5021263"/>
            <a:ext cx="622300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9" name="直接箭头连接符 44">
            <a:extLst>
              <a:ext uri="{FF2B5EF4-FFF2-40B4-BE49-F238E27FC236}">
                <a16:creationId xmlns:a16="http://schemas.microsoft.com/office/drawing/2014/main" id="{714E9095-3405-F803-2C66-3839014CC194}"/>
              </a:ext>
            </a:extLst>
          </p:cNvPr>
          <p:cNvCxnSpPr>
            <a:cxnSpLocks noChangeShapeType="1"/>
            <a:endCxn id="34848" idx="2"/>
          </p:cNvCxnSpPr>
          <p:nvPr/>
        </p:nvCxnSpPr>
        <p:spPr bwMode="auto">
          <a:xfrm flipV="1">
            <a:off x="5338763" y="5014913"/>
            <a:ext cx="674687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直接箭头连接符 46">
            <a:extLst>
              <a:ext uri="{FF2B5EF4-FFF2-40B4-BE49-F238E27FC236}">
                <a16:creationId xmlns:a16="http://schemas.microsoft.com/office/drawing/2014/main" id="{DB5184F1-932E-F481-7DDD-98935404CAFF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338763" y="6176963"/>
            <a:ext cx="665162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" name="直接箭头连接符 47">
            <a:extLst>
              <a:ext uri="{FF2B5EF4-FFF2-40B4-BE49-F238E27FC236}">
                <a16:creationId xmlns:a16="http://schemas.microsoft.com/office/drawing/2014/main" id="{60618C1C-7E69-CE14-ECA3-01B334F3330D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678238" y="6237288"/>
            <a:ext cx="665162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5" name="组合 25">
            <a:extLst>
              <a:ext uri="{FF2B5EF4-FFF2-40B4-BE49-F238E27FC236}">
                <a16:creationId xmlns:a16="http://schemas.microsoft.com/office/drawing/2014/main" id="{B77430E9-AAD3-F494-FC8F-2602105A37F2}"/>
              </a:ext>
            </a:extLst>
          </p:cNvPr>
          <p:cNvGrpSpPr>
            <a:grpSpLocks/>
          </p:cNvGrpSpPr>
          <p:nvPr/>
        </p:nvGrpSpPr>
        <p:grpSpPr bwMode="auto">
          <a:xfrm>
            <a:off x="4387850" y="4654550"/>
            <a:ext cx="938213" cy="719138"/>
            <a:chOff x="4067944" y="4221088"/>
            <a:chExt cx="720080" cy="720080"/>
          </a:xfrm>
        </p:grpSpPr>
        <p:sp>
          <p:nvSpPr>
            <p:cNvPr id="34850" name="椭圆 26">
              <a:extLst>
                <a:ext uri="{FF2B5EF4-FFF2-40B4-BE49-F238E27FC236}">
                  <a16:creationId xmlns:a16="http://schemas.microsoft.com/office/drawing/2014/main" id="{890F4022-3D00-C12E-1A1B-0B3A209CE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5D5EB127-0502-CC91-976C-744748854681}"/>
                </a:ext>
              </a:extLst>
            </p:cNvPr>
            <p:cNvSpPr txBox="1"/>
            <p:nvPr/>
          </p:nvSpPr>
          <p:spPr>
            <a:xfrm>
              <a:off x="4139831" y="4381636"/>
              <a:ext cx="648193" cy="40057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0001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8" name="组合 25">
            <a:extLst>
              <a:ext uri="{FF2B5EF4-FFF2-40B4-BE49-F238E27FC236}">
                <a16:creationId xmlns:a16="http://schemas.microsoft.com/office/drawing/2014/main" id="{B0FBA60C-9A4D-16B2-3593-D2B7418A9DBB}"/>
              </a:ext>
            </a:extLst>
          </p:cNvPr>
          <p:cNvGrpSpPr>
            <a:grpSpLocks/>
          </p:cNvGrpSpPr>
          <p:nvPr/>
        </p:nvGrpSpPr>
        <p:grpSpPr bwMode="auto">
          <a:xfrm>
            <a:off x="6013450" y="4654550"/>
            <a:ext cx="938213" cy="719138"/>
            <a:chOff x="4067944" y="4221088"/>
            <a:chExt cx="720080" cy="720080"/>
          </a:xfrm>
        </p:grpSpPr>
        <p:sp>
          <p:nvSpPr>
            <p:cNvPr id="34848" name="椭圆 26">
              <a:extLst>
                <a:ext uri="{FF2B5EF4-FFF2-40B4-BE49-F238E27FC236}">
                  <a16:creationId xmlns:a16="http://schemas.microsoft.com/office/drawing/2014/main" id="{B28D6365-8AB0-1024-0CB5-C4A03ABEC6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2350F99A-3532-39CA-B236-ECD044CE6AC3}"/>
                </a:ext>
              </a:extLst>
            </p:cNvPr>
            <p:cNvSpPr txBox="1"/>
            <p:nvPr/>
          </p:nvSpPr>
          <p:spPr>
            <a:xfrm>
              <a:off x="4139831" y="4381636"/>
              <a:ext cx="648193" cy="40057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0010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62" name="组合 25">
            <a:extLst>
              <a:ext uri="{FF2B5EF4-FFF2-40B4-BE49-F238E27FC236}">
                <a16:creationId xmlns:a16="http://schemas.microsoft.com/office/drawing/2014/main" id="{0E904D4E-93E6-33D8-0385-ED8ED114F389}"/>
              </a:ext>
            </a:extLst>
          </p:cNvPr>
          <p:cNvGrpSpPr>
            <a:grpSpLocks/>
          </p:cNvGrpSpPr>
          <p:nvPr/>
        </p:nvGrpSpPr>
        <p:grpSpPr bwMode="auto">
          <a:xfrm>
            <a:off x="2730500" y="4654550"/>
            <a:ext cx="938213" cy="868363"/>
            <a:chOff x="4067944" y="4221088"/>
            <a:chExt cx="720080" cy="869361"/>
          </a:xfrm>
        </p:grpSpPr>
        <p:sp>
          <p:nvSpPr>
            <p:cNvPr id="34846" name="椭圆 26">
              <a:extLst>
                <a:ext uri="{FF2B5EF4-FFF2-40B4-BE49-F238E27FC236}">
                  <a16:creationId xmlns:a16="http://schemas.microsoft.com/office/drawing/2014/main" id="{9ED0D8AC-1D27-A7E8-4013-6C6F42A0E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20357981-626D-6FE6-5C1B-0184C4D41A51}"/>
                </a:ext>
              </a:extLst>
            </p:cNvPr>
            <p:cNvSpPr txBox="1"/>
            <p:nvPr/>
          </p:nvSpPr>
          <p:spPr>
            <a:xfrm>
              <a:off x="4139831" y="4381610"/>
              <a:ext cx="648193" cy="708839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0000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65" name="组合 25">
            <a:extLst>
              <a:ext uri="{FF2B5EF4-FFF2-40B4-BE49-F238E27FC236}">
                <a16:creationId xmlns:a16="http://schemas.microsoft.com/office/drawing/2014/main" id="{3B414BD5-7F15-7379-5F9D-AF89735E2780}"/>
              </a:ext>
            </a:extLst>
          </p:cNvPr>
          <p:cNvGrpSpPr>
            <a:grpSpLocks/>
          </p:cNvGrpSpPr>
          <p:nvPr/>
        </p:nvGrpSpPr>
        <p:grpSpPr bwMode="auto">
          <a:xfrm>
            <a:off x="4402138" y="5878513"/>
            <a:ext cx="938212" cy="719137"/>
            <a:chOff x="4067944" y="4221088"/>
            <a:chExt cx="720080" cy="720080"/>
          </a:xfrm>
        </p:grpSpPr>
        <p:sp>
          <p:nvSpPr>
            <p:cNvPr id="34844" name="椭圆 26">
              <a:extLst>
                <a:ext uri="{FF2B5EF4-FFF2-40B4-BE49-F238E27FC236}">
                  <a16:creationId xmlns:a16="http://schemas.microsoft.com/office/drawing/2014/main" id="{3AD2EAE2-F8E1-45D4-66F9-7AA0E6D15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20AC67B9-26DE-F079-E884-CBB6820D2643}"/>
                </a:ext>
              </a:extLst>
            </p:cNvPr>
            <p:cNvSpPr txBox="1"/>
            <p:nvPr/>
          </p:nvSpPr>
          <p:spPr>
            <a:xfrm>
              <a:off x="4139830" y="4381635"/>
              <a:ext cx="648194" cy="4005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0100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68" name="组合 25">
            <a:extLst>
              <a:ext uri="{FF2B5EF4-FFF2-40B4-BE49-F238E27FC236}">
                <a16:creationId xmlns:a16="http://schemas.microsoft.com/office/drawing/2014/main" id="{285DFD0F-9FA0-691B-074D-BA938924E228}"/>
              </a:ext>
            </a:extLst>
          </p:cNvPr>
          <p:cNvGrpSpPr>
            <a:grpSpLocks/>
          </p:cNvGrpSpPr>
          <p:nvPr/>
        </p:nvGrpSpPr>
        <p:grpSpPr bwMode="auto">
          <a:xfrm>
            <a:off x="2730500" y="5859463"/>
            <a:ext cx="938213" cy="719137"/>
            <a:chOff x="4067944" y="4221088"/>
            <a:chExt cx="720080" cy="720080"/>
          </a:xfrm>
        </p:grpSpPr>
        <p:sp>
          <p:nvSpPr>
            <p:cNvPr id="34842" name="椭圆 26">
              <a:extLst>
                <a:ext uri="{FF2B5EF4-FFF2-40B4-BE49-F238E27FC236}">
                  <a16:creationId xmlns:a16="http://schemas.microsoft.com/office/drawing/2014/main" id="{F58D955C-AE4D-5B65-2B5D-7CF14FAD7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B911B266-8F79-9279-ECD0-E29610512C42}"/>
                </a:ext>
              </a:extLst>
            </p:cNvPr>
            <p:cNvSpPr txBox="1"/>
            <p:nvPr/>
          </p:nvSpPr>
          <p:spPr>
            <a:xfrm>
              <a:off x="4139831" y="4381635"/>
              <a:ext cx="648193" cy="40057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0101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71" name="直接箭头连接符 47">
            <a:extLst>
              <a:ext uri="{FF2B5EF4-FFF2-40B4-BE49-F238E27FC236}">
                <a16:creationId xmlns:a16="http://schemas.microsoft.com/office/drawing/2014/main" id="{2050F22E-1DBD-62DC-548E-DC4A4818A7A7}"/>
              </a:ext>
            </a:extLst>
          </p:cNvPr>
          <p:cNvCxnSpPr>
            <a:cxnSpLocks noChangeShapeType="1"/>
            <a:stCxn id="34842" idx="0"/>
          </p:cNvCxnSpPr>
          <p:nvPr/>
        </p:nvCxnSpPr>
        <p:spPr bwMode="auto">
          <a:xfrm flipH="1" flipV="1">
            <a:off x="3200400" y="5372100"/>
            <a:ext cx="0" cy="487363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4" name="直接箭头连接符 47">
            <a:extLst>
              <a:ext uri="{FF2B5EF4-FFF2-40B4-BE49-F238E27FC236}">
                <a16:creationId xmlns:a16="http://schemas.microsoft.com/office/drawing/2014/main" id="{2C4D0CC4-87C3-D289-6323-B6DE0979BA93}"/>
              </a:ext>
            </a:extLst>
          </p:cNvPr>
          <p:cNvCxnSpPr>
            <a:cxnSpLocks noChangeShapeType="1"/>
            <a:stCxn id="34848" idx="4"/>
            <a:endCxn id="34852" idx="0"/>
          </p:cNvCxnSpPr>
          <p:nvPr/>
        </p:nvCxnSpPr>
        <p:spPr bwMode="auto">
          <a:xfrm>
            <a:off x="6481763" y="5373688"/>
            <a:ext cx="0" cy="44450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59512DF0-C0A7-B1C2-CBA2-6AD12548E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1754188"/>
            <a:ext cx="9953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/>
              <a:t>“</a:t>
            </a:r>
            <a:r>
              <a:rPr lang="en-US" altLang="zh-CN" sz="2000"/>
              <a:t>1</a:t>
            </a:r>
            <a:r>
              <a:rPr lang="zh-CN" altLang="en-US" sz="2000"/>
              <a:t>”</a:t>
            </a: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5FCA0020-DCC6-7596-CC17-CDC437BAD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4013" y="3190875"/>
            <a:ext cx="9953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/>
              <a:t>“</a:t>
            </a:r>
            <a:r>
              <a:rPr lang="en-US" altLang="zh-CN" sz="2000"/>
              <a:t>1</a:t>
            </a:r>
            <a:r>
              <a:rPr lang="zh-CN" altLang="en-US" sz="2000"/>
              <a:t>”</a:t>
            </a: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16EB4AE7-8423-2A1A-DFEF-1413B6BB4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9950" y="3157538"/>
            <a:ext cx="9937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/>
              <a:t>“</a:t>
            </a:r>
            <a:r>
              <a:rPr lang="en-US" altLang="zh-CN" sz="2000"/>
              <a:t>1</a:t>
            </a:r>
            <a:r>
              <a:rPr lang="zh-CN" altLang="en-US" sz="2000"/>
              <a:t>”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315916FF-C17D-125D-EE3E-E6F43CC8E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5413" y="3157538"/>
            <a:ext cx="9953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/>
              <a:t>“</a:t>
            </a:r>
            <a:r>
              <a:rPr lang="en-US" altLang="zh-CN" sz="2000"/>
              <a:t>1</a:t>
            </a:r>
            <a:r>
              <a:rPr lang="zh-CN" altLang="en-US" sz="2000"/>
              <a:t>”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F6E9C587-4FA5-73D5-C017-ABCDCE1582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5350" y="3163888"/>
            <a:ext cx="9953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/>
              <a:t>“</a:t>
            </a:r>
            <a:r>
              <a:rPr lang="en-US" altLang="zh-CN" sz="2000"/>
              <a:t>clk</a:t>
            </a:r>
            <a:r>
              <a:rPr lang="zh-CN" altLang="en-US" sz="2000"/>
              <a:t>”</a:t>
            </a:r>
          </a:p>
        </p:txBody>
      </p: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E6C5D58A-35CC-7063-94AF-41EC2CE68E1B}"/>
              </a:ext>
            </a:extLst>
          </p:cNvPr>
          <p:cNvGrpSpPr>
            <a:grpSpLocks/>
          </p:cNvGrpSpPr>
          <p:nvPr/>
        </p:nvGrpSpPr>
        <p:grpSpPr bwMode="auto">
          <a:xfrm>
            <a:off x="3359150" y="3125788"/>
            <a:ext cx="1481138" cy="906462"/>
            <a:chOff x="3359671" y="3126462"/>
            <a:chExt cx="1479892" cy="906051"/>
          </a:xfrm>
        </p:grpSpPr>
        <p:sp>
          <p:nvSpPr>
            <p:cNvPr id="34840" name="矩形 82">
              <a:extLst>
                <a:ext uri="{FF2B5EF4-FFF2-40B4-BE49-F238E27FC236}">
                  <a16:creationId xmlns:a16="http://schemas.microsoft.com/office/drawing/2014/main" id="{6BB5BF3E-8A7C-04D9-F655-36597474F2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9671" y="3529811"/>
              <a:ext cx="1479892" cy="5027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________</a:t>
              </a:r>
            </a:p>
            <a:p>
              <a:pPr>
                <a:lnSpc>
                  <a:spcPts val="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_      _</a:t>
              </a:r>
            </a:p>
            <a:p>
              <a:pPr>
                <a:lnSpc>
                  <a:spcPts val="24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Q</a:t>
              </a:r>
              <a:r>
                <a:rPr lang="en-US" altLang="zh-CN" sz="2400" baseline="-25000"/>
                <a:t>D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C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B</a:t>
              </a:r>
              <a:r>
                <a:rPr lang="en-US" altLang="zh-CN" sz="2000"/>
                <a:t>Q</a:t>
              </a:r>
              <a:r>
                <a:rPr lang="en-US" altLang="zh-CN" sz="2400" baseline="-25000"/>
                <a:t>A </a:t>
              </a:r>
              <a:endParaRPr lang="zh-CN" altLang="en-US" sz="2000"/>
            </a:p>
          </p:txBody>
        </p:sp>
        <p:cxnSp>
          <p:nvCxnSpPr>
            <p:cNvPr id="34841" name="直接连接符 84">
              <a:extLst>
                <a:ext uri="{FF2B5EF4-FFF2-40B4-BE49-F238E27FC236}">
                  <a16:creationId xmlns:a16="http://schemas.microsoft.com/office/drawing/2014/main" id="{C4A72783-798A-4E5B-97DC-30992521767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886192" y="3126462"/>
              <a:ext cx="0" cy="51856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87" name="文本框 86">
            <a:extLst>
              <a:ext uri="{FF2B5EF4-FFF2-40B4-BE49-F238E27FC236}">
                <a16:creationId xmlns:a16="http://schemas.microsoft.com/office/drawing/2014/main" id="{24AAEC10-7259-C83E-DA18-22B62C9724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0650" y="3138488"/>
            <a:ext cx="1936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000"/>
              <a:t>“</a:t>
            </a:r>
            <a:r>
              <a:rPr lang="en-US" altLang="zh-CN" sz="2000"/>
              <a:t>0  0  0  0</a:t>
            </a:r>
            <a:r>
              <a:rPr lang="zh-CN" altLang="en-US" sz="2000"/>
              <a:t>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  <p:bldP spid="79" grpId="0"/>
      <p:bldP spid="80" grpId="0"/>
      <p:bldP spid="81" grpId="0"/>
      <p:bldP spid="82" grpId="0"/>
      <p:bldP spid="8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0F82A3-8129-DB77-41E6-17EB0A9A5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56278D0-2648-43F5-8850-E999C0EB9F96}" type="slidenum">
              <a:rPr lang="en-US" altLang="zh-CN" sz="1000" smtClean="0"/>
              <a:pPr>
                <a:defRPr/>
              </a:pPr>
              <a:t>33</a:t>
            </a:fld>
            <a:endParaRPr lang="en-US" altLang="zh-CN" sz="1000"/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D84024F1-580A-EC7C-BFBA-F611C0190BE1}"/>
              </a:ext>
            </a:extLst>
          </p:cNvPr>
          <p:cNvGrpSpPr>
            <a:grpSpLocks/>
          </p:cNvGrpSpPr>
          <p:nvPr/>
        </p:nvGrpSpPr>
        <p:grpSpPr bwMode="auto">
          <a:xfrm>
            <a:off x="4932363" y="422275"/>
            <a:ext cx="3402012" cy="3022600"/>
            <a:chOff x="573" y="1250"/>
            <a:chExt cx="2143" cy="1904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390E7A63-E204-38C9-5D7C-68D586159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3" y="2796"/>
              <a:ext cx="390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dirty="0"/>
                <a:t>×</a:t>
              </a:r>
            </a:p>
          </p:txBody>
        </p:sp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692E3654-72E8-CFF6-868D-4AA261015C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4" y="2796"/>
              <a:ext cx="389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l-GR" altLang="zh-CN" sz="2400"/>
                <a:t>×</a:t>
              </a:r>
              <a:endParaRPr lang="en-US" altLang="zh-CN" sz="2400"/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E90D1D13-3B01-8B49-57A6-60D528FA7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4" y="2805"/>
              <a:ext cx="390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l-GR" altLang="zh-CN" sz="2400"/>
                <a:t>×</a:t>
              </a:r>
              <a:endParaRPr lang="en-US" altLang="zh-CN" sz="2400"/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D776E552-F94F-055F-74DD-2595019A3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" y="2796"/>
              <a:ext cx="390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dirty="0"/>
                <a:t>×</a:t>
              </a:r>
            </a:p>
          </p:txBody>
        </p:sp>
        <p:sp>
          <p:nvSpPr>
            <p:cNvPr id="10" name="Rectangle 8">
              <a:extLst>
                <a:ext uri="{FF2B5EF4-FFF2-40B4-BE49-F238E27FC236}">
                  <a16:creationId xmlns:a16="http://schemas.microsoft.com/office/drawing/2014/main" id="{022AFB0E-1492-CF86-9173-038EFD670C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3" y="2447"/>
              <a:ext cx="390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l-GR" altLang="zh-CN" sz="2400"/>
                <a:t>×</a:t>
              </a:r>
              <a:endParaRPr lang="en-US" altLang="zh-CN" sz="2400"/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04DF7E8F-FDD4-91E6-9320-1875784DF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4" y="2447"/>
              <a:ext cx="389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l-GR" altLang="zh-CN" sz="2400"/>
                <a:t>×</a:t>
              </a:r>
              <a:endParaRPr lang="en-US" altLang="zh-CN" sz="2400"/>
            </a:p>
          </p:txBody>
        </p:sp>
        <p:sp>
          <p:nvSpPr>
            <p:cNvPr id="12" name="Rectangle 10">
              <a:extLst>
                <a:ext uri="{FF2B5EF4-FFF2-40B4-BE49-F238E27FC236}">
                  <a16:creationId xmlns:a16="http://schemas.microsoft.com/office/drawing/2014/main" id="{FC7AF4DE-58A4-73E3-B8AF-7F25FBA10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4" y="2447"/>
              <a:ext cx="390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l-GR" altLang="zh-CN" sz="2400"/>
                <a:t>×</a:t>
              </a:r>
              <a:endParaRPr lang="en-US" altLang="zh-CN" sz="2400"/>
            </a:p>
          </p:txBody>
        </p:sp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9866D7CA-8784-F988-7E28-FE346DA13E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" y="2447"/>
              <a:ext cx="390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dirty="0"/>
                <a:t>×</a:t>
              </a:r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666BDBCB-3176-1DF0-B346-E61D3DAE3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3" y="2097"/>
              <a:ext cx="390" cy="3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l-GR" altLang="zh-CN" sz="2400"/>
                <a:t>×</a:t>
              </a:r>
              <a:endParaRPr lang="en-US" altLang="zh-CN" sz="2400"/>
            </a:p>
          </p:txBody>
        </p:sp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B04500CA-088A-2026-4E4A-CC0E4BAF5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4" y="2097"/>
              <a:ext cx="389" cy="3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l-GR" altLang="zh-CN" sz="2400"/>
                <a:t>×</a:t>
              </a:r>
              <a:endParaRPr lang="en-US" altLang="zh-CN" sz="2400"/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AA133AB2-4F07-0939-A33B-3BF84BDD60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4" y="2097"/>
              <a:ext cx="390" cy="3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dirty="0"/>
                <a:t>1</a:t>
              </a:r>
            </a:p>
          </p:txBody>
        </p:sp>
        <p:sp>
          <p:nvSpPr>
            <p:cNvPr id="17" name="Rectangle 15">
              <a:extLst>
                <a:ext uri="{FF2B5EF4-FFF2-40B4-BE49-F238E27FC236}">
                  <a16:creationId xmlns:a16="http://schemas.microsoft.com/office/drawing/2014/main" id="{97583C93-88DA-1EDC-8C63-53C42942FC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" y="2097"/>
              <a:ext cx="390" cy="35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dirty="0"/>
                <a:t>0</a:t>
              </a:r>
            </a:p>
          </p:txBody>
        </p:sp>
        <p:sp>
          <p:nvSpPr>
            <p:cNvPr id="18" name="Rectangle 16">
              <a:extLst>
                <a:ext uri="{FF2B5EF4-FFF2-40B4-BE49-F238E27FC236}">
                  <a16:creationId xmlns:a16="http://schemas.microsoft.com/office/drawing/2014/main" id="{CC3653D5-0343-EBB0-88D6-94D1AAF6B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3" y="1748"/>
              <a:ext cx="390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dirty="0"/>
                <a:t>1</a:t>
              </a:r>
            </a:p>
          </p:txBody>
        </p:sp>
        <p:sp>
          <p:nvSpPr>
            <p:cNvPr id="19" name="Rectangle 17">
              <a:extLst>
                <a:ext uri="{FF2B5EF4-FFF2-40B4-BE49-F238E27FC236}">
                  <a16:creationId xmlns:a16="http://schemas.microsoft.com/office/drawing/2014/main" id="{29149038-CD17-0308-C7E2-30A60CECE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4" y="1748"/>
              <a:ext cx="389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dirty="0"/>
                <a:t>0</a:t>
              </a:r>
            </a:p>
          </p:txBody>
        </p:sp>
        <p:sp>
          <p:nvSpPr>
            <p:cNvPr id="20" name="Rectangle 18">
              <a:extLst>
                <a:ext uri="{FF2B5EF4-FFF2-40B4-BE49-F238E27FC236}">
                  <a16:creationId xmlns:a16="http://schemas.microsoft.com/office/drawing/2014/main" id="{22174720-7046-E834-F848-0848EB8F48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4" y="1748"/>
              <a:ext cx="390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/>
                <a:t>0</a:t>
              </a:r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B534DA90-C665-2067-2ABF-2DF9F102E4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4" y="1748"/>
              <a:ext cx="390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dirty="0"/>
                <a:t>1</a:t>
              </a:r>
              <a:endParaRPr lang="el-GR" altLang="zh-CN" dirty="0"/>
            </a:p>
          </p:txBody>
        </p:sp>
        <p:sp>
          <p:nvSpPr>
            <p:cNvPr id="35917" name="Line 20">
              <a:extLst>
                <a:ext uri="{FF2B5EF4-FFF2-40B4-BE49-F238E27FC236}">
                  <a16:creationId xmlns:a16="http://schemas.microsoft.com/office/drawing/2014/main" id="{D3F3132D-0AB2-2E17-4669-91F5B074A1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4" y="1748"/>
              <a:ext cx="155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18" name="Line 21">
              <a:extLst>
                <a:ext uri="{FF2B5EF4-FFF2-40B4-BE49-F238E27FC236}">
                  <a16:creationId xmlns:a16="http://schemas.microsoft.com/office/drawing/2014/main" id="{F3C46654-1C59-D0C3-366F-DB3854A615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4" y="2097"/>
              <a:ext cx="15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19" name="Line 22">
              <a:extLst>
                <a:ext uri="{FF2B5EF4-FFF2-40B4-BE49-F238E27FC236}">
                  <a16:creationId xmlns:a16="http://schemas.microsoft.com/office/drawing/2014/main" id="{00DC1960-A54F-61AE-189E-A3BBE24B2D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4" y="2447"/>
              <a:ext cx="15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20" name="Line 23">
              <a:extLst>
                <a:ext uri="{FF2B5EF4-FFF2-40B4-BE49-F238E27FC236}">
                  <a16:creationId xmlns:a16="http://schemas.microsoft.com/office/drawing/2014/main" id="{5E3BDFE4-75AD-7C40-E56B-EABC314194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4" y="2796"/>
              <a:ext cx="155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21" name="Line 24">
              <a:extLst>
                <a:ext uri="{FF2B5EF4-FFF2-40B4-BE49-F238E27FC236}">
                  <a16:creationId xmlns:a16="http://schemas.microsoft.com/office/drawing/2014/main" id="{26BBDB6C-85DE-6511-BE16-0C6AC2BF5A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4" y="3145"/>
              <a:ext cx="1559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22" name="Line 25">
              <a:extLst>
                <a:ext uri="{FF2B5EF4-FFF2-40B4-BE49-F238E27FC236}">
                  <a16:creationId xmlns:a16="http://schemas.microsoft.com/office/drawing/2014/main" id="{6A46E54E-318C-89A9-4C85-968F276346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4" y="1748"/>
              <a:ext cx="0" cy="139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23" name="Line 26">
              <a:extLst>
                <a:ext uri="{FF2B5EF4-FFF2-40B4-BE49-F238E27FC236}">
                  <a16:creationId xmlns:a16="http://schemas.microsoft.com/office/drawing/2014/main" id="{55DBE602-4E83-2B7C-6911-768D6D6E01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4" y="1748"/>
              <a:ext cx="0" cy="139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24" name="Line 27">
              <a:extLst>
                <a:ext uri="{FF2B5EF4-FFF2-40B4-BE49-F238E27FC236}">
                  <a16:creationId xmlns:a16="http://schemas.microsoft.com/office/drawing/2014/main" id="{CE32499B-240B-39E9-D32D-4CBB4D1D03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4" y="1748"/>
              <a:ext cx="0" cy="139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25" name="Line 28">
              <a:extLst>
                <a:ext uri="{FF2B5EF4-FFF2-40B4-BE49-F238E27FC236}">
                  <a16:creationId xmlns:a16="http://schemas.microsoft.com/office/drawing/2014/main" id="{3059F822-EC5F-683B-BED0-3310A27F30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3" y="1748"/>
              <a:ext cx="0" cy="139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26" name="Line 29">
              <a:extLst>
                <a:ext uri="{FF2B5EF4-FFF2-40B4-BE49-F238E27FC236}">
                  <a16:creationId xmlns:a16="http://schemas.microsoft.com/office/drawing/2014/main" id="{49417058-56EF-C33B-67EA-1F07AE381C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03" y="1748"/>
              <a:ext cx="0" cy="1397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27" name="Line 30">
              <a:extLst>
                <a:ext uri="{FF2B5EF4-FFF2-40B4-BE49-F238E27FC236}">
                  <a16:creationId xmlns:a16="http://schemas.microsoft.com/office/drawing/2014/main" id="{3935952F-0A4F-3C61-3097-003CEE2FA0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75" y="1331"/>
              <a:ext cx="369" cy="4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28" name="Text Box 31">
              <a:extLst>
                <a:ext uri="{FF2B5EF4-FFF2-40B4-BE49-F238E27FC236}">
                  <a16:creationId xmlns:a16="http://schemas.microsoft.com/office/drawing/2014/main" id="{70AC9752-BB31-0A7F-0A78-38C3E11688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1" y="1250"/>
              <a:ext cx="1885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Georgia" panose="02040502050405020303" pitchFamily="18" charset="0"/>
                </a:rPr>
                <a:t>Q</a:t>
              </a:r>
              <a:r>
                <a:rPr lang="en-US" altLang="zh-CN" sz="2000" baseline="-25000">
                  <a:latin typeface="Georgia" panose="02040502050405020303" pitchFamily="18" charset="0"/>
                </a:rPr>
                <a:t>B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Georgia" panose="02040502050405020303" pitchFamily="18" charset="0"/>
                </a:rPr>
                <a:t>    Q</a:t>
              </a:r>
              <a:r>
                <a:rPr lang="en-US" altLang="zh-CN" sz="2000" baseline="-25000">
                  <a:latin typeface="Georgia" panose="02040502050405020303" pitchFamily="18" charset="0"/>
                </a:rPr>
                <a:t>A</a:t>
              </a:r>
              <a:r>
                <a:rPr lang="en-US" altLang="zh-CN" sz="2000">
                  <a:latin typeface="Georgia" panose="02040502050405020303" pitchFamily="18" charset="0"/>
                </a:rPr>
                <a:t>  00   01      11       10</a:t>
              </a:r>
            </a:p>
          </p:txBody>
        </p:sp>
        <p:sp>
          <p:nvSpPr>
            <p:cNvPr id="35929" name="Text Box 32">
              <a:extLst>
                <a:ext uri="{FF2B5EF4-FFF2-40B4-BE49-F238E27FC236}">
                  <a16:creationId xmlns:a16="http://schemas.microsoft.com/office/drawing/2014/main" id="{CC370B57-B0CF-1640-5BC2-9D7345BDFB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3" y="1359"/>
              <a:ext cx="517" cy="1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Georgia" panose="02040502050405020303" pitchFamily="18" charset="0"/>
                </a:rPr>
                <a:t>Q</a:t>
              </a:r>
              <a:r>
                <a:rPr lang="en-US" altLang="zh-CN" sz="2000" baseline="-25000">
                  <a:latin typeface="Georgia" panose="02040502050405020303" pitchFamily="18" charset="0"/>
                </a:rPr>
                <a:t>D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Georgia" panose="02040502050405020303" pitchFamily="18" charset="0"/>
                </a:rPr>
                <a:t>    Q</a:t>
              </a:r>
              <a:r>
                <a:rPr lang="en-US" altLang="zh-CN" sz="2000" baseline="-25000">
                  <a:latin typeface="Georgia" panose="02040502050405020303" pitchFamily="18" charset="0"/>
                </a:rPr>
                <a:t>C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Georgia" panose="02040502050405020303" pitchFamily="18" charset="0"/>
                </a:rPr>
                <a:t>     00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20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Georgia" panose="02040502050405020303" pitchFamily="18" charset="0"/>
                </a:rPr>
                <a:t>      01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20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Georgia" panose="02040502050405020303" pitchFamily="18" charset="0"/>
                </a:rPr>
                <a:t>      11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zh-CN" sz="2000">
                <a:latin typeface="Georgia" panose="02040502050405020303" pitchFamily="18" charset="0"/>
              </a:endParaRPr>
            </a:p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>
                  <a:latin typeface="Georgia" panose="02040502050405020303" pitchFamily="18" charset="0"/>
                </a:rPr>
                <a:t>      10</a:t>
              </a:r>
            </a:p>
          </p:txBody>
        </p:sp>
      </p:grpSp>
      <p:sp>
        <p:nvSpPr>
          <p:cNvPr id="35" name="灯片编号占位符 3">
            <a:extLst>
              <a:ext uri="{FF2B5EF4-FFF2-40B4-BE49-F238E27FC236}">
                <a16:creationId xmlns:a16="http://schemas.microsoft.com/office/drawing/2014/main" id="{64F3181B-DD07-5CC8-F1E9-6D3524660872}"/>
              </a:ext>
            </a:extLst>
          </p:cNvPr>
          <p:cNvSpPr txBox="1">
            <a:spLocks/>
          </p:cNvSpPr>
          <p:nvPr/>
        </p:nvSpPr>
        <p:spPr bwMode="auto"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  <a:defRPr/>
            </a:pPr>
            <a:fld id="{2E968256-3198-45CC-A2EF-5FADD72EF725}" type="slidenum">
              <a:rPr lang="en-US" altLang="zh-CN" sz="100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pPr algn="r" eaLnBrk="1" hangingPunct="1">
                <a:spcBef>
                  <a:spcPct val="0"/>
                </a:spcBef>
                <a:buClrTx/>
                <a:buFontTx/>
                <a:buNone/>
                <a:defRPr/>
              </a:pPr>
              <a:t>33</a:t>
            </a:fld>
            <a:endParaRPr lang="en-US" altLang="zh-CN" sz="10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aphicFrame>
        <p:nvGraphicFramePr>
          <p:cNvPr id="36" name="内容占位符 9">
            <a:extLst>
              <a:ext uri="{FF2B5EF4-FFF2-40B4-BE49-F238E27FC236}">
                <a16:creationId xmlns:a16="http://schemas.microsoft.com/office/drawing/2014/main" id="{4C482FC1-39F7-7426-A1B5-2D2C0ACFBF1E}"/>
              </a:ext>
            </a:extLst>
          </p:cNvPr>
          <p:cNvGraphicFramePr>
            <a:graphicFrameLocks/>
          </p:cNvGraphicFramePr>
          <p:nvPr/>
        </p:nvGraphicFramePr>
        <p:xfrm>
          <a:off x="539750" y="333375"/>
          <a:ext cx="3783013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2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9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99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9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68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D</a:t>
                      </a:r>
                      <a:endParaRPr lang="zh-CN" altLang="en-US" sz="2400" baseline="-25000" dirty="0"/>
                    </a:p>
                  </a:txBody>
                  <a:tcPr marL="91423" marR="91423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C</a:t>
                      </a:r>
                      <a:endParaRPr lang="zh-CN" altLang="en-US" sz="2400" baseline="-25000" dirty="0"/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B</a:t>
                      </a:r>
                      <a:endParaRPr lang="zh-CN" altLang="en-US" sz="2400" baseline="-25000" dirty="0"/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A</a:t>
                      </a:r>
                      <a:endParaRPr lang="zh-CN" altLang="en-US" sz="2400" baseline="-25000" dirty="0"/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Z</a:t>
                      </a:r>
                      <a:endParaRPr lang="zh-CN" altLang="en-US" sz="2400" dirty="0"/>
                    </a:p>
                  </a:txBody>
                  <a:tcPr marL="91423" marR="91423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762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8971" name="矩形 36">
            <a:extLst>
              <a:ext uri="{FF2B5EF4-FFF2-40B4-BE49-F238E27FC236}">
                <a16:creationId xmlns:a16="http://schemas.microsoft.com/office/drawing/2014/main" id="{AB0E3210-E2BA-C853-A681-DE743216B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8625" y="219075"/>
            <a:ext cx="5937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/>
              <a:t>Z</a:t>
            </a:r>
            <a:endParaRPr lang="zh-CN" altLang="en-US" sz="2800"/>
          </a:p>
        </p:txBody>
      </p:sp>
      <p:sp>
        <p:nvSpPr>
          <p:cNvPr id="38972" name="文本框 38">
            <a:extLst>
              <a:ext uri="{FF2B5EF4-FFF2-40B4-BE49-F238E27FC236}">
                <a16:creationId xmlns:a16="http://schemas.microsoft.com/office/drawing/2014/main" id="{5C30B85E-318B-DBEE-D999-04948C86F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538" y="3910013"/>
            <a:ext cx="399573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/>
              <a:t>    _  _             ______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/>
              <a:t>Z=Q</a:t>
            </a:r>
            <a:r>
              <a:rPr lang="en-US" altLang="zh-CN" sz="2800" baseline="-25000"/>
              <a:t>C</a:t>
            </a:r>
            <a:r>
              <a:rPr lang="en-US" altLang="zh-CN" sz="2800"/>
              <a:t>Q</a:t>
            </a:r>
            <a:r>
              <a:rPr lang="en-US" altLang="zh-CN" sz="2800" baseline="-25000"/>
              <a:t>A</a:t>
            </a:r>
            <a:r>
              <a:rPr lang="en-US" altLang="zh-CN" sz="2800"/>
              <a:t>+Q</a:t>
            </a:r>
            <a:r>
              <a:rPr lang="en-US" altLang="zh-CN" sz="2800" baseline="-25000"/>
              <a:t>C</a:t>
            </a:r>
            <a:r>
              <a:rPr lang="en-US" altLang="zh-CN" sz="2800"/>
              <a:t>Q</a:t>
            </a:r>
            <a:r>
              <a:rPr lang="en-US" altLang="zh-CN" sz="2800" baseline="-25000"/>
              <a:t>A</a:t>
            </a:r>
            <a:r>
              <a:rPr lang="en-US" altLang="zh-CN" sz="2800"/>
              <a:t>=Q</a:t>
            </a:r>
            <a:r>
              <a:rPr lang="en-US" altLang="zh-CN" sz="2800" baseline="-25000"/>
              <a:t>C </a:t>
            </a:r>
            <a:r>
              <a:rPr lang="en-US" altLang="zh-CN" sz="2800">
                <a:latin typeface="Cambria Math" panose="02040503050406030204" pitchFamily="18" charset="0"/>
              </a:rPr>
              <a:t>⊕</a:t>
            </a:r>
            <a:r>
              <a:rPr lang="en-US" altLang="zh-CN" sz="2800"/>
              <a:t>Q</a:t>
            </a:r>
            <a:r>
              <a:rPr lang="en-US" altLang="zh-CN" sz="2800" baseline="-25000"/>
              <a:t>A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89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89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71" grpId="0"/>
      <p:bldP spid="3897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0A4783-9C5C-D824-EAE4-19084F0C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EA717A51-C635-4ACE-ACB7-E2487DDCB4EE}" type="slidenum">
              <a:rPr lang="en-US" altLang="zh-CN" sz="1000" smtClean="0"/>
              <a:pPr>
                <a:defRPr/>
              </a:pPr>
              <a:t>34</a:t>
            </a:fld>
            <a:endParaRPr lang="en-US" altLang="zh-CN" sz="1000"/>
          </a:p>
        </p:txBody>
      </p:sp>
      <p:sp>
        <p:nvSpPr>
          <p:cNvPr id="36867" name="矩形 35">
            <a:extLst>
              <a:ext uri="{FF2B5EF4-FFF2-40B4-BE49-F238E27FC236}">
                <a16:creationId xmlns:a16="http://schemas.microsoft.com/office/drawing/2014/main" id="{894E233A-90DB-00B9-187D-4577A5983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550" y="5124450"/>
            <a:ext cx="1481138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________</a:t>
            </a:r>
          </a:p>
          <a:p>
            <a:pPr>
              <a:lnSpc>
                <a:spcPts val="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_      _</a:t>
            </a:r>
          </a:p>
          <a:p>
            <a:pPr>
              <a:lnSpc>
                <a:spcPts val="24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/>
              <a:t>Q</a:t>
            </a:r>
            <a:r>
              <a:rPr lang="en-US" altLang="zh-CN" sz="2400" baseline="-25000"/>
              <a:t>D</a:t>
            </a:r>
            <a:r>
              <a:rPr lang="en-US" altLang="zh-CN" sz="2000"/>
              <a:t>Q</a:t>
            </a:r>
            <a:r>
              <a:rPr lang="en-US" altLang="zh-CN" sz="2400" baseline="-25000"/>
              <a:t>C</a:t>
            </a:r>
            <a:r>
              <a:rPr lang="en-US" altLang="zh-CN" sz="2000"/>
              <a:t>Q</a:t>
            </a:r>
            <a:r>
              <a:rPr lang="en-US" altLang="zh-CN" sz="2400" baseline="-25000"/>
              <a:t>B</a:t>
            </a:r>
            <a:r>
              <a:rPr lang="en-US" altLang="zh-CN" sz="2000"/>
              <a:t>Q</a:t>
            </a:r>
            <a:r>
              <a:rPr lang="en-US" altLang="zh-CN" sz="2400" baseline="-25000"/>
              <a:t>A </a:t>
            </a:r>
            <a:endParaRPr lang="zh-CN" altLang="en-US" sz="2000"/>
          </a:p>
        </p:txBody>
      </p:sp>
      <p:grpSp>
        <p:nvGrpSpPr>
          <p:cNvPr id="36868" name="组合 159">
            <a:extLst>
              <a:ext uri="{FF2B5EF4-FFF2-40B4-BE49-F238E27FC236}">
                <a16:creationId xmlns:a16="http://schemas.microsoft.com/office/drawing/2014/main" id="{68DF110E-DF07-A765-DFF7-3AEED77B0C14}"/>
              </a:ext>
            </a:extLst>
          </p:cNvPr>
          <p:cNvGrpSpPr>
            <a:grpSpLocks/>
          </p:cNvGrpSpPr>
          <p:nvPr/>
        </p:nvGrpSpPr>
        <p:grpSpPr bwMode="auto">
          <a:xfrm>
            <a:off x="1755775" y="1273175"/>
            <a:ext cx="5643563" cy="3225800"/>
            <a:chOff x="1755032" y="1273840"/>
            <a:chExt cx="5644356" cy="3225644"/>
          </a:xfrm>
        </p:grpSpPr>
        <p:sp>
          <p:nvSpPr>
            <p:cNvPr id="36925" name="文本框 29">
              <a:extLst>
                <a:ext uri="{FF2B5EF4-FFF2-40B4-BE49-F238E27FC236}">
                  <a16:creationId xmlns:a16="http://schemas.microsoft.com/office/drawing/2014/main" id="{A6AA687C-B9A8-6BAD-8204-795A9588B4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5032" y="2424781"/>
              <a:ext cx="99536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/>
                <a:t>“</a:t>
              </a:r>
              <a:r>
                <a:rPr lang="en-US" altLang="zh-CN" sz="2000"/>
                <a:t>1</a:t>
              </a:r>
              <a:r>
                <a:rPr lang="zh-CN" altLang="en-US" sz="2000"/>
                <a:t>”</a:t>
              </a:r>
            </a:p>
          </p:txBody>
        </p:sp>
        <p:grpSp>
          <p:nvGrpSpPr>
            <p:cNvPr id="36926" name="Group 6">
              <a:extLst>
                <a:ext uri="{FF2B5EF4-FFF2-40B4-BE49-F238E27FC236}">
                  <a16:creationId xmlns:a16="http://schemas.microsoft.com/office/drawing/2014/main" id="{886EE110-5F2B-0015-AF5A-E8D0D9062A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93962" y="1273840"/>
              <a:ext cx="4997450" cy="2759076"/>
              <a:chOff x="884" y="1382"/>
              <a:chExt cx="3148" cy="1738"/>
            </a:xfrm>
          </p:grpSpPr>
          <p:grpSp>
            <p:nvGrpSpPr>
              <p:cNvPr id="36932" name="Group 7">
                <a:extLst>
                  <a:ext uri="{FF2B5EF4-FFF2-40B4-BE49-F238E27FC236}">
                    <a16:creationId xmlns:a16="http://schemas.microsoft.com/office/drawing/2014/main" id="{BD5136F3-229F-587C-70CD-D2B4D14470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04" y="1382"/>
                <a:ext cx="2928" cy="1738"/>
                <a:chOff x="816" y="1094"/>
                <a:chExt cx="2928" cy="1738"/>
              </a:xfrm>
            </p:grpSpPr>
            <p:sp>
              <p:nvSpPr>
                <p:cNvPr id="36937" name="Rectangle 8">
                  <a:extLst>
                    <a:ext uri="{FF2B5EF4-FFF2-40B4-BE49-F238E27FC236}">
                      <a16:creationId xmlns:a16="http://schemas.microsoft.com/office/drawing/2014/main" id="{B0B044FF-C9F6-8716-90FA-A9B266A847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16" y="1642"/>
                  <a:ext cx="2928" cy="950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8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36938" name="Text Box 9">
                  <a:extLst>
                    <a:ext uri="{FF2B5EF4-FFF2-40B4-BE49-F238E27FC236}">
                      <a16:creationId xmlns:a16="http://schemas.microsoft.com/office/drawing/2014/main" id="{47D89E19-820B-EA58-DEB6-20688B1B001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72" y="2304"/>
                  <a:ext cx="816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A  B  C  D</a:t>
                  </a:r>
                </a:p>
              </p:txBody>
            </p:sp>
            <p:sp>
              <p:nvSpPr>
                <p:cNvPr id="36939" name="Text Box 10">
                  <a:extLst>
                    <a:ext uri="{FF2B5EF4-FFF2-40B4-BE49-F238E27FC236}">
                      <a16:creationId xmlns:a16="http://schemas.microsoft.com/office/drawing/2014/main" id="{90A25B09-AEAD-88DE-D5F3-7DE261E696E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64" y="1680"/>
                  <a:ext cx="2832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   Q</a:t>
                  </a:r>
                  <a:r>
                    <a:rPr lang="en-US" altLang="zh-CN" sz="2400" baseline="-25000"/>
                    <a:t>A</a:t>
                  </a:r>
                  <a:r>
                    <a:rPr lang="en-US" altLang="zh-CN" sz="2000"/>
                    <a:t>Q</a:t>
                  </a:r>
                  <a:r>
                    <a:rPr lang="en-US" altLang="zh-CN" sz="2400" baseline="-25000"/>
                    <a:t>B</a:t>
                  </a:r>
                  <a:r>
                    <a:rPr lang="en-US" altLang="zh-CN" sz="2000"/>
                    <a:t>Q</a:t>
                  </a:r>
                  <a:r>
                    <a:rPr lang="en-US" altLang="zh-CN" sz="2400" baseline="-25000"/>
                    <a:t>C</a:t>
                  </a:r>
                  <a:r>
                    <a:rPr lang="en-US" altLang="zh-CN" sz="2000"/>
                    <a:t>Q</a:t>
                  </a:r>
                  <a:r>
                    <a:rPr lang="en-US" altLang="zh-CN" sz="2400" baseline="-25000"/>
                    <a:t>D                                   </a:t>
                  </a:r>
                  <a:r>
                    <a:rPr lang="en-US" altLang="zh-CN" sz="2000"/>
                    <a:t>RC</a:t>
                  </a:r>
                </a:p>
              </p:txBody>
            </p:sp>
            <p:sp>
              <p:nvSpPr>
                <p:cNvPr id="36940" name="Text Box 11">
                  <a:extLst>
                    <a:ext uri="{FF2B5EF4-FFF2-40B4-BE49-F238E27FC236}">
                      <a16:creationId xmlns:a16="http://schemas.microsoft.com/office/drawing/2014/main" id="{614693C7-8ED1-2CC6-EEA1-85F6EA8D45D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16" y="2314"/>
                  <a:ext cx="1920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CP   CLR   L</a:t>
                  </a:r>
                </a:p>
              </p:txBody>
            </p:sp>
            <p:sp>
              <p:nvSpPr>
                <p:cNvPr id="36941" name="Rectangle 12">
                  <a:extLst>
                    <a:ext uri="{FF2B5EF4-FFF2-40B4-BE49-F238E27FC236}">
                      <a16:creationId xmlns:a16="http://schemas.microsoft.com/office/drawing/2014/main" id="{50133897-B17D-A284-8201-6A8B5D5C7F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168" y="2304"/>
                  <a:ext cx="447" cy="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T   P</a:t>
                  </a:r>
                </a:p>
              </p:txBody>
            </p:sp>
            <p:sp>
              <p:nvSpPr>
                <p:cNvPr id="36942" name="Line 13">
                  <a:extLst>
                    <a:ext uri="{FF2B5EF4-FFF2-40B4-BE49-F238E27FC236}">
                      <a16:creationId xmlns:a16="http://schemas.microsoft.com/office/drawing/2014/main" id="{04144A23-BC2F-232E-1D27-CB509636E1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60" y="2592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43" name="Line 14">
                  <a:extLst>
                    <a:ext uri="{FF2B5EF4-FFF2-40B4-BE49-F238E27FC236}">
                      <a16:creationId xmlns:a16="http://schemas.microsoft.com/office/drawing/2014/main" id="{0F05CE57-FE4D-CA41-298C-2C45175620C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44" y="2592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44" name="Line 15">
                  <a:extLst>
                    <a:ext uri="{FF2B5EF4-FFF2-40B4-BE49-F238E27FC236}">
                      <a16:creationId xmlns:a16="http://schemas.microsoft.com/office/drawing/2014/main" id="{4581D1E5-9B0A-6784-1C9C-9AA407FC42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80" y="2592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45" name="Line 16">
                  <a:extLst>
                    <a:ext uri="{FF2B5EF4-FFF2-40B4-BE49-F238E27FC236}">
                      <a16:creationId xmlns:a16="http://schemas.microsoft.com/office/drawing/2014/main" id="{82DA3082-5851-5469-A47D-896B0C81B4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968" y="2592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46" name="Line 17">
                  <a:extLst>
                    <a:ext uri="{FF2B5EF4-FFF2-40B4-BE49-F238E27FC236}">
                      <a16:creationId xmlns:a16="http://schemas.microsoft.com/office/drawing/2014/main" id="{9DEFBD3E-D2B6-C5EC-81A9-2C9C4BB5F3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160" y="2592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47" name="Line 18">
                  <a:extLst>
                    <a:ext uri="{FF2B5EF4-FFF2-40B4-BE49-F238E27FC236}">
                      <a16:creationId xmlns:a16="http://schemas.microsoft.com/office/drawing/2014/main" id="{5AF14C09-A4E2-3486-59F0-BD8A3163F1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2" y="2592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48" name="Line 19">
                  <a:extLst>
                    <a:ext uri="{FF2B5EF4-FFF2-40B4-BE49-F238E27FC236}">
                      <a16:creationId xmlns:a16="http://schemas.microsoft.com/office/drawing/2014/main" id="{DD13DD7E-6D73-073F-BEA9-34ED70D78A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44" y="2592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49" name="Line 20">
                  <a:extLst>
                    <a:ext uri="{FF2B5EF4-FFF2-40B4-BE49-F238E27FC236}">
                      <a16:creationId xmlns:a16="http://schemas.microsoft.com/office/drawing/2014/main" id="{A113A130-2CC8-B3BB-5B21-263B54E202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64" y="2592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50" name="Line 21">
                  <a:extLst>
                    <a:ext uri="{FF2B5EF4-FFF2-40B4-BE49-F238E27FC236}">
                      <a16:creationId xmlns:a16="http://schemas.microsoft.com/office/drawing/2014/main" id="{AB7FD36D-A126-D879-5E8B-A1A63D5A47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4" y="2592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51" name="Line 22">
                  <a:extLst>
                    <a:ext uri="{FF2B5EF4-FFF2-40B4-BE49-F238E27FC236}">
                      <a16:creationId xmlns:a16="http://schemas.microsoft.com/office/drawing/2014/main" id="{CEA4C8AC-6822-9003-FBA0-E2E340AC4E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63" y="1094"/>
                  <a:ext cx="4" cy="55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52" name="Line 23">
                  <a:extLst>
                    <a:ext uri="{FF2B5EF4-FFF2-40B4-BE49-F238E27FC236}">
                      <a16:creationId xmlns:a16="http://schemas.microsoft.com/office/drawing/2014/main" id="{A030F23C-9E0A-FC6F-9917-5DD107FED4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96" y="1223"/>
                  <a:ext cx="0" cy="40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53" name="Line 24">
                  <a:extLst>
                    <a:ext uri="{FF2B5EF4-FFF2-40B4-BE49-F238E27FC236}">
                      <a16:creationId xmlns:a16="http://schemas.microsoft.com/office/drawing/2014/main" id="{AFB5C978-6954-6E08-D038-371F0A02AC3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73" y="1371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54" name="Line 25">
                  <a:extLst>
                    <a:ext uri="{FF2B5EF4-FFF2-40B4-BE49-F238E27FC236}">
                      <a16:creationId xmlns:a16="http://schemas.microsoft.com/office/drawing/2014/main" id="{0859BDD3-12C1-B46B-D2F5-7FF498B4913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649" y="1489"/>
                  <a:ext cx="1" cy="14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955" name="Line 26">
                  <a:extLst>
                    <a:ext uri="{FF2B5EF4-FFF2-40B4-BE49-F238E27FC236}">
                      <a16:creationId xmlns:a16="http://schemas.microsoft.com/office/drawing/2014/main" id="{DCC3E06F-E5E9-0D10-D67C-67F99ECD98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360" y="1392"/>
                  <a:ext cx="0" cy="24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933" name="Group 27">
                <a:extLst>
                  <a:ext uri="{FF2B5EF4-FFF2-40B4-BE49-F238E27FC236}">
                    <a16:creationId xmlns:a16="http://schemas.microsoft.com/office/drawing/2014/main" id="{05E3BA96-0FBF-2B55-8195-E9300A8199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8" y="2256"/>
                <a:ext cx="576" cy="288"/>
                <a:chOff x="576" y="3696"/>
                <a:chExt cx="576" cy="288"/>
              </a:xfrm>
            </p:grpSpPr>
            <p:sp>
              <p:nvSpPr>
                <p:cNvPr id="36935" name="Text Box 28">
                  <a:extLst>
                    <a:ext uri="{FF2B5EF4-FFF2-40B4-BE49-F238E27FC236}">
                      <a16:creationId xmlns:a16="http://schemas.microsoft.com/office/drawing/2014/main" id="{1D30CB47-983D-2AE2-9796-7AF02FA3D66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76" y="3696"/>
                  <a:ext cx="576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zh-CN" sz="2400"/>
                    <a:t>R</a:t>
                  </a:r>
                  <a:r>
                    <a:rPr lang="en-US" altLang="zh-CN" sz="2400" baseline="-25000"/>
                    <a:t>D</a:t>
                  </a:r>
                </a:p>
              </p:txBody>
            </p:sp>
            <p:sp>
              <p:nvSpPr>
                <p:cNvPr id="36936" name="Line 29">
                  <a:extLst>
                    <a:ext uri="{FF2B5EF4-FFF2-40B4-BE49-F238E27FC236}">
                      <a16:creationId xmlns:a16="http://schemas.microsoft.com/office/drawing/2014/main" id="{0D0AD02C-3FB1-4AAF-14E6-F1DE597C27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720" y="3744"/>
                  <a:ext cx="24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6934" name="Line 30">
                <a:extLst>
                  <a:ext uri="{FF2B5EF4-FFF2-40B4-BE49-F238E27FC236}">
                    <a16:creationId xmlns:a16="http://schemas.microsoft.com/office/drawing/2014/main" id="{320D3597-806F-85AA-BE36-6193C19110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84" y="2355"/>
                <a:ext cx="2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6927" name="文本框 30">
              <a:extLst>
                <a:ext uri="{FF2B5EF4-FFF2-40B4-BE49-F238E27FC236}">
                  <a16:creationId xmlns:a16="http://schemas.microsoft.com/office/drawing/2014/main" id="{E7AA7518-CC5C-A220-B909-416576E70E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1632" y="4099434"/>
              <a:ext cx="85094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/>
                <a:t>“</a:t>
              </a:r>
              <a:r>
                <a:rPr lang="en-US" altLang="zh-CN" sz="2000"/>
                <a:t>1</a:t>
              </a:r>
              <a:r>
                <a:rPr lang="zh-CN" altLang="en-US" sz="2000"/>
                <a:t>”</a:t>
              </a:r>
            </a:p>
          </p:txBody>
        </p:sp>
        <p:sp>
          <p:nvSpPr>
            <p:cNvPr id="36928" name="文本框 31">
              <a:extLst>
                <a:ext uri="{FF2B5EF4-FFF2-40B4-BE49-F238E27FC236}">
                  <a16:creationId xmlns:a16="http://schemas.microsoft.com/office/drawing/2014/main" id="{BE136AEB-2CF8-D4BB-2996-3E5CEDEB94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78563" y="4066254"/>
              <a:ext cx="993775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/>
                <a:t>“</a:t>
              </a:r>
              <a:r>
                <a:rPr lang="en-US" altLang="zh-CN" sz="2000"/>
                <a:t>1</a:t>
              </a:r>
              <a:r>
                <a:rPr lang="zh-CN" altLang="en-US" sz="2000"/>
                <a:t>”</a:t>
              </a:r>
            </a:p>
          </p:txBody>
        </p:sp>
        <p:sp>
          <p:nvSpPr>
            <p:cNvPr id="36929" name="文本框 32">
              <a:extLst>
                <a:ext uri="{FF2B5EF4-FFF2-40B4-BE49-F238E27FC236}">
                  <a16:creationId xmlns:a16="http://schemas.microsoft.com/office/drawing/2014/main" id="{1E556399-B3C5-A5A2-541A-D85A29E7BD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4025" y="4066254"/>
              <a:ext cx="995363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/>
                <a:t>“</a:t>
              </a:r>
              <a:r>
                <a:rPr lang="en-US" altLang="zh-CN" sz="2000"/>
                <a:t>1</a:t>
              </a:r>
              <a:r>
                <a:rPr lang="zh-CN" altLang="en-US" sz="2000"/>
                <a:t>”</a:t>
              </a:r>
            </a:p>
          </p:txBody>
        </p:sp>
        <p:sp>
          <p:nvSpPr>
            <p:cNvPr id="36930" name="文本框 33">
              <a:extLst>
                <a:ext uri="{FF2B5EF4-FFF2-40B4-BE49-F238E27FC236}">
                  <a16:creationId xmlns:a16="http://schemas.microsoft.com/office/drawing/2014/main" id="{8B72B156-6989-96C0-D4BB-49708E4A4A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3963" y="4072604"/>
              <a:ext cx="99536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/>
                <a:t>“</a:t>
              </a:r>
              <a:r>
                <a:rPr lang="en-US" altLang="zh-CN" sz="2000"/>
                <a:t>clk</a:t>
              </a:r>
              <a:r>
                <a:rPr lang="zh-CN" altLang="en-US" sz="2000"/>
                <a:t>”</a:t>
              </a:r>
            </a:p>
          </p:txBody>
        </p:sp>
        <p:sp>
          <p:nvSpPr>
            <p:cNvPr id="36931" name="文本框 37">
              <a:extLst>
                <a:ext uri="{FF2B5EF4-FFF2-40B4-BE49-F238E27FC236}">
                  <a16:creationId xmlns:a16="http://schemas.microsoft.com/office/drawing/2014/main" id="{A784E654-0515-B903-CAFB-58D2A03094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9263" y="4045616"/>
              <a:ext cx="193675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/>
                <a:t>“</a:t>
              </a:r>
              <a:r>
                <a:rPr lang="en-US" altLang="zh-CN" sz="2000"/>
                <a:t>0  0  0  0</a:t>
              </a:r>
              <a:r>
                <a:rPr lang="zh-CN" altLang="en-US" sz="2000"/>
                <a:t>”</a:t>
              </a:r>
            </a:p>
          </p:txBody>
        </p:sp>
      </p:grpSp>
      <p:sp>
        <p:nvSpPr>
          <p:cNvPr id="36869" name="文本框 38">
            <a:extLst>
              <a:ext uri="{FF2B5EF4-FFF2-40B4-BE49-F238E27FC236}">
                <a16:creationId xmlns:a16="http://schemas.microsoft.com/office/drawing/2014/main" id="{F951EA86-CF29-0ECB-826B-67A1CB8BC0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1038" y="142875"/>
            <a:ext cx="1919287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/>
              <a:t>    ______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800"/>
              <a:t>Z=Q</a:t>
            </a:r>
            <a:r>
              <a:rPr lang="en-US" altLang="zh-CN" sz="2800" baseline="-25000"/>
              <a:t>C </a:t>
            </a:r>
            <a:r>
              <a:rPr lang="en-US" altLang="zh-CN" sz="2800">
                <a:latin typeface="Cambria Math" panose="02040503050406030204" pitchFamily="18" charset="0"/>
              </a:rPr>
              <a:t>⊕</a:t>
            </a:r>
            <a:r>
              <a:rPr lang="en-US" altLang="zh-CN" sz="2800"/>
              <a:t>Q</a:t>
            </a:r>
            <a:r>
              <a:rPr lang="en-US" altLang="zh-CN" sz="2800" baseline="-25000"/>
              <a:t>A</a:t>
            </a:r>
            <a:endParaRPr lang="zh-CN" altLang="en-US" sz="2800"/>
          </a:p>
        </p:txBody>
      </p:sp>
      <p:grpSp>
        <p:nvGrpSpPr>
          <p:cNvPr id="36870" name="组合 24">
            <a:extLst>
              <a:ext uri="{FF2B5EF4-FFF2-40B4-BE49-F238E27FC236}">
                <a16:creationId xmlns:a16="http://schemas.microsoft.com/office/drawing/2014/main" id="{AA44B93E-1FD3-8AAA-D418-1A5E2510D6C6}"/>
              </a:ext>
            </a:extLst>
          </p:cNvPr>
          <p:cNvGrpSpPr>
            <a:grpSpLocks/>
          </p:cNvGrpSpPr>
          <p:nvPr/>
        </p:nvGrpSpPr>
        <p:grpSpPr bwMode="auto">
          <a:xfrm>
            <a:off x="2922588" y="100013"/>
            <a:ext cx="1073150" cy="889000"/>
            <a:chOff x="3092450" y="919403"/>
            <a:chExt cx="1073150" cy="888760"/>
          </a:xfrm>
        </p:grpSpPr>
        <p:sp>
          <p:nvSpPr>
            <p:cNvPr id="36921" name="文本框 45">
              <a:extLst>
                <a:ext uri="{FF2B5EF4-FFF2-40B4-BE49-F238E27FC236}">
                  <a16:creationId xmlns:a16="http://schemas.microsoft.com/office/drawing/2014/main" id="{1A256A94-FB2F-050B-7116-1D2FB637A0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2450" y="1408113"/>
              <a:ext cx="958850" cy="40005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   </a:t>
              </a:r>
              <a:r>
                <a:rPr lang="en-US" altLang="zh-CN" sz="2000">
                  <a:latin typeface="Cambria Math" panose="02040503050406030204" pitchFamily="18" charset="0"/>
                </a:rPr>
                <a:t>⊕</a:t>
              </a:r>
              <a:endParaRPr lang="zh-CN" altLang="en-US" sz="2000"/>
            </a:p>
          </p:txBody>
        </p:sp>
        <p:sp>
          <p:nvSpPr>
            <p:cNvPr id="36922" name="椭圆 12">
              <a:extLst>
                <a:ext uri="{FF2B5EF4-FFF2-40B4-BE49-F238E27FC236}">
                  <a16:creationId xmlns:a16="http://schemas.microsoft.com/office/drawing/2014/main" id="{0ED9D5C4-D478-3568-E2F2-3E38F029AF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7263" y="1246188"/>
              <a:ext cx="149224" cy="161925"/>
            </a:xfrm>
            <a:prstGeom prst="ellips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cxnSp>
          <p:nvCxnSpPr>
            <p:cNvPr id="36923" name="直接连接符 23">
              <a:extLst>
                <a:ext uri="{FF2B5EF4-FFF2-40B4-BE49-F238E27FC236}">
                  <a16:creationId xmlns:a16="http://schemas.microsoft.com/office/drawing/2014/main" id="{AB439017-EB45-FACD-4675-EFCC0E7012DB}"/>
                </a:ext>
              </a:extLst>
            </p:cNvPr>
            <p:cNvCxnSpPr>
              <a:cxnSpLocks noChangeShapeType="1"/>
              <a:endCxn id="36922" idx="0"/>
            </p:cNvCxnSpPr>
            <p:nvPr/>
          </p:nvCxnSpPr>
          <p:spPr bwMode="auto">
            <a:xfrm>
              <a:off x="3571875" y="1048280"/>
              <a:ext cx="0" cy="197907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6924" name="矩形 36">
              <a:extLst>
                <a:ext uri="{FF2B5EF4-FFF2-40B4-BE49-F238E27FC236}">
                  <a16:creationId xmlns:a16="http://schemas.microsoft.com/office/drawing/2014/main" id="{F72956D0-4311-B5E1-A9E0-1DA8725E7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1875" y="919403"/>
              <a:ext cx="593725" cy="522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/>
                <a:t>Z</a:t>
              </a:r>
              <a:endParaRPr lang="zh-CN" altLang="en-US" sz="2800"/>
            </a:p>
          </p:txBody>
        </p:sp>
      </p:grpSp>
      <p:grpSp>
        <p:nvGrpSpPr>
          <p:cNvPr id="36871" name="组合 160">
            <a:extLst>
              <a:ext uri="{FF2B5EF4-FFF2-40B4-BE49-F238E27FC236}">
                <a16:creationId xmlns:a16="http://schemas.microsoft.com/office/drawing/2014/main" id="{11E7EA70-6866-1C28-625D-C35A048150EC}"/>
              </a:ext>
            </a:extLst>
          </p:cNvPr>
          <p:cNvGrpSpPr>
            <a:grpSpLocks/>
          </p:cNvGrpSpPr>
          <p:nvPr/>
        </p:nvGrpSpPr>
        <p:grpSpPr bwMode="auto">
          <a:xfrm>
            <a:off x="1189038" y="1001713"/>
            <a:ext cx="3176587" cy="4997450"/>
            <a:chOff x="1189238" y="1001043"/>
            <a:chExt cx="3176971" cy="4998697"/>
          </a:xfrm>
        </p:grpSpPr>
        <p:cxnSp>
          <p:nvCxnSpPr>
            <p:cNvPr id="36873" name="直接连接符 36">
              <a:extLst>
                <a:ext uri="{FF2B5EF4-FFF2-40B4-BE49-F238E27FC236}">
                  <a16:creationId xmlns:a16="http://schemas.microsoft.com/office/drawing/2014/main" id="{69D09DB2-841F-2909-73B7-6943A6D25D5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810942" y="4017606"/>
              <a:ext cx="3373" cy="23233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74" name="直接连接符 5">
              <a:extLst>
                <a:ext uri="{FF2B5EF4-FFF2-40B4-BE49-F238E27FC236}">
                  <a16:creationId xmlns:a16="http://schemas.microsoft.com/office/drawing/2014/main" id="{ACF326C6-6936-5A2F-D471-8B7C0550216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690559" y="1268760"/>
              <a:ext cx="309711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75" name="直接连接符 7">
              <a:extLst>
                <a:ext uri="{FF2B5EF4-FFF2-40B4-BE49-F238E27FC236}">
                  <a16:creationId xmlns:a16="http://schemas.microsoft.com/office/drawing/2014/main" id="{C86AF943-6E8E-279A-5FE8-41818ED5724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00270" y="1014920"/>
              <a:ext cx="0" cy="25343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76" name="直接连接符 11">
              <a:extLst>
                <a:ext uri="{FF2B5EF4-FFF2-40B4-BE49-F238E27FC236}">
                  <a16:creationId xmlns:a16="http://schemas.microsoft.com/office/drawing/2014/main" id="{C98FD67A-EDC8-EEDB-8163-63D6D3F6F39E}"/>
                </a:ext>
              </a:extLst>
            </p:cNvPr>
            <p:cNvCxnSpPr>
              <a:cxnSpLocks noChangeShapeType="1"/>
              <a:stCxn id="36882" idx="6"/>
            </p:cNvCxnSpPr>
            <p:nvPr/>
          </p:nvCxnSpPr>
          <p:spPr bwMode="auto">
            <a:xfrm flipH="1" flipV="1">
              <a:off x="1619672" y="1695822"/>
              <a:ext cx="1932129" cy="505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77" name="直接连接符 14">
              <a:extLst>
                <a:ext uri="{FF2B5EF4-FFF2-40B4-BE49-F238E27FC236}">
                  <a16:creationId xmlns:a16="http://schemas.microsoft.com/office/drawing/2014/main" id="{C4CF6237-DE23-EC00-898C-6645DA328FA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77189" y="1001043"/>
              <a:ext cx="9422" cy="720523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78" name="直接连接符 18">
              <a:extLst>
                <a:ext uri="{FF2B5EF4-FFF2-40B4-BE49-F238E27FC236}">
                  <a16:creationId xmlns:a16="http://schemas.microsoft.com/office/drawing/2014/main" id="{54984BA6-C308-F9C1-7B44-9C770672B54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835696" y="1916832"/>
              <a:ext cx="1946714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79" name="直接连接符 21">
              <a:extLst>
                <a:ext uri="{FF2B5EF4-FFF2-40B4-BE49-F238E27FC236}">
                  <a16:creationId xmlns:a16="http://schemas.microsoft.com/office/drawing/2014/main" id="{8D922937-EB87-D3D9-5A1E-54501691830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220888" y="1265720"/>
              <a:ext cx="1478906" cy="3041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6880" name="椭圆 12">
              <a:extLst>
                <a:ext uri="{FF2B5EF4-FFF2-40B4-BE49-F238E27FC236}">
                  <a16:creationId xmlns:a16="http://schemas.microsoft.com/office/drawing/2014/main" id="{68AA22F3-0851-A80A-FC7B-862D7B987D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6962" y="1178196"/>
              <a:ext cx="149224" cy="161925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cxnSp>
          <p:nvCxnSpPr>
            <p:cNvPr id="36881" name="直接连接符 28">
              <a:extLst>
                <a:ext uri="{FF2B5EF4-FFF2-40B4-BE49-F238E27FC236}">
                  <a16:creationId xmlns:a16="http://schemas.microsoft.com/office/drawing/2014/main" id="{1D7C2FF4-3F9C-FDD0-2378-128FC42FCA2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403648" y="1478631"/>
              <a:ext cx="1807122" cy="615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6882" name="椭圆 12">
              <a:extLst>
                <a:ext uri="{FF2B5EF4-FFF2-40B4-BE49-F238E27FC236}">
                  <a16:creationId xmlns:a16="http://schemas.microsoft.com/office/drawing/2014/main" id="{F126F8EE-64AA-9332-42BA-8ED00BD5D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2577" y="1619917"/>
              <a:ext cx="149224" cy="161925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cxnSp>
          <p:nvCxnSpPr>
            <p:cNvPr id="36883" name="直接连接符 43">
              <a:extLst>
                <a:ext uri="{FF2B5EF4-FFF2-40B4-BE49-F238E27FC236}">
                  <a16:creationId xmlns:a16="http://schemas.microsoft.com/office/drawing/2014/main" id="{FAF36FC8-8F54-B253-7DCB-CF04825A04B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835696" y="1916832"/>
              <a:ext cx="0" cy="364931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84" name="直接连接符 92">
              <a:extLst>
                <a:ext uri="{FF2B5EF4-FFF2-40B4-BE49-F238E27FC236}">
                  <a16:creationId xmlns:a16="http://schemas.microsoft.com/office/drawing/2014/main" id="{D9F5EF23-A429-79E9-B4A4-18E9CE4E075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619672" y="1697692"/>
              <a:ext cx="0" cy="4015935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85" name="直接连接符 96">
              <a:extLst>
                <a:ext uri="{FF2B5EF4-FFF2-40B4-BE49-F238E27FC236}">
                  <a16:creationId xmlns:a16="http://schemas.microsoft.com/office/drawing/2014/main" id="{B7DB3D76-58E5-85BA-AC9A-858814F3407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403649" y="1484782"/>
              <a:ext cx="3833" cy="437286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86" name="直接连接符 105">
              <a:extLst>
                <a:ext uri="{FF2B5EF4-FFF2-40B4-BE49-F238E27FC236}">
                  <a16:creationId xmlns:a16="http://schemas.microsoft.com/office/drawing/2014/main" id="{B804EB3F-6B8F-97C0-627D-6883A950E50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194666" y="1265720"/>
              <a:ext cx="26222" cy="473402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87" name="直接连接符 64">
              <a:extLst>
                <a:ext uri="{FF2B5EF4-FFF2-40B4-BE49-F238E27FC236}">
                  <a16:creationId xmlns:a16="http://schemas.microsoft.com/office/drawing/2014/main" id="{8C2E4E2C-D69F-AFCF-25D7-04282C4EDCB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835696" y="5566150"/>
              <a:ext cx="1592937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88" name="直接连接符 76">
              <a:extLst>
                <a:ext uri="{FF2B5EF4-FFF2-40B4-BE49-F238E27FC236}">
                  <a16:creationId xmlns:a16="http://schemas.microsoft.com/office/drawing/2014/main" id="{27C0AB5A-72BA-EF2D-34F5-51C3245B2A4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619672" y="5713627"/>
              <a:ext cx="213328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89" name="直接连接符 171">
              <a:extLst>
                <a:ext uri="{FF2B5EF4-FFF2-40B4-BE49-F238E27FC236}">
                  <a16:creationId xmlns:a16="http://schemas.microsoft.com/office/drawing/2014/main" id="{DC1221B7-1299-9317-1317-EDAB09818D0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399607" y="5857642"/>
              <a:ext cx="2645005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90" name="直接连接符 185">
              <a:extLst>
                <a:ext uri="{FF2B5EF4-FFF2-40B4-BE49-F238E27FC236}">
                  <a16:creationId xmlns:a16="http://schemas.microsoft.com/office/drawing/2014/main" id="{33C1C2F4-CD4E-11D9-DDC2-1BED94A5732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89238" y="5999740"/>
              <a:ext cx="3172393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6891" name="组合 39992">
              <a:extLst>
                <a:ext uri="{FF2B5EF4-FFF2-40B4-BE49-F238E27FC236}">
                  <a16:creationId xmlns:a16="http://schemas.microsoft.com/office/drawing/2014/main" id="{B04F3F14-10A0-DC28-7A7D-7DB3A635B3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5209" y="4966263"/>
              <a:ext cx="432048" cy="360040"/>
              <a:chOff x="2707128" y="5930109"/>
              <a:chExt cx="432048" cy="360040"/>
            </a:xfrm>
          </p:grpSpPr>
          <p:sp>
            <p:nvSpPr>
              <p:cNvPr id="36916" name="椭圆 12">
                <a:extLst>
                  <a:ext uri="{FF2B5EF4-FFF2-40B4-BE49-F238E27FC236}">
                    <a16:creationId xmlns:a16="http://schemas.microsoft.com/office/drawing/2014/main" id="{3DCA5914-ED73-A4AC-5186-3D9837E62E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1144" y="5930109"/>
                <a:ext cx="147662" cy="144016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cxnSp>
            <p:nvCxnSpPr>
              <p:cNvPr id="36917" name="直接连接符 56">
                <a:extLst>
                  <a:ext uri="{FF2B5EF4-FFF2-40B4-BE49-F238E27FC236}">
                    <a16:creationId xmlns:a16="http://schemas.microsoft.com/office/drawing/2014/main" id="{D33278E8-4E48-D0CE-FC73-A6415F612FF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707128" y="6074125"/>
                <a:ext cx="432048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6918" name="直接连接符 58">
                <a:extLst>
                  <a:ext uri="{FF2B5EF4-FFF2-40B4-BE49-F238E27FC236}">
                    <a16:creationId xmlns:a16="http://schemas.microsoft.com/office/drawing/2014/main" id="{4C5A9A64-4C7A-A1FD-BB87-2FCEC2B5EF8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39176" y="6074125"/>
                <a:ext cx="0" cy="216024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6919" name="直接连接符 117">
                <a:extLst>
                  <a:ext uri="{FF2B5EF4-FFF2-40B4-BE49-F238E27FC236}">
                    <a16:creationId xmlns:a16="http://schemas.microsoft.com/office/drawing/2014/main" id="{4950A312-46ED-C3F8-8961-CB5CA631FA7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707128" y="6290149"/>
                <a:ext cx="432048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6920" name="直接连接符 119">
                <a:extLst>
                  <a:ext uri="{FF2B5EF4-FFF2-40B4-BE49-F238E27FC236}">
                    <a16:creationId xmlns:a16="http://schemas.microsoft.com/office/drawing/2014/main" id="{247C4148-664F-36C8-E1BB-96073D0B3A9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707128" y="6074125"/>
                <a:ext cx="768" cy="216024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6892" name="组合 135">
              <a:extLst>
                <a:ext uri="{FF2B5EF4-FFF2-40B4-BE49-F238E27FC236}">
                  <a16:creationId xmlns:a16="http://schemas.microsoft.com/office/drawing/2014/main" id="{01CF6A97-7931-BEBE-D563-D4249ECA5C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2609" y="4972299"/>
              <a:ext cx="432048" cy="369631"/>
              <a:chOff x="2707128" y="5930109"/>
              <a:chExt cx="432048" cy="360040"/>
            </a:xfrm>
          </p:grpSpPr>
          <p:sp>
            <p:nvSpPr>
              <p:cNvPr id="36911" name="椭圆 12">
                <a:extLst>
                  <a:ext uri="{FF2B5EF4-FFF2-40B4-BE49-F238E27FC236}">
                    <a16:creationId xmlns:a16="http://schemas.microsoft.com/office/drawing/2014/main" id="{198DB72F-F126-5F78-6767-C0B61CAA18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1144" y="5930109"/>
                <a:ext cx="147662" cy="144016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cxnSp>
            <p:nvCxnSpPr>
              <p:cNvPr id="36912" name="直接连接符 137">
                <a:extLst>
                  <a:ext uri="{FF2B5EF4-FFF2-40B4-BE49-F238E27FC236}">
                    <a16:creationId xmlns:a16="http://schemas.microsoft.com/office/drawing/2014/main" id="{8197A726-FDAC-558F-5FD3-8430A72378D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707128" y="6074125"/>
                <a:ext cx="432048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6913" name="直接连接符 138">
                <a:extLst>
                  <a:ext uri="{FF2B5EF4-FFF2-40B4-BE49-F238E27FC236}">
                    <a16:creationId xmlns:a16="http://schemas.microsoft.com/office/drawing/2014/main" id="{344D3B81-5E90-D508-5DEE-11A6CA8AAD7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39176" y="6074125"/>
                <a:ext cx="0" cy="216024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6914" name="直接连接符 139">
                <a:extLst>
                  <a:ext uri="{FF2B5EF4-FFF2-40B4-BE49-F238E27FC236}">
                    <a16:creationId xmlns:a16="http://schemas.microsoft.com/office/drawing/2014/main" id="{82103759-E46D-5CE3-48D9-587FB5790C2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707128" y="6290149"/>
                <a:ext cx="432048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6915" name="直接连接符 140">
                <a:extLst>
                  <a:ext uri="{FF2B5EF4-FFF2-40B4-BE49-F238E27FC236}">
                    <a16:creationId xmlns:a16="http://schemas.microsoft.com/office/drawing/2014/main" id="{A7A5CFC6-12EC-D69B-6609-9466252CDCA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2707128" y="6074125"/>
                <a:ext cx="768" cy="216024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36893" name="组合 39997">
              <a:extLst>
                <a:ext uri="{FF2B5EF4-FFF2-40B4-BE49-F238E27FC236}">
                  <a16:creationId xmlns:a16="http://schemas.microsoft.com/office/drawing/2014/main" id="{348F4229-2971-FF21-CA4D-1B0F3E9C57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66154" y="4245641"/>
              <a:ext cx="718846" cy="369631"/>
              <a:chOff x="3455921" y="4553302"/>
              <a:chExt cx="718846" cy="369631"/>
            </a:xfrm>
          </p:grpSpPr>
          <p:sp>
            <p:nvSpPr>
              <p:cNvPr id="36906" name="椭圆 12">
                <a:extLst>
                  <a:ext uri="{FF2B5EF4-FFF2-40B4-BE49-F238E27FC236}">
                    <a16:creationId xmlns:a16="http://schemas.microsoft.com/office/drawing/2014/main" id="{38399118-B6F3-A170-51CD-E075D12B43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2719" y="4553302"/>
                <a:ext cx="147662" cy="147852"/>
              </a:xfrm>
              <a:prstGeom prst="ellips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cxnSp>
            <p:nvCxnSpPr>
              <p:cNvPr id="36907" name="直接连接符 143">
                <a:extLst>
                  <a:ext uri="{FF2B5EF4-FFF2-40B4-BE49-F238E27FC236}">
                    <a16:creationId xmlns:a16="http://schemas.microsoft.com/office/drawing/2014/main" id="{D2EDECEF-3D17-AD95-3EC0-9349B523E35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455921" y="4701154"/>
                <a:ext cx="718846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6908" name="直接连接符 144">
                <a:extLst>
                  <a:ext uri="{FF2B5EF4-FFF2-40B4-BE49-F238E27FC236}">
                    <a16:creationId xmlns:a16="http://schemas.microsoft.com/office/drawing/2014/main" id="{886B8AD1-62DA-01B4-429B-748391BE401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174767" y="4701154"/>
                <a:ext cx="0" cy="221779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6909" name="直接连接符 145">
                <a:extLst>
                  <a:ext uri="{FF2B5EF4-FFF2-40B4-BE49-F238E27FC236}">
                    <a16:creationId xmlns:a16="http://schemas.microsoft.com/office/drawing/2014/main" id="{0A9F610E-6E0D-1F41-877A-DC325195C05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455921" y="4922933"/>
                <a:ext cx="718846" cy="0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36910" name="直接连接符 146">
                <a:extLst>
                  <a:ext uri="{FF2B5EF4-FFF2-40B4-BE49-F238E27FC236}">
                    <a16:creationId xmlns:a16="http://schemas.microsoft.com/office/drawing/2014/main" id="{3E01769C-A44F-38F2-0246-E7C020F6184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3455921" y="4701154"/>
                <a:ext cx="768" cy="221779"/>
              </a:xfrm>
              <a:prstGeom prst="line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cxnSp>
          <p:nvCxnSpPr>
            <p:cNvPr id="36894" name="直接连接符 66">
              <a:extLst>
                <a:ext uri="{FF2B5EF4-FFF2-40B4-BE49-F238E27FC236}">
                  <a16:creationId xmlns:a16="http://schemas.microsoft.com/office/drawing/2014/main" id="{968BF204-8317-F271-D0A1-F44D1DA3254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28633" y="5341930"/>
              <a:ext cx="0" cy="22422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95" name="直接连接符 68">
              <a:extLst>
                <a:ext uri="{FF2B5EF4-FFF2-40B4-BE49-F238E27FC236}">
                  <a16:creationId xmlns:a16="http://schemas.microsoft.com/office/drawing/2014/main" id="{9B33504B-7482-B9E8-8CE2-4E83204608B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572299" y="4615272"/>
              <a:ext cx="2150" cy="24422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96" name="直接连接符 70">
              <a:extLst>
                <a:ext uri="{FF2B5EF4-FFF2-40B4-BE49-F238E27FC236}">
                  <a16:creationId xmlns:a16="http://schemas.microsoft.com/office/drawing/2014/main" id="{B3C5FE85-7D90-D945-1D5A-85C07A4A9BE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428633" y="4858740"/>
              <a:ext cx="143666" cy="759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97" name="直接连接符 73">
              <a:extLst>
                <a:ext uri="{FF2B5EF4-FFF2-40B4-BE49-F238E27FC236}">
                  <a16:creationId xmlns:a16="http://schemas.microsoft.com/office/drawing/2014/main" id="{328A24D1-EF56-078F-0F27-61C18B81538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28633" y="4859498"/>
              <a:ext cx="1823" cy="112801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98" name="直接连接符 78">
              <a:extLst>
                <a:ext uri="{FF2B5EF4-FFF2-40B4-BE49-F238E27FC236}">
                  <a16:creationId xmlns:a16="http://schemas.microsoft.com/office/drawing/2014/main" id="{BFDFCFF4-1B9A-9665-734A-C89BB2D60CD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752952" y="4615272"/>
              <a:ext cx="0" cy="1098355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899" name="直接连接符 181">
              <a:extLst>
                <a:ext uri="{FF2B5EF4-FFF2-40B4-BE49-F238E27FC236}">
                  <a16:creationId xmlns:a16="http://schemas.microsoft.com/office/drawing/2014/main" id="{7AB04692-5B46-D306-C962-5023C128C2F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054845" y="5321437"/>
              <a:ext cx="3730" cy="536205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900" name="直接连接符 194">
              <a:extLst>
                <a:ext uri="{FF2B5EF4-FFF2-40B4-BE49-F238E27FC236}">
                  <a16:creationId xmlns:a16="http://schemas.microsoft.com/office/drawing/2014/main" id="{D54B504B-BC1A-5A49-7A2B-F8076FF63B5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061233" y="4854790"/>
              <a:ext cx="1823" cy="111473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901" name="直接连接符 116">
              <a:extLst>
                <a:ext uri="{FF2B5EF4-FFF2-40B4-BE49-F238E27FC236}">
                  <a16:creationId xmlns:a16="http://schemas.microsoft.com/office/drawing/2014/main" id="{5E81B896-E25F-2FD6-B031-C13DF9947DF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934161" y="4854790"/>
              <a:ext cx="120684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902" name="直接连接符 199">
              <a:extLst>
                <a:ext uri="{FF2B5EF4-FFF2-40B4-BE49-F238E27FC236}">
                  <a16:creationId xmlns:a16="http://schemas.microsoft.com/office/drawing/2014/main" id="{81EB46D2-DEBA-05C9-4E2C-7269A998C07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3934160" y="4620770"/>
              <a:ext cx="2150" cy="244226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903" name="直接连接符 200">
              <a:extLst>
                <a:ext uri="{FF2B5EF4-FFF2-40B4-BE49-F238E27FC236}">
                  <a16:creationId xmlns:a16="http://schemas.microsoft.com/office/drawing/2014/main" id="{43407469-71B5-7988-2227-45F2AD31BE7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355976" y="4777523"/>
              <a:ext cx="10233" cy="1222217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904" name="直接连接符 203">
              <a:extLst>
                <a:ext uri="{FF2B5EF4-FFF2-40B4-BE49-F238E27FC236}">
                  <a16:creationId xmlns:a16="http://schemas.microsoft.com/office/drawing/2014/main" id="{3ACCE81D-9AD6-DD20-09DC-79A392CA278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117517" y="4776764"/>
              <a:ext cx="244114" cy="75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905" name="直接连接符 205">
              <a:extLst>
                <a:ext uri="{FF2B5EF4-FFF2-40B4-BE49-F238E27FC236}">
                  <a16:creationId xmlns:a16="http://schemas.microsoft.com/office/drawing/2014/main" id="{7434B113-F9B8-7A01-DEA0-AF36AB78123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121583" y="4614026"/>
              <a:ext cx="5270" cy="17438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93" name="文本框 92">
            <a:extLst>
              <a:ext uri="{FF2B5EF4-FFF2-40B4-BE49-F238E27FC236}">
                <a16:creationId xmlns:a16="http://schemas.microsoft.com/office/drawing/2014/main" id="{B967DD68-ADF4-8D5B-E804-E0A608D94D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4995863"/>
            <a:ext cx="26368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solidFill>
                  <a:srgbClr val="FF9933"/>
                </a:solidFill>
              </a:rPr>
              <a:t>能否自启动？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A6FB2C-551E-8E55-C6EE-F7CB794AA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47800"/>
            <a:ext cx="7924800" cy="2268538"/>
          </a:xfrm>
        </p:spPr>
        <p:txBody>
          <a:bodyPr/>
          <a:lstStyle/>
          <a:p>
            <a:pPr>
              <a:defRPr/>
            </a:pP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分别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利用</a:t>
            </a:r>
            <a:r>
              <a:rPr lang="en-US" altLang="zh-CN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zh-CN" altLang="en-US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配合</a:t>
            </a:r>
            <a:r>
              <a:rPr lang="zh-CN" altLang="zh-CN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适当的门电路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，设计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脉冲序列信号发生器，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产生的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101001101001101001……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，要求能自启动。</a:t>
            </a:r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1503E4C-7C8A-5C9B-B4EB-0331CD07D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同步时序电路的分析与设计方法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123F92-D263-C98B-0DEC-6ED097069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355F5B12-F498-4718-843A-1A9FF1CE6E64}" type="slidenum">
              <a:rPr lang="en-US" altLang="zh-CN" sz="1000" smtClean="0"/>
              <a:pPr>
                <a:defRPr/>
              </a:pPr>
              <a:t>35</a:t>
            </a:fld>
            <a:endParaRPr lang="en-US" altLang="zh-CN" sz="1000"/>
          </a:p>
        </p:txBody>
      </p:sp>
      <p:sp>
        <p:nvSpPr>
          <p:cNvPr id="5125" name="矩形 8">
            <a:extLst>
              <a:ext uri="{FF2B5EF4-FFF2-40B4-BE49-F238E27FC236}">
                <a16:creationId xmlns:a16="http://schemas.microsoft.com/office/drawing/2014/main" id="{52D1E344-1BFA-ACCD-E976-629B1AF96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288" y="3860800"/>
            <a:ext cx="7489825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分析：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要求的脉冲序列为</a:t>
            </a:r>
            <a:r>
              <a:rPr lang="en-US" altLang="zh-CN" sz="2800">
                <a:latin typeface="Times New Roman" panose="02020603050405020304" pitchFamily="18" charset="0"/>
              </a:rPr>
              <a:t>101001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>
                <a:latin typeface="Times New Roman" panose="02020603050405020304" pitchFamily="18" charset="0"/>
              </a:rPr>
              <a:t>101001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2800">
                <a:latin typeface="Times New Roman" panose="02020603050405020304" pitchFamily="18" charset="0"/>
              </a:rPr>
              <a:t>101001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</a:rPr>
              <a:t>……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，共</a:t>
            </a:r>
            <a:r>
              <a:rPr lang="en-US" altLang="zh-CN" sz="2800">
                <a:latin typeface="Times New Roman" panose="02020603050405020304" pitchFamily="18" charset="0"/>
              </a:rPr>
              <a:t>6</a:t>
            </a:r>
            <a:r>
              <a:rPr lang="zh-CN" altLang="zh-CN" sz="2800">
                <a:latin typeface="Times New Roman" panose="02020603050405020304" pitchFamily="18" charset="0"/>
                <a:cs typeface="Times New Roman" panose="02020603050405020304" pitchFamily="18" charset="0"/>
              </a:rPr>
              <a:t>位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BC0AFF-0E9B-273E-A8E6-84FE19163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方法</a:t>
            </a:r>
            <a:r>
              <a:rPr lang="en-US" altLang="zh-CN" dirty="0"/>
              <a:t>2——</a:t>
            </a:r>
            <a:r>
              <a:rPr lang="zh-CN" altLang="en-US" dirty="0"/>
              <a:t>采用计数器的设计思想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2E6783-4B62-5492-BDC7-549597B36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A48FB011-1DD6-4CF5-872C-060D5DE60964}" type="slidenum">
              <a:rPr lang="en-US" altLang="zh-CN" sz="1000" smtClean="0"/>
              <a:pPr>
                <a:defRPr/>
              </a:pPr>
              <a:t>36</a:t>
            </a:fld>
            <a:endParaRPr lang="en-US" altLang="zh-CN" sz="1000"/>
          </a:p>
        </p:txBody>
      </p:sp>
      <p:graphicFrame>
        <p:nvGraphicFramePr>
          <p:cNvPr id="5" name="内容占位符 9">
            <a:extLst>
              <a:ext uri="{FF2B5EF4-FFF2-40B4-BE49-F238E27FC236}">
                <a16:creationId xmlns:a16="http://schemas.microsoft.com/office/drawing/2014/main" id="{FD14781F-D29A-0214-7617-74ABDA1469D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354138" y="1125538"/>
          <a:ext cx="6335711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7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795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79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79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064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C</a:t>
                      </a:r>
                      <a:endParaRPr lang="zh-CN" altLang="en-US" sz="2400" baseline="-25000" dirty="0"/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B</a:t>
                      </a:r>
                      <a:endParaRPr lang="zh-CN" altLang="en-US" sz="2400" baseline="-25000" dirty="0"/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A</a:t>
                      </a:r>
                      <a:endParaRPr lang="zh-CN" altLang="en-US" sz="2400" baseline="-25000" dirty="0"/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Cn+1</a:t>
                      </a: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Bn+1</a:t>
                      </a: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An+1</a:t>
                      </a: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Z</a:t>
                      </a:r>
                      <a:endParaRPr lang="zh-CN" altLang="en-US" sz="2400" dirty="0"/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23" marR="91423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7" name="组合 28">
            <a:extLst>
              <a:ext uri="{FF2B5EF4-FFF2-40B4-BE49-F238E27FC236}">
                <a16:creationId xmlns:a16="http://schemas.microsoft.com/office/drawing/2014/main" id="{429AAC5E-8099-2314-684A-1548588E62E0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4652963"/>
            <a:ext cx="4219575" cy="1943100"/>
            <a:chOff x="1258252" y="1268758"/>
            <a:chExt cx="4220483" cy="1942101"/>
          </a:xfrm>
        </p:grpSpPr>
        <p:grpSp>
          <p:nvGrpSpPr>
            <p:cNvPr id="38985" name="组合 25">
              <a:extLst>
                <a:ext uri="{FF2B5EF4-FFF2-40B4-BE49-F238E27FC236}">
                  <a16:creationId xmlns:a16="http://schemas.microsoft.com/office/drawing/2014/main" id="{9973F25B-424A-416A-F374-6B8C353A63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0547" y="2431223"/>
              <a:ext cx="938188" cy="719138"/>
              <a:chOff x="4067944" y="4221088"/>
              <a:chExt cx="720080" cy="720080"/>
            </a:xfrm>
          </p:grpSpPr>
          <p:sp>
            <p:nvSpPr>
              <p:cNvPr id="39007" name="椭圆 26">
                <a:extLst>
                  <a:ext uri="{FF2B5EF4-FFF2-40B4-BE49-F238E27FC236}">
                    <a16:creationId xmlns:a16="http://schemas.microsoft.com/office/drawing/2014/main" id="{778BE792-63F2-A6A1-771A-346221E611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180E89E3-D8A2-9EC8-FBD5-30924348FDC7}"/>
                  </a:ext>
                </a:extLst>
              </p:cNvPr>
              <p:cNvSpPr txBox="1"/>
              <p:nvPr/>
            </p:nvSpPr>
            <p:spPr>
              <a:xfrm>
                <a:off x="4139674" y="4382128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011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38986" name="直接箭头连接符 43">
              <a:extLst>
                <a:ext uri="{FF2B5EF4-FFF2-40B4-BE49-F238E27FC236}">
                  <a16:creationId xmlns:a16="http://schemas.microsoft.com/office/drawing/2014/main" id="{73ECCBD3-B446-E585-4033-57419C238E7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62803" y="1635265"/>
              <a:ext cx="622299" cy="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87" name="直接箭头连接符 44">
              <a:extLst>
                <a:ext uri="{FF2B5EF4-FFF2-40B4-BE49-F238E27FC236}">
                  <a16:creationId xmlns:a16="http://schemas.microsoft.com/office/drawing/2014/main" id="{0726B668-0F33-04DB-8060-E5225F45BA4A}"/>
                </a:ext>
              </a:extLst>
            </p:cNvPr>
            <p:cNvCxnSpPr>
              <a:cxnSpLocks noChangeShapeType="1"/>
              <a:endCxn id="39003" idx="2"/>
            </p:cNvCxnSpPr>
            <p:nvPr/>
          </p:nvCxnSpPr>
          <p:spPr bwMode="auto">
            <a:xfrm flipV="1">
              <a:off x="3866956" y="1628329"/>
              <a:ext cx="673591" cy="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88" name="直接箭头连接符 46">
              <a:extLst>
                <a:ext uri="{FF2B5EF4-FFF2-40B4-BE49-F238E27FC236}">
                  <a16:creationId xmlns:a16="http://schemas.microsoft.com/office/drawing/2014/main" id="{E96E774C-3502-C3CB-3963-1E2FE04E544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866956" y="2790792"/>
              <a:ext cx="665162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89" name="直接箭头连接符 47">
              <a:extLst>
                <a:ext uri="{FF2B5EF4-FFF2-40B4-BE49-F238E27FC236}">
                  <a16:creationId xmlns:a16="http://schemas.microsoft.com/office/drawing/2014/main" id="{C4F1A686-8A3C-937A-B237-F8EBA042D3C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205652" y="2851290"/>
              <a:ext cx="665162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38990" name="组合 25">
              <a:extLst>
                <a:ext uri="{FF2B5EF4-FFF2-40B4-BE49-F238E27FC236}">
                  <a16:creationId xmlns:a16="http://schemas.microsoft.com/office/drawing/2014/main" id="{506F5CB5-3AAB-11E7-3334-24CB39D2CF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15816" y="1268760"/>
              <a:ext cx="938188" cy="719138"/>
              <a:chOff x="4067944" y="4221088"/>
              <a:chExt cx="720080" cy="720080"/>
            </a:xfrm>
          </p:grpSpPr>
          <p:sp>
            <p:nvSpPr>
              <p:cNvPr id="39005" name="椭圆 26">
                <a:extLst>
                  <a:ext uri="{FF2B5EF4-FFF2-40B4-BE49-F238E27FC236}">
                    <a16:creationId xmlns:a16="http://schemas.microsoft.com/office/drawing/2014/main" id="{84F6A774-A528-4276-BEA7-39CE013726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751D6A3C-F633-EF9A-8820-074FE225C003}"/>
                  </a:ext>
                </a:extLst>
              </p:cNvPr>
              <p:cNvSpPr txBox="1"/>
              <p:nvPr/>
            </p:nvSpPr>
            <p:spPr>
              <a:xfrm>
                <a:off x="4139958" y="4381550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8991" name="组合 25">
              <a:extLst>
                <a:ext uri="{FF2B5EF4-FFF2-40B4-BE49-F238E27FC236}">
                  <a16:creationId xmlns:a16="http://schemas.microsoft.com/office/drawing/2014/main" id="{E91FEB91-ADC2-2A1D-AEAA-76A48A3D36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0547" y="1268759"/>
              <a:ext cx="938188" cy="719138"/>
              <a:chOff x="4067944" y="4221088"/>
              <a:chExt cx="720080" cy="720080"/>
            </a:xfrm>
          </p:grpSpPr>
          <p:sp>
            <p:nvSpPr>
              <p:cNvPr id="39003" name="椭圆 26">
                <a:extLst>
                  <a:ext uri="{FF2B5EF4-FFF2-40B4-BE49-F238E27FC236}">
                    <a16:creationId xmlns:a16="http://schemas.microsoft.com/office/drawing/2014/main" id="{C080403C-A8F5-C47A-04B4-7CA0F4C019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C5CB07AF-0ED0-54BB-9ADE-D7E06BB1A210}"/>
                  </a:ext>
                </a:extLst>
              </p:cNvPr>
              <p:cNvSpPr txBox="1"/>
              <p:nvPr/>
            </p:nvSpPr>
            <p:spPr>
              <a:xfrm>
                <a:off x="4139674" y="4381551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010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8992" name="组合 25">
              <a:extLst>
                <a:ext uri="{FF2B5EF4-FFF2-40B4-BE49-F238E27FC236}">
                  <a16:creationId xmlns:a16="http://schemas.microsoft.com/office/drawing/2014/main" id="{CF58127D-3EA2-86A0-C2BC-DF38C67758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8252" y="1268758"/>
              <a:ext cx="938413" cy="719138"/>
              <a:chOff x="4067944" y="4221088"/>
              <a:chExt cx="720253" cy="720080"/>
            </a:xfrm>
          </p:grpSpPr>
          <p:sp>
            <p:nvSpPr>
              <p:cNvPr id="39001" name="椭圆 26">
                <a:extLst>
                  <a:ext uri="{FF2B5EF4-FFF2-40B4-BE49-F238E27FC236}">
                    <a16:creationId xmlns:a16="http://schemas.microsoft.com/office/drawing/2014/main" id="{AC29CBB3-FC5F-56C7-5AE8-01D586B2EC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6796FE70-5A69-786B-DDB5-6225A8A0A89A}"/>
                  </a:ext>
                </a:extLst>
              </p:cNvPr>
              <p:cNvSpPr txBox="1"/>
              <p:nvPr/>
            </p:nvSpPr>
            <p:spPr>
              <a:xfrm>
                <a:off x="4139848" y="4381552"/>
                <a:ext cx="648351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8993" name="组合 25">
              <a:extLst>
                <a:ext uri="{FF2B5EF4-FFF2-40B4-BE49-F238E27FC236}">
                  <a16:creationId xmlns:a16="http://schemas.microsoft.com/office/drawing/2014/main" id="{7C7ADAE0-19A8-914C-869A-18E7F447BC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30215" y="2491721"/>
              <a:ext cx="938188" cy="719138"/>
              <a:chOff x="4067944" y="4221088"/>
              <a:chExt cx="720080" cy="720080"/>
            </a:xfrm>
          </p:grpSpPr>
          <p:sp>
            <p:nvSpPr>
              <p:cNvPr id="38999" name="椭圆 26">
                <a:extLst>
                  <a:ext uri="{FF2B5EF4-FFF2-40B4-BE49-F238E27FC236}">
                    <a16:creationId xmlns:a16="http://schemas.microsoft.com/office/drawing/2014/main" id="{0AC5ABB9-39DD-EC07-BD3E-D39B2864C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71743A29-7707-B5E4-6123-B12057A97232}"/>
                  </a:ext>
                </a:extLst>
              </p:cNvPr>
              <p:cNvSpPr txBox="1"/>
              <p:nvPr/>
            </p:nvSpPr>
            <p:spPr>
              <a:xfrm>
                <a:off x="4139874" y="4381924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100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8994" name="组合 25">
              <a:extLst>
                <a:ext uri="{FF2B5EF4-FFF2-40B4-BE49-F238E27FC236}">
                  <a16:creationId xmlns:a16="http://schemas.microsoft.com/office/drawing/2014/main" id="{9FC50600-7AF9-6F92-1F81-282CC4B65D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8595" y="2473328"/>
              <a:ext cx="938188" cy="719138"/>
              <a:chOff x="4067944" y="4221088"/>
              <a:chExt cx="720080" cy="720080"/>
            </a:xfrm>
          </p:grpSpPr>
          <p:sp>
            <p:nvSpPr>
              <p:cNvPr id="38997" name="椭圆 26">
                <a:extLst>
                  <a:ext uri="{FF2B5EF4-FFF2-40B4-BE49-F238E27FC236}">
                    <a16:creationId xmlns:a16="http://schemas.microsoft.com/office/drawing/2014/main" id="{6A7A1E13-1EEB-1475-AC72-7C31C50AF7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93F88305-5146-8E34-9B95-F30FB024F1E2}"/>
                  </a:ext>
                </a:extLst>
              </p:cNvPr>
              <p:cNvSpPr txBox="1"/>
              <p:nvPr/>
            </p:nvSpPr>
            <p:spPr>
              <a:xfrm>
                <a:off x="4139585" y="4381275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101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38995" name="直接箭头连接符 47">
              <a:extLst>
                <a:ext uri="{FF2B5EF4-FFF2-40B4-BE49-F238E27FC236}">
                  <a16:creationId xmlns:a16="http://schemas.microsoft.com/office/drawing/2014/main" id="{8871D35A-834C-C51E-D247-EBDFBB6AE9C6}"/>
                </a:ext>
              </a:extLst>
            </p:cNvPr>
            <p:cNvCxnSpPr>
              <a:cxnSpLocks noChangeShapeType="1"/>
              <a:stCxn id="38997" idx="0"/>
            </p:cNvCxnSpPr>
            <p:nvPr/>
          </p:nvCxnSpPr>
          <p:spPr bwMode="auto">
            <a:xfrm flipH="1" flipV="1">
              <a:off x="1727348" y="1985608"/>
              <a:ext cx="341" cy="48772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996" name="直接箭头连接符 47">
              <a:extLst>
                <a:ext uri="{FF2B5EF4-FFF2-40B4-BE49-F238E27FC236}">
                  <a16:creationId xmlns:a16="http://schemas.microsoft.com/office/drawing/2014/main" id="{C8C560B8-17CD-9FF7-BBF9-C98B83130E43}"/>
                </a:ext>
              </a:extLst>
            </p:cNvPr>
            <p:cNvCxnSpPr>
              <a:cxnSpLocks noChangeShapeType="1"/>
              <a:stCxn id="39003" idx="4"/>
              <a:endCxn id="39007" idx="0"/>
            </p:cNvCxnSpPr>
            <p:nvPr/>
          </p:nvCxnSpPr>
          <p:spPr bwMode="auto">
            <a:xfrm>
              <a:off x="5009641" y="1987897"/>
              <a:ext cx="0" cy="443326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2" name="矩形 31">
            <a:extLst>
              <a:ext uri="{FF2B5EF4-FFF2-40B4-BE49-F238E27FC236}">
                <a16:creationId xmlns:a16="http://schemas.microsoft.com/office/drawing/2014/main" id="{210E72CD-CD13-FA23-DD9E-F3734553144D}"/>
              </a:ext>
            </a:extLst>
          </p:cNvPr>
          <p:cNvSpPr/>
          <p:nvPr/>
        </p:nvSpPr>
        <p:spPr>
          <a:xfrm>
            <a:off x="5716588" y="4689475"/>
            <a:ext cx="3262312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产生的</a:t>
            </a: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101001</a:t>
            </a:r>
            <a:endParaRPr lang="zh-CN" altLang="en-US" sz="2400" b="1" dirty="0">
              <a:solidFill>
                <a:srgbClr val="FFC000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858FA22-D2EC-76F3-93B7-12CA9E803696}"/>
              </a:ext>
            </a:extLst>
          </p:cNvPr>
          <p:cNvSpPr/>
          <p:nvPr/>
        </p:nvSpPr>
        <p:spPr>
          <a:xfrm>
            <a:off x="5867400" y="5381625"/>
            <a:ext cx="2492375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需要</a:t>
            </a:r>
            <a:r>
              <a:rPr lang="en-US" altLang="zh-CN" sz="2400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en-US" sz="2400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个触发器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！</a:t>
            </a:r>
            <a:endParaRPr lang="zh-CN" altLang="en-US" sz="2400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F762F7-801A-84CB-6211-EEF9B8762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3177D77-F954-41B7-BDEF-464506F52BC1}" type="slidenum">
              <a:rPr lang="en-US" altLang="zh-CN" sz="1000" smtClean="0"/>
              <a:pPr>
                <a:defRPr/>
              </a:pPr>
              <a:t>37</a:t>
            </a:fld>
            <a:endParaRPr lang="en-US" altLang="zh-CN" sz="1000"/>
          </a:p>
        </p:txBody>
      </p:sp>
      <p:grpSp>
        <p:nvGrpSpPr>
          <p:cNvPr id="7" name="组合 28">
            <a:extLst>
              <a:ext uri="{FF2B5EF4-FFF2-40B4-BE49-F238E27FC236}">
                <a16:creationId xmlns:a16="http://schemas.microsoft.com/office/drawing/2014/main" id="{6BEBC7A9-7584-5272-C530-A4BC1676D0E7}"/>
              </a:ext>
            </a:extLst>
          </p:cNvPr>
          <p:cNvGrpSpPr>
            <a:grpSpLocks/>
          </p:cNvGrpSpPr>
          <p:nvPr/>
        </p:nvGrpSpPr>
        <p:grpSpPr bwMode="auto">
          <a:xfrm>
            <a:off x="350838" y="723900"/>
            <a:ext cx="4219575" cy="1943100"/>
            <a:chOff x="1258252" y="1268758"/>
            <a:chExt cx="4220483" cy="1942101"/>
          </a:xfrm>
        </p:grpSpPr>
        <p:grpSp>
          <p:nvGrpSpPr>
            <p:cNvPr id="40027" name="组合 25">
              <a:extLst>
                <a:ext uri="{FF2B5EF4-FFF2-40B4-BE49-F238E27FC236}">
                  <a16:creationId xmlns:a16="http://schemas.microsoft.com/office/drawing/2014/main" id="{70F83772-E7B9-AB78-45F8-2B5FF4BF11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0547" y="2431223"/>
              <a:ext cx="938188" cy="719138"/>
              <a:chOff x="4067944" y="4221088"/>
              <a:chExt cx="720080" cy="720080"/>
            </a:xfrm>
          </p:grpSpPr>
          <p:sp>
            <p:nvSpPr>
              <p:cNvPr id="40049" name="椭圆 26">
                <a:extLst>
                  <a:ext uri="{FF2B5EF4-FFF2-40B4-BE49-F238E27FC236}">
                    <a16:creationId xmlns:a16="http://schemas.microsoft.com/office/drawing/2014/main" id="{910D4420-32C0-95F6-8DB0-675A9CF75E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FA76EC1A-EDA5-19EA-FF92-DFF21AC12F53}"/>
                  </a:ext>
                </a:extLst>
              </p:cNvPr>
              <p:cNvSpPr txBox="1"/>
              <p:nvPr/>
            </p:nvSpPr>
            <p:spPr>
              <a:xfrm>
                <a:off x="4139674" y="4382128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011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40028" name="直接箭头连接符 43">
              <a:extLst>
                <a:ext uri="{FF2B5EF4-FFF2-40B4-BE49-F238E27FC236}">
                  <a16:creationId xmlns:a16="http://schemas.microsoft.com/office/drawing/2014/main" id="{41599C71-0FCF-9782-D641-9B8E25EFFB0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62803" y="1635265"/>
              <a:ext cx="622299" cy="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29" name="直接箭头连接符 44">
              <a:extLst>
                <a:ext uri="{FF2B5EF4-FFF2-40B4-BE49-F238E27FC236}">
                  <a16:creationId xmlns:a16="http://schemas.microsoft.com/office/drawing/2014/main" id="{3B15F6CC-B92A-C656-41D4-347B21047EEC}"/>
                </a:ext>
              </a:extLst>
            </p:cNvPr>
            <p:cNvCxnSpPr>
              <a:cxnSpLocks noChangeShapeType="1"/>
              <a:endCxn id="40045" idx="2"/>
            </p:cNvCxnSpPr>
            <p:nvPr/>
          </p:nvCxnSpPr>
          <p:spPr bwMode="auto">
            <a:xfrm flipV="1">
              <a:off x="3866956" y="1628329"/>
              <a:ext cx="673591" cy="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30" name="直接箭头连接符 46">
              <a:extLst>
                <a:ext uri="{FF2B5EF4-FFF2-40B4-BE49-F238E27FC236}">
                  <a16:creationId xmlns:a16="http://schemas.microsoft.com/office/drawing/2014/main" id="{518C1661-3BAF-F40C-FA6A-B71E66522F8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866956" y="2790792"/>
              <a:ext cx="665162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31" name="直接箭头连接符 47">
              <a:extLst>
                <a:ext uri="{FF2B5EF4-FFF2-40B4-BE49-F238E27FC236}">
                  <a16:creationId xmlns:a16="http://schemas.microsoft.com/office/drawing/2014/main" id="{CEE6D7C3-A016-CF86-E747-242478D3648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205652" y="2851290"/>
              <a:ext cx="665162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0032" name="组合 25">
              <a:extLst>
                <a:ext uri="{FF2B5EF4-FFF2-40B4-BE49-F238E27FC236}">
                  <a16:creationId xmlns:a16="http://schemas.microsoft.com/office/drawing/2014/main" id="{56C797CE-C0E9-9364-8C36-0ACDA14685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15816" y="1268760"/>
              <a:ext cx="938188" cy="719138"/>
              <a:chOff x="4067944" y="4221088"/>
              <a:chExt cx="720080" cy="720080"/>
            </a:xfrm>
          </p:grpSpPr>
          <p:sp>
            <p:nvSpPr>
              <p:cNvPr id="40047" name="椭圆 26">
                <a:extLst>
                  <a:ext uri="{FF2B5EF4-FFF2-40B4-BE49-F238E27FC236}">
                    <a16:creationId xmlns:a16="http://schemas.microsoft.com/office/drawing/2014/main" id="{1A015A17-BB9C-0A62-B3C8-64F67DBEEF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A1F7834-3243-90E9-6CFB-C21A5D468002}"/>
                  </a:ext>
                </a:extLst>
              </p:cNvPr>
              <p:cNvSpPr txBox="1"/>
              <p:nvPr/>
            </p:nvSpPr>
            <p:spPr>
              <a:xfrm>
                <a:off x="4139957" y="4381551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3" name="组合 25">
              <a:extLst>
                <a:ext uri="{FF2B5EF4-FFF2-40B4-BE49-F238E27FC236}">
                  <a16:creationId xmlns:a16="http://schemas.microsoft.com/office/drawing/2014/main" id="{40352417-77A8-D7DC-74F7-DC8C667F9C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0547" y="1268759"/>
              <a:ext cx="938188" cy="719138"/>
              <a:chOff x="4067944" y="4221088"/>
              <a:chExt cx="720080" cy="720080"/>
            </a:xfrm>
          </p:grpSpPr>
          <p:sp>
            <p:nvSpPr>
              <p:cNvPr id="40045" name="椭圆 26">
                <a:extLst>
                  <a:ext uri="{FF2B5EF4-FFF2-40B4-BE49-F238E27FC236}">
                    <a16:creationId xmlns:a16="http://schemas.microsoft.com/office/drawing/2014/main" id="{BDEA5CED-E033-916E-C302-9A26CBCD3E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735A8E4-82C3-7C79-7DF6-138CAC8C8B4E}"/>
                  </a:ext>
                </a:extLst>
              </p:cNvPr>
              <p:cNvSpPr txBox="1"/>
              <p:nvPr/>
            </p:nvSpPr>
            <p:spPr>
              <a:xfrm>
                <a:off x="4139674" y="4381552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010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4" name="组合 25">
              <a:extLst>
                <a:ext uri="{FF2B5EF4-FFF2-40B4-BE49-F238E27FC236}">
                  <a16:creationId xmlns:a16="http://schemas.microsoft.com/office/drawing/2014/main" id="{0485B4CC-8659-FBA8-A40C-5C099AFE3F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8252" y="1268758"/>
              <a:ext cx="938413" cy="719138"/>
              <a:chOff x="4067944" y="4221088"/>
              <a:chExt cx="720253" cy="720080"/>
            </a:xfrm>
          </p:grpSpPr>
          <p:sp>
            <p:nvSpPr>
              <p:cNvPr id="40043" name="椭圆 26">
                <a:extLst>
                  <a:ext uri="{FF2B5EF4-FFF2-40B4-BE49-F238E27FC236}">
                    <a16:creationId xmlns:a16="http://schemas.microsoft.com/office/drawing/2014/main" id="{921574E9-6404-282C-CF8D-8688A11019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DDB46406-E45C-54C3-92DD-B3C55F88F9A5}"/>
                  </a:ext>
                </a:extLst>
              </p:cNvPr>
              <p:cNvSpPr txBox="1"/>
              <p:nvPr/>
            </p:nvSpPr>
            <p:spPr>
              <a:xfrm>
                <a:off x="4139847" y="4381553"/>
                <a:ext cx="648351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5" name="组合 25">
              <a:extLst>
                <a:ext uri="{FF2B5EF4-FFF2-40B4-BE49-F238E27FC236}">
                  <a16:creationId xmlns:a16="http://schemas.microsoft.com/office/drawing/2014/main" id="{5A7ADF88-2775-A357-8661-5A1F5C681B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30215" y="2491721"/>
              <a:ext cx="938188" cy="719138"/>
              <a:chOff x="4067944" y="4221088"/>
              <a:chExt cx="720080" cy="720080"/>
            </a:xfrm>
          </p:grpSpPr>
          <p:sp>
            <p:nvSpPr>
              <p:cNvPr id="40041" name="椭圆 26">
                <a:extLst>
                  <a:ext uri="{FF2B5EF4-FFF2-40B4-BE49-F238E27FC236}">
                    <a16:creationId xmlns:a16="http://schemas.microsoft.com/office/drawing/2014/main" id="{E09417FC-255B-C9E0-1986-69E387C094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8A80BC9-3E92-6066-D792-D0BBA25028F6}"/>
                  </a:ext>
                </a:extLst>
              </p:cNvPr>
              <p:cNvSpPr txBox="1"/>
              <p:nvPr/>
            </p:nvSpPr>
            <p:spPr>
              <a:xfrm>
                <a:off x="4139874" y="4381924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100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6" name="组合 25">
              <a:extLst>
                <a:ext uri="{FF2B5EF4-FFF2-40B4-BE49-F238E27FC236}">
                  <a16:creationId xmlns:a16="http://schemas.microsoft.com/office/drawing/2014/main" id="{5E45FCC9-8363-FBA1-F3E8-8A99DD72F7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8595" y="2473328"/>
              <a:ext cx="938188" cy="719138"/>
              <a:chOff x="4067944" y="4221088"/>
              <a:chExt cx="720080" cy="720080"/>
            </a:xfrm>
          </p:grpSpPr>
          <p:sp>
            <p:nvSpPr>
              <p:cNvPr id="40039" name="椭圆 26">
                <a:extLst>
                  <a:ext uri="{FF2B5EF4-FFF2-40B4-BE49-F238E27FC236}">
                    <a16:creationId xmlns:a16="http://schemas.microsoft.com/office/drawing/2014/main" id="{D5B36EF6-9101-D906-0141-E1C400E0A7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325CBFFA-8E50-494A-DC88-5FDDBEDE088E}"/>
                  </a:ext>
                </a:extLst>
              </p:cNvPr>
              <p:cNvSpPr txBox="1"/>
              <p:nvPr/>
            </p:nvSpPr>
            <p:spPr>
              <a:xfrm>
                <a:off x="4139584" y="4381275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101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40037" name="直接箭头连接符 47">
              <a:extLst>
                <a:ext uri="{FF2B5EF4-FFF2-40B4-BE49-F238E27FC236}">
                  <a16:creationId xmlns:a16="http://schemas.microsoft.com/office/drawing/2014/main" id="{DAC89A44-6151-F2E1-E903-77C7D0B52910}"/>
                </a:ext>
              </a:extLst>
            </p:cNvPr>
            <p:cNvCxnSpPr>
              <a:cxnSpLocks noChangeShapeType="1"/>
              <a:stCxn id="40039" idx="0"/>
            </p:cNvCxnSpPr>
            <p:nvPr/>
          </p:nvCxnSpPr>
          <p:spPr bwMode="auto">
            <a:xfrm flipH="1" flipV="1">
              <a:off x="1727348" y="1985608"/>
              <a:ext cx="341" cy="48772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38" name="直接箭头连接符 47">
              <a:extLst>
                <a:ext uri="{FF2B5EF4-FFF2-40B4-BE49-F238E27FC236}">
                  <a16:creationId xmlns:a16="http://schemas.microsoft.com/office/drawing/2014/main" id="{5A34BCB2-CA5D-3D93-0235-CB64687FE37D}"/>
                </a:ext>
              </a:extLst>
            </p:cNvPr>
            <p:cNvCxnSpPr>
              <a:cxnSpLocks noChangeShapeType="1"/>
              <a:stCxn id="40045" idx="4"/>
              <a:endCxn id="40049" idx="0"/>
            </p:cNvCxnSpPr>
            <p:nvPr/>
          </p:nvCxnSpPr>
          <p:spPr bwMode="auto">
            <a:xfrm>
              <a:off x="5009641" y="1987897"/>
              <a:ext cx="0" cy="443326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544794AC-DCC1-9666-072B-2F766004713F}"/>
              </a:ext>
            </a:extLst>
          </p:cNvPr>
          <p:cNvGrpSpPr>
            <a:grpSpLocks/>
          </p:cNvGrpSpPr>
          <p:nvPr/>
        </p:nvGrpSpPr>
        <p:grpSpPr bwMode="auto">
          <a:xfrm>
            <a:off x="503238" y="3311525"/>
            <a:ext cx="3341687" cy="1757363"/>
            <a:chOff x="491524" y="2942876"/>
            <a:chExt cx="3341688" cy="1756942"/>
          </a:xfrm>
        </p:grpSpPr>
        <p:grpSp>
          <p:nvGrpSpPr>
            <p:cNvPr id="40003" name="Group 4">
              <a:extLst>
                <a:ext uri="{FF2B5EF4-FFF2-40B4-BE49-F238E27FC236}">
                  <a16:creationId xmlns:a16="http://schemas.microsoft.com/office/drawing/2014/main" id="{22EDF18A-CE64-F112-1FE4-DBCE91C9D6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1524" y="3017067"/>
              <a:ext cx="3341688" cy="1682751"/>
              <a:chOff x="639" y="1382"/>
              <a:chExt cx="2105" cy="1060"/>
            </a:xfrm>
          </p:grpSpPr>
          <p:sp>
            <p:nvSpPr>
              <p:cNvPr id="35" name="Rectangle 5">
                <a:extLst>
                  <a:ext uri="{FF2B5EF4-FFF2-40B4-BE49-F238E27FC236}">
                    <a16:creationId xmlns:a16="http://schemas.microsoft.com/office/drawing/2014/main" id="{D5C397C3-5449-279A-D25E-9B8B68214C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36" name="Rectangle 6">
                <a:extLst>
                  <a:ext uri="{FF2B5EF4-FFF2-40B4-BE49-F238E27FC236}">
                    <a16:creationId xmlns:a16="http://schemas.microsoft.com/office/drawing/2014/main" id="{F542B4ED-89F3-731B-FBEF-016243380B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7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37" name="Rectangle 7">
                <a:extLst>
                  <a:ext uri="{FF2B5EF4-FFF2-40B4-BE49-F238E27FC236}">
                    <a16:creationId xmlns:a16="http://schemas.microsoft.com/office/drawing/2014/main" id="{BF74E8A0-E7AD-BC1F-56DE-7660B444D8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7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38" name="Rectangle 8">
                <a:extLst>
                  <a:ext uri="{FF2B5EF4-FFF2-40B4-BE49-F238E27FC236}">
                    <a16:creationId xmlns:a16="http://schemas.microsoft.com/office/drawing/2014/main" id="{C8DEB438-C5F1-0638-F678-2C839D33AD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39" name="Rectangle 9">
                <a:extLst>
                  <a:ext uri="{FF2B5EF4-FFF2-40B4-BE49-F238E27FC236}">
                    <a16:creationId xmlns:a16="http://schemas.microsoft.com/office/drawing/2014/main" id="{194554F1-1DE6-D108-D09B-8F84AA2F35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40" name="Rectangle 10">
                <a:extLst>
                  <a:ext uri="{FF2B5EF4-FFF2-40B4-BE49-F238E27FC236}">
                    <a16:creationId xmlns:a16="http://schemas.microsoft.com/office/drawing/2014/main" id="{731B0FD0-9D7D-4ABE-C001-831F448B0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7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41" name="Rectangle 11">
                <a:extLst>
                  <a:ext uri="{FF2B5EF4-FFF2-40B4-BE49-F238E27FC236}">
                    <a16:creationId xmlns:a16="http://schemas.microsoft.com/office/drawing/2014/main" id="{9F3E07D7-1DDB-EA85-EECF-86EFFA9BB2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7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42" name="Rectangle 12">
                <a:extLst>
                  <a:ext uri="{FF2B5EF4-FFF2-40B4-BE49-F238E27FC236}">
                    <a16:creationId xmlns:a16="http://schemas.microsoft.com/office/drawing/2014/main" id="{2C7939B9-CAB6-E474-E080-C531D6CE82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40013" name="Line 13">
                <a:extLst>
                  <a:ext uri="{FF2B5EF4-FFF2-40B4-BE49-F238E27FC236}">
                    <a16:creationId xmlns:a16="http://schemas.microsoft.com/office/drawing/2014/main" id="{7240F995-CB1F-A2F3-300A-CD3C48C564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14" name="Line 14">
                <a:extLst>
                  <a:ext uri="{FF2B5EF4-FFF2-40B4-BE49-F238E27FC236}">
                    <a16:creationId xmlns:a16="http://schemas.microsoft.com/office/drawing/2014/main" id="{C5DADE88-EDAD-3A43-DED0-723BB4DFB8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2142"/>
                <a:ext cx="160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15" name="Line 15">
                <a:extLst>
                  <a:ext uri="{FF2B5EF4-FFF2-40B4-BE49-F238E27FC236}">
                    <a16:creationId xmlns:a16="http://schemas.microsoft.com/office/drawing/2014/main" id="{AD805F5C-A905-0101-3A4E-894B8D20C6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24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16" name="Line 16">
                <a:extLst>
                  <a:ext uri="{FF2B5EF4-FFF2-40B4-BE49-F238E27FC236}">
                    <a16:creationId xmlns:a16="http://schemas.microsoft.com/office/drawing/2014/main" id="{3868C506-039B-CC7F-02B1-CF14B4D862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17" name="Line 17">
                <a:extLst>
                  <a:ext uri="{FF2B5EF4-FFF2-40B4-BE49-F238E27FC236}">
                    <a16:creationId xmlns:a16="http://schemas.microsoft.com/office/drawing/2014/main" id="{D569F752-8037-8826-E784-81B8D62323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18" name="Line 18">
                <a:extLst>
                  <a:ext uri="{FF2B5EF4-FFF2-40B4-BE49-F238E27FC236}">
                    <a16:creationId xmlns:a16="http://schemas.microsoft.com/office/drawing/2014/main" id="{C6227B30-740C-519F-B3DB-ED63FBE2C1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19" name="Line 19">
                <a:extLst>
                  <a:ext uri="{FF2B5EF4-FFF2-40B4-BE49-F238E27FC236}">
                    <a16:creationId xmlns:a16="http://schemas.microsoft.com/office/drawing/2014/main" id="{243CD31A-98AE-719F-0FF7-E1B8F43E1E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20" name="Line 20">
                <a:extLst>
                  <a:ext uri="{FF2B5EF4-FFF2-40B4-BE49-F238E27FC236}">
                    <a16:creationId xmlns:a16="http://schemas.microsoft.com/office/drawing/2014/main" id="{6DE80F52-EC3D-1AF1-1941-73411EF774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08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21" name="Line 21">
                <a:extLst>
                  <a:ext uri="{FF2B5EF4-FFF2-40B4-BE49-F238E27FC236}">
                    <a16:creationId xmlns:a16="http://schemas.microsoft.com/office/drawing/2014/main" id="{AF934D83-1C8B-4307-E655-E234216804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34" y="1525"/>
                <a:ext cx="272" cy="3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Rectangle 22">
                <a:extLst>
                  <a:ext uri="{FF2B5EF4-FFF2-40B4-BE49-F238E27FC236}">
                    <a16:creationId xmlns:a16="http://schemas.microsoft.com/office/drawing/2014/main" id="{CE45F13E-4AF6-5E24-7FBA-E4950A803E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" y="1389"/>
                <a:ext cx="294" cy="25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B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endParaRPr>
              </a:p>
            </p:txBody>
          </p:sp>
          <p:sp>
            <p:nvSpPr>
              <p:cNvPr id="53" name="Rectangle 23">
                <a:extLst>
                  <a:ext uri="{FF2B5EF4-FFF2-40B4-BE49-F238E27FC236}">
                    <a16:creationId xmlns:a16="http://schemas.microsoft.com/office/drawing/2014/main" id="{4392EEC6-9E1D-1A28-82F4-DE1DBB699F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4" y="1382"/>
                <a:ext cx="324" cy="25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A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endParaRPr>
              </a:p>
            </p:txBody>
          </p:sp>
          <p:sp>
            <p:nvSpPr>
              <p:cNvPr id="54" name="Rectangle 24">
                <a:extLst>
                  <a:ext uri="{FF2B5EF4-FFF2-40B4-BE49-F238E27FC236}">
                    <a16:creationId xmlns:a16="http://schemas.microsoft.com/office/drawing/2014/main" id="{B8A3067B-3E39-954B-B064-CEF7B8EDF0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" y="1567"/>
                <a:ext cx="295" cy="25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Q</a:t>
                </a:r>
                <a:r>
                  <a:rPr lang="en-US" altLang="zh-CN" baseline="-30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C</a:t>
                </a:r>
              </a:p>
            </p:txBody>
          </p:sp>
          <p:sp>
            <p:nvSpPr>
              <p:cNvPr id="40025" name="Text Box 25">
                <a:extLst>
                  <a:ext uri="{FF2B5EF4-FFF2-40B4-BE49-F238E27FC236}">
                    <a16:creationId xmlns:a16="http://schemas.microsoft.com/office/drawing/2014/main" id="{A75D1BEE-78E3-B2D7-D6FD-5A8299A571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20" y="1570"/>
                <a:ext cx="17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 00    01    11     10</a:t>
                </a:r>
              </a:p>
            </p:txBody>
          </p:sp>
          <p:sp>
            <p:nvSpPr>
              <p:cNvPr id="40026" name="Text Box 26">
                <a:extLst>
                  <a:ext uri="{FF2B5EF4-FFF2-40B4-BE49-F238E27FC236}">
                    <a16:creationId xmlns:a16="http://schemas.microsoft.com/office/drawing/2014/main" id="{B9B4FDA4-E5A8-6EBC-E833-F20E0E84A5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4" y="1797"/>
                <a:ext cx="272" cy="6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0</a:t>
                </a:r>
              </a:p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1</a:t>
                </a:r>
              </a:p>
            </p:txBody>
          </p:sp>
        </p:grpSp>
        <p:sp>
          <p:nvSpPr>
            <p:cNvPr id="104" name="Rectangle 23">
              <a:extLst>
                <a:ext uri="{FF2B5EF4-FFF2-40B4-BE49-F238E27FC236}">
                  <a16:creationId xmlns:a16="http://schemas.microsoft.com/office/drawing/2014/main" id="{9D3EC939-F072-6DE7-FAA0-615894765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9624" y="2942876"/>
              <a:ext cx="819150" cy="39995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Bn+1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endParaRPr>
            </a:p>
          </p:txBody>
        </p:sp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06F25C84-7D82-56E5-5CC7-088BC33C7DF2}"/>
              </a:ext>
            </a:extLst>
          </p:cNvPr>
          <p:cNvGrpSpPr>
            <a:grpSpLocks/>
          </p:cNvGrpSpPr>
          <p:nvPr/>
        </p:nvGrpSpPr>
        <p:grpSpPr bwMode="auto">
          <a:xfrm>
            <a:off x="4922838" y="3206750"/>
            <a:ext cx="3341687" cy="1817688"/>
            <a:chOff x="4921442" y="3712470"/>
            <a:chExt cx="3341688" cy="1817611"/>
          </a:xfrm>
        </p:grpSpPr>
        <p:grpSp>
          <p:nvGrpSpPr>
            <p:cNvPr id="39979" name="Group 4">
              <a:extLst>
                <a:ext uri="{FF2B5EF4-FFF2-40B4-BE49-F238E27FC236}">
                  <a16:creationId xmlns:a16="http://schemas.microsoft.com/office/drawing/2014/main" id="{21F7A71F-2181-46EA-2892-E995878CDB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21442" y="3847330"/>
              <a:ext cx="3341688" cy="1682751"/>
              <a:chOff x="639" y="1382"/>
              <a:chExt cx="2105" cy="1060"/>
            </a:xfrm>
          </p:grpSpPr>
          <p:sp>
            <p:nvSpPr>
              <p:cNvPr id="58" name="Rectangle 5">
                <a:extLst>
                  <a:ext uri="{FF2B5EF4-FFF2-40B4-BE49-F238E27FC236}">
                    <a16:creationId xmlns:a16="http://schemas.microsoft.com/office/drawing/2014/main" id="{AD6B4740-8C8B-9AB1-C6F8-7592665AAE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59" name="Rectangle 6">
                <a:extLst>
                  <a:ext uri="{FF2B5EF4-FFF2-40B4-BE49-F238E27FC236}">
                    <a16:creationId xmlns:a16="http://schemas.microsoft.com/office/drawing/2014/main" id="{E9DA3072-C48A-D8C2-991D-CEBE65F2A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7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0" name="Rectangle 7">
                <a:extLst>
                  <a:ext uri="{FF2B5EF4-FFF2-40B4-BE49-F238E27FC236}">
                    <a16:creationId xmlns:a16="http://schemas.microsoft.com/office/drawing/2014/main" id="{FEB90B44-0353-7AB7-E43E-5A9948EC07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7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61" name="Rectangle 8">
                <a:extLst>
                  <a:ext uri="{FF2B5EF4-FFF2-40B4-BE49-F238E27FC236}">
                    <a16:creationId xmlns:a16="http://schemas.microsoft.com/office/drawing/2014/main" id="{6CE86D3C-60D5-B237-5872-2E7A48A6E4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62" name="Rectangle 9">
                <a:extLst>
                  <a:ext uri="{FF2B5EF4-FFF2-40B4-BE49-F238E27FC236}">
                    <a16:creationId xmlns:a16="http://schemas.microsoft.com/office/drawing/2014/main" id="{7AD3B622-C707-5AAB-6035-3EFF8BB139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63" name="Rectangle 10">
                <a:extLst>
                  <a:ext uri="{FF2B5EF4-FFF2-40B4-BE49-F238E27FC236}">
                    <a16:creationId xmlns:a16="http://schemas.microsoft.com/office/drawing/2014/main" id="{8128B698-1A44-459A-0BC7-D49E97D981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7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64" name="Rectangle 11">
                <a:extLst>
                  <a:ext uri="{FF2B5EF4-FFF2-40B4-BE49-F238E27FC236}">
                    <a16:creationId xmlns:a16="http://schemas.microsoft.com/office/drawing/2014/main" id="{47418A8C-003D-D3F0-554B-15DCA825EF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7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65" name="Rectangle 12">
                <a:extLst>
                  <a:ext uri="{FF2B5EF4-FFF2-40B4-BE49-F238E27FC236}">
                    <a16:creationId xmlns:a16="http://schemas.microsoft.com/office/drawing/2014/main" id="{AC89F846-3353-74D6-C02D-193E5DCCC8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39989" name="Line 13">
                <a:extLst>
                  <a:ext uri="{FF2B5EF4-FFF2-40B4-BE49-F238E27FC236}">
                    <a16:creationId xmlns:a16="http://schemas.microsoft.com/office/drawing/2014/main" id="{19C20BCE-AE7F-E11C-86DA-06FA09F927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0" name="Line 14">
                <a:extLst>
                  <a:ext uri="{FF2B5EF4-FFF2-40B4-BE49-F238E27FC236}">
                    <a16:creationId xmlns:a16="http://schemas.microsoft.com/office/drawing/2014/main" id="{F2433682-53CB-0B0E-CFD1-3D03C8F6B5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2142"/>
                <a:ext cx="160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1" name="Line 15">
                <a:extLst>
                  <a:ext uri="{FF2B5EF4-FFF2-40B4-BE49-F238E27FC236}">
                    <a16:creationId xmlns:a16="http://schemas.microsoft.com/office/drawing/2014/main" id="{20F46C44-9EFE-3CA0-5C10-73472F2BD5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24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2" name="Line 16">
                <a:extLst>
                  <a:ext uri="{FF2B5EF4-FFF2-40B4-BE49-F238E27FC236}">
                    <a16:creationId xmlns:a16="http://schemas.microsoft.com/office/drawing/2014/main" id="{55481E6B-E1AF-9D5B-BB6A-3D65A71481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3" name="Line 17">
                <a:extLst>
                  <a:ext uri="{FF2B5EF4-FFF2-40B4-BE49-F238E27FC236}">
                    <a16:creationId xmlns:a16="http://schemas.microsoft.com/office/drawing/2014/main" id="{9338117F-20C6-18B4-365D-5820818A07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4" name="Line 18">
                <a:extLst>
                  <a:ext uri="{FF2B5EF4-FFF2-40B4-BE49-F238E27FC236}">
                    <a16:creationId xmlns:a16="http://schemas.microsoft.com/office/drawing/2014/main" id="{7674AE1D-7012-A12B-E2EF-3FD387B7A9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5" name="Line 19">
                <a:extLst>
                  <a:ext uri="{FF2B5EF4-FFF2-40B4-BE49-F238E27FC236}">
                    <a16:creationId xmlns:a16="http://schemas.microsoft.com/office/drawing/2014/main" id="{CC4D8BFE-3490-1FD9-FFDD-EBB6283DD5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6" name="Line 20">
                <a:extLst>
                  <a:ext uri="{FF2B5EF4-FFF2-40B4-BE49-F238E27FC236}">
                    <a16:creationId xmlns:a16="http://schemas.microsoft.com/office/drawing/2014/main" id="{81F87042-238F-AECE-0FE0-3160C0CB2C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08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7" name="Line 21">
                <a:extLst>
                  <a:ext uri="{FF2B5EF4-FFF2-40B4-BE49-F238E27FC236}">
                    <a16:creationId xmlns:a16="http://schemas.microsoft.com/office/drawing/2014/main" id="{8957DF1D-2D14-3782-4F47-52E368D290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34" y="1525"/>
                <a:ext cx="272" cy="3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" name="Rectangle 22">
                <a:extLst>
                  <a:ext uri="{FF2B5EF4-FFF2-40B4-BE49-F238E27FC236}">
                    <a16:creationId xmlns:a16="http://schemas.microsoft.com/office/drawing/2014/main" id="{3496D69C-6BF7-9AB2-88FC-1BF036A30E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" y="1389"/>
                <a:ext cx="294" cy="25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B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endParaRPr>
              </a:p>
            </p:txBody>
          </p:sp>
          <p:sp>
            <p:nvSpPr>
              <p:cNvPr id="76" name="Rectangle 23">
                <a:extLst>
                  <a:ext uri="{FF2B5EF4-FFF2-40B4-BE49-F238E27FC236}">
                    <a16:creationId xmlns:a16="http://schemas.microsoft.com/office/drawing/2014/main" id="{60249AB8-4C62-15E2-076D-8F50E96F0C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4" y="1382"/>
                <a:ext cx="324" cy="25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A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endParaRPr>
              </a:p>
            </p:txBody>
          </p:sp>
          <p:sp>
            <p:nvSpPr>
              <p:cNvPr id="77" name="Rectangle 24">
                <a:extLst>
                  <a:ext uri="{FF2B5EF4-FFF2-40B4-BE49-F238E27FC236}">
                    <a16:creationId xmlns:a16="http://schemas.microsoft.com/office/drawing/2014/main" id="{E80D36F4-E682-9DFA-EC18-FFAE8A740B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" y="1567"/>
                <a:ext cx="295" cy="25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Q</a:t>
                </a:r>
                <a:r>
                  <a:rPr lang="en-US" altLang="zh-CN" baseline="-30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C</a:t>
                </a:r>
              </a:p>
            </p:txBody>
          </p:sp>
          <p:sp>
            <p:nvSpPr>
              <p:cNvPr id="40001" name="Text Box 25">
                <a:extLst>
                  <a:ext uri="{FF2B5EF4-FFF2-40B4-BE49-F238E27FC236}">
                    <a16:creationId xmlns:a16="http://schemas.microsoft.com/office/drawing/2014/main" id="{A2BE2528-9B86-9813-4758-FA424C59F7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20" y="1570"/>
                <a:ext cx="17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 00    01    11     10</a:t>
                </a:r>
              </a:p>
            </p:txBody>
          </p:sp>
          <p:sp>
            <p:nvSpPr>
              <p:cNvPr id="40002" name="Text Box 26">
                <a:extLst>
                  <a:ext uri="{FF2B5EF4-FFF2-40B4-BE49-F238E27FC236}">
                    <a16:creationId xmlns:a16="http://schemas.microsoft.com/office/drawing/2014/main" id="{DA8437ED-127C-8574-D15F-AE4CC63320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4" y="1797"/>
                <a:ext cx="272" cy="6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0</a:t>
                </a:r>
              </a:p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1</a:t>
                </a:r>
              </a:p>
            </p:txBody>
          </p:sp>
        </p:grpSp>
        <p:sp>
          <p:nvSpPr>
            <p:cNvPr id="105" name="Rectangle 23">
              <a:extLst>
                <a:ext uri="{FF2B5EF4-FFF2-40B4-BE49-F238E27FC236}">
                  <a16:creationId xmlns:a16="http://schemas.microsoft.com/office/drawing/2014/main" id="{74A88148-F273-DB6B-1F96-CF749E386A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1142" y="3712470"/>
              <a:ext cx="819150" cy="40003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An+1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endParaRPr>
            </a:p>
          </p:txBody>
        </p: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97FD357E-C58A-1407-9549-94A2A9DD3C4E}"/>
              </a:ext>
            </a:extLst>
          </p:cNvPr>
          <p:cNvGrpSpPr>
            <a:grpSpLocks/>
          </p:cNvGrpSpPr>
          <p:nvPr/>
        </p:nvGrpSpPr>
        <p:grpSpPr bwMode="auto">
          <a:xfrm>
            <a:off x="5056188" y="576263"/>
            <a:ext cx="3341687" cy="1833562"/>
            <a:chOff x="5055586" y="576762"/>
            <a:chExt cx="3341688" cy="1832746"/>
          </a:xfrm>
        </p:grpSpPr>
        <p:grpSp>
          <p:nvGrpSpPr>
            <p:cNvPr id="39955" name="Group 4">
              <a:extLst>
                <a:ext uri="{FF2B5EF4-FFF2-40B4-BE49-F238E27FC236}">
                  <a16:creationId xmlns:a16="http://schemas.microsoft.com/office/drawing/2014/main" id="{A903DF1F-3E9D-9E00-3414-E301740907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55586" y="726757"/>
              <a:ext cx="3341688" cy="1682751"/>
              <a:chOff x="639" y="1382"/>
              <a:chExt cx="2105" cy="1060"/>
            </a:xfrm>
          </p:grpSpPr>
          <p:sp>
            <p:nvSpPr>
              <p:cNvPr id="81" name="Rectangle 5">
                <a:extLst>
                  <a:ext uri="{FF2B5EF4-FFF2-40B4-BE49-F238E27FC236}">
                    <a16:creationId xmlns:a16="http://schemas.microsoft.com/office/drawing/2014/main" id="{25701C53-BB64-F967-F9C7-B17605688D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82" name="Rectangle 6">
                <a:extLst>
                  <a:ext uri="{FF2B5EF4-FFF2-40B4-BE49-F238E27FC236}">
                    <a16:creationId xmlns:a16="http://schemas.microsoft.com/office/drawing/2014/main" id="{5AEF6FA8-681F-F3FA-E44D-09A19B28D0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7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83" name="Rectangle 7">
                <a:extLst>
                  <a:ext uri="{FF2B5EF4-FFF2-40B4-BE49-F238E27FC236}">
                    <a16:creationId xmlns:a16="http://schemas.microsoft.com/office/drawing/2014/main" id="{018403BE-C5EE-D9B8-FEF6-BF48E9A5BA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7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84" name="Rectangle 8">
                <a:extLst>
                  <a:ext uri="{FF2B5EF4-FFF2-40B4-BE49-F238E27FC236}">
                    <a16:creationId xmlns:a16="http://schemas.microsoft.com/office/drawing/2014/main" id="{7C3A3D3E-4CC7-BCE1-CA1D-B71818E05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85" name="Rectangle 9">
                <a:extLst>
                  <a:ext uri="{FF2B5EF4-FFF2-40B4-BE49-F238E27FC236}">
                    <a16:creationId xmlns:a16="http://schemas.microsoft.com/office/drawing/2014/main" id="{F6D61C1B-89CE-80C7-9157-507F41997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86" name="Rectangle 10">
                <a:extLst>
                  <a:ext uri="{FF2B5EF4-FFF2-40B4-BE49-F238E27FC236}">
                    <a16:creationId xmlns:a16="http://schemas.microsoft.com/office/drawing/2014/main" id="{C7597678-5DE0-1CDD-A6DE-79E80B9571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7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87" name="Rectangle 11">
                <a:extLst>
                  <a:ext uri="{FF2B5EF4-FFF2-40B4-BE49-F238E27FC236}">
                    <a16:creationId xmlns:a16="http://schemas.microsoft.com/office/drawing/2014/main" id="{B5885550-B29B-57C1-E670-3924314E96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7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88" name="Rectangle 12">
                <a:extLst>
                  <a:ext uri="{FF2B5EF4-FFF2-40B4-BE49-F238E27FC236}">
                    <a16:creationId xmlns:a16="http://schemas.microsoft.com/office/drawing/2014/main" id="{07C3F78B-E595-D187-365A-9E37F8CA3F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39965" name="Line 13">
                <a:extLst>
                  <a:ext uri="{FF2B5EF4-FFF2-40B4-BE49-F238E27FC236}">
                    <a16:creationId xmlns:a16="http://schemas.microsoft.com/office/drawing/2014/main" id="{70D67DB7-424C-606B-C142-9FBEDE67EA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6" name="Line 14">
                <a:extLst>
                  <a:ext uri="{FF2B5EF4-FFF2-40B4-BE49-F238E27FC236}">
                    <a16:creationId xmlns:a16="http://schemas.microsoft.com/office/drawing/2014/main" id="{94132309-75E4-7449-CDF6-17403CC4F8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2142"/>
                <a:ext cx="160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7" name="Line 15">
                <a:extLst>
                  <a:ext uri="{FF2B5EF4-FFF2-40B4-BE49-F238E27FC236}">
                    <a16:creationId xmlns:a16="http://schemas.microsoft.com/office/drawing/2014/main" id="{15B55C7B-F7F5-20CE-82D8-794A03B7DF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24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8" name="Line 16">
                <a:extLst>
                  <a:ext uri="{FF2B5EF4-FFF2-40B4-BE49-F238E27FC236}">
                    <a16:creationId xmlns:a16="http://schemas.microsoft.com/office/drawing/2014/main" id="{40F75670-11DF-E45D-4A16-67F645512A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9" name="Line 17">
                <a:extLst>
                  <a:ext uri="{FF2B5EF4-FFF2-40B4-BE49-F238E27FC236}">
                    <a16:creationId xmlns:a16="http://schemas.microsoft.com/office/drawing/2014/main" id="{1CBCB805-FD8B-3AEE-3D77-CDA0B741FB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0" name="Line 18">
                <a:extLst>
                  <a:ext uri="{FF2B5EF4-FFF2-40B4-BE49-F238E27FC236}">
                    <a16:creationId xmlns:a16="http://schemas.microsoft.com/office/drawing/2014/main" id="{C8C346C1-B607-1C39-FFA5-6169BBD6F3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1" name="Line 19">
                <a:extLst>
                  <a:ext uri="{FF2B5EF4-FFF2-40B4-BE49-F238E27FC236}">
                    <a16:creationId xmlns:a16="http://schemas.microsoft.com/office/drawing/2014/main" id="{DB39A06F-0963-50C4-BCFF-071F30662C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2" name="Line 20">
                <a:extLst>
                  <a:ext uri="{FF2B5EF4-FFF2-40B4-BE49-F238E27FC236}">
                    <a16:creationId xmlns:a16="http://schemas.microsoft.com/office/drawing/2014/main" id="{A7B2DDEA-7750-44D4-012E-529CF05D07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08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3" name="Line 21">
                <a:extLst>
                  <a:ext uri="{FF2B5EF4-FFF2-40B4-BE49-F238E27FC236}">
                    <a16:creationId xmlns:a16="http://schemas.microsoft.com/office/drawing/2014/main" id="{169AF0E8-4ACF-DB26-6F2E-246F3D3E2E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34" y="1525"/>
                <a:ext cx="272" cy="3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" name="Rectangle 22">
                <a:extLst>
                  <a:ext uri="{FF2B5EF4-FFF2-40B4-BE49-F238E27FC236}">
                    <a16:creationId xmlns:a16="http://schemas.microsoft.com/office/drawing/2014/main" id="{ABDFBFA6-06D8-97E6-221C-737B18AFA8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" y="1389"/>
                <a:ext cx="294" cy="25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B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endParaRPr>
              </a:p>
            </p:txBody>
          </p:sp>
          <p:sp>
            <p:nvSpPr>
              <p:cNvPr id="99" name="Rectangle 23">
                <a:extLst>
                  <a:ext uri="{FF2B5EF4-FFF2-40B4-BE49-F238E27FC236}">
                    <a16:creationId xmlns:a16="http://schemas.microsoft.com/office/drawing/2014/main" id="{0ABE8CE6-DBC6-A4D1-B788-39E1322C1B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4" y="1382"/>
                <a:ext cx="324" cy="25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A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endParaRPr>
              </a:p>
            </p:txBody>
          </p:sp>
          <p:sp>
            <p:nvSpPr>
              <p:cNvPr id="100" name="Rectangle 24">
                <a:extLst>
                  <a:ext uri="{FF2B5EF4-FFF2-40B4-BE49-F238E27FC236}">
                    <a16:creationId xmlns:a16="http://schemas.microsoft.com/office/drawing/2014/main" id="{5D727C77-9307-27A1-D35E-ECF07FFC9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" y="1567"/>
                <a:ext cx="295" cy="25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Q</a:t>
                </a:r>
                <a:r>
                  <a:rPr lang="en-US" altLang="zh-CN" baseline="-30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C</a:t>
                </a:r>
              </a:p>
            </p:txBody>
          </p:sp>
          <p:sp>
            <p:nvSpPr>
              <p:cNvPr id="39977" name="Text Box 25">
                <a:extLst>
                  <a:ext uri="{FF2B5EF4-FFF2-40B4-BE49-F238E27FC236}">
                    <a16:creationId xmlns:a16="http://schemas.microsoft.com/office/drawing/2014/main" id="{9F6F4B68-D637-6587-4314-3C5F9E1904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20" y="1570"/>
                <a:ext cx="17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 00    01    11     10</a:t>
                </a:r>
              </a:p>
            </p:txBody>
          </p:sp>
          <p:sp>
            <p:nvSpPr>
              <p:cNvPr id="39978" name="Text Box 26">
                <a:extLst>
                  <a:ext uri="{FF2B5EF4-FFF2-40B4-BE49-F238E27FC236}">
                    <a16:creationId xmlns:a16="http://schemas.microsoft.com/office/drawing/2014/main" id="{920CF1D0-75B9-9998-1CDE-5524BFEA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4" y="1797"/>
                <a:ext cx="272" cy="6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0</a:t>
                </a:r>
              </a:p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1</a:t>
                </a:r>
              </a:p>
            </p:txBody>
          </p:sp>
        </p:grpSp>
        <p:sp>
          <p:nvSpPr>
            <p:cNvPr id="103" name="Rectangle 23">
              <a:extLst>
                <a:ext uri="{FF2B5EF4-FFF2-40B4-BE49-F238E27FC236}">
                  <a16:creationId xmlns:a16="http://schemas.microsoft.com/office/drawing/2014/main" id="{02CB3881-D394-016C-04FA-BE707C266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3873" y="576762"/>
              <a:ext cx="817563" cy="39987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Cn+1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endParaRPr>
            </a:p>
          </p:txBody>
        </p:sp>
      </p:grpSp>
      <p:sp>
        <p:nvSpPr>
          <p:cNvPr id="118" name="矩形 9">
            <a:extLst>
              <a:ext uri="{FF2B5EF4-FFF2-40B4-BE49-F238E27FC236}">
                <a16:creationId xmlns:a16="http://schemas.microsoft.com/office/drawing/2014/main" id="{8C2DDA98-FE28-0BEC-B185-E3D5057A9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2613" y="1482725"/>
            <a:ext cx="592137" cy="927100"/>
          </a:xfrm>
          <a:prstGeom prst="rect">
            <a:avLst/>
          </a:prstGeom>
          <a:solidFill>
            <a:srgbClr val="FFC000">
              <a:alpha val="50195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A02375B4-6C28-9952-6B07-29F69091CE44}"/>
              </a:ext>
            </a:extLst>
          </p:cNvPr>
          <p:cNvGrpSpPr>
            <a:grpSpLocks/>
          </p:cNvGrpSpPr>
          <p:nvPr/>
        </p:nvGrpSpPr>
        <p:grpSpPr bwMode="auto">
          <a:xfrm>
            <a:off x="5646738" y="1978025"/>
            <a:ext cx="2516187" cy="414338"/>
            <a:chOff x="5646930" y="1978449"/>
            <a:chExt cx="2515403" cy="414459"/>
          </a:xfrm>
        </p:grpSpPr>
        <p:sp>
          <p:nvSpPr>
            <p:cNvPr id="39953" name="矩形 9">
              <a:extLst>
                <a:ext uri="{FF2B5EF4-FFF2-40B4-BE49-F238E27FC236}">
                  <a16:creationId xmlns:a16="http://schemas.microsoft.com/office/drawing/2014/main" id="{43052C47-1DFE-2992-20EF-AA1791CB1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0014" y="1987992"/>
              <a:ext cx="592319" cy="404916"/>
            </a:xfrm>
            <a:prstGeom prst="rect">
              <a:avLst/>
            </a:prstGeom>
            <a:solidFill>
              <a:srgbClr val="00FF00">
                <a:alpha val="50195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39954" name="矩形 9">
              <a:extLst>
                <a:ext uri="{FF2B5EF4-FFF2-40B4-BE49-F238E27FC236}">
                  <a16:creationId xmlns:a16="http://schemas.microsoft.com/office/drawing/2014/main" id="{095D15FC-7129-AA97-4A06-14C897F7B4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6930" y="1978449"/>
              <a:ext cx="592319" cy="404916"/>
            </a:xfrm>
            <a:prstGeom prst="rect">
              <a:avLst/>
            </a:prstGeom>
            <a:solidFill>
              <a:srgbClr val="00FF00">
                <a:alpha val="50195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</p:grpSp>
      <p:sp>
        <p:nvSpPr>
          <p:cNvPr id="122" name="矩形 9">
            <a:extLst>
              <a:ext uri="{FF2B5EF4-FFF2-40B4-BE49-F238E27FC236}">
                <a16:creationId xmlns:a16="http://schemas.microsoft.com/office/drawing/2014/main" id="{8A49103C-4E4B-870A-5D10-8AAE6C4C4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4663" y="4141788"/>
            <a:ext cx="592137" cy="927100"/>
          </a:xfrm>
          <a:prstGeom prst="rect">
            <a:avLst/>
          </a:prstGeom>
          <a:solidFill>
            <a:srgbClr val="FFC000">
              <a:alpha val="50195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125" name="矩形 9">
            <a:extLst>
              <a:ext uri="{FF2B5EF4-FFF2-40B4-BE49-F238E27FC236}">
                <a16:creationId xmlns:a16="http://schemas.microsoft.com/office/drawing/2014/main" id="{3813B878-E1DC-DF19-C9F0-739FB5049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0538" y="4152900"/>
            <a:ext cx="593725" cy="404813"/>
          </a:xfrm>
          <a:prstGeom prst="rect">
            <a:avLst/>
          </a:prstGeom>
          <a:solidFill>
            <a:srgbClr val="00FF00">
              <a:alpha val="50195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E93E41CD-77EA-4B12-1365-76067E339439}"/>
              </a:ext>
            </a:extLst>
          </p:cNvPr>
          <p:cNvGrpSpPr>
            <a:grpSpLocks/>
          </p:cNvGrpSpPr>
          <p:nvPr/>
        </p:nvGrpSpPr>
        <p:grpSpPr bwMode="auto">
          <a:xfrm>
            <a:off x="5526088" y="4065588"/>
            <a:ext cx="2520950" cy="957262"/>
            <a:chOff x="5526189" y="4065881"/>
            <a:chExt cx="2521040" cy="956424"/>
          </a:xfrm>
        </p:grpSpPr>
        <p:sp>
          <p:nvSpPr>
            <p:cNvPr id="39951" name="矩形 9">
              <a:extLst>
                <a:ext uri="{FF2B5EF4-FFF2-40B4-BE49-F238E27FC236}">
                  <a16:creationId xmlns:a16="http://schemas.microsoft.com/office/drawing/2014/main" id="{EE476F98-E459-B0B8-03B7-D57868872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54910" y="4065881"/>
              <a:ext cx="592319" cy="927098"/>
            </a:xfrm>
            <a:prstGeom prst="rect">
              <a:avLst/>
            </a:prstGeom>
            <a:solidFill>
              <a:srgbClr val="FFC000">
                <a:alpha val="50195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39952" name="矩形 9">
              <a:extLst>
                <a:ext uri="{FF2B5EF4-FFF2-40B4-BE49-F238E27FC236}">
                  <a16:creationId xmlns:a16="http://schemas.microsoft.com/office/drawing/2014/main" id="{6361DD70-7B75-CC16-74EC-B38AC50E78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6189" y="4095207"/>
              <a:ext cx="592319" cy="927098"/>
            </a:xfrm>
            <a:prstGeom prst="rect">
              <a:avLst/>
            </a:prstGeom>
            <a:solidFill>
              <a:srgbClr val="FFC000">
                <a:alpha val="50195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E7FF16E-0B0D-A6A7-98B4-B18C634A96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1163" y="2508250"/>
            <a:ext cx="28575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                 —</a:t>
            </a:r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Cn+1</a:t>
            </a:r>
            <a:r>
              <a:rPr lang="en-US" altLang="zh-CN" sz="2400"/>
              <a:t>=Q</a:t>
            </a:r>
            <a:r>
              <a:rPr lang="en-US" altLang="zh-CN" sz="2400" baseline="-25000"/>
              <a:t>B</a:t>
            </a:r>
            <a:r>
              <a:rPr lang="en-US" altLang="zh-CN" sz="2400"/>
              <a:t>Q</a:t>
            </a:r>
            <a:r>
              <a:rPr lang="en-US" altLang="zh-CN" sz="2400" baseline="-25000"/>
              <a:t>A</a:t>
            </a:r>
            <a:r>
              <a:rPr lang="en-US" altLang="zh-CN" sz="2400"/>
              <a:t>+Q</a:t>
            </a:r>
            <a:r>
              <a:rPr lang="en-US" altLang="zh-CN" sz="2400" baseline="-25000"/>
              <a:t>C</a:t>
            </a:r>
            <a:r>
              <a:rPr lang="en-US" altLang="zh-CN" sz="2400"/>
              <a:t>Q</a:t>
            </a:r>
            <a:r>
              <a:rPr lang="en-US" altLang="zh-CN" sz="2400" baseline="-25000"/>
              <a:t>A</a:t>
            </a:r>
            <a:endParaRPr lang="zh-CN" altLang="en-US" sz="2400" baseline="-25000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16BE19A7-18C7-901C-F033-3A3C15F01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200" y="5265738"/>
            <a:ext cx="3101975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        —   — —</a:t>
            </a:r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Bn+1</a:t>
            </a:r>
            <a:r>
              <a:rPr lang="en-US" altLang="zh-CN" sz="2400"/>
              <a:t>=Q</a:t>
            </a:r>
            <a:r>
              <a:rPr lang="en-US" altLang="zh-CN" sz="2400" baseline="-25000"/>
              <a:t>B</a:t>
            </a:r>
            <a:r>
              <a:rPr lang="en-US" altLang="zh-CN" sz="2400"/>
              <a:t>Q</a:t>
            </a:r>
            <a:r>
              <a:rPr lang="en-US" altLang="zh-CN" sz="2400" baseline="-25000"/>
              <a:t>A</a:t>
            </a:r>
            <a:r>
              <a:rPr lang="en-US" altLang="zh-CN" sz="2400"/>
              <a:t>+Q</a:t>
            </a:r>
            <a:r>
              <a:rPr lang="en-US" altLang="zh-CN" sz="2400" baseline="-25000"/>
              <a:t>C</a:t>
            </a:r>
            <a:r>
              <a:rPr lang="en-US" altLang="zh-CN" sz="2400"/>
              <a:t>Q</a:t>
            </a:r>
            <a:r>
              <a:rPr lang="en-US" altLang="zh-CN" sz="2400" baseline="-25000"/>
              <a:t>B</a:t>
            </a:r>
            <a:r>
              <a:rPr lang="en-US" altLang="zh-CN" sz="2400"/>
              <a:t>Q</a:t>
            </a:r>
            <a:r>
              <a:rPr lang="en-US" altLang="zh-CN" sz="2400" baseline="-25000"/>
              <a:t>A</a:t>
            </a:r>
            <a:endParaRPr lang="zh-CN" altLang="en-US" sz="2400" baseline="-25000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D295CADA-098B-B74E-B9A0-E3DE036D44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3288" y="5202238"/>
            <a:ext cx="28575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    —</a:t>
            </a:r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An+1</a:t>
            </a:r>
            <a:r>
              <a:rPr lang="en-US" altLang="zh-CN" sz="2400"/>
              <a:t>=Q</a:t>
            </a:r>
            <a:r>
              <a:rPr lang="en-US" altLang="zh-CN" sz="2400" baseline="-25000"/>
              <a:t>A</a:t>
            </a:r>
            <a:endParaRPr lang="zh-CN" altLang="en-US" sz="2400" baseline="-25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 animBg="1"/>
      <p:bldP spid="122" grpId="0" animBg="1"/>
      <p:bldP spid="125" grpId="0" animBg="1"/>
      <p:bldP spid="2" grpId="0"/>
      <p:bldP spid="116" grpId="0"/>
      <p:bldP spid="11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90B598-20FE-34CA-D889-D64C13FB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0F122B8-14D2-4759-971D-E3C2503C7268}" type="slidenum">
              <a:rPr lang="en-US" altLang="zh-CN" sz="1000" smtClean="0"/>
              <a:pPr>
                <a:defRPr/>
              </a:pPr>
              <a:t>38</a:t>
            </a:fld>
            <a:endParaRPr lang="en-US" altLang="zh-CN" sz="100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B7D65917-519F-AE6E-1DA0-8CBF86C1C308}"/>
              </a:ext>
            </a:extLst>
          </p:cNvPr>
          <p:cNvGrpSpPr>
            <a:grpSpLocks/>
          </p:cNvGrpSpPr>
          <p:nvPr/>
        </p:nvGrpSpPr>
        <p:grpSpPr bwMode="auto">
          <a:xfrm>
            <a:off x="508000" y="1752600"/>
            <a:ext cx="3341688" cy="1833563"/>
            <a:chOff x="5055586" y="576762"/>
            <a:chExt cx="3341688" cy="1832746"/>
          </a:xfrm>
        </p:grpSpPr>
        <p:grpSp>
          <p:nvGrpSpPr>
            <p:cNvPr id="40978" name="Group 4">
              <a:extLst>
                <a:ext uri="{FF2B5EF4-FFF2-40B4-BE49-F238E27FC236}">
                  <a16:creationId xmlns:a16="http://schemas.microsoft.com/office/drawing/2014/main" id="{3C3CCE53-B154-45FC-B82B-B6EAF67AEE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55586" y="726757"/>
              <a:ext cx="3341688" cy="1682751"/>
              <a:chOff x="639" y="1382"/>
              <a:chExt cx="2105" cy="1060"/>
            </a:xfrm>
          </p:grpSpPr>
          <p:sp>
            <p:nvSpPr>
              <p:cNvPr id="8" name="Rectangle 5">
                <a:extLst>
                  <a:ext uri="{FF2B5EF4-FFF2-40B4-BE49-F238E27FC236}">
                    <a16:creationId xmlns:a16="http://schemas.microsoft.com/office/drawing/2014/main" id="{E3B5A0FE-4684-5066-0BFB-7AD8DB6C9F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9" name="Rectangle 6">
                <a:extLst>
                  <a:ext uri="{FF2B5EF4-FFF2-40B4-BE49-F238E27FC236}">
                    <a16:creationId xmlns:a16="http://schemas.microsoft.com/office/drawing/2014/main" id="{00A247A8-838D-E25F-1C71-C7EA36C54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7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ED450CE7-563C-44D4-3C10-1D03FCA5B0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7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C439DF3A-2708-9DD9-EA56-3FB36E77B6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12" name="Rectangle 9">
                <a:extLst>
                  <a:ext uri="{FF2B5EF4-FFF2-40B4-BE49-F238E27FC236}">
                    <a16:creationId xmlns:a16="http://schemas.microsoft.com/office/drawing/2014/main" id="{312481F1-4A6E-46CE-977D-2D3802C212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13" name="Rectangle 10">
                <a:extLst>
                  <a:ext uri="{FF2B5EF4-FFF2-40B4-BE49-F238E27FC236}">
                    <a16:creationId xmlns:a16="http://schemas.microsoft.com/office/drawing/2014/main" id="{540B4C22-16A0-1862-F058-E1EA60A8C5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7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14" name="Rectangle 11">
                <a:extLst>
                  <a:ext uri="{FF2B5EF4-FFF2-40B4-BE49-F238E27FC236}">
                    <a16:creationId xmlns:a16="http://schemas.microsoft.com/office/drawing/2014/main" id="{E29DD76B-CC69-6EA8-E6BE-A1359C5A6C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7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15" name="Rectangle 12">
                <a:extLst>
                  <a:ext uri="{FF2B5EF4-FFF2-40B4-BE49-F238E27FC236}">
                    <a16:creationId xmlns:a16="http://schemas.microsoft.com/office/drawing/2014/main" id="{7C7FBCED-8CFD-3B5B-FE7D-F91B626D0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40988" name="Line 13">
                <a:extLst>
                  <a:ext uri="{FF2B5EF4-FFF2-40B4-BE49-F238E27FC236}">
                    <a16:creationId xmlns:a16="http://schemas.microsoft.com/office/drawing/2014/main" id="{D925048C-ECE7-B28D-6997-E7FA4419B1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89" name="Line 14">
                <a:extLst>
                  <a:ext uri="{FF2B5EF4-FFF2-40B4-BE49-F238E27FC236}">
                    <a16:creationId xmlns:a16="http://schemas.microsoft.com/office/drawing/2014/main" id="{51683101-2B90-B313-3C8A-08A0BD4232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2142"/>
                <a:ext cx="160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90" name="Line 15">
                <a:extLst>
                  <a:ext uri="{FF2B5EF4-FFF2-40B4-BE49-F238E27FC236}">
                    <a16:creationId xmlns:a16="http://schemas.microsoft.com/office/drawing/2014/main" id="{7105CADF-A6EF-1F2E-D2DC-7C5FE78BF4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24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91" name="Line 16">
                <a:extLst>
                  <a:ext uri="{FF2B5EF4-FFF2-40B4-BE49-F238E27FC236}">
                    <a16:creationId xmlns:a16="http://schemas.microsoft.com/office/drawing/2014/main" id="{DE16560F-57DB-1B05-F88B-DC958A3806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92" name="Line 17">
                <a:extLst>
                  <a:ext uri="{FF2B5EF4-FFF2-40B4-BE49-F238E27FC236}">
                    <a16:creationId xmlns:a16="http://schemas.microsoft.com/office/drawing/2014/main" id="{FEC44A38-29F3-5C68-D1E1-B4B548D6EB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93" name="Line 18">
                <a:extLst>
                  <a:ext uri="{FF2B5EF4-FFF2-40B4-BE49-F238E27FC236}">
                    <a16:creationId xmlns:a16="http://schemas.microsoft.com/office/drawing/2014/main" id="{EE3E56E0-29EA-9876-AFC7-3CBEC0295A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94" name="Line 19">
                <a:extLst>
                  <a:ext uri="{FF2B5EF4-FFF2-40B4-BE49-F238E27FC236}">
                    <a16:creationId xmlns:a16="http://schemas.microsoft.com/office/drawing/2014/main" id="{B297F369-C3B4-F07C-F0AE-F9051B2A53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95" name="Line 20">
                <a:extLst>
                  <a:ext uri="{FF2B5EF4-FFF2-40B4-BE49-F238E27FC236}">
                    <a16:creationId xmlns:a16="http://schemas.microsoft.com/office/drawing/2014/main" id="{A692426A-F679-093C-F721-3BC23B2870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08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96" name="Line 21">
                <a:extLst>
                  <a:ext uri="{FF2B5EF4-FFF2-40B4-BE49-F238E27FC236}">
                    <a16:creationId xmlns:a16="http://schemas.microsoft.com/office/drawing/2014/main" id="{C7E5EB77-D8A7-382C-41BB-BF3B252911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34" y="1525"/>
                <a:ext cx="272" cy="3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Rectangle 22">
                <a:extLst>
                  <a:ext uri="{FF2B5EF4-FFF2-40B4-BE49-F238E27FC236}">
                    <a16:creationId xmlns:a16="http://schemas.microsoft.com/office/drawing/2014/main" id="{70FFD433-2694-23E9-212F-72E8D9A381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" y="1389"/>
                <a:ext cx="294" cy="25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B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endParaRPr>
              </a:p>
            </p:txBody>
          </p:sp>
          <p:sp>
            <p:nvSpPr>
              <p:cNvPr id="26" name="Rectangle 23">
                <a:extLst>
                  <a:ext uri="{FF2B5EF4-FFF2-40B4-BE49-F238E27FC236}">
                    <a16:creationId xmlns:a16="http://schemas.microsoft.com/office/drawing/2014/main" id="{A313C2C6-5ADB-BC0F-E1A9-7FAC391009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4" y="1382"/>
                <a:ext cx="324" cy="25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A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endParaRPr>
              </a:p>
            </p:txBody>
          </p:sp>
          <p:sp>
            <p:nvSpPr>
              <p:cNvPr id="27" name="Rectangle 24">
                <a:extLst>
                  <a:ext uri="{FF2B5EF4-FFF2-40B4-BE49-F238E27FC236}">
                    <a16:creationId xmlns:a16="http://schemas.microsoft.com/office/drawing/2014/main" id="{1D6228E0-F380-D1B2-DAD9-196E5BE77B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" y="1567"/>
                <a:ext cx="295" cy="25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Q</a:t>
                </a:r>
                <a:r>
                  <a:rPr lang="en-US" altLang="zh-CN" baseline="-30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C</a:t>
                </a:r>
              </a:p>
            </p:txBody>
          </p:sp>
          <p:sp>
            <p:nvSpPr>
              <p:cNvPr id="41000" name="Text Box 25">
                <a:extLst>
                  <a:ext uri="{FF2B5EF4-FFF2-40B4-BE49-F238E27FC236}">
                    <a16:creationId xmlns:a16="http://schemas.microsoft.com/office/drawing/2014/main" id="{B1A6C01B-9CE5-4486-BD92-4A2BF1DCA5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20" y="1570"/>
                <a:ext cx="17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 00    01    11     10</a:t>
                </a:r>
              </a:p>
            </p:txBody>
          </p:sp>
          <p:sp>
            <p:nvSpPr>
              <p:cNvPr id="41001" name="Text Box 26">
                <a:extLst>
                  <a:ext uri="{FF2B5EF4-FFF2-40B4-BE49-F238E27FC236}">
                    <a16:creationId xmlns:a16="http://schemas.microsoft.com/office/drawing/2014/main" id="{46A92D4E-3A31-4734-4781-BF458DA235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4" y="1797"/>
                <a:ext cx="272" cy="6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0</a:t>
                </a:r>
              </a:p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1</a:t>
                </a:r>
              </a:p>
            </p:txBody>
          </p:sp>
        </p:grpSp>
        <p:sp>
          <p:nvSpPr>
            <p:cNvPr id="7" name="Rectangle 23">
              <a:extLst>
                <a:ext uri="{FF2B5EF4-FFF2-40B4-BE49-F238E27FC236}">
                  <a16:creationId xmlns:a16="http://schemas.microsoft.com/office/drawing/2014/main" id="{A7311DB2-9F20-87CA-7AFB-A8FCA6599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3874" y="576762"/>
              <a:ext cx="817562" cy="39987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Z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endParaRPr>
            </a:p>
          </p:txBody>
        </p:sp>
      </p:grpSp>
      <p:sp>
        <p:nvSpPr>
          <p:cNvPr id="32" name="矩形 9">
            <a:extLst>
              <a:ext uri="{FF2B5EF4-FFF2-40B4-BE49-F238E27FC236}">
                <a16:creationId xmlns:a16="http://schemas.microsoft.com/office/drawing/2014/main" id="{3CDD2972-9A32-DB44-9F39-F47261602B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3130550"/>
            <a:ext cx="1095375" cy="411163"/>
          </a:xfrm>
          <a:prstGeom prst="rect">
            <a:avLst/>
          </a:prstGeom>
          <a:solidFill>
            <a:srgbClr val="FF0000">
              <a:alpha val="50195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4C3A6CB-910B-ABDA-2153-FB7577B7EE5A}"/>
              </a:ext>
            </a:extLst>
          </p:cNvPr>
          <p:cNvGrpSpPr>
            <a:grpSpLocks/>
          </p:cNvGrpSpPr>
          <p:nvPr/>
        </p:nvGrpSpPr>
        <p:grpSpPr bwMode="auto">
          <a:xfrm>
            <a:off x="1112838" y="2671763"/>
            <a:ext cx="2514600" cy="415925"/>
            <a:chOff x="5646930" y="1978449"/>
            <a:chExt cx="2515403" cy="414459"/>
          </a:xfrm>
        </p:grpSpPr>
        <p:sp>
          <p:nvSpPr>
            <p:cNvPr id="40976" name="矩形 9">
              <a:extLst>
                <a:ext uri="{FF2B5EF4-FFF2-40B4-BE49-F238E27FC236}">
                  <a16:creationId xmlns:a16="http://schemas.microsoft.com/office/drawing/2014/main" id="{300EB1C9-4BBF-C374-C688-D99746CE45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0014" y="1987992"/>
              <a:ext cx="592319" cy="404916"/>
            </a:xfrm>
            <a:prstGeom prst="rect">
              <a:avLst/>
            </a:prstGeom>
            <a:solidFill>
              <a:srgbClr val="00FF00">
                <a:alpha val="50195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40977" name="矩形 9">
              <a:extLst>
                <a:ext uri="{FF2B5EF4-FFF2-40B4-BE49-F238E27FC236}">
                  <a16:creationId xmlns:a16="http://schemas.microsoft.com/office/drawing/2014/main" id="{E58368A0-9639-6B57-D3CF-0712693B11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46930" y="1978449"/>
              <a:ext cx="592319" cy="404916"/>
            </a:xfrm>
            <a:prstGeom prst="rect">
              <a:avLst/>
            </a:prstGeom>
            <a:solidFill>
              <a:srgbClr val="00FF00">
                <a:alpha val="50195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2649F63D-80EE-35CD-AA8A-C115918376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7613" y="404813"/>
            <a:ext cx="50625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dirty="0"/>
              <a:t>用</a:t>
            </a:r>
            <a:r>
              <a:rPr lang="en-US" altLang="zh-CN" sz="2800" dirty="0">
                <a:solidFill>
                  <a:srgbClr val="FF9933"/>
                </a:solidFill>
              </a:rPr>
              <a:t>D</a:t>
            </a:r>
            <a:r>
              <a:rPr lang="zh-CN" altLang="en-US" sz="2800" dirty="0">
                <a:solidFill>
                  <a:srgbClr val="FF9933"/>
                </a:solidFill>
              </a:rPr>
              <a:t>触发器</a:t>
            </a:r>
            <a:r>
              <a:rPr lang="zh-CN" altLang="en-US" sz="2800" dirty="0"/>
              <a:t>设计，激励方程为：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DAA8652B-7E1E-6698-96D6-5457966BE1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3788" y="3632200"/>
            <a:ext cx="27940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dirty="0"/>
              <a:t>输出</a:t>
            </a:r>
            <a:r>
              <a:rPr lang="en-US" altLang="zh-CN" sz="2800" dirty="0"/>
              <a:t>Z</a:t>
            </a:r>
            <a:r>
              <a:rPr lang="zh-CN" altLang="en-US" sz="2800" dirty="0"/>
              <a:t>方程为：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2137C44-63EE-E1C7-588A-14AC2CE99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3788" y="5322888"/>
            <a:ext cx="2349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rgbClr val="FF9933"/>
                </a:solidFill>
              </a:rPr>
              <a:t>能否自启动？</a:t>
            </a:r>
            <a:endParaRPr lang="zh-CN" altLang="en-US" sz="28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267A515-4753-353E-E09B-555CF8129F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663" y="1249363"/>
            <a:ext cx="19177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设计输出</a:t>
            </a:r>
            <a:r>
              <a:rPr lang="en-US" altLang="zh-CN" sz="2800"/>
              <a:t>Z</a:t>
            </a:r>
            <a:endParaRPr lang="zh-CN" altLang="en-US" sz="280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BC0855AC-F890-9594-0F61-17E63908A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0275" y="3894138"/>
            <a:ext cx="3101975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        — —</a:t>
            </a:r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Z=Q</a:t>
            </a:r>
            <a:r>
              <a:rPr lang="en-US" altLang="zh-CN" sz="2400" baseline="-25000"/>
              <a:t>C</a:t>
            </a:r>
            <a:r>
              <a:rPr lang="en-US" altLang="zh-CN" sz="2400"/>
              <a:t>Q</a:t>
            </a:r>
            <a:r>
              <a:rPr lang="en-US" altLang="zh-CN" sz="2400" baseline="-25000"/>
              <a:t>A</a:t>
            </a:r>
            <a:r>
              <a:rPr lang="en-US" altLang="zh-CN" sz="2400"/>
              <a:t>+Q</a:t>
            </a:r>
            <a:r>
              <a:rPr lang="en-US" altLang="zh-CN" sz="2400" baseline="-25000"/>
              <a:t>C</a:t>
            </a:r>
            <a:r>
              <a:rPr lang="en-US" altLang="zh-CN" sz="2400"/>
              <a:t>Q</a:t>
            </a:r>
            <a:r>
              <a:rPr lang="en-US" altLang="zh-CN" sz="2400" baseline="-25000"/>
              <a:t>A</a:t>
            </a:r>
            <a:endParaRPr lang="zh-CN" altLang="en-US" sz="2400" baseline="-2500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6A356139-540F-4879-A71C-853AFCEB1F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5525" y="4443413"/>
            <a:ext cx="3103563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        — —</a:t>
            </a:r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Z=Q</a:t>
            </a:r>
            <a:r>
              <a:rPr lang="en-US" altLang="zh-CN" sz="2400" baseline="-25000"/>
              <a:t>C</a:t>
            </a:r>
            <a:r>
              <a:rPr lang="en-US" altLang="zh-CN" sz="2400"/>
              <a:t>Q</a:t>
            </a:r>
            <a:r>
              <a:rPr lang="en-US" altLang="zh-CN" sz="2400" baseline="-25000"/>
              <a:t>A</a:t>
            </a:r>
            <a:r>
              <a:rPr lang="en-US" altLang="zh-CN" sz="2400"/>
              <a:t>+Q</a:t>
            </a:r>
            <a:r>
              <a:rPr lang="en-US" altLang="zh-CN" sz="2400" baseline="-25000"/>
              <a:t>C</a:t>
            </a:r>
            <a:r>
              <a:rPr lang="en-US" altLang="zh-CN" sz="2400"/>
              <a:t>Q</a:t>
            </a:r>
            <a:r>
              <a:rPr lang="en-US" altLang="zh-CN" sz="2400" baseline="-25000"/>
              <a:t>A</a:t>
            </a:r>
            <a:endParaRPr lang="zh-CN" altLang="en-US" sz="2400" baseline="-2500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E7F61B9-45AE-4234-8C1F-4AC7C5CFEA82}"/>
              </a:ext>
            </a:extLst>
          </p:cNvPr>
          <p:cNvGrpSpPr>
            <a:grpSpLocks/>
          </p:cNvGrpSpPr>
          <p:nvPr/>
        </p:nvGrpSpPr>
        <p:grpSpPr bwMode="auto">
          <a:xfrm>
            <a:off x="4937125" y="1406525"/>
            <a:ext cx="3883025" cy="1781175"/>
            <a:chOff x="4937003" y="1406337"/>
            <a:chExt cx="3883467" cy="1781967"/>
          </a:xfrm>
        </p:grpSpPr>
        <p:sp>
          <p:nvSpPr>
            <p:cNvPr id="40973" name="文本框 57">
              <a:extLst>
                <a:ext uri="{FF2B5EF4-FFF2-40B4-BE49-F238E27FC236}">
                  <a16:creationId xmlns:a16="http://schemas.microsoft.com/office/drawing/2014/main" id="{C178ECFA-624F-A5ED-0F04-3D35793ECA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7003" y="1406337"/>
              <a:ext cx="3525959" cy="5594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            —</a:t>
              </a:r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C</a:t>
              </a:r>
              <a:r>
                <a:rPr lang="en-US" altLang="zh-CN" sz="2400"/>
                <a:t>=Q</a:t>
              </a:r>
              <a:r>
                <a:rPr lang="en-US" altLang="zh-CN" sz="2400" baseline="-25000"/>
                <a:t>Cn+1</a:t>
              </a:r>
              <a:r>
                <a:rPr lang="en-US" altLang="zh-CN" sz="2400"/>
                <a:t>=Q</a:t>
              </a:r>
              <a:r>
                <a:rPr lang="en-US" altLang="zh-CN" sz="2400" baseline="-25000"/>
                <a:t>B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A</a:t>
              </a:r>
              <a:r>
                <a:rPr lang="en-US" altLang="zh-CN" sz="2400"/>
                <a:t>+Q</a:t>
              </a:r>
              <a:r>
                <a:rPr lang="en-US" altLang="zh-CN" sz="2400" baseline="-25000"/>
                <a:t>C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A</a:t>
              </a:r>
              <a:endParaRPr lang="zh-CN" altLang="en-US" sz="2400" baseline="-25000"/>
            </a:p>
          </p:txBody>
        </p:sp>
        <p:sp>
          <p:nvSpPr>
            <p:cNvPr id="40974" name="文本框 58">
              <a:extLst>
                <a:ext uri="{FF2B5EF4-FFF2-40B4-BE49-F238E27FC236}">
                  <a16:creationId xmlns:a16="http://schemas.microsoft.com/office/drawing/2014/main" id="{BC66BBD3-6EFB-7F2F-14DD-C0D366502A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4095" y="2006087"/>
              <a:ext cx="3876375" cy="5594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   —   — —</a:t>
              </a:r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B</a:t>
              </a:r>
              <a:r>
                <a:rPr lang="en-US" altLang="zh-CN" sz="2400"/>
                <a:t>= Q</a:t>
              </a:r>
              <a:r>
                <a:rPr lang="en-US" altLang="zh-CN" sz="2400" baseline="-25000"/>
                <a:t>Bn+1</a:t>
              </a:r>
              <a:r>
                <a:rPr lang="en-US" altLang="zh-CN" sz="2400"/>
                <a:t>=Q</a:t>
              </a:r>
              <a:r>
                <a:rPr lang="en-US" altLang="zh-CN" sz="2400" baseline="-25000"/>
                <a:t>B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A</a:t>
              </a:r>
              <a:r>
                <a:rPr lang="en-US" altLang="zh-CN" sz="2400"/>
                <a:t>+Q</a:t>
              </a:r>
              <a:r>
                <a:rPr lang="en-US" altLang="zh-CN" sz="2400" baseline="-25000"/>
                <a:t>C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B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A</a:t>
              </a:r>
              <a:endParaRPr lang="zh-CN" altLang="en-US" sz="2400" baseline="-25000"/>
            </a:p>
          </p:txBody>
        </p:sp>
        <p:sp>
          <p:nvSpPr>
            <p:cNvPr id="40975" name="文本框 59">
              <a:extLst>
                <a:ext uri="{FF2B5EF4-FFF2-40B4-BE49-F238E27FC236}">
                  <a16:creationId xmlns:a16="http://schemas.microsoft.com/office/drawing/2014/main" id="{33695A3B-C8D0-60AC-4ABD-0B0836D78A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6968" y="2628855"/>
              <a:ext cx="2857501" cy="5594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—</a:t>
              </a:r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A</a:t>
              </a:r>
              <a:r>
                <a:rPr lang="en-US" altLang="zh-CN" sz="2400"/>
                <a:t>= Q</a:t>
              </a:r>
              <a:r>
                <a:rPr lang="en-US" altLang="zh-CN" sz="2400" baseline="-25000"/>
                <a:t>An+1</a:t>
              </a:r>
              <a:r>
                <a:rPr lang="en-US" altLang="zh-CN" sz="2400"/>
                <a:t>=Q</a:t>
              </a:r>
              <a:r>
                <a:rPr lang="en-US" altLang="zh-CN" sz="2400" baseline="-25000"/>
                <a:t>A</a:t>
              </a:r>
              <a:endParaRPr lang="zh-CN" altLang="en-US" sz="2400" baseline="-25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40" grpId="0"/>
      <p:bldP spid="41" grpId="0"/>
      <p:bldP spid="43" grpId="0"/>
      <p:bldP spid="44" grpId="0"/>
      <p:bldP spid="52" grpId="0"/>
      <p:bldP spid="57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DBBB88-3247-9663-20D9-E5B430885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47322555-9CE9-43DC-8D7B-71E418E43862}" type="slidenum">
              <a:rPr lang="en-US" altLang="zh-CN" sz="1000" smtClean="0"/>
              <a:pPr>
                <a:defRPr/>
              </a:pPr>
              <a:t>39</a:t>
            </a:fld>
            <a:endParaRPr lang="en-US" altLang="zh-CN" sz="1000"/>
          </a:p>
        </p:txBody>
      </p:sp>
      <p:grpSp>
        <p:nvGrpSpPr>
          <p:cNvPr id="5" name="组合 28">
            <a:extLst>
              <a:ext uri="{FF2B5EF4-FFF2-40B4-BE49-F238E27FC236}">
                <a16:creationId xmlns:a16="http://schemas.microsoft.com/office/drawing/2014/main" id="{46D851A6-CA43-429C-0C1B-EB958460DB1F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404813"/>
            <a:ext cx="4219575" cy="1943100"/>
            <a:chOff x="1258252" y="1268758"/>
            <a:chExt cx="4220483" cy="1942101"/>
          </a:xfrm>
        </p:grpSpPr>
        <p:grpSp>
          <p:nvGrpSpPr>
            <p:cNvPr id="42003" name="组合 25">
              <a:extLst>
                <a:ext uri="{FF2B5EF4-FFF2-40B4-BE49-F238E27FC236}">
                  <a16:creationId xmlns:a16="http://schemas.microsoft.com/office/drawing/2014/main" id="{42B600E6-9D4F-1F18-EDEA-1B3B7677D2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0547" y="2431223"/>
              <a:ext cx="938188" cy="719138"/>
              <a:chOff x="4067944" y="4221088"/>
              <a:chExt cx="720080" cy="720080"/>
            </a:xfrm>
          </p:grpSpPr>
          <p:sp>
            <p:nvSpPr>
              <p:cNvPr id="42025" name="椭圆 26">
                <a:extLst>
                  <a:ext uri="{FF2B5EF4-FFF2-40B4-BE49-F238E27FC236}">
                    <a16:creationId xmlns:a16="http://schemas.microsoft.com/office/drawing/2014/main" id="{708C79EC-A00B-55CC-1327-A5C2DCC600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6F1DC3AE-1BB3-960A-9AE2-F199EB7F1EB6}"/>
                  </a:ext>
                </a:extLst>
              </p:cNvPr>
              <p:cNvSpPr txBox="1"/>
              <p:nvPr/>
            </p:nvSpPr>
            <p:spPr>
              <a:xfrm>
                <a:off x="4139674" y="4382128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011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42004" name="直接箭头连接符 43">
              <a:extLst>
                <a:ext uri="{FF2B5EF4-FFF2-40B4-BE49-F238E27FC236}">
                  <a16:creationId xmlns:a16="http://schemas.microsoft.com/office/drawing/2014/main" id="{C2787470-E78C-1D33-84A5-0E6FE5D33E3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62803" y="1635265"/>
              <a:ext cx="622299" cy="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05" name="直接箭头连接符 44">
              <a:extLst>
                <a:ext uri="{FF2B5EF4-FFF2-40B4-BE49-F238E27FC236}">
                  <a16:creationId xmlns:a16="http://schemas.microsoft.com/office/drawing/2014/main" id="{AD2ABA80-274E-3312-F9AF-782B706CE17D}"/>
                </a:ext>
              </a:extLst>
            </p:cNvPr>
            <p:cNvCxnSpPr>
              <a:cxnSpLocks noChangeShapeType="1"/>
              <a:endCxn id="42021" idx="2"/>
            </p:cNvCxnSpPr>
            <p:nvPr/>
          </p:nvCxnSpPr>
          <p:spPr bwMode="auto">
            <a:xfrm flipV="1">
              <a:off x="3866956" y="1628329"/>
              <a:ext cx="673591" cy="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06" name="直接箭头连接符 46">
              <a:extLst>
                <a:ext uri="{FF2B5EF4-FFF2-40B4-BE49-F238E27FC236}">
                  <a16:creationId xmlns:a16="http://schemas.microsoft.com/office/drawing/2014/main" id="{509E7532-8CFE-2351-F168-089A80FE11B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866956" y="2790792"/>
              <a:ext cx="665162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07" name="直接箭头连接符 47">
              <a:extLst>
                <a:ext uri="{FF2B5EF4-FFF2-40B4-BE49-F238E27FC236}">
                  <a16:creationId xmlns:a16="http://schemas.microsoft.com/office/drawing/2014/main" id="{3D180E29-01A7-D880-8052-3748AD48D5E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205652" y="2851290"/>
              <a:ext cx="665162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2008" name="组合 25">
              <a:extLst>
                <a:ext uri="{FF2B5EF4-FFF2-40B4-BE49-F238E27FC236}">
                  <a16:creationId xmlns:a16="http://schemas.microsoft.com/office/drawing/2014/main" id="{095AFC62-1A1A-8B81-3184-DC4A67C135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15816" y="1268760"/>
              <a:ext cx="938188" cy="719138"/>
              <a:chOff x="4067944" y="4221088"/>
              <a:chExt cx="720080" cy="720080"/>
            </a:xfrm>
          </p:grpSpPr>
          <p:sp>
            <p:nvSpPr>
              <p:cNvPr id="42023" name="椭圆 26">
                <a:extLst>
                  <a:ext uri="{FF2B5EF4-FFF2-40B4-BE49-F238E27FC236}">
                    <a16:creationId xmlns:a16="http://schemas.microsoft.com/office/drawing/2014/main" id="{87CC3D57-C1A3-FAA0-C034-E40F898D17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C2268F6B-997D-CD9E-F0AC-236C7FA767E4}"/>
                  </a:ext>
                </a:extLst>
              </p:cNvPr>
              <p:cNvSpPr txBox="1"/>
              <p:nvPr/>
            </p:nvSpPr>
            <p:spPr>
              <a:xfrm>
                <a:off x="4139958" y="4381550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2009" name="组合 25">
              <a:extLst>
                <a:ext uri="{FF2B5EF4-FFF2-40B4-BE49-F238E27FC236}">
                  <a16:creationId xmlns:a16="http://schemas.microsoft.com/office/drawing/2014/main" id="{67BCA9CB-BDF7-35E1-FEC3-44252320155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0547" y="1268759"/>
              <a:ext cx="938188" cy="719138"/>
              <a:chOff x="4067944" y="4221088"/>
              <a:chExt cx="720080" cy="720080"/>
            </a:xfrm>
          </p:grpSpPr>
          <p:sp>
            <p:nvSpPr>
              <p:cNvPr id="42021" name="椭圆 26">
                <a:extLst>
                  <a:ext uri="{FF2B5EF4-FFF2-40B4-BE49-F238E27FC236}">
                    <a16:creationId xmlns:a16="http://schemas.microsoft.com/office/drawing/2014/main" id="{D0A807FC-3B63-A13D-4519-5500E62BED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F3DDE1A3-9C71-A7D6-BF83-A81F30845601}"/>
                  </a:ext>
                </a:extLst>
              </p:cNvPr>
              <p:cNvSpPr txBox="1"/>
              <p:nvPr/>
            </p:nvSpPr>
            <p:spPr>
              <a:xfrm>
                <a:off x="4139674" y="4381551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010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2010" name="组合 25">
              <a:extLst>
                <a:ext uri="{FF2B5EF4-FFF2-40B4-BE49-F238E27FC236}">
                  <a16:creationId xmlns:a16="http://schemas.microsoft.com/office/drawing/2014/main" id="{182299FD-2ED7-07CD-87FA-1DC362590F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8252" y="1268758"/>
              <a:ext cx="938413" cy="719138"/>
              <a:chOff x="4067944" y="4221088"/>
              <a:chExt cx="720253" cy="720080"/>
            </a:xfrm>
          </p:grpSpPr>
          <p:sp>
            <p:nvSpPr>
              <p:cNvPr id="42019" name="椭圆 26">
                <a:extLst>
                  <a:ext uri="{FF2B5EF4-FFF2-40B4-BE49-F238E27FC236}">
                    <a16:creationId xmlns:a16="http://schemas.microsoft.com/office/drawing/2014/main" id="{DBC69619-A57E-02E8-7580-90D5E2B040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A7246513-9F5C-242F-C28F-5679F9A6CFEF}"/>
                  </a:ext>
                </a:extLst>
              </p:cNvPr>
              <p:cNvSpPr txBox="1"/>
              <p:nvPr/>
            </p:nvSpPr>
            <p:spPr>
              <a:xfrm>
                <a:off x="4139848" y="4381552"/>
                <a:ext cx="648351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2011" name="组合 25">
              <a:extLst>
                <a:ext uri="{FF2B5EF4-FFF2-40B4-BE49-F238E27FC236}">
                  <a16:creationId xmlns:a16="http://schemas.microsoft.com/office/drawing/2014/main" id="{AA4B2A45-5501-32FC-52A3-B98C30973F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30215" y="2491721"/>
              <a:ext cx="938188" cy="719138"/>
              <a:chOff x="4067944" y="4221088"/>
              <a:chExt cx="720080" cy="720080"/>
            </a:xfrm>
          </p:grpSpPr>
          <p:sp>
            <p:nvSpPr>
              <p:cNvPr id="42017" name="椭圆 26">
                <a:extLst>
                  <a:ext uri="{FF2B5EF4-FFF2-40B4-BE49-F238E27FC236}">
                    <a16:creationId xmlns:a16="http://schemas.microsoft.com/office/drawing/2014/main" id="{055C6053-F7A0-7163-2946-82AC4283F7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0AF343D3-419F-71A7-A1BD-1030B42F2579}"/>
                  </a:ext>
                </a:extLst>
              </p:cNvPr>
              <p:cNvSpPr txBox="1"/>
              <p:nvPr/>
            </p:nvSpPr>
            <p:spPr>
              <a:xfrm>
                <a:off x="4139874" y="4381924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100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2012" name="组合 25">
              <a:extLst>
                <a:ext uri="{FF2B5EF4-FFF2-40B4-BE49-F238E27FC236}">
                  <a16:creationId xmlns:a16="http://schemas.microsoft.com/office/drawing/2014/main" id="{9090BC2E-E23C-9373-D564-57A496147F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8595" y="2473328"/>
              <a:ext cx="938188" cy="719138"/>
              <a:chOff x="4067944" y="4221088"/>
              <a:chExt cx="720080" cy="720080"/>
            </a:xfrm>
          </p:grpSpPr>
          <p:sp>
            <p:nvSpPr>
              <p:cNvPr id="42015" name="椭圆 26">
                <a:extLst>
                  <a:ext uri="{FF2B5EF4-FFF2-40B4-BE49-F238E27FC236}">
                    <a16:creationId xmlns:a16="http://schemas.microsoft.com/office/drawing/2014/main" id="{C3833184-247C-4650-9A67-567C1C238F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B8328856-11F3-6B3C-C20B-F26009DB3CE8}"/>
                  </a:ext>
                </a:extLst>
              </p:cNvPr>
              <p:cNvSpPr txBox="1"/>
              <p:nvPr/>
            </p:nvSpPr>
            <p:spPr>
              <a:xfrm>
                <a:off x="4139585" y="4381275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101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42013" name="直接箭头连接符 47">
              <a:extLst>
                <a:ext uri="{FF2B5EF4-FFF2-40B4-BE49-F238E27FC236}">
                  <a16:creationId xmlns:a16="http://schemas.microsoft.com/office/drawing/2014/main" id="{0460069E-56A1-52D3-9C88-34C59A8522B4}"/>
                </a:ext>
              </a:extLst>
            </p:cNvPr>
            <p:cNvCxnSpPr>
              <a:cxnSpLocks noChangeShapeType="1"/>
              <a:stCxn id="42015" idx="0"/>
            </p:cNvCxnSpPr>
            <p:nvPr/>
          </p:nvCxnSpPr>
          <p:spPr bwMode="auto">
            <a:xfrm flipH="1" flipV="1">
              <a:off x="1727348" y="1985608"/>
              <a:ext cx="341" cy="48772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2014" name="直接箭头连接符 47">
              <a:extLst>
                <a:ext uri="{FF2B5EF4-FFF2-40B4-BE49-F238E27FC236}">
                  <a16:creationId xmlns:a16="http://schemas.microsoft.com/office/drawing/2014/main" id="{CB3E2D98-F21F-2407-91CE-42CC826CC697}"/>
                </a:ext>
              </a:extLst>
            </p:cNvPr>
            <p:cNvCxnSpPr>
              <a:cxnSpLocks noChangeShapeType="1"/>
              <a:stCxn id="42021" idx="4"/>
              <a:endCxn id="42025" idx="0"/>
            </p:cNvCxnSpPr>
            <p:nvPr/>
          </p:nvCxnSpPr>
          <p:spPr bwMode="auto">
            <a:xfrm>
              <a:off x="5009641" y="1987897"/>
              <a:ext cx="0" cy="443326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76F341B3-710B-CFF1-F6E0-C0B2855562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2363" y="273050"/>
            <a:ext cx="4089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还有两个状态需要分析</a:t>
            </a:r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64A75904-A1EA-5D8D-C09E-EE0EADB883EB}"/>
              </a:ext>
            </a:extLst>
          </p:cNvPr>
          <p:cNvGrpSpPr>
            <a:grpSpLocks/>
          </p:cNvGrpSpPr>
          <p:nvPr/>
        </p:nvGrpSpPr>
        <p:grpSpPr bwMode="auto">
          <a:xfrm>
            <a:off x="5148263" y="1122363"/>
            <a:ext cx="2297112" cy="719137"/>
            <a:chOff x="5148064" y="1121883"/>
            <a:chExt cx="2297439" cy="719508"/>
          </a:xfrm>
        </p:grpSpPr>
        <p:grpSp>
          <p:nvGrpSpPr>
            <p:cNvPr id="41997" name="组合 25">
              <a:extLst>
                <a:ext uri="{FF2B5EF4-FFF2-40B4-BE49-F238E27FC236}">
                  <a16:creationId xmlns:a16="http://schemas.microsoft.com/office/drawing/2014/main" id="{2BCE9C9E-6418-797B-C956-CBEA69F5E0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07517" y="1121883"/>
              <a:ext cx="937986" cy="719508"/>
              <a:chOff x="4067944" y="4221088"/>
              <a:chExt cx="720080" cy="720080"/>
            </a:xfrm>
          </p:grpSpPr>
          <p:sp>
            <p:nvSpPr>
              <p:cNvPr id="42001" name="椭圆 26">
                <a:extLst>
                  <a:ext uri="{FF2B5EF4-FFF2-40B4-BE49-F238E27FC236}">
                    <a16:creationId xmlns:a16="http://schemas.microsoft.com/office/drawing/2014/main" id="{51D2ABAA-7B0B-3976-E35B-9A3043045E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96F8E65F-61C0-C041-624C-514CE0B289D3}"/>
                  </a:ext>
                </a:extLst>
              </p:cNvPr>
              <p:cNvSpPr txBox="1"/>
              <p:nvPr/>
            </p:nvSpPr>
            <p:spPr>
              <a:xfrm>
                <a:off x="4139581" y="4381635"/>
                <a:ext cx="648443" cy="400575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111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1998" name="组合 25">
              <a:extLst>
                <a:ext uri="{FF2B5EF4-FFF2-40B4-BE49-F238E27FC236}">
                  <a16:creationId xmlns:a16="http://schemas.microsoft.com/office/drawing/2014/main" id="{2C0E9561-3ABE-14FB-F7FE-B3B00CAF4A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48064" y="1121883"/>
              <a:ext cx="937986" cy="719508"/>
              <a:chOff x="4067945" y="4221088"/>
              <a:chExt cx="720080" cy="720080"/>
            </a:xfrm>
          </p:grpSpPr>
          <p:sp>
            <p:nvSpPr>
              <p:cNvPr id="41999" name="椭圆 26">
                <a:extLst>
                  <a:ext uri="{FF2B5EF4-FFF2-40B4-BE49-F238E27FC236}">
                    <a16:creationId xmlns:a16="http://schemas.microsoft.com/office/drawing/2014/main" id="{C8B32086-2772-D83F-68FF-5B71F1CFA2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5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C1A6FFE6-8A14-F58A-D94A-BA19385AD2F6}"/>
                  </a:ext>
                </a:extLst>
              </p:cNvPr>
              <p:cNvSpPr txBox="1"/>
              <p:nvPr/>
            </p:nvSpPr>
            <p:spPr>
              <a:xfrm>
                <a:off x="4139858" y="4381635"/>
                <a:ext cx="648443" cy="400575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110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</p:grpSp>
      <p:sp>
        <p:nvSpPr>
          <p:cNvPr id="62" name="文本框 61">
            <a:extLst>
              <a:ext uri="{FF2B5EF4-FFF2-40B4-BE49-F238E27FC236}">
                <a16:creationId xmlns:a16="http://schemas.microsoft.com/office/drawing/2014/main" id="{0D79E9D7-B8FC-171A-0F2F-43E698006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2935288"/>
            <a:ext cx="396081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dirty="0"/>
              <a:t>根据激励方程求解：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3149C47F-DE84-9B40-FB69-4B46009CB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2050" y="2962275"/>
            <a:ext cx="312896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当现态是</a:t>
            </a:r>
            <a:r>
              <a:rPr lang="en-US" altLang="zh-CN" sz="2800"/>
              <a:t>110</a:t>
            </a:r>
            <a:r>
              <a:rPr lang="zh-CN" altLang="en-US" sz="2800"/>
              <a:t>时，次态是</a:t>
            </a:r>
            <a:r>
              <a:rPr lang="en-US" altLang="zh-CN" sz="2800"/>
              <a:t>111</a:t>
            </a:r>
            <a:endParaRPr lang="zh-CN" altLang="en-US" sz="280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A5CAE350-7CB4-27D0-4A93-0F11DDA992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3475" y="4127500"/>
            <a:ext cx="3128963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当现态是</a:t>
            </a:r>
            <a:r>
              <a:rPr lang="en-US" altLang="zh-CN" sz="2800"/>
              <a:t>111</a:t>
            </a:r>
            <a:r>
              <a:rPr lang="zh-CN" altLang="en-US" sz="2800"/>
              <a:t>时，次态是</a:t>
            </a:r>
            <a:r>
              <a:rPr lang="en-US" altLang="zh-CN" sz="2800"/>
              <a:t>100</a:t>
            </a:r>
            <a:endParaRPr lang="zh-CN" altLang="en-US" sz="2800"/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068246D2-2AFF-B710-84DF-688C09F8CD3A}"/>
              </a:ext>
            </a:extLst>
          </p:cNvPr>
          <p:cNvGrpSpPr>
            <a:grpSpLocks/>
          </p:cNvGrpSpPr>
          <p:nvPr/>
        </p:nvGrpSpPr>
        <p:grpSpPr bwMode="auto">
          <a:xfrm>
            <a:off x="657225" y="3716338"/>
            <a:ext cx="3876675" cy="1779587"/>
            <a:chOff x="4944095" y="1409809"/>
            <a:chExt cx="3876375" cy="1778495"/>
          </a:xfrm>
        </p:grpSpPr>
        <p:sp>
          <p:nvSpPr>
            <p:cNvPr id="41994" name="文本框 44">
              <a:extLst>
                <a:ext uri="{FF2B5EF4-FFF2-40B4-BE49-F238E27FC236}">
                  <a16:creationId xmlns:a16="http://schemas.microsoft.com/office/drawing/2014/main" id="{E335382B-D243-C04E-444D-87BDED5205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2589" y="1409809"/>
              <a:ext cx="3525959" cy="5594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            —</a:t>
              </a:r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C</a:t>
              </a:r>
              <a:r>
                <a:rPr lang="en-US" altLang="zh-CN" sz="2400"/>
                <a:t>=Q</a:t>
              </a:r>
              <a:r>
                <a:rPr lang="en-US" altLang="zh-CN" sz="2400" baseline="-25000"/>
                <a:t>Cn+1</a:t>
              </a:r>
              <a:r>
                <a:rPr lang="en-US" altLang="zh-CN" sz="2400"/>
                <a:t>=Q</a:t>
              </a:r>
              <a:r>
                <a:rPr lang="en-US" altLang="zh-CN" sz="2400" baseline="-25000"/>
                <a:t>B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A</a:t>
              </a:r>
              <a:r>
                <a:rPr lang="en-US" altLang="zh-CN" sz="2400"/>
                <a:t>+Q</a:t>
              </a:r>
              <a:r>
                <a:rPr lang="en-US" altLang="zh-CN" sz="2400" baseline="-25000"/>
                <a:t>C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A</a:t>
              </a:r>
              <a:endParaRPr lang="zh-CN" altLang="en-US" sz="2400" baseline="-25000"/>
            </a:p>
          </p:txBody>
        </p:sp>
        <p:sp>
          <p:nvSpPr>
            <p:cNvPr id="41995" name="文本框 45">
              <a:extLst>
                <a:ext uri="{FF2B5EF4-FFF2-40B4-BE49-F238E27FC236}">
                  <a16:creationId xmlns:a16="http://schemas.microsoft.com/office/drawing/2014/main" id="{9580F777-BF04-EEC1-0A7D-337F9B54AB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4095" y="2006087"/>
              <a:ext cx="3876375" cy="5594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   —   — —</a:t>
              </a:r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B</a:t>
              </a:r>
              <a:r>
                <a:rPr lang="en-US" altLang="zh-CN" sz="2400"/>
                <a:t>= Q</a:t>
              </a:r>
              <a:r>
                <a:rPr lang="en-US" altLang="zh-CN" sz="2400" baseline="-25000"/>
                <a:t>Bn+1</a:t>
              </a:r>
              <a:r>
                <a:rPr lang="en-US" altLang="zh-CN" sz="2400"/>
                <a:t>=Q</a:t>
              </a:r>
              <a:r>
                <a:rPr lang="en-US" altLang="zh-CN" sz="2400" baseline="-25000"/>
                <a:t>B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A</a:t>
              </a:r>
              <a:r>
                <a:rPr lang="en-US" altLang="zh-CN" sz="2400"/>
                <a:t>+Q</a:t>
              </a:r>
              <a:r>
                <a:rPr lang="en-US" altLang="zh-CN" sz="2400" baseline="-25000"/>
                <a:t>C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B</a:t>
              </a:r>
              <a:r>
                <a:rPr lang="en-US" altLang="zh-CN" sz="2400"/>
                <a:t>Q</a:t>
              </a:r>
              <a:r>
                <a:rPr lang="en-US" altLang="zh-CN" sz="2400" baseline="-25000"/>
                <a:t>A</a:t>
              </a:r>
              <a:endParaRPr lang="zh-CN" altLang="en-US" sz="2400" baseline="-25000"/>
            </a:p>
          </p:txBody>
        </p:sp>
        <p:sp>
          <p:nvSpPr>
            <p:cNvPr id="41996" name="文本框 46">
              <a:extLst>
                <a:ext uri="{FF2B5EF4-FFF2-40B4-BE49-F238E27FC236}">
                  <a16:creationId xmlns:a16="http://schemas.microsoft.com/office/drawing/2014/main" id="{D84CD61F-8DCD-4062-FD8C-B91DCBE33C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6968" y="2628855"/>
              <a:ext cx="2857501" cy="5594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                —</a:t>
              </a:r>
            </a:p>
            <a:p>
              <a:pPr>
                <a:lnSpc>
                  <a:spcPts val="18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/>
                <a:t>D</a:t>
              </a:r>
              <a:r>
                <a:rPr lang="en-US" altLang="zh-CN" sz="2400" baseline="-25000"/>
                <a:t>A</a:t>
              </a:r>
              <a:r>
                <a:rPr lang="en-US" altLang="zh-CN" sz="2400"/>
                <a:t>= Q</a:t>
              </a:r>
              <a:r>
                <a:rPr lang="en-US" altLang="zh-CN" sz="2400" baseline="-25000"/>
                <a:t>An+1</a:t>
              </a:r>
              <a:r>
                <a:rPr lang="en-US" altLang="zh-CN" sz="2400"/>
                <a:t>=Q</a:t>
              </a:r>
              <a:r>
                <a:rPr lang="en-US" altLang="zh-CN" sz="2400" baseline="-25000"/>
                <a:t>A</a:t>
              </a:r>
              <a:endParaRPr lang="zh-CN" altLang="en-US" sz="2400" baseline="-25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62" grpId="0"/>
      <p:bldP spid="63" grpId="0"/>
      <p:bldP spid="6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3FB72C-88E6-7091-74BF-5BAB8173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EEB1AC3-C91F-4600-B94F-EE1188A1DDEE}" type="slidenum">
              <a:rPr lang="en-US" altLang="zh-CN" sz="1000" smtClean="0"/>
              <a:pPr>
                <a:defRPr/>
              </a:pPr>
              <a:t>40</a:t>
            </a:fld>
            <a:endParaRPr lang="en-US" altLang="zh-CN" sz="1000"/>
          </a:p>
        </p:txBody>
      </p:sp>
      <p:grpSp>
        <p:nvGrpSpPr>
          <p:cNvPr id="5" name="组合 28">
            <a:extLst>
              <a:ext uri="{FF2B5EF4-FFF2-40B4-BE49-F238E27FC236}">
                <a16:creationId xmlns:a16="http://schemas.microsoft.com/office/drawing/2014/main" id="{404ECF63-E824-141B-35AC-0F0BF3A6FC0D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1557338"/>
            <a:ext cx="4219575" cy="1943100"/>
            <a:chOff x="1258252" y="1268758"/>
            <a:chExt cx="4220483" cy="1942101"/>
          </a:xfrm>
        </p:grpSpPr>
        <p:grpSp>
          <p:nvGrpSpPr>
            <p:cNvPr id="43023" name="组合 25">
              <a:extLst>
                <a:ext uri="{FF2B5EF4-FFF2-40B4-BE49-F238E27FC236}">
                  <a16:creationId xmlns:a16="http://schemas.microsoft.com/office/drawing/2014/main" id="{90C0E9E3-4808-F8D9-740E-6414CB9F2F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0547" y="2431223"/>
              <a:ext cx="938188" cy="719138"/>
              <a:chOff x="4067944" y="4221088"/>
              <a:chExt cx="720080" cy="720080"/>
            </a:xfrm>
          </p:grpSpPr>
          <p:sp>
            <p:nvSpPr>
              <p:cNvPr id="43045" name="椭圆 26">
                <a:extLst>
                  <a:ext uri="{FF2B5EF4-FFF2-40B4-BE49-F238E27FC236}">
                    <a16:creationId xmlns:a16="http://schemas.microsoft.com/office/drawing/2014/main" id="{C800444F-EE02-C95B-04FF-74D0BF4259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46A627F-732A-533B-A546-CCD48993ABC7}"/>
                  </a:ext>
                </a:extLst>
              </p:cNvPr>
              <p:cNvSpPr txBox="1"/>
              <p:nvPr/>
            </p:nvSpPr>
            <p:spPr>
              <a:xfrm>
                <a:off x="4139674" y="4382128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011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43024" name="直接箭头连接符 43">
              <a:extLst>
                <a:ext uri="{FF2B5EF4-FFF2-40B4-BE49-F238E27FC236}">
                  <a16:creationId xmlns:a16="http://schemas.microsoft.com/office/drawing/2014/main" id="{56B003C2-F762-8982-9538-9FD1ED3A586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62803" y="1635265"/>
              <a:ext cx="622299" cy="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25" name="直接箭头连接符 44">
              <a:extLst>
                <a:ext uri="{FF2B5EF4-FFF2-40B4-BE49-F238E27FC236}">
                  <a16:creationId xmlns:a16="http://schemas.microsoft.com/office/drawing/2014/main" id="{F1CBDCD3-622B-C816-4E4F-0CDFC2DA37C8}"/>
                </a:ext>
              </a:extLst>
            </p:cNvPr>
            <p:cNvCxnSpPr>
              <a:cxnSpLocks noChangeShapeType="1"/>
              <a:endCxn id="43041" idx="2"/>
            </p:cNvCxnSpPr>
            <p:nvPr/>
          </p:nvCxnSpPr>
          <p:spPr bwMode="auto">
            <a:xfrm flipV="1">
              <a:off x="3866956" y="1628329"/>
              <a:ext cx="673591" cy="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26" name="直接箭头连接符 46">
              <a:extLst>
                <a:ext uri="{FF2B5EF4-FFF2-40B4-BE49-F238E27FC236}">
                  <a16:creationId xmlns:a16="http://schemas.microsoft.com/office/drawing/2014/main" id="{C34AC771-2025-77E4-FF0F-B541FFDF321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866956" y="2790792"/>
              <a:ext cx="665162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27" name="直接箭头连接符 47">
              <a:extLst>
                <a:ext uri="{FF2B5EF4-FFF2-40B4-BE49-F238E27FC236}">
                  <a16:creationId xmlns:a16="http://schemas.microsoft.com/office/drawing/2014/main" id="{D93A3A9C-C330-878A-83BC-4C3C9B0892B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205652" y="2851290"/>
              <a:ext cx="665162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3028" name="组合 25">
              <a:extLst>
                <a:ext uri="{FF2B5EF4-FFF2-40B4-BE49-F238E27FC236}">
                  <a16:creationId xmlns:a16="http://schemas.microsoft.com/office/drawing/2014/main" id="{80BDA988-6F62-DFF5-B11B-A2E235A200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15816" y="1268760"/>
              <a:ext cx="938188" cy="719138"/>
              <a:chOff x="4067944" y="4221088"/>
              <a:chExt cx="720080" cy="720080"/>
            </a:xfrm>
          </p:grpSpPr>
          <p:sp>
            <p:nvSpPr>
              <p:cNvPr id="43043" name="椭圆 26">
                <a:extLst>
                  <a:ext uri="{FF2B5EF4-FFF2-40B4-BE49-F238E27FC236}">
                    <a16:creationId xmlns:a16="http://schemas.microsoft.com/office/drawing/2014/main" id="{55C3C338-8D81-9324-10F5-1CD6B9587D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C0EAF37-F50E-6B78-59A3-D7982C6B2FE7}"/>
                  </a:ext>
                </a:extLst>
              </p:cNvPr>
              <p:cNvSpPr txBox="1"/>
              <p:nvPr/>
            </p:nvSpPr>
            <p:spPr>
              <a:xfrm>
                <a:off x="4139958" y="4381550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3029" name="组合 25">
              <a:extLst>
                <a:ext uri="{FF2B5EF4-FFF2-40B4-BE49-F238E27FC236}">
                  <a16:creationId xmlns:a16="http://schemas.microsoft.com/office/drawing/2014/main" id="{66653FBB-F507-3811-2C48-04D9CCFA21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0547" y="1268759"/>
              <a:ext cx="938188" cy="719138"/>
              <a:chOff x="4067944" y="4221088"/>
              <a:chExt cx="720080" cy="720080"/>
            </a:xfrm>
          </p:grpSpPr>
          <p:sp>
            <p:nvSpPr>
              <p:cNvPr id="43041" name="椭圆 26">
                <a:extLst>
                  <a:ext uri="{FF2B5EF4-FFF2-40B4-BE49-F238E27FC236}">
                    <a16:creationId xmlns:a16="http://schemas.microsoft.com/office/drawing/2014/main" id="{E287C488-1413-CF1E-6DBC-0CA1FBC4E7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A0CDD76-9D2F-F9DA-EF00-D48890BE8381}"/>
                  </a:ext>
                </a:extLst>
              </p:cNvPr>
              <p:cNvSpPr txBox="1"/>
              <p:nvPr/>
            </p:nvSpPr>
            <p:spPr>
              <a:xfrm>
                <a:off x="4139674" y="4381551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010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3030" name="组合 25">
              <a:extLst>
                <a:ext uri="{FF2B5EF4-FFF2-40B4-BE49-F238E27FC236}">
                  <a16:creationId xmlns:a16="http://schemas.microsoft.com/office/drawing/2014/main" id="{8E9158CC-1746-40B6-C07E-C04757BED0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8252" y="1268758"/>
              <a:ext cx="938413" cy="719138"/>
              <a:chOff x="4067944" y="4221088"/>
              <a:chExt cx="720253" cy="720080"/>
            </a:xfrm>
          </p:grpSpPr>
          <p:sp>
            <p:nvSpPr>
              <p:cNvPr id="43039" name="椭圆 26">
                <a:extLst>
                  <a:ext uri="{FF2B5EF4-FFF2-40B4-BE49-F238E27FC236}">
                    <a16:creationId xmlns:a16="http://schemas.microsoft.com/office/drawing/2014/main" id="{9D662368-147C-6B32-42AB-99D4E6E59E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F5119452-25E0-15B9-0932-578536E7B36C}"/>
                  </a:ext>
                </a:extLst>
              </p:cNvPr>
              <p:cNvSpPr txBox="1"/>
              <p:nvPr/>
            </p:nvSpPr>
            <p:spPr>
              <a:xfrm>
                <a:off x="4139848" y="4381552"/>
                <a:ext cx="648351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3031" name="组合 25">
              <a:extLst>
                <a:ext uri="{FF2B5EF4-FFF2-40B4-BE49-F238E27FC236}">
                  <a16:creationId xmlns:a16="http://schemas.microsoft.com/office/drawing/2014/main" id="{53A4F19A-16F5-FDCA-4E53-F343792379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30215" y="2491721"/>
              <a:ext cx="938188" cy="719138"/>
              <a:chOff x="4067944" y="4221088"/>
              <a:chExt cx="720080" cy="720080"/>
            </a:xfrm>
          </p:grpSpPr>
          <p:sp>
            <p:nvSpPr>
              <p:cNvPr id="43037" name="椭圆 26">
                <a:extLst>
                  <a:ext uri="{FF2B5EF4-FFF2-40B4-BE49-F238E27FC236}">
                    <a16:creationId xmlns:a16="http://schemas.microsoft.com/office/drawing/2014/main" id="{C2426455-C952-6C03-3E7C-BE54143CCA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3A2E3F8C-7221-AA96-DFC1-47178DAAEB1E}"/>
                  </a:ext>
                </a:extLst>
              </p:cNvPr>
              <p:cNvSpPr txBox="1"/>
              <p:nvPr/>
            </p:nvSpPr>
            <p:spPr>
              <a:xfrm>
                <a:off x="4139874" y="4381924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100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3032" name="组合 25">
              <a:extLst>
                <a:ext uri="{FF2B5EF4-FFF2-40B4-BE49-F238E27FC236}">
                  <a16:creationId xmlns:a16="http://schemas.microsoft.com/office/drawing/2014/main" id="{52E1B894-F8FE-2814-AE62-029661216C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8595" y="2473328"/>
              <a:ext cx="938188" cy="719138"/>
              <a:chOff x="4067944" y="4221088"/>
              <a:chExt cx="720080" cy="720080"/>
            </a:xfrm>
          </p:grpSpPr>
          <p:sp>
            <p:nvSpPr>
              <p:cNvPr id="43035" name="椭圆 26">
                <a:extLst>
                  <a:ext uri="{FF2B5EF4-FFF2-40B4-BE49-F238E27FC236}">
                    <a16:creationId xmlns:a16="http://schemas.microsoft.com/office/drawing/2014/main" id="{0C723C5E-61ED-1475-E1EB-0461E29A92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CDC7535D-B25D-1CFF-8A77-2B530A2C465D}"/>
                  </a:ext>
                </a:extLst>
              </p:cNvPr>
              <p:cNvSpPr txBox="1"/>
              <p:nvPr/>
            </p:nvSpPr>
            <p:spPr>
              <a:xfrm>
                <a:off x="4139585" y="4381275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101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43033" name="直接箭头连接符 47">
              <a:extLst>
                <a:ext uri="{FF2B5EF4-FFF2-40B4-BE49-F238E27FC236}">
                  <a16:creationId xmlns:a16="http://schemas.microsoft.com/office/drawing/2014/main" id="{88C6FFE3-BB80-D11F-16B3-F7AC3049AB59}"/>
                </a:ext>
              </a:extLst>
            </p:cNvPr>
            <p:cNvCxnSpPr>
              <a:cxnSpLocks noChangeShapeType="1"/>
              <a:stCxn id="43035" idx="0"/>
            </p:cNvCxnSpPr>
            <p:nvPr/>
          </p:nvCxnSpPr>
          <p:spPr bwMode="auto">
            <a:xfrm flipH="1" flipV="1">
              <a:off x="1727348" y="1985608"/>
              <a:ext cx="341" cy="48772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34" name="直接箭头连接符 47">
              <a:extLst>
                <a:ext uri="{FF2B5EF4-FFF2-40B4-BE49-F238E27FC236}">
                  <a16:creationId xmlns:a16="http://schemas.microsoft.com/office/drawing/2014/main" id="{056F827C-8A5D-136E-315C-6D1A4732974C}"/>
                </a:ext>
              </a:extLst>
            </p:cNvPr>
            <p:cNvCxnSpPr>
              <a:cxnSpLocks noChangeShapeType="1"/>
              <a:stCxn id="43041" idx="4"/>
              <a:endCxn id="43045" idx="0"/>
            </p:cNvCxnSpPr>
            <p:nvPr/>
          </p:nvCxnSpPr>
          <p:spPr bwMode="auto">
            <a:xfrm>
              <a:off x="5009641" y="1987897"/>
              <a:ext cx="0" cy="443326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46EA3830-DD36-8C39-4207-A57094F81D79}"/>
              </a:ext>
            </a:extLst>
          </p:cNvPr>
          <p:cNvGrpSpPr>
            <a:grpSpLocks/>
          </p:cNvGrpSpPr>
          <p:nvPr/>
        </p:nvGrpSpPr>
        <p:grpSpPr bwMode="auto">
          <a:xfrm>
            <a:off x="3073400" y="3508375"/>
            <a:ext cx="2541588" cy="1214438"/>
            <a:chOff x="3073805" y="3507947"/>
            <a:chExt cx="2540991" cy="1215534"/>
          </a:xfrm>
        </p:grpSpPr>
        <p:grpSp>
          <p:nvGrpSpPr>
            <p:cNvPr id="43015" name="组合 25">
              <a:extLst>
                <a:ext uri="{FF2B5EF4-FFF2-40B4-BE49-F238E27FC236}">
                  <a16:creationId xmlns:a16="http://schemas.microsoft.com/office/drawing/2014/main" id="{225E48D8-654E-089D-387B-C9AA611CBA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73805" y="4003973"/>
              <a:ext cx="937986" cy="719508"/>
              <a:chOff x="4067944" y="4221088"/>
              <a:chExt cx="720080" cy="720080"/>
            </a:xfrm>
          </p:grpSpPr>
          <p:sp>
            <p:nvSpPr>
              <p:cNvPr id="43021" name="椭圆 26">
                <a:extLst>
                  <a:ext uri="{FF2B5EF4-FFF2-40B4-BE49-F238E27FC236}">
                    <a16:creationId xmlns:a16="http://schemas.microsoft.com/office/drawing/2014/main" id="{D7701768-257F-942E-00AB-31544846E8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264F8057-A324-FEC6-CECC-C19B48C4242E}"/>
                  </a:ext>
                </a:extLst>
              </p:cNvPr>
              <p:cNvSpPr txBox="1"/>
              <p:nvPr/>
            </p:nvSpPr>
            <p:spPr>
              <a:xfrm>
                <a:off x="4139831" y="4381419"/>
                <a:ext cx="648198" cy="400729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111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3016" name="组合 25">
              <a:extLst>
                <a:ext uri="{FF2B5EF4-FFF2-40B4-BE49-F238E27FC236}">
                  <a16:creationId xmlns:a16="http://schemas.microsoft.com/office/drawing/2014/main" id="{86410D67-F7CB-0DFF-4DDD-D7631843E8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76810" y="4003973"/>
              <a:ext cx="937986" cy="719508"/>
              <a:chOff x="4067945" y="4221088"/>
              <a:chExt cx="720080" cy="720080"/>
            </a:xfrm>
          </p:grpSpPr>
          <p:sp>
            <p:nvSpPr>
              <p:cNvPr id="43019" name="椭圆 26">
                <a:extLst>
                  <a:ext uri="{FF2B5EF4-FFF2-40B4-BE49-F238E27FC236}">
                    <a16:creationId xmlns:a16="http://schemas.microsoft.com/office/drawing/2014/main" id="{AED98318-2CDD-6F94-3760-7F07EAF535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5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2300D4D2-E927-2870-AB68-3C9C646DAF05}"/>
                  </a:ext>
                </a:extLst>
              </p:cNvPr>
              <p:cNvSpPr txBox="1"/>
              <p:nvPr/>
            </p:nvSpPr>
            <p:spPr>
              <a:xfrm>
                <a:off x="4139827" y="4381419"/>
                <a:ext cx="648198" cy="400729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110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43017" name="直接箭头连接符 46">
              <a:extLst>
                <a:ext uri="{FF2B5EF4-FFF2-40B4-BE49-F238E27FC236}">
                  <a16:creationId xmlns:a16="http://schemas.microsoft.com/office/drawing/2014/main" id="{1CEFA5A5-0F04-8CE4-B3E5-EACBCA41937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998841" y="4363727"/>
              <a:ext cx="665019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3018" name="直接箭头连接符 47">
              <a:extLst>
                <a:ext uri="{FF2B5EF4-FFF2-40B4-BE49-F238E27FC236}">
                  <a16:creationId xmlns:a16="http://schemas.microsoft.com/office/drawing/2014/main" id="{7B0289C1-DBBF-E455-6847-138FC2AB178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555806" y="3507947"/>
              <a:ext cx="341" cy="48797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EFE73166-51A0-720B-ACF5-7E9E01C801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2850" y="2398713"/>
            <a:ext cx="23495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solidFill>
                  <a:srgbClr val="FF9933"/>
                </a:solidFill>
              </a:rPr>
              <a:t>可以自启动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601456-789A-F253-D927-DB1D5C35C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A85334-D16F-6D8D-EEC0-21663B5C6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E1AF02-7B09-44E2-84F9-43B0AAE72710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6BCC3C8-30C7-3716-D533-55DF102C0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47800"/>
            <a:ext cx="7924800" cy="4648200"/>
          </a:xfrm>
        </p:spPr>
        <p:txBody>
          <a:bodyPr/>
          <a:lstStyle/>
          <a:p>
            <a:pPr>
              <a:defRPr/>
            </a:pP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分别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利用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触发器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zh-CN" altLang="en-US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触发器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配合</a:t>
            </a:r>
            <a:r>
              <a:rPr lang="zh-CN" altLang="zh-CN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适当的门电路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，设计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脉冲序列信号发生器，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产生的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101001101001101001……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，要求能自启动。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30605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F762F7-801A-84CB-6211-EEF9B8762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3177D77-F954-41B7-BDEF-464506F52BC1}" type="slidenum">
              <a:rPr lang="en-US" altLang="zh-CN" sz="1000" smtClean="0"/>
              <a:pPr>
                <a:defRPr/>
              </a:pPr>
              <a:t>42</a:t>
            </a:fld>
            <a:endParaRPr lang="en-US" altLang="zh-CN" sz="1000"/>
          </a:p>
        </p:txBody>
      </p:sp>
      <p:grpSp>
        <p:nvGrpSpPr>
          <p:cNvPr id="7" name="组合 28">
            <a:extLst>
              <a:ext uri="{FF2B5EF4-FFF2-40B4-BE49-F238E27FC236}">
                <a16:creationId xmlns:a16="http://schemas.microsoft.com/office/drawing/2014/main" id="{6BEBC7A9-7584-5272-C530-A4BC1676D0E7}"/>
              </a:ext>
            </a:extLst>
          </p:cNvPr>
          <p:cNvGrpSpPr>
            <a:grpSpLocks/>
          </p:cNvGrpSpPr>
          <p:nvPr/>
        </p:nvGrpSpPr>
        <p:grpSpPr bwMode="auto">
          <a:xfrm>
            <a:off x="350838" y="723900"/>
            <a:ext cx="4219575" cy="1943100"/>
            <a:chOff x="1258252" y="1268758"/>
            <a:chExt cx="4220483" cy="1942101"/>
          </a:xfrm>
        </p:grpSpPr>
        <p:grpSp>
          <p:nvGrpSpPr>
            <p:cNvPr id="40027" name="组合 25">
              <a:extLst>
                <a:ext uri="{FF2B5EF4-FFF2-40B4-BE49-F238E27FC236}">
                  <a16:creationId xmlns:a16="http://schemas.microsoft.com/office/drawing/2014/main" id="{70F83772-E7B9-AB78-45F8-2B5FF4BF11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0547" y="2431223"/>
              <a:ext cx="938188" cy="719138"/>
              <a:chOff x="4067944" y="4221088"/>
              <a:chExt cx="720080" cy="720080"/>
            </a:xfrm>
          </p:grpSpPr>
          <p:sp>
            <p:nvSpPr>
              <p:cNvPr id="40049" name="椭圆 26">
                <a:extLst>
                  <a:ext uri="{FF2B5EF4-FFF2-40B4-BE49-F238E27FC236}">
                    <a16:creationId xmlns:a16="http://schemas.microsoft.com/office/drawing/2014/main" id="{910D4420-32C0-95F6-8DB0-675A9CF75E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FA76EC1A-EDA5-19EA-FF92-DFF21AC12F53}"/>
                  </a:ext>
                </a:extLst>
              </p:cNvPr>
              <p:cNvSpPr txBox="1"/>
              <p:nvPr/>
            </p:nvSpPr>
            <p:spPr>
              <a:xfrm>
                <a:off x="4139674" y="4382128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011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40028" name="直接箭头连接符 43">
              <a:extLst>
                <a:ext uri="{FF2B5EF4-FFF2-40B4-BE49-F238E27FC236}">
                  <a16:creationId xmlns:a16="http://schemas.microsoft.com/office/drawing/2014/main" id="{41599C71-0FCF-9782-D641-9B8E25EFFB0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62803" y="1635265"/>
              <a:ext cx="622299" cy="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29" name="直接箭头连接符 44">
              <a:extLst>
                <a:ext uri="{FF2B5EF4-FFF2-40B4-BE49-F238E27FC236}">
                  <a16:creationId xmlns:a16="http://schemas.microsoft.com/office/drawing/2014/main" id="{3B15F6CC-B92A-C656-41D4-347B21047EEC}"/>
                </a:ext>
              </a:extLst>
            </p:cNvPr>
            <p:cNvCxnSpPr>
              <a:cxnSpLocks noChangeShapeType="1"/>
              <a:endCxn id="40045" idx="2"/>
            </p:cNvCxnSpPr>
            <p:nvPr/>
          </p:nvCxnSpPr>
          <p:spPr bwMode="auto">
            <a:xfrm flipV="1">
              <a:off x="3866956" y="1628329"/>
              <a:ext cx="673591" cy="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30" name="直接箭头连接符 46">
              <a:extLst>
                <a:ext uri="{FF2B5EF4-FFF2-40B4-BE49-F238E27FC236}">
                  <a16:creationId xmlns:a16="http://schemas.microsoft.com/office/drawing/2014/main" id="{518C1661-3BAF-F40C-FA6A-B71E66522F8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866956" y="2790792"/>
              <a:ext cx="665162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31" name="直接箭头连接符 47">
              <a:extLst>
                <a:ext uri="{FF2B5EF4-FFF2-40B4-BE49-F238E27FC236}">
                  <a16:creationId xmlns:a16="http://schemas.microsoft.com/office/drawing/2014/main" id="{CEE6D7C3-A016-CF86-E747-242478D3648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205652" y="2851290"/>
              <a:ext cx="665162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0032" name="组合 25">
              <a:extLst>
                <a:ext uri="{FF2B5EF4-FFF2-40B4-BE49-F238E27FC236}">
                  <a16:creationId xmlns:a16="http://schemas.microsoft.com/office/drawing/2014/main" id="{56C797CE-C0E9-9364-8C36-0ACDA14685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15816" y="1268760"/>
              <a:ext cx="938188" cy="719138"/>
              <a:chOff x="4067944" y="4221088"/>
              <a:chExt cx="720080" cy="720080"/>
            </a:xfrm>
          </p:grpSpPr>
          <p:sp>
            <p:nvSpPr>
              <p:cNvPr id="40047" name="椭圆 26">
                <a:extLst>
                  <a:ext uri="{FF2B5EF4-FFF2-40B4-BE49-F238E27FC236}">
                    <a16:creationId xmlns:a16="http://schemas.microsoft.com/office/drawing/2014/main" id="{1A015A17-BB9C-0A62-B3C8-64F67DBEEF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A1F7834-3243-90E9-6CFB-C21A5D468002}"/>
                  </a:ext>
                </a:extLst>
              </p:cNvPr>
              <p:cNvSpPr txBox="1"/>
              <p:nvPr/>
            </p:nvSpPr>
            <p:spPr>
              <a:xfrm>
                <a:off x="4139957" y="4381551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3" name="组合 25">
              <a:extLst>
                <a:ext uri="{FF2B5EF4-FFF2-40B4-BE49-F238E27FC236}">
                  <a16:creationId xmlns:a16="http://schemas.microsoft.com/office/drawing/2014/main" id="{40352417-77A8-D7DC-74F7-DC8C667F9C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0547" y="1268759"/>
              <a:ext cx="938188" cy="719138"/>
              <a:chOff x="4067944" y="4221088"/>
              <a:chExt cx="720080" cy="720080"/>
            </a:xfrm>
          </p:grpSpPr>
          <p:sp>
            <p:nvSpPr>
              <p:cNvPr id="40045" name="椭圆 26">
                <a:extLst>
                  <a:ext uri="{FF2B5EF4-FFF2-40B4-BE49-F238E27FC236}">
                    <a16:creationId xmlns:a16="http://schemas.microsoft.com/office/drawing/2014/main" id="{BDEA5CED-E033-916E-C302-9A26CBCD3E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735A8E4-82C3-7C79-7DF6-138CAC8C8B4E}"/>
                  </a:ext>
                </a:extLst>
              </p:cNvPr>
              <p:cNvSpPr txBox="1"/>
              <p:nvPr/>
            </p:nvSpPr>
            <p:spPr>
              <a:xfrm>
                <a:off x="4139674" y="4381552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010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4" name="组合 25">
              <a:extLst>
                <a:ext uri="{FF2B5EF4-FFF2-40B4-BE49-F238E27FC236}">
                  <a16:creationId xmlns:a16="http://schemas.microsoft.com/office/drawing/2014/main" id="{0485B4CC-8659-FBA8-A40C-5C099AFE3F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8252" y="1268758"/>
              <a:ext cx="938413" cy="719138"/>
              <a:chOff x="4067944" y="4221088"/>
              <a:chExt cx="720253" cy="720080"/>
            </a:xfrm>
          </p:grpSpPr>
          <p:sp>
            <p:nvSpPr>
              <p:cNvPr id="40043" name="椭圆 26">
                <a:extLst>
                  <a:ext uri="{FF2B5EF4-FFF2-40B4-BE49-F238E27FC236}">
                    <a16:creationId xmlns:a16="http://schemas.microsoft.com/office/drawing/2014/main" id="{921574E9-6404-282C-CF8D-8688A11019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DDB46406-E45C-54C3-92DD-B3C55F88F9A5}"/>
                  </a:ext>
                </a:extLst>
              </p:cNvPr>
              <p:cNvSpPr txBox="1"/>
              <p:nvPr/>
            </p:nvSpPr>
            <p:spPr>
              <a:xfrm>
                <a:off x="4139847" y="4381553"/>
                <a:ext cx="648351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5" name="组合 25">
              <a:extLst>
                <a:ext uri="{FF2B5EF4-FFF2-40B4-BE49-F238E27FC236}">
                  <a16:creationId xmlns:a16="http://schemas.microsoft.com/office/drawing/2014/main" id="{5A7ADF88-2775-A357-8661-5A1F5C681B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30215" y="2491721"/>
              <a:ext cx="938188" cy="719138"/>
              <a:chOff x="4067944" y="4221088"/>
              <a:chExt cx="720080" cy="720080"/>
            </a:xfrm>
          </p:grpSpPr>
          <p:sp>
            <p:nvSpPr>
              <p:cNvPr id="40041" name="椭圆 26">
                <a:extLst>
                  <a:ext uri="{FF2B5EF4-FFF2-40B4-BE49-F238E27FC236}">
                    <a16:creationId xmlns:a16="http://schemas.microsoft.com/office/drawing/2014/main" id="{E09417FC-255B-C9E0-1986-69E387C094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8A80BC9-3E92-6066-D792-D0BBA25028F6}"/>
                  </a:ext>
                </a:extLst>
              </p:cNvPr>
              <p:cNvSpPr txBox="1"/>
              <p:nvPr/>
            </p:nvSpPr>
            <p:spPr>
              <a:xfrm>
                <a:off x="4139874" y="4381924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100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6" name="组合 25">
              <a:extLst>
                <a:ext uri="{FF2B5EF4-FFF2-40B4-BE49-F238E27FC236}">
                  <a16:creationId xmlns:a16="http://schemas.microsoft.com/office/drawing/2014/main" id="{5E45FCC9-8363-FBA1-F3E8-8A99DD72F7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8595" y="2473328"/>
              <a:ext cx="938188" cy="719138"/>
              <a:chOff x="4067944" y="4221088"/>
              <a:chExt cx="720080" cy="720080"/>
            </a:xfrm>
          </p:grpSpPr>
          <p:sp>
            <p:nvSpPr>
              <p:cNvPr id="40039" name="椭圆 26">
                <a:extLst>
                  <a:ext uri="{FF2B5EF4-FFF2-40B4-BE49-F238E27FC236}">
                    <a16:creationId xmlns:a16="http://schemas.microsoft.com/office/drawing/2014/main" id="{D5B36EF6-9101-D906-0141-E1C400E0A7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325CBFFA-8E50-494A-DC88-5FDDBEDE088E}"/>
                  </a:ext>
                </a:extLst>
              </p:cNvPr>
              <p:cNvSpPr txBox="1"/>
              <p:nvPr/>
            </p:nvSpPr>
            <p:spPr>
              <a:xfrm>
                <a:off x="4139584" y="4381275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101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40037" name="直接箭头连接符 47">
              <a:extLst>
                <a:ext uri="{FF2B5EF4-FFF2-40B4-BE49-F238E27FC236}">
                  <a16:creationId xmlns:a16="http://schemas.microsoft.com/office/drawing/2014/main" id="{DAC89A44-6151-F2E1-E903-77C7D0B52910}"/>
                </a:ext>
              </a:extLst>
            </p:cNvPr>
            <p:cNvCxnSpPr>
              <a:cxnSpLocks noChangeShapeType="1"/>
              <a:stCxn id="40039" idx="0"/>
            </p:cNvCxnSpPr>
            <p:nvPr/>
          </p:nvCxnSpPr>
          <p:spPr bwMode="auto">
            <a:xfrm flipH="1" flipV="1">
              <a:off x="1727348" y="1985608"/>
              <a:ext cx="341" cy="48772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38" name="直接箭头连接符 47">
              <a:extLst>
                <a:ext uri="{FF2B5EF4-FFF2-40B4-BE49-F238E27FC236}">
                  <a16:creationId xmlns:a16="http://schemas.microsoft.com/office/drawing/2014/main" id="{5A34BCB2-CA5D-3D93-0235-CB64687FE37D}"/>
                </a:ext>
              </a:extLst>
            </p:cNvPr>
            <p:cNvCxnSpPr>
              <a:cxnSpLocks noChangeShapeType="1"/>
              <a:stCxn id="40045" idx="4"/>
              <a:endCxn id="40049" idx="0"/>
            </p:cNvCxnSpPr>
            <p:nvPr/>
          </p:nvCxnSpPr>
          <p:spPr bwMode="auto">
            <a:xfrm>
              <a:off x="5009641" y="1987897"/>
              <a:ext cx="0" cy="443326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544794AC-DCC1-9666-072B-2F766004713F}"/>
              </a:ext>
            </a:extLst>
          </p:cNvPr>
          <p:cNvGrpSpPr>
            <a:grpSpLocks/>
          </p:cNvGrpSpPr>
          <p:nvPr/>
        </p:nvGrpSpPr>
        <p:grpSpPr bwMode="auto">
          <a:xfrm>
            <a:off x="503238" y="3311525"/>
            <a:ext cx="3341687" cy="1757363"/>
            <a:chOff x="491524" y="2942876"/>
            <a:chExt cx="3341688" cy="1756942"/>
          </a:xfrm>
        </p:grpSpPr>
        <p:grpSp>
          <p:nvGrpSpPr>
            <p:cNvPr id="40003" name="Group 4">
              <a:extLst>
                <a:ext uri="{FF2B5EF4-FFF2-40B4-BE49-F238E27FC236}">
                  <a16:creationId xmlns:a16="http://schemas.microsoft.com/office/drawing/2014/main" id="{22EDF18A-CE64-F112-1FE4-DBCE91C9D6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1524" y="3017067"/>
              <a:ext cx="3341688" cy="1682751"/>
              <a:chOff x="639" y="1382"/>
              <a:chExt cx="2105" cy="1060"/>
            </a:xfrm>
          </p:grpSpPr>
          <p:sp>
            <p:nvSpPr>
              <p:cNvPr id="35" name="Rectangle 5">
                <a:extLst>
                  <a:ext uri="{FF2B5EF4-FFF2-40B4-BE49-F238E27FC236}">
                    <a16:creationId xmlns:a16="http://schemas.microsoft.com/office/drawing/2014/main" id="{D5C397C3-5449-279A-D25E-9B8B68214C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36" name="Rectangle 6">
                <a:extLst>
                  <a:ext uri="{FF2B5EF4-FFF2-40B4-BE49-F238E27FC236}">
                    <a16:creationId xmlns:a16="http://schemas.microsoft.com/office/drawing/2014/main" id="{F542B4ED-89F3-731B-FBEF-016243380B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7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37" name="Rectangle 7">
                <a:extLst>
                  <a:ext uri="{FF2B5EF4-FFF2-40B4-BE49-F238E27FC236}">
                    <a16:creationId xmlns:a16="http://schemas.microsoft.com/office/drawing/2014/main" id="{BF74E8A0-E7AD-BC1F-56DE-7660B444D8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7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38" name="Rectangle 8">
                <a:extLst>
                  <a:ext uri="{FF2B5EF4-FFF2-40B4-BE49-F238E27FC236}">
                    <a16:creationId xmlns:a16="http://schemas.microsoft.com/office/drawing/2014/main" id="{C8DEB438-C5F1-0638-F678-2C839D33AD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39" name="Rectangle 9">
                <a:extLst>
                  <a:ext uri="{FF2B5EF4-FFF2-40B4-BE49-F238E27FC236}">
                    <a16:creationId xmlns:a16="http://schemas.microsoft.com/office/drawing/2014/main" id="{194554F1-1DE6-D108-D09B-8F84AA2F35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40" name="Rectangle 10">
                <a:extLst>
                  <a:ext uri="{FF2B5EF4-FFF2-40B4-BE49-F238E27FC236}">
                    <a16:creationId xmlns:a16="http://schemas.microsoft.com/office/drawing/2014/main" id="{731B0FD0-9D7D-4ABE-C001-831F448B0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7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41" name="Rectangle 11">
                <a:extLst>
                  <a:ext uri="{FF2B5EF4-FFF2-40B4-BE49-F238E27FC236}">
                    <a16:creationId xmlns:a16="http://schemas.microsoft.com/office/drawing/2014/main" id="{9F3E07D7-1DDB-EA85-EECF-86EFFA9BB2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7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42" name="Rectangle 12">
                <a:extLst>
                  <a:ext uri="{FF2B5EF4-FFF2-40B4-BE49-F238E27FC236}">
                    <a16:creationId xmlns:a16="http://schemas.microsoft.com/office/drawing/2014/main" id="{2C7939B9-CAB6-E474-E080-C531D6CE82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40013" name="Line 13">
                <a:extLst>
                  <a:ext uri="{FF2B5EF4-FFF2-40B4-BE49-F238E27FC236}">
                    <a16:creationId xmlns:a16="http://schemas.microsoft.com/office/drawing/2014/main" id="{7240F995-CB1F-A2F3-300A-CD3C48C564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14" name="Line 14">
                <a:extLst>
                  <a:ext uri="{FF2B5EF4-FFF2-40B4-BE49-F238E27FC236}">
                    <a16:creationId xmlns:a16="http://schemas.microsoft.com/office/drawing/2014/main" id="{C5DADE88-EDAD-3A43-DED0-723BB4DFB8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2142"/>
                <a:ext cx="160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15" name="Line 15">
                <a:extLst>
                  <a:ext uri="{FF2B5EF4-FFF2-40B4-BE49-F238E27FC236}">
                    <a16:creationId xmlns:a16="http://schemas.microsoft.com/office/drawing/2014/main" id="{AD805F5C-A905-0101-3A4E-894B8D20C6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24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16" name="Line 16">
                <a:extLst>
                  <a:ext uri="{FF2B5EF4-FFF2-40B4-BE49-F238E27FC236}">
                    <a16:creationId xmlns:a16="http://schemas.microsoft.com/office/drawing/2014/main" id="{3868C506-039B-CC7F-02B1-CF14B4D862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17" name="Line 17">
                <a:extLst>
                  <a:ext uri="{FF2B5EF4-FFF2-40B4-BE49-F238E27FC236}">
                    <a16:creationId xmlns:a16="http://schemas.microsoft.com/office/drawing/2014/main" id="{D569F752-8037-8826-E784-81B8D62323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18" name="Line 18">
                <a:extLst>
                  <a:ext uri="{FF2B5EF4-FFF2-40B4-BE49-F238E27FC236}">
                    <a16:creationId xmlns:a16="http://schemas.microsoft.com/office/drawing/2014/main" id="{C6227B30-740C-519F-B3DB-ED63FBE2C1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19" name="Line 19">
                <a:extLst>
                  <a:ext uri="{FF2B5EF4-FFF2-40B4-BE49-F238E27FC236}">
                    <a16:creationId xmlns:a16="http://schemas.microsoft.com/office/drawing/2014/main" id="{243CD31A-98AE-719F-0FF7-E1B8F43E1E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20" name="Line 20">
                <a:extLst>
                  <a:ext uri="{FF2B5EF4-FFF2-40B4-BE49-F238E27FC236}">
                    <a16:creationId xmlns:a16="http://schemas.microsoft.com/office/drawing/2014/main" id="{6DE80F52-EC3D-1AF1-1941-73411EF774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08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21" name="Line 21">
                <a:extLst>
                  <a:ext uri="{FF2B5EF4-FFF2-40B4-BE49-F238E27FC236}">
                    <a16:creationId xmlns:a16="http://schemas.microsoft.com/office/drawing/2014/main" id="{AF934D83-1C8B-4307-E655-E234216804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34" y="1525"/>
                <a:ext cx="272" cy="3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Rectangle 22">
                <a:extLst>
                  <a:ext uri="{FF2B5EF4-FFF2-40B4-BE49-F238E27FC236}">
                    <a16:creationId xmlns:a16="http://schemas.microsoft.com/office/drawing/2014/main" id="{CE45F13E-4AF6-5E24-7FBA-E4950A803E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" y="1389"/>
                <a:ext cx="294" cy="25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B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endParaRPr>
              </a:p>
            </p:txBody>
          </p:sp>
          <p:sp>
            <p:nvSpPr>
              <p:cNvPr id="53" name="Rectangle 23">
                <a:extLst>
                  <a:ext uri="{FF2B5EF4-FFF2-40B4-BE49-F238E27FC236}">
                    <a16:creationId xmlns:a16="http://schemas.microsoft.com/office/drawing/2014/main" id="{4392EEC6-9E1D-1A28-82F4-DE1DBB699F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4" y="1382"/>
                <a:ext cx="324" cy="25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A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endParaRPr>
              </a:p>
            </p:txBody>
          </p:sp>
          <p:sp>
            <p:nvSpPr>
              <p:cNvPr id="54" name="Rectangle 24">
                <a:extLst>
                  <a:ext uri="{FF2B5EF4-FFF2-40B4-BE49-F238E27FC236}">
                    <a16:creationId xmlns:a16="http://schemas.microsoft.com/office/drawing/2014/main" id="{B8A3067B-3E39-954B-B064-CEF7B8EDF0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" y="1567"/>
                <a:ext cx="295" cy="25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Q</a:t>
                </a:r>
                <a:r>
                  <a:rPr lang="en-US" altLang="zh-CN" baseline="-30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C</a:t>
                </a:r>
              </a:p>
            </p:txBody>
          </p:sp>
          <p:sp>
            <p:nvSpPr>
              <p:cNvPr id="40025" name="Text Box 25">
                <a:extLst>
                  <a:ext uri="{FF2B5EF4-FFF2-40B4-BE49-F238E27FC236}">
                    <a16:creationId xmlns:a16="http://schemas.microsoft.com/office/drawing/2014/main" id="{A75D1BEE-78E3-B2D7-D6FD-5A8299A571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20" y="1570"/>
                <a:ext cx="17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 00    01    11     10</a:t>
                </a:r>
              </a:p>
            </p:txBody>
          </p:sp>
          <p:sp>
            <p:nvSpPr>
              <p:cNvPr id="40026" name="Text Box 26">
                <a:extLst>
                  <a:ext uri="{FF2B5EF4-FFF2-40B4-BE49-F238E27FC236}">
                    <a16:creationId xmlns:a16="http://schemas.microsoft.com/office/drawing/2014/main" id="{B9B4FDA4-E5A8-6EBC-E833-F20E0E84A5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4" y="1797"/>
                <a:ext cx="272" cy="6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0</a:t>
                </a:r>
              </a:p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1</a:t>
                </a:r>
              </a:p>
            </p:txBody>
          </p:sp>
        </p:grpSp>
        <p:sp>
          <p:nvSpPr>
            <p:cNvPr id="104" name="Rectangle 23">
              <a:extLst>
                <a:ext uri="{FF2B5EF4-FFF2-40B4-BE49-F238E27FC236}">
                  <a16:creationId xmlns:a16="http://schemas.microsoft.com/office/drawing/2014/main" id="{9D3EC939-F072-6DE7-FAA0-615894765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9624" y="2942876"/>
              <a:ext cx="819150" cy="39995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Bn+1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endParaRPr>
            </a:p>
          </p:txBody>
        </p:sp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06F25C84-7D82-56E5-5CC7-088BC33C7DF2}"/>
              </a:ext>
            </a:extLst>
          </p:cNvPr>
          <p:cNvGrpSpPr>
            <a:grpSpLocks/>
          </p:cNvGrpSpPr>
          <p:nvPr/>
        </p:nvGrpSpPr>
        <p:grpSpPr bwMode="auto">
          <a:xfrm>
            <a:off x="4922838" y="3206750"/>
            <a:ext cx="3341687" cy="1817688"/>
            <a:chOff x="4921442" y="3712470"/>
            <a:chExt cx="3341688" cy="1817611"/>
          </a:xfrm>
        </p:grpSpPr>
        <p:grpSp>
          <p:nvGrpSpPr>
            <p:cNvPr id="39979" name="Group 4">
              <a:extLst>
                <a:ext uri="{FF2B5EF4-FFF2-40B4-BE49-F238E27FC236}">
                  <a16:creationId xmlns:a16="http://schemas.microsoft.com/office/drawing/2014/main" id="{21F7A71F-2181-46EA-2892-E995878CDB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21442" y="3847330"/>
              <a:ext cx="3341688" cy="1682751"/>
              <a:chOff x="639" y="1382"/>
              <a:chExt cx="2105" cy="1060"/>
            </a:xfrm>
          </p:grpSpPr>
          <p:sp>
            <p:nvSpPr>
              <p:cNvPr id="58" name="Rectangle 5">
                <a:extLst>
                  <a:ext uri="{FF2B5EF4-FFF2-40B4-BE49-F238E27FC236}">
                    <a16:creationId xmlns:a16="http://schemas.microsoft.com/office/drawing/2014/main" id="{AD6B4740-8C8B-9AB1-C6F8-7592665AAE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59" name="Rectangle 6">
                <a:extLst>
                  <a:ext uri="{FF2B5EF4-FFF2-40B4-BE49-F238E27FC236}">
                    <a16:creationId xmlns:a16="http://schemas.microsoft.com/office/drawing/2014/main" id="{E9DA3072-C48A-D8C2-991D-CEBE65F2A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7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0" name="Rectangle 7">
                <a:extLst>
                  <a:ext uri="{FF2B5EF4-FFF2-40B4-BE49-F238E27FC236}">
                    <a16:creationId xmlns:a16="http://schemas.microsoft.com/office/drawing/2014/main" id="{FEB90B44-0353-7AB7-E43E-5A9948EC07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7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61" name="Rectangle 8">
                <a:extLst>
                  <a:ext uri="{FF2B5EF4-FFF2-40B4-BE49-F238E27FC236}">
                    <a16:creationId xmlns:a16="http://schemas.microsoft.com/office/drawing/2014/main" id="{6CE86D3C-60D5-B237-5872-2E7A48A6E4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62" name="Rectangle 9">
                <a:extLst>
                  <a:ext uri="{FF2B5EF4-FFF2-40B4-BE49-F238E27FC236}">
                    <a16:creationId xmlns:a16="http://schemas.microsoft.com/office/drawing/2014/main" id="{7AD3B622-C707-5AAB-6035-3EFF8BB139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63" name="Rectangle 10">
                <a:extLst>
                  <a:ext uri="{FF2B5EF4-FFF2-40B4-BE49-F238E27FC236}">
                    <a16:creationId xmlns:a16="http://schemas.microsoft.com/office/drawing/2014/main" id="{8128B698-1A44-459A-0BC7-D49E97D981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7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64" name="Rectangle 11">
                <a:extLst>
                  <a:ext uri="{FF2B5EF4-FFF2-40B4-BE49-F238E27FC236}">
                    <a16:creationId xmlns:a16="http://schemas.microsoft.com/office/drawing/2014/main" id="{47418A8C-003D-D3F0-554B-15DCA825EF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7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65" name="Rectangle 12">
                <a:extLst>
                  <a:ext uri="{FF2B5EF4-FFF2-40B4-BE49-F238E27FC236}">
                    <a16:creationId xmlns:a16="http://schemas.microsoft.com/office/drawing/2014/main" id="{AC89F846-3353-74D6-C02D-193E5DCCC8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39989" name="Line 13">
                <a:extLst>
                  <a:ext uri="{FF2B5EF4-FFF2-40B4-BE49-F238E27FC236}">
                    <a16:creationId xmlns:a16="http://schemas.microsoft.com/office/drawing/2014/main" id="{19C20BCE-AE7F-E11C-86DA-06FA09F927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0" name="Line 14">
                <a:extLst>
                  <a:ext uri="{FF2B5EF4-FFF2-40B4-BE49-F238E27FC236}">
                    <a16:creationId xmlns:a16="http://schemas.microsoft.com/office/drawing/2014/main" id="{F2433682-53CB-0B0E-CFD1-3D03C8F6B5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2142"/>
                <a:ext cx="160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1" name="Line 15">
                <a:extLst>
                  <a:ext uri="{FF2B5EF4-FFF2-40B4-BE49-F238E27FC236}">
                    <a16:creationId xmlns:a16="http://schemas.microsoft.com/office/drawing/2014/main" id="{20F46C44-9EFE-3CA0-5C10-73472F2BD5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24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2" name="Line 16">
                <a:extLst>
                  <a:ext uri="{FF2B5EF4-FFF2-40B4-BE49-F238E27FC236}">
                    <a16:creationId xmlns:a16="http://schemas.microsoft.com/office/drawing/2014/main" id="{55481E6B-E1AF-9D5B-BB6A-3D65A71481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3" name="Line 17">
                <a:extLst>
                  <a:ext uri="{FF2B5EF4-FFF2-40B4-BE49-F238E27FC236}">
                    <a16:creationId xmlns:a16="http://schemas.microsoft.com/office/drawing/2014/main" id="{9338117F-20C6-18B4-365D-5820818A07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4" name="Line 18">
                <a:extLst>
                  <a:ext uri="{FF2B5EF4-FFF2-40B4-BE49-F238E27FC236}">
                    <a16:creationId xmlns:a16="http://schemas.microsoft.com/office/drawing/2014/main" id="{7674AE1D-7012-A12B-E2EF-3FD387B7A9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5" name="Line 19">
                <a:extLst>
                  <a:ext uri="{FF2B5EF4-FFF2-40B4-BE49-F238E27FC236}">
                    <a16:creationId xmlns:a16="http://schemas.microsoft.com/office/drawing/2014/main" id="{CC4D8BFE-3490-1FD9-FFDD-EBB6283DD5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6" name="Line 20">
                <a:extLst>
                  <a:ext uri="{FF2B5EF4-FFF2-40B4-BE49-F238E27FC236}">
                    <a16:creationId xmlns:a16="http://schemas.microsoft.com/office/drawing/2014/main" id="{81F87042-238F-AECE-0FE0-3160C0CB2C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08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7" name="Line 21">
                <a:extLst>
                  <a:ext uri="{FF2B5EF4-FFF2-40B4-BE49-F238E27FC236}">
                    <a16:creationId xmlns:a16="http://schemas.microsoft.com/office/drawing/2014/main" id="{8957DF1D-2D14-3782-4F47-52E368D290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34" y="1525"/>
                <a:ext cx="272" cy="3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" name="Rectangle 22">
                <a:extLst>
                  <a:ext uri="{FF2B5EF4-FFF2-40B4-BE49-F238E27FC236}">
                    <a16:creationId xmlns:a16="http://schemas.microsoft.com/office/drawing/2014/main" id="{3496D69C-6BF7-9AB2-88FC-1BF036A30E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" y="1389"/>
                <a:ext cx="294" cy="25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B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endParaRPr>
              </a:p>
            </p:txBody>
          </p:sp>
          <p:sp>
            <p:nvSpPr>
              <p:cNvPr id="76" name="Rectangle 23">
                <a:extLst>
                  <a:ext uri="{FF2B5EF4-FFF2-40B4-BE49-F238E27FC236}">
                    <a16:creationId xmlns:a16="http://schemas.microsoft.com/office/drawing/2014/main" id="{60249AB8-4C62-15E2-076D-8F50E96F0C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4" y="1382"/>
                <a:ext cx="324" cy="25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A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endParaRPr>
              </a:p>
            </p:txBody>
          </p:sp>
          <p:sp>
            <p:nvSpPr>
              <p:cNvPr id="77" name="Rectangle 24">
                <a:extLst>
                  <a:ext uri="{FF2B5EF4-FFF2-40B4-BE49-F238E27FC236}">
                    <a16:creationId xmlns:a16="http://schemas.microsoft.com/office/drawing/2014/main" id="{E80D36F4-E682-9DFA-EC18-FFAE8A740B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" y="1567"/>
                <a:ext cx="295" cy="25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Q</a:t>
                </a:r>
                <a:r>
                  <a:rPr lang="en-US" altLang="zh-CN" baseline="-30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C</a:t>
                </a:r>
              </a:p>
            </p:txBody>
          </p:sp>
          <p:sp>
            <p:nvSpPr>
              <p:cNvPr id="40001" name="Text Box 25">
                <a:extLst>
                  <a:ext uri="{FF2B5EF4-FFF2-40B4-BE49-F238E27FC236}">
                    <a16:creationId xmlns:a16="http://schemas.microsoft.com/office/drawing/2014/main" id="{A2BE2528-9B86-9813-4758-FA424C59F7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20" y="1570"/>
                <a:ext cx="17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 00    01    11     10</a:t>
                </a:r>
              </a:p>
            </p:txBody>
          </p:sp>
          <p:sp>
            <p:nvSpPr>
              <p:cNvPr id="40002" name="Text Box 26">
                <a:extLst>
                  <a:ext uri="{FF2B5EF4-FFF2-40B4-BE49-F238E27FC236}">
                    <a16:creationId xmlns:a16="http://schemas.microsoft.com/office/drawing/2014/main" id="{DA8437ED-127C-8574-D15F-AE4CC63320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4" y="1797"/>
                <a:ext cx="272" cy="6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0</a:t>
                </a:r>
              </a:p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1</a:t>
                </a:r>
              </a:p>
            </p:txBody>
          </p:sp>
        </p:grpSp>
        <p:sp>
          <p:nvSpPr>
            <p:cNvPr id="105" name="Rectangle 23">
              <a:extLst>
                <a:ext uri="{FF2B5EF4-FFF2-40B4-BE49-F238E27FC236}">
                  <a16:creationId xmlns:a16="http://schemas.microsoft.com/office/drawing/2014/main" id="{74A88148-F273-DB6B-1F96-CF749E386A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1142" y="3712470"/>
              <a:ext cx="819150" cy="40003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An+1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endParaRPr>
            </a:p>
          </p:txBody>
        </p: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97FD357E-C58A-1407-9549-94A2A9DD3C4E}"/>
              </a:ext>
            </a:extLst>
          </p:cNvPr>
          <p:cNvGrpSpPr>
            <a:grpSpLocks/>
          </p:cNvGrpSpPr>
          <p:nvPr/>
        </p:nvGrpSpPr>
        <p:grpSpPr bwMode="auto">
          <a:xfrm>
            <a:off x="5056188" y="576263"/>
            <a:ext cx="3341687" cy="1833562"/>
            <a:chOff x="5055586" y="576762"/>
            <a:chExt cx="3341688" cy="1832746"/>
          </a:xfrm>
        </p:grpSpPr>
        <p:grpSp>
          <p:nvGrpSpPr>
            <p:cNvPr id="39955" name="Group 4">
              <a:extLst>
                <a:ext uri="{FF2B5EF4-FFF2-40B4-BE49-F238E27FC236}">
                  <a16:creationId xmlns:a16="http://schemas.microsoft.com/office/drawing/2014/main" id="{A903DF1F-3E9D-9E00-3414-E301740907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55586" y="726757"/>
              <a:ext cx="3341688" cy="1682751"/>
              <a:chOff x="639" y="1382"/>
              <a:chExt cx="2105" cy="1060"/>
            </a:xfrm>
          </p:grpSpPr>
          <p:sp>
            <p:nvSpPr>
              <p:cNvPr id="81" name="Rectangle 5">
                <a:extLst>
                  <a:ext uri="{FF2B5EF4-FFF2-40B4-BE49-F238E27FC236}">
                    <a16:creationId xmlns:a16="http://schemas.microsoft.com/office/drawing/2014/main" id="{25701C53-BB64-F967-F9C7-B17605688D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82" name="Rectangle 6">
                <a:extLst>
                  <a:ext uri="{FF2B5EF4-FFF2-40B4-BE49-F238E27FC236}">
                    <a16:creationId xmlns:a16="http://schemas.microsoft.com/office/drawing/2014/main" id="{5AEF6FA8-681F-F3FA-E44D-09A19B28D0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7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83" name="Rectangle 7">
                <a:extLst>
                  <a:ext uri="{FF2B5EF4-FFF2-40B4-BE49-F238E27FC236}">
                    <a16:creationId xmlns:a16="http://schemas.microsoft.com/office/drawing/2014/main" id="{018403BE-C5EE-D9B8-FEF6-BF48E9A5BA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7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84" name="Rectangle 8">
                <a:extLst>
                  <a:ext uri="{FF2B5EF4-FFF2-40B4-BE49-F238E27FC236}">
                    <a16:creationId xmlns:a16="http://schemas.microsoft.com/office/drawing/2014/main" id="{7C3A3D3E-4CC7-BCE1-CA1D-B71818E05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85" name="Rectangle 9">
                <a:extLst>
                  <a:ext uri="{FF2B5EF4-FFF2-40B4-BE49-F238E27FC236}">
                    <a16:creationId xmlns:a16="http://schemas.microsoft.com/office/drawing/2014/main" id="{F6D61C1B-89CE-80C7-9157-507F41997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86" name="Rectangle 10">
                <a:extLst>
                  <a:ext uri="{FF2B5EF4-FFF2-40B4-BE49-F238E27FC236}">
                    <a16:creationId xmlns:a16="http://schemas.microsoft.com/office/drawing/2014/main" id="{C7597678-5DE0-1CDD-A6DE-79E80B9571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7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87" name="Rectangle 11">
                <a:extLst>
                  <a:ext uri="{FF2B5EF4-FFF2-40B4-BE49-F238E27FC236}">
                    <a16:creationId xmlns:a16="http://schemas.microsoft.com/office/drawing/2014/main" id="{B5885550-B29B-57C1-E670-3924314E96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7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88" name="Rectangle 12">
                <a:extLst>
                  <a:ext uri="{FF2B5EF4-FFF2-40B4-BE49-F238E27FC236}">
                    <a16:creationId xmlns:a16="http://schemas.microsoft.com/office/drawing/2014/main" id="{07C3F78B-E595-D187-365A-9E37F8CA3F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39965" name="Line 13">
                <a:extLst>
                  <a:ext uri="{FF2B5EF4-FFF2-40B4-BE49-F238E27FC236}">
                    <a16:creationId xmlns:a16="http://schemas.microsoft.com/office/drawing/2014/main" id="{70D67DB7-424C-606B-C142-9FBEDE67EA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6" name="Line 14">
                <a:extLst>
                  <a:ext uri="{FF2B5EF4-FFF2-40B4-BE49-F238E27FC236}">
                    <a16:creationId xmlns:a16="http://schemas.microsoft.com/office/drawing/2014/main" id="{94132309-75E4-7449-CDF6-17403CC4F8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2142"/>
                <a:ext cx="160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7" name="Line 15">
                <a:extLst>
                  <a:ext uri="{FF2B5EF4-FFF2-40B4-BE49-F238E27FC236}">
                    <a16:creationId xmlns:a16="http://schemas.microsoft.com/office/drawing/2014/main" id="{15B55C7B-F7F5-20CE-82D8-794A03B7DF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24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8" name="Line 16">
                <a:extLst>
                  <a:ext uri="{FF2B5EF4-FFF2-40B4-BE49-F238E27FC236}">
                    <a16:creationId xmlns:a16="http://schemas.microsoft.com/office/drawing/2014/main" id="{40F75670-11DF-E45D-4A16-67F645512A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9" name="Line 17">
                <a:extLst>
                  <a:ext uri="{FF2B5EF4-FFF2-40B4-BE49-F238E27FC236}">
                    <a16:creationId xmlns:a16="http://schemas.microsoft.com/office/drawing/2014/main" id="{1CBCB805-FD8B-3AEE-3D77-CDA0B741FB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0" name="Line 18">
                <a:extLst>
                  <a:ext uri="{FF2B5EF4-FFF2-40B4-BE49-F238E27FC236}">
                    <a16:creationId xmlns:a16="http://schemas.microsoft.com/office/drawing/2014/main" id="{C8C346C1-B607-1C39-FFA5-6169BBD6F3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1" name="Line 19">
                <a:extLst>
                  <a:ext uri="{FF2B5EF4-FFF2-40B4-BE49-F238E27FC236}">
                    <a16:creationId xmlns:a16="http://schemas.microsoft.com/office/drawing/2014/main" id="{DB39A06F-0963-50C4-BCFF-071F30662C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2" name="Line 20">
                <a:extLst>
                  <a:ext uri="{FF2B5EF4-FFF2-40B4-BE49-F238E27FC236}">
                    <a16:creationId xmlns:a16="http://schemas.microsoft.com/office/drawing/2014/main" id="{A7B2DDEA-7750-44D4-012E-529CF05D07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08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3" name="Line 21">
                <a:extLst>
                  <a:ext uri="{FF2B5EF4-FFF2-40B4-BE49-F238E27FC236}">
                    <a16:creationId xmlns:a16="http://schemas.microsoft.com/office/drawing/2014/main" id="{169AF0E8-4ACF-DB26-6F2E-246F3D3E2E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34" y="1525"/>
                <a:ext cx="272" cy="3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" name="Rectangle 22">
                <a:extLst>
                  <a:ext uri="{FF2B5EF4-FFF2-40B4-BE49-F238E27FC236}">
                    <a16:creationId xmlns:a16="http://schemas.microsoft.com/office/drawing/2014/main" id="{ABDFBFA6-06D8-97E6-221C-737B18AFA8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" y="1389"/>
                <a:ext cx="294" cy="25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B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endParaRPr>
              </a:p>
            </p:txBody>
          </p:sp>
          <p:sp>
            <p:nvSpPr>
              <p:cNvPr id="99" name="Rectangle 23">
                <a:extLst>
                  <a:ext uri="{FF2B5EF4-FFF2-40B4-BE49-F238E27FC236}">
                    <a16:creationId xmlns:a16="http://schemas.microsoft.com/office/drawing/2014/main" id="{0ABE8CE6-DBC6-A4D1-B788-39E1322C1B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4" y="1382"/>
                <a:ext cx="324" cy="25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A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endParaRPr>
              </a:p>
            </p:txBody>
          </p:sp>
          <p:sp>
            <p:nvSpPr>
              <p:cNvPr id="100" name="Rectangle 24">
                <a:extLst>
                  <a:ext uri="{FF2B5EF4-FFF2-40B4-BE49-F238E27FC236}">
                    <a16:creationId xmlns:a16="http://schemas.microsoft.com/office/drawing/2014/main" id="{5D727C77-9307-27A1-D35E-ECF07FFC9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" y="1567"/>
                <a:ext cx="295" cy="25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Q</a:t>
                </a:r>
                <a:r>
                  <a:rPr lang="en-US" altLang="zh-CN" baseline="-30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C</a:t>
                </a:r>
              </a:p>
            </p:txBody>
          </p:sp>
          <p:sp>
            <p:nvSpPr>
              <p:cNvPr id="39977" name="Text Box 25">
                <a:extLst>
                  <a:ext uri="{FF2B5EF4-FFF2-40B4-BE49-F238E27FC236}">
                    <a16:creationId xmlns:a16="http://schemas.microsoft.com/office/drawing/2014/main" id="{9F6F4B68-D637-6587-4314-3C5F9E1904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20" y="1570"/>
                <a:ext cx="17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 00    01    11     10</a:t>
                </a:r>
              </a:p>
            </p:txBody>
          </p:sp>
          <p:sp>
            <p:nvSpPr>
              <p:cNvPr id="39978" name="Text Box 26">
                <a:extLst>
                  <a:ext uri="{FF2B5EF4-FFF2-40B4-BE49-F238E27FC236}">
                    <a16:creationId xmlns:a16="http://schemas.microsoft.com/office/drawing/2014/main" id="{920CF1D0-75B9-9998-1CDE-5524BFEA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4" y="1797"/>
                <a:ext cx="272" cy="6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0</a:t>
                </a:r>
              </a:p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1</a:t>
                </a:r>
              </a:p>
            </p:txBody>
          </p:sp>
        </p:grpSp>
        <p:sp>
          <p:nvSpPr>
            <p:cNvPr id="103" name="Rectangle 23">
              <a:extLst>
                <a:ext uri="{FF2B5EF4-FFF2-40B4-BE49-F238E27FC236}">
                  <a16:creationId xmlns:a16="http://schemas.microsoft.com/office/drawing/2014/main" id="{02CB3881-D394-016C-04FA-BE707C266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3873" y="576762"/>
              <a:ext cx="817563" cy="39987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Cn+1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E7FF16E-0B0D-A6A7-98B4-B18C634A96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1163" y="2508250"/>
            <a:ext cx="28575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                 —</a:t>
            </a:r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Cn+1</a:t>
            </a:r>
            <a:r>
              <a:rPr lang="en-US" altLang="zh-CN" sz="2400"/>
              <a:t>=Q</a:t>
            </a:r>
            <a:r>
              <a:rPr lang="en-US" altLang="zh-CN" sz="2400" baseline="-25000"/>
              <a:t>B</a:t>
            </a:r>
            <a:r>
              <a:rPr lang="en-US" altLang="zh-CN" sz="2400"/>
              <a:t>Q</a:t>
            </a:r>
            <a:r>
              <a:rPr lang="en-US" altLang="zh-CN" sz="2400" baseline="-25000"/>
              <a:t>A</a:t>
            </a:r>
            <a:r>
              <a:rPr lang="en-US" altLang="zh-CN" sz="2400"/>
              <a:t>+Q</a:t>
            </a:r>
            <a:r>
              <a:rPr lang="en-US" altLang="zh-CN" sz="2400" baseline="-25000"/>
              <a:t>C</a:t>
            </a:r>
            <a:r>
              <a:rPr lang="en-US" altLang="zh-CN" sz="2400"/>
              <a:t>Q</a:t>
            </a:r>
            <a:r>
              <a:rPr lang="en-US" altLang="zh-CN" sz="2400" baseline="-25000"/>
              <a:t>A</a:t>
            </a:r>
            <a:endParaRPr lang="zh-CN" altLang="en-US" sz="2400" baseline="-25000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16BE19A7-18C7-901C-F033-3A3C15F01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200" y="5265738"/>
            <a:ext cx="3101975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             —   — —</a:t>
            </a:r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Q</a:t>
            </a:r>
            <a:r>
              <a:rPr lang="en-US" altLang="zh-CN" sz="2400" baseline="-25000" dirty="0"/>
              <a:t>Bn+1</a:t>
            </a:r>
            <a:r>
              <a:rPr lang="en-US" altLang="zh-CN" sz="2400" dirty="0"/>
              <a:t>=Q</a:t>
            </a:r>
            <a:r>
              <a:rPr lang="en-US" altLang="zh-CN" sz="2400" baseline="-25000" dirty="0"/>
              <a:t>B</a:t>
            </a:r>
            <a:r>
              <a:rPr lang="en-US" altLang="zh-CN" sz="2400" dirty="0"/>
              <a:t>Q</a:t>
            </a:r>
            <a:r>
              <a:rPr lang="en-US" altLang="zh-CN" sz="2400" baseline="-25000" dirty="0"/>
              <a:t>A</a:t>
            </a:r>
            <a:r>
              <a:rPr lang="en-US" altLang="zh-CN" sz="2400" dirty="0"/>
              <a:t>+Q</a:t>
            </a:r>
            <a:r>
              <a:rPr lang="en-US" altLang="zh-CN" sz="2400" baseline="-25000" dirty="0"/>
              <a:t>C</a:t>
            </a:r>
            <a:r>
              <a:rPr lang="en-US" altLang="zh-CN" sz="2400" dirty="0"/>
              <a:t>Q</a:t>
            </a:r>
            <a:r>
              <a:rPr lang="en-US" altLang="zh-CN" sz="2400" baseline="-25000" dirty="0"/>
              <a:t>B</a:t>
            </a:r>
            <a:r>
              <a:rPr lang="en-US" altLang="zh-CN" sz="2400" dirty="0"/>
              <a:t>Q</a:t>
            </a:r>
            <a:r>
              <a:rPr lang="en-US" altLang="zh-CN" sz="2400" baseline="-25000" dirty="0"/>
              <a:t>A</a:t>
            </a:r>
            <a:endParaRPr lang="zh-CN" altLang="en-US" sz="2400" baseline="-25000" dirty="0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D295CADA-098B-B74E-B9A0-E3DE036D44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3288" y="5202238"/>
            <a:ext cx="28575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    —</a:t>
            </a:r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An+1</a:t>
            </a:r>
            <a:r>
              <a:rPr lang="en-US" altLang="zh-CN" sz="2400"/>
              <a:t>=Q</a:t>
            </a:r>
            <a:r>
              <a:rPr lang="en-US" altLang="zh-CN" sz="2400" baseline="-25000"/>
              <a:t>A</a:t>
            </a:r>
            <a:endParaRPr lang="zh-CN" altLang="en-US" sz="2400" baseline="-25000"/>
          </a:p>
        </p:txBody>
      </p:sp>
    </p:spTree>
    <p:extLst>
      <p:ext uri="{BB962C8B-B14F-4D97-AF65-F5344CB8AC3E}">
        <p14:creationId xmlns:p14="http://schemas.microsoft.com/office/powerpoint/2010/main" val="593528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6" grpId="0"/>
      <p:bldP spid="11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F762F7-801A-84CB-6211-EEF9B8762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3177D77-F954-41B7-BDEF-464506F52BC1}" type="slidenum">
              <a:rPr lang="en-US" altLang="zh-CN" sz="1000" smtClean="0"/>
              <a:pPr>
                <a:defRPr/>
              </a:pPr>
              <a:t>43</a:t>
            </a:fld>
            <a:endParaRPr lang="en-US" altLang="zh-CN" sz="1000" dirty="0"/>
          </a:p>
        </p:txBody>
      </p:sp>
      <p:grpSp>
        <p:nvGrpSpPr>
          <p:cNvPr id="7" name="组合 28">
            <a:extLst>
              <a:ext uri="{FF2B5EF4-FFF2-40B4-BE49-F238E27FC236}">
                <a16:creationId xmlns:a16="http://schemas.microsoft.com/office/drawing/2014/main" id="{6BEBC7A9-7584-5272-C530-A4BC1676D0E7}"/>
              </a:ext>
            </a:extLst>
          </p:cNvPr>
          <p:cNvGrpSpPr>
            <a:grpSpLocks/>
          </p:cNvGrpSpPr>
          <p:nvPr/>
        </p:nvGrpSpPr>
        <p:grpSpPr bwMode="auto">
          <a:xfrm>
            <a:off x="350838" y="723900"/>
            <a:ext cx="4219575" cy="1943100"/>
            <a:chOff x="1258252" y="1268758"/>
            <a:chExt cx="4220483" cy="1942101"/>
          </a:xfrm>
        </p:grpSpPr>
        <p:grpSp>
          <p:nvGrpSpPr>
            <p:cNvPr id="40027" name="组合 25">
              <a:extLst>
                <a:ext uri="{FF2B5EF4-FFF2-40B4-BE49-F238E27FC236}">
                  <a16:creationId xmlns:a16="http://schemas.microsoft.com/office/drawing/2014/main" id="{70F83772-E7B9-AB78-45F8-2B5FF4BF11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0547" y="2431223"/>
              <a:ext cx="938188" cy="719138"/>
              <a:chOff x="4067944" y="4221088"/>
              <a:chExt cx="720080" cy="720080"/>
            </a:xfrm>
          </p:grpSpPr>
          <p:sp>
            <p:nvSpPr>
              <p:cNvPr id="40049" name="椭圆 26">
                <a:extLst>
                  <a:ext uri="{FF2B5EF4-FFF2-40B4-BE49-F238E27FC236}">
                    <a16:creationId xmlns:a16="http://schemas.microsoft.com/office/drawing/2014/main" id="{910D4420-32C0-95F6-8DB0-675A9CF75E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FA76EC1A-EDA5-19EA-FF92-DFF21AC12F53}"/>
                  </a:ext>
                </a:extLst>
              </p:cNvPr>
              <p:cNvSpPr txBox="1"/>
              <p:nvPr/>
            </p:nvSpPr>
            <p:spPr>
              <a:xfrm>
                <a:off x="4139674" y="4382128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011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40028" name="直接箭头连接符 43">
              <a:extLst>
                <a:ext uri="{FF2B5EF4-FFF2-40B4-BE49-F238E27FC236}">
                  <a16:creationId xmlns:a16="http://schemas.microsoft.com/office/drawing/2014/main" id="{41599C71-0FCF-9782-D641-9B8E25EFFB0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62803" y="1635265"/>
              <a:ext cx="622299" cy="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29" name="直接箭头连接符 44">
              <a:extLst>
                <a:ext uri="{FF2B5EF4-FFF2-40B4-BE49-F238E27FC236}">
                  <a16:creationId xmlns:a16="http://schemas.microsoft.com/office/drawing/2014/main" id="{3B15F6CC-B92A-C656-41D4-347B21047EEC}"/>
                </a:ext>
              </a:extLst>
            </p:cNvPr>
            <p:cNvCxnSpPr>
              <a:cxnSpLocks noChangeShapeType="1"/>
              <a:endCxn id="40045" idx="2"/>
            </p:cNvCxnSpPr>
            <p:nvPr/>
          </p:nvCxnSpPr>
          <p:spPr bwMode="auto">
            <a:xfrm flipV="1">
              <a:off x="3866956" y="1628329"/>
              <a:ext cx="673591" cy="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30" name="直接箭头连接符 46">
              <a:extLst>
                <a:ext uri="{FF2B5EF4-FFF2-40B4-BE49-F238E27FC236}">
                  <a16:creationId xmlns:a16="http://schemas.microsoft.com/office/drawing/2014/main" id="{518C1661-3BAF-F40C-FA6A-B71E66522F8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866956" y="2790792"/>
              <a:ext cx="665162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31" name="直接箭头连接符 47">
              <a:extLst>
                <a:ext uri="{FF2B5EF4-FFF2-40B4-BE49-F238E27FC236}">
                  <a16:creationId xmlns:a16="http://schemas.microsoft.com/office/drawing/2014/main" id="{CEE6D7C3-A016-CF86-E747-242478D3648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205652" y="2851290"/>
              <a:ext cx="665162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0032" name="组合 25">
              <a:extLst>
                <a:ext uri="{FF2B5EF4-FFF2-40B4-BE49-F238E27FC236}">
                  <a16:creationId xmlns:a16="http://schemas.microsoft.com/office/drawing/2014/main" id="{56C797CE-C0E9-9364-8C36-0ACDA14685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15816" y="1268760"/>
              <a:ext cx="938188" cy="719138"/>
              <a:chOff x="4067944" y="4221088"/>
              <a:chExt cx="720080" cy="720080"/>
            </a:xfrm>
          </p:grpSpPr>
          <p:sp>
            <p:nvSpPr>
              <p:cNvPr id="40047" name="椭圆 26">
                <a:extLst>
                  <a:ext uri="{FF2B5EF4-FFF2-40B4-BE49-F238E27FC236}">
                    <a16:creationId xmlns:a16="http://schemas.microsoft.com/office/drawing/2014/main" id="{1A015A17-BB9C-0A62-B3C8-64F67DBEEF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A1F7834-3243-90E9-6CFB-C21A5D468002}"/>
                  </a:ext>
                </a:extLst>
              </p:cNvPr>
              <p:cNvSpPr txBox="1"/>
              <p:nvPr/>
            </p:nvSpPr>
            <p:spPr>
              <a:xfrm>
                <a:off x="4139957" y="4381551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3" name="组合 25">
              <a:extLst>
                <a:ext uri="{FF2B5EF4-FFF2-40B4-BE49-F238E27FC236}">
                  <a16:creationId xmlns:a16="http://schemas.microsoft.com/office/drawing/2014/main" id="{40352417-77A8-D7DC-74F7-DC8C667F9C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0547" y="1268759"/>
              <a:ext cx="938188" cy="719138"/>
              <a:chOff x="4067944" y="4221088"/>
              <a:chExt cx="720080" cy="720080"/>
            </a:xfrm>
          </p:grpSpPr>
          <p:sp>
            <p:nvSpPr>
              <p:cNvPr id="40045" name="椭圆 26">
                <a:extLst>
                  <a:ext uri="{FF2B5EF4-FFF2-40B4-BE49-F238E27FC236}">
                    <a16:creationId xmlns:a16="http://schemas.microsoft.com/office/drawing/2014/main" id="{BDEA5CED-E033-916E-C302-9A26CBCD3E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735A8E4-82C3-7C79-7DF6-138CAC8C8B4E}"/>
                  </a:ext>
                </a:extLst>
              </p:cNvPr>
              <p:cNvSpPr txBox="1"/>
              <p:nvPr/>
            </p:nvSpPr>
            <p:spPr>
              <a:xfrm>
                <a:off x="4139674" y="4381552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010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4" name="组合 25">
              <a:extLst>
                <a:ext uri="{FF2B5EF4-FFF2-40B4-BE49-F238E27FC236}">
                  <a16:creationId xmlns:a16="http://schemas.microsoft.com/office/drawing/2014/main" id="{0485B4CC-8659-FBA8-A40C-5C099AFE3F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8252" y="1268758"/>
              <a:ext cx="938413" cy="719138"/>
              <a:chOff x="4067944" y="4221088"/>
              <a:chExt cx="720253" cy="720080"/>
            </a:xfrm>
          </p:grpSpPr>
          <p:sp>
            <p:nvSpPr>
              <p:cNvPr id="40043" name="椭圆 26">
                <a:extLst>
                  <a:ext uri="{FF2B5EF4-FFF2-40B4-BE49-F238E27FC236}">
                    <a16:creationId xmlns:a16="http://schemas.microsoft.com/office/drawing/2014/main" id="{921574E9-6404-282C-CF8D-8688A11019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DDB46406-E45C-54C3-92DD-B3C55F88F9A5}"/>
                  </a:ext>
                </a:extLst>
              </p:cNvPr>
              <p:cNvSpPr txBox="1"/>
              <p:nvPr/>
            </p:nvSpPr>
            <p:spPr>
              <a:xfrm>
                <a:off x="4139847" y="4381553"/>
                <a:ext cx="648351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5" name="组合 25">
              <a:extLst>
                <a:ext uri="{FF2B5EF4-FFF2-40B4-BE49-F238E27FC236}">
                  <a16:creationId xmlns:a16="http://schemas.microsoft.com/office/drawing/2014/main" id="{5A7ADF88-2775-A357-8661-5A1F5C681B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30215" y="2491721"/>
              <a:ext cx="938188" cy="719138"/>
              <a:chOff x="4067944" y="4221088"/>
              <a:chExt cx="720080" cy="720080"/>
            </a:xfrm>
          </p:grpSpPr>
          <p:sp>
            <p:nvSpPr>
              <p:cNvPr id="40041" name="椭圆 26">
                <a:extLst>
                  <a:ext uri="{FF2B5EF4-FFF2-40B4-BE49-F238E27FC236}">
                    <a16:creationId xmlns:a16="http://schemas.microsoft.com/office/drawing/2014/main" id="{E09417FC-255B-C9E0-1986-69E387C094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8A80BC9-3E92-6066-D792-D0BBA25028F6}"/>
                  </a:ext>
                </a:extLst>
              </p:cNvPr>
              <p:cNvSpPr txBox="1"/>
              <p:nvPr/>
            </p:nvSpPr>
            <p:spPr>
              <a:xfrm>
                <a:off x="4139874" y="4381924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100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6" name="组合 25">
              <a:extLst>
                <a:ext uri="{FF2B5EF4-FFF2-40B4-BE49-F238E27FC236}">
                  <a16:creationId xmlns:a16="http://schemas.microsoft.com/office/drawing/2014/main" id="{5E45FCC9-8363-FBA1-F3E8-8A99DD72F7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8595" y="2473328"/>
              <a:ext cx="938188" cy="719138"/>
              <a:chOff x="4067944" y="4221088"/>
              <a:chExt cx="720080" cy="720080"/>
            </a:xfrm>
          </p:grpSpPr>
          <p:sp>
            <p:nvSpPr>
              <p:cNvPr id="40039" name="椭圆 26">
                <a:extLst>
                  <a:ext uri="{FF2B5EF4-FFF2-40B4-BE49-F238E27FC236}">
                    <a16:creationId xmlns:a16="http://schemas.microsoft.com/office/drawing/2014/main" id="{D5B36EF6-9101-D906-0141-E1C400E0A7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325CBFFA-8E50-494A-DC88-5FDDBEDE088E}"/>
                  </a:ext>
                </a:extLst>
              </p:cNvPr>
              <p:cNvSpPr txBox="1"/>
              <p:nvPr/>
            </p:nvSpPr>
            <p:spPr>
              <a:xfrm>
                <a:off x="4139584" y="4381275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101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40037" name="直接箭头连接符 47">
              <a:extLst>
                <a:ext uri="{FF2B5EF4-FFF2-40B4-BE49-F238E27FC236}">
                  <a16:creationId xmlns:a16="http://schemas.microsoft.com/office/drawing/2014/main" id="{DAC89A44-6151-F2E1-E903-77C7D0B52910}"/>
                </a:ext>
              </a:extLst>
            </p:cNvPr>
            <p:cNvCxnSpPr>
              <a:cxnSpLocks noChangeShapeType="1"/>
              <a:stCxn id="40039" idx="0"/>
            </p:cNvCxnSpPr>
            <p:nvPr/>
          </p:nvCxnSpPr>
          <p:spPr bwMode="auto">
            <a:xfrm flipH="1" flipV="1">
              <a:off x="1727348" y="1985608"/>
              <a:ext cx="341" cy="48772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38" name="直接箭头连接符 47">
              <a:extLst>
                <a:ext uri="{FF2B5EF4-FFF2-40B4-BE49-F238E27FC236}">
                  <a16:creationId xmlns:a16="http://schemas.microsoft.com/office/drawing/2014/main" id="{5A34BCB2-CA5D-3D93-0235-CB64687FE37D}"/>
                </a:ext>
              </a:extLst>
            </p:cNvPr>
            <p:cNvCxnSpPr>
              <a:cxnSpLocks noChangeShapeType="1"/>
              <a:stCxn id="40045" idx="4"/>
              <a:endCxn id="40049" idx="0"/>
            </p:cNvCxnSpPr>
            <p:nvPr/>
          </p:nvCxnSpPr>
          <p:spPr bwMode="auto">
            <a:xfrm>
              <a:off x="5009641" y="1987897"/>
              <a:ext cx="0" cy="443326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97FD357E-C58A-1407-9549-94A2A9DD3C4E}"/>
              </a:ext>
            </a:extLst>
          </p:cNvPr>
          <p:cNvGrpSpPr>
            <a:grpSpLocks/>
          </p:cNvGrpSpPr>
          <p:nvPr/>
        </p:nvGrpSpPr>
        <p:grpSpPr bwMode="auto">
          <a:xfrm>
            <a:off x="5056188" y="576263"/>
            <a:ext cx="3341687" cy="1833562"/>
            <a:chOff x="5055586" y="576762"/>
            <a:chExt cx="3341688" cy="1832746"/>
          </a:xfrm>
        </p:grpSpPr>
        <p:grpSp>
          <p:nvGrpSpPr>
            <p:cNvPr id="39955" name="Group 4">
              <a:extLst>
                <a:ext uri="{FF2B5EF4-FFF2-40B4-BE49-F238E27FC236}">
                  <a16:creationId xmlns:a16="http://schemas.microsoft.com/office/drawing/2014/main" id="{A903DF1F-3E9D-9E00-3414-E301740907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55586" y="726757"/>
              <a:ext cx="3341688" cy="1682751"/>
              <a:chOff x="639" y="1382"/>
              <a:chExt cx="2105" cy="1060"/>
            </a:xfrm>
          </p:grpSpPr>
          <p:sp>
            <p:nvSpPr>
              <p:cNvPr id="81" name="Rectangle 5">
                <a:extLst>
                  <a:ext uri="{FF2B5EF4-FFF2-40B4-BE49-F238E27FC236}">
                    <a16:creationId xmlns:a16="http://schemas.microsoft.com/office/drawing/2014/main" id="{25701C53-BB64-F967-F9C7-B17605688D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82" name="Rectangle 6">
                <a:extLst>
                  <a:ext uri="{FF2B5EF4-FFF2-40B4-BE49-F238E27FC236}">
                    <a16:creationId xmlns:a16="http://schemas.microsoft.com/office/drawing/2014/main" id="{5AEF6FA8-681F-F3FA-E44D-09A19B28D0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7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83" name="Rectangle 7">
                <a:extLst>
                  <a:ext uri="{FF2B5EF4-FFF2-40B4-BE49-F238E27FC236}">
                    <a16:creationId xmlns:a16="http://schemas.microsoft.com/office/drawing/2014/main" id="{018403BE-C5EE-D9B8-FEF6-BF48E9A5BA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7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84" name="Rectangle 8">
                <a:extLst>
                  <a:ext uri="{FF2B5EF4-FFF2-40B4-BE49-F238E27FC236}">
                    <a16:creationId xmlns:a16="http://schemas.microsoft.com/office/drawing/2014/main" id="{7C3A3D3E-4CC7-BCE1-CA1D-B71818E05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85" name="Rectangle 9">
                <a:extLst>
                  <a:ext uri="{FF2B5EF4-FFF2-40B4-BE49-F238E27FC236}">
                    <a16:creationId xmlns:a16="http://schemas.microsoft.com/office/drawing/2014/main" id="{F6D61C1B-89CE-80C7-9157-507F41997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86" name="Rectangle 10">
                <a:extLst>
                  <a:ext uri="{FF2B5EF4-FFF2-40B4-BE49-F238E27FC236}">
                    <a16:creationId xmlns:a16="http://schemas.microsoft.com/office/drawing/2014/main" id="{C7597678-5DE0-1CDD-A6DE-79E80B9571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7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87" name="Rectangle 11">
                <a:extLst>
                  <a:ext uri="{FF2B5EF4-FFF2-40B4-BE49-F238E27FC236}">
                    <a16:creationId xmlns:a16="http://schemas.microsoft.com/office/drawing/2014/main" id="{B5885550-B29B-57C1-E670-3924314E96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7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88" name="Rectangle 12">
                <a:extLst>
                  <a:ext uri="{FF2B5EF4-FFF2-40B4-BE49-F238E27FC236}">
                    <a16:creationId xmlns:a16="http://schemas.microsoft.com/office/drawing/2014/main" id="{07C3F78B-E595-D187-365A-9E37F8CA3F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39965" name="Line 13">
                <a:extLst>
                  <a:ext uri="{FF2B5EF4-FFF2-40B4-BE49-F238E27FC236}">
                    <a16:creationId xmlns:a16="http://schemas.microsoft.com/office/drawing/2014/main" id="{70D67DB7-424C-606B-C142-9FBEDE67EA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6" name="Line 14">
                <a:extLst>
                  <a:ext uri="{FF2B5EF4-FFF2-40B4-BE49-F238E27FC236}">
                    <a16:creationId xmlns:a16="http://schemas.microsoft.com/office/drawing/2014/main" id="{94132309-75E4-7449-CDF6-17403CC4F8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2142"/>
                <a:ext cx="160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7" name="Line 15">
                <a:extLst>
                  <a:ext uri="{FF2B5EF4-FFF2-40B4-BE49-F238E27FC236}">
                    <a16:creationId xmlns:a16="http://schemas.microsoft.com/office/drawing/2014/main" id="{15B55C7B-F7F5-20CE-82D8-794A03B7DF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24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8" name="Line 16">
                <a:extLst>
                  <a:ext uri="{FF2B5EF4-FFF2-40B4-BE49-F238E27FC236}">
                    <a16:creationId xmlns:a16="http://schemas.microsoft.com/office/drawing/2014/main" id="{40F75670-11DF-E45D-4A16-67F645512A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69" name="Line 17">
                <a:extLst>
                  <a:ext uri="{FF2B5EF4-FFF2-40B4-BE49-F238E27FC236}">
                    <a16:creationId xmlns:a16="http://schemas.microsoft.com/office/drawing/2014/main" id="{1CBCB805-FD8B-3AEE-3D77-CDA0B741FB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0" name="Line 18">
                <a:extLst>
                  <a:ext uri="{FF2B5EF4-FFF2-40B4-BE49-F238E27FC236}">
                    <a16:creationId xmlns:a16="http://schemas.microsoft.com/office/drawing/2014/main" id="{C8C346C1-B607-1C39-FFA5-6169BBD6F3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1" name="Line 19">
                <a:extLst>
                  <a:ext uri="{FF2B5EF4-FFF2-40B4-BE49-F238E27FC236}">
                    <a16:creationId xmlns:a16="http://schemas.microsoft.com/office/drawing/2014/main" id="{DB39A06F-0963-50C4-BCFF-071F30662C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2" name="Line 20">
                <a:extLst>
                  <a:ext uri="{FF2B5EF4-FFF2-40B4-BE49-F238E27FC236}">
                    <a16:creationId xmlns:a16="http://schemas.microsoft.com/office/drawing/2014/main" id="{A7B2DDEA-7750-44D4-012E-529CF05D07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08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73" name="Line 21">
                <a:extLst>
                  <a:ext uri="{FF2B5EF4-FFF2-40B4-BE49-F238E27FC236}">
                    <a16:creationId xmlns:a16="http://schemas.microsoft.com/office/drawing/2014/main" id="{169AF0E8-4ACF-DB26-6F2E-246F3D3E2E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34" y="1525"/>
                <a:ext cx="272" cy="3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8" name="Rectangle 22">
                <a:extLst>
                  <a:ext uri="{FF2B5EF4-FFF2-40B4-BE49-F238E27FC236}">
                    <a16:creationId xmlns:a16="http://schemas.microsoft.com/office/drawing/2014/main" id="{ABDFBFA6-06D8-97E6-221C-737B18AFA8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" y="1389"/>
                <a:ext cx="294" cy="25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B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endParaRPr>
              </a:p>
            </p:txBody>
          </p:sp>
          <p:sp>
            <p:nvSpPr>
              <p:cNvPr id="99" name="Rectangle 23">
                <a:extLst>
                  <a:ext uri="{FF2B5EF4-FFF2-40B4-BE49-F238E27FC236}">
                    <a16:creationId xmlns:a16="http://schemas.microsoft.com/office/drawing/2014/main" id="{0ABE8CE6-DBC6-A4D1-B788-39E1322C1B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4" y="1382"/>
                <a:ext cx="324" cy="25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A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endParaRPr>
              </a:p>
            </p:txBody>
          </p:sp>
          <p:sp>
            <p:nvSpPr>
              <p:cNvPr id="100" name="Rectangle 24">
                <a:extLst>
                  <a:ext uri="{FF2B5EF4-FFF2-40B4-BE49-F238E27FC236}">
                    <a16:creationId xmlns:a16="http://schemas.microsoft.com/office/drawing/2014/main" id="{5D727C77-9307-27A1-D35E-ECF07FFC9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" y="1567"/>
                <a:ext cx="295" cy="25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Q</a:t>
                </a:r>
                <a:r>
                  <a:rPr lang="en-US" altLang="zh-CN" baseline="-30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C</a:t>
                </a:r>
              </a:p>
            </p:txBody>
          </p:sp>
          <p:sp>
            <p:nvSpPr>
              <p:cNvPr id="39977" name="Text Box 25">
                <a:extLst>
                  <a:ext uri="{FF2B5EF4-FFF2-40B4-BE49-F238E27FC236}">
                    <a16:creationId xmlns:a16="http://schemas.microsoft.com/office/drawing/2014/main" id="{9F6F4B68-D637-6587-4314-3C5F9E1904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20" y="1570"/>
                <a:ext cx="17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 00    01    11     10</a:t>
                </a:r>
              </a:p>
            </p:txBody>
          </p:sp>
          <p:sp>
            <p:nvSpPr>
              <p:cNvPr id="39978" name="Text Box 26">
                <a:extLst>
                  <a:ext uri="{FF2B5EF4-FFF2-40B4-BE49-F238E27FC236}">
                    <a16:creationId xmlns:a16="http://schemas.microsoft.com/office/drawing/2014/main" id="{920CF1D0-75B9-9998-1CDE-5524BFEA7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4" y="1797"/>
                <a:ext cx="272" cy="6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solidFill>
                      <a:srgbClr val="FFC000"/>
                    </a:solidFill>
                    <a:latin typeface="Georgia" panose="02040502050405020303" pitchFamily="18" charset="0"/>
                  </a:rPr>
                  <a:t>0</a:t>
                </a:r>
              </a:p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solidFill>
                      <a:srgbClr val="FFC000"/>
                    </a:solidFill>
                    <a:latin typeface="Georgia" panose="02040502050405020303" pitchFamily="18" charset="0"/>
                  </a:rPr>
                  <a:t>1</a:t>
                </a:r>
              </a:p>
            </p:txBody>
          </p:sp>
        </p:grpSp>
        <p:sp>
          <p:nvSpPr>
            <p:cNvPr id="103" name="Rectangle 23">
              <a:extLst>
                <a:ext uri="{FF2B5EF4-FFF2-40B4-BE49-F238E27FC236}">
                  <a16:creationId xmlns:a16="http://schemas.microsoft.com/office/drawing/2014/main" id="{02CB3881-D394-016C-04FA-BE707C2667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3873" y="576762"/>
              <a:ext cx="817563" cy="39987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Cn+1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E7FF16E-0B0D-A6A7-98B4-B18C634A96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1163" y="2508250"/>
            <a:ext cx="28575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                      —</a:t>
            </a:r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Q</a:t>
            </a:r>
            <a:r>
              <a:rPr lang="en-US" altLang="zh-CN" sz="2400" baseline="-25000" dirty="0"/>
              <a:t>Cn+1</a:t>
            </a:r>
            <a:r>
              <a:rPr lang="en-US" altLang="zh-CN" sz="2400" dirty="0"/>
              <a:t>=Q</a:t>
            </a:r>
            <a:r>
              <a:rPr lang="en-US" altLang="zh-CN" sz="2400" baseline="-25000" dirty="0"/>
              <a:t>B</a:t>
            </a:r>
            <a:r>
              <a:rPr lang="en-US" altLang="zh-CN" sz="2400" dirty="0"/>
              <a:t>Q</a:t>
            </a:r>
            <a:r>
              <a:rPr lang="en-US" altLang="zh-CN" sz="2400" baseline="-25000" dirty="0"/>
              <a:t>A</a:t>
            </a:r>
            <a:r>
              <a:rPr lang="en-US" altLang="zh-CN" sz="2400" dirty="0"/>
              <a:t>+Q</a:t>
            </a:r>
            <a:r>
              <a:rPr lang="en-US" altLang="zh-CN" sz="2400" baseline="-25000" dirty="0"/>
              <a:t>C</a:t>
            </a:r>
            <a:r>
              <a:rPr lang="en-US" altLang="zh-CN" sz="2400" dirty="0"/>
              <a:t>Q</a:t>
            </a:r>
            <a:r>
              <a:rPr lang="en-US" altLang="zh-CN" sz="2400" baseline="-25000" dirty="0"/>
              <a:t>A</a:t>
            </a:r>
            <a:endParaRPr lang="zh-CN" altLang="en-US" sz="2400" baseline="-25000" dirty="0"/>
          </a:p>
        </p:txBody>
      </p:sp>
      <p:sp>
        <p:nvSpPr>
          <p:cNvPr id="3" name="Rectangle 23">
            <a:extLst>
              <a:ext uri="{FF2B5EF4-FFF2-40B4-BE49-F238E27FC236}">
                <a16:creationId xmlns:a16="http://schemas.microsoft.com/office/drawing/2014/main" id="{15A9AF24-D3D2-96F5-24D1-0DBEFB46B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2401" y="3479169"/>
            <a:ext cx="449883" cy="40011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J</a:t>
            </a:r>
            <a:r>
              <a:rPr lang="en-US" altLang="zh-CN" baseline="-25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C</a:t>
            </a:r>
            <a:endParaRPr lang="en-US" altLang="zh-CN" baseline="-30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</p:txBody>
      </p:sp>
      <p:sp>
        <p:nvSpPr>
          <p:cNvPr id="5" name="Rectangle 23">
            <a:extLst>
              <a:ext uri="{FF2B5EF4-FFF2-40B4-BE49-F238E27FC236}">
                <a16:creationId xmlns:a16="http://schemas.microsoft.com/office/drawing/2014/main" id="{7948C333-3C42-F493-E667-3EA6E4DBC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4755" y="3549898"/>
            <a:ext cx="449883" cy="40011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K</a:t>
            </a:r>
            <a:r>
              <a:rPr lang="en-US" altLang="zh-CN" baseline="-25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C</a:t>
            </a:r>
            <a:endParaRPr lang="en-US" altLang="zh-CN" baseline="-30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71EB0115-A50F-8F87-BDF3-A9CC859498F8}"/>
              </a:ext>
            </a:extLst>
          </p:cNvPr>
          <p:cNvGrpSpPr>
            <a:grpSpLocks/>
          </p:cNvGrpSpPr>
          <p:nvPr/>
        </p:nvGrpSpPr>
        <p:grpSpPr bwMode="auto">
          <a:xfrm>
            <a:off x="611560" y="3861009"/>
            <a:ext cx="3341687" cy="1683500"/>
            <a:chOff x="639" y="1382"/>
            <a:chExt cx="2105" cy="1060"/>
          </a:xfrm>
        </p:grpSpPr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33830B9C-13C1-B7E3-9CC8-C14430B8AC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1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1" name="Rectangle 6">
              <a:extLst>
                <a:ext uri="{FF2B5EF4-FFF2-40B4-BE49-F238E27FC236}">
                  <a16:creationId xmlns:a16="http://schemas.microsoft.com/office/drawing/2014/main" id="{148BCD7D-A839-3F13-26AD-B12E06D526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7" y="21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2" name="Rectangle 7">
              <a:extLst>
                <a:ext uri="{FF2B5EF4-FFF2-40B4-BE49-F238E27FC236}">
                  <a16:creationId xmlns:a16="http://schemas.microsoft.com/office/drawing/2014/main" id="{59EB203D-AA4D-F09A-72A8-9349BB101B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7" y="21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3" name="Rectangle 8">
              <a:extLst>
                <a:ext uri="{FF2B5EF4-FFF2-40B4-BE49-F238E27FC236}">
                  <a16:creationId xmlns:a16="http://schemas.microsoft.com/office/drawing/2014/main" id="{DDAEA9DD-5366-4177-621A-33E0C8DF2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" y="21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4" name="Rectangle 9">
              <a:extLst>
                <a:ext uri="{FF2B5EF4-FFF2-40B4-BE49-F238E27FC236}">
                  <a16:creationId xmlns:a16="http://schemas.microsoft.com/office/drawing/2014/main" id="{57AC903D-53B2-513F-1722-8699F062C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8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</a:t>
              </a:r>
            </a:p>
          </p:txBody>
        </p:sp>
        <p:sp>
          <p:nvSpPr>
            <p:cNvPr id="15" name="Rectangle 10">
              <a:extLst>
                <a:ext uri="{FF2B5EF4-FFF2-40B4-BE49-F238E27FC236}">
                  <a16:creationId xmlns:a16="http://schemas.microsoft.com/office/drawing/2014/main" id="{294D11C5-E91F-F514-8393-D14F31357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7" y="18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</a:p>
          </p:txBody>
        </p:sp>
        <p:sp>
          <p:nvSpPr>
            <p:cNvPr id="16" name="Rectangle 11">
              <a:extLst>
                <a:ext uri="{FF2B5EF4-FFF2-40B4-BE49-F238E27FC236}">
                  <a16:creationId xmlns:a16="http://schemas.microsoft.com/office/drawing/2014/main" id="{6324BB84-6577-31D4-7BC8-C87ADB743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7" y="18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</a:t>
              </a:r>
            </a:p>
          </p:txBody>
        </p:sp>
        <p:sp>
          <p:nvSpPr>
            <p:cNvPr id="17" name="Rectangle 12">
              <a:extLst>
                <a:ext uri="{FF2B5EF4-FFF2-40B4-BE49-F238E27FC236}">
                  <a16:creationId xmlns:a16="http://schemas.microsoft.com/office/drawing/2014/main" id="{C10BBB8D-FA6B-3462-9FCC-D0D0355364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" y="18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</a:t>
              </a:r>
            </a:p>
          </p:txBody>
        </p:sp>
        <p:sp>
          <p:nvSpPr>
            <p:cNvPr id="18" name="Line 13">
              <a:extLst>
                <a:ext uri="{FF2B5EF4-FFF2-40B4-BE49-F238E27FC236}">
                  <a16:creationId xmlns:a16="http://schemas.microsoft.com/office/drawing/2014/main" id="{DF1E662D-8739-E9CE-AA1B-05235DF8AC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" y="1842"/>
              <a:ext cx="160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4">
              <a:extLst>
                <a:ext uri="{FF2B5EF4-FFF2-40B4-BE49-F238E27FC236}">
                  <a16:creationId xmlns:a16="http://schemas.microsoft.com/office/drawing/2014/main" id="{DA0873BE-8C94-CC72-E798-A5EB1AB2E3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" y="2142"/>
              <a:ext cx="160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5">
              <a:extLst>
                <a:ext uri="{FF2B5EF4-FFF2-40B4-BE49-F238E27FC236}">
                  <a16:creationId xmlns:a16="http://schemas.microsoft.com/office/drawing/2014/main" id="{68811F89-27CB-8670-8A47-9A369F15AA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" y="2442"/>
              <a:ext cx="160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70BDAE25-2A30-6DC2-073C-50A5928131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" y="1842"/>
              <a:ext cx="0" cy="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17">
              <a:extLst>
                <a:ext uri="{FF2B5EF4-FFF2-40B4-BE49-F238E27FC236}">
                  <a16:creationId xmlns:a16="http://schemas.microsoft.com/office/drawing/2014/main" id="{C4EABD4C-BF75-ECC2-8F15-693A76BF74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7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18">
              <a:extLst>
                <a:ext uri="{FF2B5EF4-FFF2-40B4-BE49-F238E27FC236}">
                  <a16:creationId xmlns:a16="http://schemas.microsoft.com/office/drawing/2014/main" id="{70DC8ABB-8257-36AC-3CFA-8685696702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7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Line 19">
              <a:extLst>
                <a:ext uri="{FF2B5EF4-FFF2-40B4-BE49-F238E27FC236}">
                  <a16:creationId xmlns:a16="http://schemas.microsoft.com/office/drawing/2014/main" id="{7B33BB66-CA19-C498-CB2F-B6FD2D9A7F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20">
              <a:extLst>
                <a:ext uri="{FF2B5EF4-FFF2-40B4-BE49-F238E27FC236}">
                  <a16:creationId xmlns:a16="http://schemas.microsoft.com/office/drawing/2014/main" id="{7DADE9B6-A9D6-C977-6351-5A248BF9E8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8" y="1842"/>
              <a:ext cx="0" cy="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Line 21">
              <a:extLst>
                <a:ext uri="{FF2B5EF4-FFF2-40B4-BE49-F238E27FC236}">
                  <a16:creationId xmlns:a16="http://schemas.microsoft.com/office/drawing/2014/main" id="{84B16D77-ADA8-86B6-F44B-F56B7DA39F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34" y="1525"/>
              <a:ext cx="272" cy="3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Rectangle 22">
              <a:extLst>
                <a:ext uri="{FF2B5EF4-FFF2-40B4-BE49-F238E27FC236}">
                  <a16:creationId xmlns:a16="http://schemas.microsoft.com/office/drawing/2014/main" id="{063E7EFB-C221-76B6-251D-E965A02466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" y="1389"/>
              <a:ext cx="294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B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endParaRPr>
            </a:p>
          </p:txBody>
        </p:sp>
        <p:sp>
          <p:nvSpPr>
            <p:cNvPr id="34" name="Rectangle 23">
              <a:extLst>
                <a:ext uri="{FF2B5EF4-FFF2-40B4-BE49-F238E27FC236}">
                  <a16:creationId xmlns:a16="http://schemas.microsoft.com/office/drawing/2014/main" id="{FBD3F31D-D2E2-08CF-55D4-2B47880091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" y="1382"/>
              <a:ext cx="324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A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endParaRPr>
            </a:p>
          </p:txBody>
        </p:sp>
        <p:sp>
          <p:nvSpPr>
            <p:cNvPr id="43" name="Rectangle 24">
              <a:extLst>
                <a:ext uri="{FF2B5EF4-FFF2-40B4-BE49-F238E27FC236}">
                  <a16:creationId xmlns:a16="http://schemas.microsoft.com/office/drawing/2014/main" id="{C1396BFC-87AC-74F3-A666-2B1CC28AA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" y="1567"/>
              <a:ext cx="295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Q</a:t>
              </a:r>
              <a:r>
                <a: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C</a:t>
              </a:r>
            </a:p>
          </p:txBody>
        </p:sp>
        <p:sp>
          <p:nvSpPr>
            <p:cNvPr id="44" name="Text Box 25">
              <a:extLst>
                <a:ext uri="{FF2B5EF4-FFF2-40B4-BE49-F238E27FC236}">
                  <a16:creationId xmlns:a16="http://schemas.microsoft.com/office/drawing/2014/main" id="{CEDFD022-E875-C04C-3B9B-640F3CED05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1570"/>
              <a:ext cx="17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 00    01    11     10</a:t>
              </a:r>
            </a:p>
          </p:txBody>
        </p:sp>
        <p:sp>
          <p:nvSpPr>
            <p:cNvPr id="45" name="Text Box 26">
              <a:extLst>
                <a:ext uri="{FF2B5EF4-FFF2-40B4-BE49-F238E27FC236}">
                  <a16:creationId xmlns:a16="http://schemas.microsoft.com/office/drawing/2014/main" id="{F2374023-A982-FBA5-7F63-1683ECF382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4" y="1797"/>
              <a:ext cx="272" cy="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0</a:t>
              </a:r>
            </a:p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1</a:t>
              </a:r>
            </a:p>
          </p:txBody>
        </p:sp>
      </p:grpSp>
      <p:grpSp>
        <p:nvGrpSpPr>
          <p:cNvPr id="46" name="Group 4">
            <a:extLst>
              <a:ext uri="{FF2B5EF4-FFF2-40B4-BE49-F238E27FC236}">
                <a16:creationId xmlns:a16="http://schemas.microsoft.com/office/drawing/2014/main" id="{0AA6DFAA-7E6B-1E3F-9BE5-37D3729BEA93}"/>
              </a:ext>
            </a:extLst>
          </p:cNvPr>
          <p:cNvGrpSpPr>
            <a:grpSpLocks/>
          </p:cNvGrpSpPr>
          <p:nvPr/>
        </p:nvGrpSpPr>
        <p:grpSpPr bwMode="auto">
          <a:xfrm>
            <a:off x="4216435" y="3861009"/>
            <a:ext cx="3341687" cy="1683500"/>
            <a:chOff x="639" y="1382"/>
            <a:chExt cx="2105" cy="1060"/>
          </a:xfrm>
        </p:grpSpPr>
        <p:sp>
          <p:nvSpPr>
            <p:cNvPr id="47" name="Rectangle 5">
              <a:extLst>
                <a:ext uri="{FF2B5EF4-FFF2-40B4-BE49-F238E27FC236}">
                  <a16:creationId xmlns:a16="http://schemas.microsoft.com/office/drawing/2014/main" id="{BEE15FA2-8CE4-51C3-22D3-85E671548A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1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" name="Rectangle 6">
              <a:extLst>
                <a:ext uri="{FF2B5EF4-FFF2-40B4-BE49-F238E27FC236}">
                  <a16:creationId xmlns:a16="http://schemas.microsoft.com/office/drawing/2014/main" id="{E6090FEA-CCB8-0D37-79C6-0CBCDF41D4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7" y="21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9" name="Rectangle 7">
              <a:extLst>
                <a:ext uri="{FF2B5EF4-FFF2-40B4-BE49-F238E27FC236}">
                  <a16:creationId xmlns:a16="http://schemas.microsoft.com/office/drawing/2014/main" id="{FD30E7A0-46FF-F318-C541-90ED990DBA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7" y="21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</a:p>
          </p:txBody>
        </p:sp>
        <p:sp>
          <p:nvSpPr>
            <p:cNvPr id="50" name="Rectangle 8">
              <a:extLst>
                <a:ext uri="{FF2B5EF4-FFF2-40B4-BE49-F238E27FC236}">
                  <a16:creationId xmlns:a16="http://schemas.microsoft.com/office/drawing/2014/main" id="{F2C8418A-CBF9-6AA1-B77E-878FE14CC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" y="21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0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1" name="Rectangle 9">
              <a:extLst>
                <a:ext uri="{FF2B5EF4-FFF2-40B4-BE49-F238E27FC236}">
                  <a16:creationId xmlns:a16="http://schemas.microsoft.com/office/drawing/2014/main" id="{5B5C589F-6727-2691-B79F-C155584705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8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5" name="Rectangle 10">
              <a:extLst>
                <a:ext uri="{FF2B5EF4-FFF2-40B4-BE49-F238E27FC236}">
                  <a16:creationId xmlns:a16="http://schemas.microsoft.com/office/drawing/2014/main" id="{4A6C7C22-825B-7EE7-6E6E-00228022E7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7" y="18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6" name="Rectangle 11">
              <a:extLst>
                <a:ext uri="{FF2B5EF4-FFF2-40B4-BE49-F238E27FC236}">
                  <a16:creationId xmlns:a16="http://schemas.microsoft.com/office/drawing/2014/main" id="{E502CE3B-FA65-6489-B16B-E9CAC61220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7" y="18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7" name="Rectangle 12">
              <a:extLst>
                <a:ext uri="{FF2B5EF4-FFF2-40B4-BE49-F238E27FC236}">
                  <a16:creationId xmlns:a16="http://schemas.microsoft.com/office/drawing/2014/main" id="{E8EE023C-6FC4-2A71-B310-445D0410E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" y="18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6" name="Line 13">
              <a:extLst>
                <a:ext uri="{FF2B5EF4-FFF2-40B4-BE49-F238E27FC236}">
                  <a16:creationId xmlns:a16="http://schemas.microsoft.com/office/drawing/2014/main" id="{46EB984B-46DC-A28F-D52E-81BC641FD4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" y="1842"/>
              <a:ext cx="160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14">
              <a:extLst>
                <a:ext uri="{FF2B5EF4-FFF2-40B4-BE49-F238E27FC236}">
                  <a16:creationId xmlns:a16="http://schemas.microsoft.com/office/drawing/2014/main" id="{6B7B0B6F-C2E5-6323-497C-6444ACE58A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" y="2142"/>
              <a:ext cx="160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15">
              <a:extLst>
                <a:ext uri="{FF2B5EF4-FFF2-40B4-BE49-F238E27FC236}">
                  <a16:creationId xmlns:a16="http://schemas.microsoft.com/office/drawing/2014/main" id="{2D4D4A5C-173A-AF4F-BD54-B6DA2F4484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" y="2442"/>
              <a:ext cx="160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16">
              <a:extLst>
                <a:ext uri="{FF2B5EF4-FFF2-40B4-BE49-F238E27FC236}">
                  <a16:creationId xmlns:a16="http://schemas.microsoft.com/office/drawing/2014/main" id="{B1B51D42-B325-E331-EE12-7D309351BB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" y="1842"/>
              <a:ext cx="0" cy="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17">
              <a:extLst>
                <a:ext uri="{FF2B5EF4-FFF2-40B4-BE49-F238E27FC236}">
                  <a16:creationId xmlns:a16="http://schemas.microsoft.com/office/drawing/2014/main" id="{DFEB1CA3-6608-F679-C4CB-CA5B505D5E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7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Line 18">
              <a:extLst>
                <a:ext uri="{FF2B5EF4-FFF2-40B4-BE49-F238E27FC236}">
                  <a16:creationId xmlns:a16="http://schemas.microsoft.com/office/drawing/2014/main" id="{7649D482-8497-4B00-716B-B166BD49C4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7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Line 19">
              <a:extLst>
                <a:ext uri="{FF2B5EF4-FFF2-40B4-BE49-F238E27FC236}">
                  <a16:creationId xmlns:a16="http://schemas.microsoft.com/office/drawing/2014/main" id="{5A4C59B5-6CB6-3ED5-AB8C-3ECC433228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Line 20">
              <a:extLst>
                <a:ext uri="{FF2B5EF4-FFF2-40B4-BE49-F238E27FC236}">
                  <a16:creationId xmlns:a16="http://schemas.microsoft.com/office/drawing/2014/main" id="{4FC13148-9F6F-0E85-6752-BFBF19227C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8" y="1842"/>
              <a:ext cx="0" cy="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Line 21">
              <a:extLst>
                <a:ext uri="{FF2B5EF4-FFF2-40B4-BE49-F238E27FC236}">
                  <a16:creationId xmlns:a16="http://schemas.microsoft.com/office/drawing/2014/main" id="{ACAA174A-60B4-2C35-6818-94D89BF695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34" y="1525"/>
              <a:ext cx="272" cy="3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Rectangle 22">
              <a:extLst>
                <a:ext uri="{FF2B5EF4-FFF2-40B4-BE49-F238E27FC236}">
                  <a16:creationId xmlns:a16="http://schemas.microsoft.com/office/drawing/2014/main" id="{2F123B45-9559-BD0E-1172-F267362C1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" y="1389"/>
              <a:ext cx="294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B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endParaRPr>
            </a:p>
          </p:txBody>
        </p:sp>
        <p:sp>
          <p:nvSpPr>
            <p:cNvPr id="79" name="Rectangle 23">
              <a:extLst>
                <a:ext uri="{FF2B5EF4-FFF2-40B4-BE49-F238E27FC236}">
                  <a16:creationId xmlns:a16="http://schemas.microsoft.com/office/drawing/2014/main" id="{7FC291FE-7D00-00CC-1C63-B77951E495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" y="1382"/>
              <a:ext cx="324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A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endParaRPr>
            </a:p>
          </p:txBody>
        </p:sp>
        <p:sp>
          <p:nvSpPr>
            <p:cNvPr id="80" name="Rectangle 24">
              <a:extLst>
                <a:ext uri="{FF2B5EF4-FFF2-40B4-BE49-F238E27FC236}">
                  <a16:creationId xmlns:a16="http://schemas.microsoft.com/office/drawing/2014/main" id="{55006D10-5DCF-B387-5D21-ABD0E215E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" y="1567"/>
              <a:ext cx="295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Q</a:t>
              </a:r>
              <a:r>
                <a: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C</a:t>
              </a:r>
            </a:p>
          </p:txBody>
        </p:sp>
        <p:sp>
          <p:nvSpPr>
            <p:cNvPr id="89" name="Text Box 25">
              <a:extLst>
                <a:ext uri="{FF2B5EF4-FFF2-40B4-BE49-F238E27FC236}">
                  <a16:creationId xmlns:a16="http://schemas.microsoft.com/office/drawing/2014/main" id="{A8B9AC83-21F6-CE5D-AFAA-467DE3AFFD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1570"/>
              <a:ext cx="17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 00    01    11     10</a:t>
              </a:r>
            </a:p>
          </p:txBody>
        </p:sp>
        <p:sp>
          <p:nvSpPr>
            <p:cNvPr id="90" name="Text Box 26">
              <a:extLst>
                <a:ext uri="{FF2B5EF4-FFF2-40B4-BE49-F238E27FC236}">
                  <a16:creationId xmlns:a16="http://schemas.microsoft.com/office/drawing/2014/main" id="{F2761336-3EE0-B9AC-6BE9-AAE1DA8459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4" y="1797"/>
              <a:ext cx="272" cy="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0</a:t>
              </a:r>
            </a:p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1</a:t>
              </a:r>
            </a:p>
          </p:txBody>
        </p:sp>
      </p:grpSp>
      <p:sp>
        <p:nvSpPr>
          <p:cNvPr id="95" name="矩形 9">
            <a:extLst>
              <a:ext uri="{FF2B5EF4-FFF2-40B4-BE49-F238E27FC236}">
                <a16:creationId xmlns:a16="http://schemas.microsoft.com/office/drawing/2014/main" id="{09F14C0E-448F-7E0C-6D83-0160D2FA3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6436" y="4608286"/>
            <a:ext cx="592137" cy="927100"/>
          </a:xfrm>
          <a:prstGeom prst="rect">
            <a:avLst/>
          </a:prstGeom>
          <a:solidFill>
            <a:srgbClr val="FFC000">
              <a:alpha val="50195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96" name="矩形 9">
            <a:extLst>
              <a:ext uri="{FF2B5EF4-FFF2-40B4-BE49-F238E27FC236}">
                <a16:creationId xmlns:a16="http://schemas.microsoft.com/office/drawing/2014/main" id="{3FF1ADCB-B3F7-0EA2-734E-B97C962E3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7066" y="4620437"/>
            <a:ext cx="1248533" cy="927100"/>
          </a:xfrm>
          <a:prstGeom prst="rect">
            <a:avLst/>
          </a:prstGeom>
          <a:solidFill>
            <a:srgbClr val="FFC000">
              <a:alpha val="50195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E7240F39-BFEB-8A88-13BF-7AEA4BA33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8824" y="5717593"/>
            <a:ext cx="1482976" cy="328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J</a:t>
            </a:r>
            <a:r>
              <a:rPr lang="en-US" altLang="zh-CN" sz="2400" baseline="-25000" dirty="0"/>
              <a:t>C</a:t>
            </a:r>
            <a:r>
              <a:rPr lang="en-US" altLang="zh-CN" sz="2400" dirty="0"/>
              <a:t>=Q</a:t>
            </a:r>
            <a:r>
              <a:rPr lang="en-US" altLang="zh-CN" sz="2400" baseline="-25000" dirty="0"/>
              <a:t>B</a:t>
            </a:r>
            <a:r>
              <a:rPr lang="en-US" altLang="zh-CN" sz="2400" dirty="0"/>
              <a:t>Q</a:t>
            </a:r>
            <a:r>
              <a:rPr lang="en-US" altLang="zh-CN" sz="2400" baseline="-25000" dirty="0"/>
              <a:t>A</a:t>
            </a:r>
            <a:endParaRPr lang="zh-CN" altLang="en-US" sz="2400" baseline="-25000" dirty="0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EAF8F5D0-C3A1-9727-5AEB-7A74E26BEF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5605" y="5700274"/>
            <a:ext cx="1482976" cy="328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K</a:t>
            </a:r>
            <a:r>
              <a:rPr lang="en-US" altLang="zh-CN" sz="2400" baseline="-25000" dirty="0"/>
              <a:t>C</a:t>
            </a:r>
            <a:r>
              <a:rPr lang="en-US" altLang="zh-CN" sz="2400" dirty="0"/>
              <a:t>=Q</a:t>
            </a:r>
            <a:r>
              <a:rPr lang="en-US" altLang="zh-CN" sz="2400" baseline="-25000" dirty="0"/>
              <a:t>A</a:t>
            </a:r>
            <a:endParaRPr lang="zh-CN" altLang="en-US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2223671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95" grpId="0" animBg="1"/>
      <p:bldP spid="96" grpId="0" animBg="1"/>
      <p:bldP spid="97" grpId="0"/>
      <p:bldP spid="10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F762F7-801A-84CB-6211-EEF9B8762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3177D77-F954-41B7-BDEF-464506F52BC1}" type="slidenum">
              <a:rPr lang="en-US" altLang="zh-CN" sz="1000" smtClean="0"/>
              <a:pPr>
                <a:defRPr/>
              </a:pPr>
              <a:t>44</a:t>
            </a:fld>
            <a:endParaRPr lang="en-US" altLang="zh-CN" sz="1000"/>
          </a:p>
        </p:txBody>
      </p:sp>
      <p:grpSp>
        <p:nvGrpSpPr>
          <p:cNvPr id="7" name="组合 28">
            <a:extLst>
              <a:ext uri="{FF2B5EF4-FFF2-40B4-BE49-F238E27FC236}">
                <a16:creationId xmlns:a16="http://schemas.microsoft.com/office/drawing/2014/main" id="{6BEBC7A9-7584-5272-C530-A4BC1676D0E7}"/>
              </a:ext>
            </a:extLst>
          </p:cNvPr>
          <p:cNvGrpSpPr>
            <a:grpSpLocks/>
          </p:cNvGrpSpPr>
          <p:nvPr/>
        </p:nvGrpSpPr>
        <p:grpSpPr bwMode="auto">
          <a:xfrm>
            <a:off x="350838" y="723900"/>
            <a:ext cx="4219575" cy="1943100"/>
            <a:chOff x="1258252" y="1268758"/>
            <a:chExt cx="4220483" cy="1942101"/>
          </a:xfrm>
        </p:grpSpPr>
        <p:grpSp>
          <p:nvGrpSpPr>
            <p:cNvPr id="40027" name="组合 25">
              <a:extLst>
                <a:ext uri="{FF2B5EF4-FFF2-40B4-BE49-F238E27FC236}">
                  <a16:creationId xmlns:a16="http://schemas.microsoft.com/office/drawing/2014/main" id="{70F83772-E7B9-AB78-45F8-2B5FF4BF11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0547" y="2431223"/>
              <a:ext cx="938188" cy="719138"/>
              <a:chOff x="4067944" y="4221088"/>
              <a:chExt cx="720080" cy="720080"/>
            </a:xfrm>
          </p:grpSpPr>
          <p:sp>
            <p:nvSpPr>
              <p:cNvPr id="40049" name="椭圆 26">
                <a:extLst>
                  <a:ext uri="{FF2B5EF4-FFF2-40B4-BE49-F238E27FC236}">
                    <a16:creationId xmlns:a16="http://schemas.microsoft.com/office/drawing/2014/main" id="{910D4420-32C0-95F6-8DB0-675A9CF75E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FA76EC1A-EDA5-19EA-FF92-DFF21AC12F53}"/>
                  </a:ext>
                </a:extLst>
              </p:cNvPr>
              <p:cNvSpPr txBox="1"/>
              <p:nvPr/>
            </p:nvSpPr>
            <p:spPr>
              <a:xfrm>
                <a:off x="4139674" y="4382128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011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40028" name="直接箭头连接符 43">
              <a:extLst>
                <a:ext uri="{FF2B5EF4-FFF2-40B4-BE49-F238E27FC236}">
                  <a16:creationId xmlns:a16="http://schemas.microsoft.com/office/drawing/2014/main" id="{41599C71-0FCF-9782-D641-9B8E25EFFB0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62803" y="1635265"/>
              <a:ext cx="622299" cy="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29" name="直接箭头连接符 44">
              <a:extLst>
                <a:ext uri="{FF2B5EF4-FFF2-40B4-BE49-F238E27FC236}">
                  <a16:creationId xmlns:a16="http://schemas.microsoft.com/office/drawing/2014/main" id="{3B15F6CC-B92A-C656-41D4-347B21047EEC}"/>
                </a:ext>
              </a:extLst>
            </p:cNvPr>
            <p:cNvCxnSpPr>
              <a:cxnSpLocks noChangeShapeType="1"/>
              <a:endCxn id="40045" idx="2"/>
            </p:cNvCxnSpPr>
            <p:nvPr/>
          </p:nvCxnSpPr>
          <p:spPr bwMode="auto">
            <a:xfrm flipV="1">
              <a:off x="3866956" y="1628329"/>
              <a:ext cx="673591" cy="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30" name="直接箭头连接符 46">
              <a:extLst>
                <a:ext uri="{FF2B5EF4-FFF2-40B4-BE49-F238E27FC236}">
                  <a16:creationId xmlns:a16="http://schemas.microsoft.com/office/drawing/2014/main" id="{518C1661-3BAF-F40C-FA6A-B71E66522F8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866956" y="2790792"/>
              <a:ext cx="665162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31" name="直接箭头连接符 47">
              <a:extLst>
                <a:ext uri="{FF2B5EF4-FFF2-40B4-BE49-F238E27FC236}">
                  <a16:creationId xmlns:a16="http://schemas.microsoft.com/office/drawing/2014/main" id="{CEE6D7C3-A016-CF86-E747-242478D3648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205652" y="2851290"/>
              <a:ext cx="665162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0032" name="组合 25">
              <a:extLst>
                <a:ext uri="{FF2B5EF4-FFF2-40B4-BE49-F238E27FC236}">
                  <a16:creationId xmlns:a16="http://schemas.microsoft.com/office/drawing/2014/main" id="{56C797CE-C0E9-9364-8C36-0ACDA14685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15816" y="1268760"/>
              <a:ext cx="938188" cy="719138"/>
              <a:chOff x="4067944" y="4221088"/>
              <a:chExt cx="720080" cy="720080"/>
            </a:xfrm>
          </p:grpSpPr>
          <p:sp>
            <p:nvSpPr>
              <p:cNvPr id="40047" name="椭圆 26">
                <a:extLst>
                  <a:ext uri="{FF2B5EF4-FFF2-40B4-BE49-F238E27FC236}">
                    <a16:creationId xmlns:a16="http://schemas.microsoft.com/office/drawing/2014/main" id="{1A015A17-BB9C-0A62-B3C8-64F67DBEEF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A1F7834-3243-90E9-6CFB-C21A5D468002}"/>
                  </a:ext>
                </a:extLst>
              </p:cNvPr>
              <p:cNvSpPr txBox="1"/>
              <p:nvPr/>
            </p:nvSpPr>
            <p:spPr>
              <a:xfrm>
                <a:off x="4139957" y="4381551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3" name="组合 25">
              <a:extLst>
                <a:ext uri="{FF2B5EF4-FFF2-40B4-BE49-F238E27FC236}">
                  <a16:creationId xmlns:a16="http://schemas.microsoft.com/office/drawing/2014/main" id="{40352417-77A8-D7DC-74F7-DC8C667F9C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0547" y="1268759"/>
              <a:ext cx="938188" cy="719138"/>
              <a:chOff x="4067944" y="4221088"/>
              <a:chExt cx="720080" cy="720080"/>
            </a:xfrm>
          </p:grpSpPr>
          <p:sp>
            <p:nvSpPr>
              <p:cNvPr id="40045" name="椭圆 26">
                <a:extLst>
                  <a:ext uri="{FF2B5EF4-FFF2-40B4-BE49-F238E27FC236}">
                    <a16:creationId xmlns:a16="http://schemas.microsoft.com/office/drawing/2014/main" id="{BDEA5CED-E033-916E-C302-9A26CBCD3E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735A8E4-82C3-7C79-7DF6-138CAC8C8B4E}"/>
                  </a:ext>
                </a:extLst>
              </p:cNvPr>
              <p:cNvSpPr txBox="1"/>
              <p:nvPr/>
            </p:nvSpPr>
            <p:spPr>
              <a:xfrm>
                <a:off x="4139674" y="4381552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010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4" name="组合 25">
              <a:extLst>
                <a:ext uri="{FF2B5EF4-FFF2-40B4-BE49-F238E27FC236}">
                  <a16:creationId xmlns:a16="http://schemas.microsoft.com/office/drawing/2014/main" id="{0485B4CC-8659-FBA8-A40C-5C099AFE3F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8252" y="1268758"/>
              <a:ext cx="938413" cy="719138"/>
              <a:chOff x="4067944" y="4221088"/>
              <a:chExt cx="720253" cy="720080"/>
            </a:xfrm>
          </p:grpSpPr>
          <p:sp>
            <p:nvSpPr>
              <p:cNvPr id="40043" name="椭圆 26">
                <a:extLst>
                  <a:ext uri="{FF2B5EF4-FFF2-40B4-BE49-F238E27FC236}">
                    <a16:creationId xmlns:a16="http://schemas.microsoft.com/office/drawing/2014/main" id="{921574E9-6404-282C-CF8D-8688A11019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DDB46406-E45C-54C3-92DD-B3C55F88F9A5}"/>
                  </a:ext>
                </a:extLst>
              </p:cNvPr>
              <p:cNvSpPr txBox="1"/>
              <p:nvPr/>
            </p:nvSpPr>
            <p:spPr>
              <a:xfrm>
                <a:off x="4139847" y="4381553"/>
                <a:ext cx="648351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5" name="组合 25">
              <a:extLst>
                <a:ext uri="{FF2B5EF4-FFF2-40B4-BE49-F238E27FC236}">
                  <a16:creationId xmlns:a16="http://schemas.microsoft.com/office/drawing/2014/main" id="{5A7ADF88-2775-A357-8661-5A1F5C681B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30215" y="2491721"/>
              <a:ext cx="938188" cy="719138"/>
              <a:chOff x="4067944" y="4221088"/>
              <a:chExt cx="720080" cy="720080"/>
            </a:xfrm>
          </p:grpSpPr>
          <p:sp>
            <p:nvSpPr>
              <p:cNvPr id="40041" name="椭圆 26">
                <a:extLst>
                  <a:ext uri="{FF2B5EF4-FFF2-40B4-BE49-F238E27FC236}">
                    <a16:creationId xmlns:a16="http://schemas.microsoft.com/office/drawing/2014/main" id="{E09417FC-255B-C9E0-1986-69E387C094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8A80BC9-3E92-6066-D792-D0BBA25028F6}"/>
                  </a:ext>
                </a:extLst>
              </p:cNvPr>
              <p:cNvSpPr txBox="1"/>
              <p:nvPr/>
            </p:nvSpPr>
            <p:spPr>
              <a:xfrm>
                <a:off x="4139874" y="4381924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100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6" name="组合 25">
              <a:extLst>
                <a:ext uri="{FF2B5EF4-FFF2-40B4-BE49-F238E27FC236}">
                  <a16:creationId xmlns:a16="http://schemas.microsoft.com/office/drawing/2014/main" id="{5E45FCC9-8363-FBA1-F3E8-8A99DD72F7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8595" y="2473328"/>
              <a:ext cx="938188" cy="719138"/>
              <a:chOff x="4067944" y="4221088"/>
              <a:chExt cx="720080" cy="720080"/>
            </a:xfrm>
          </p:grpSpPr>
          <p:sp>
            <p:nvSpPr>
              <p:cNvPr id="40039" name="椭圆 26">
                <a:extLst>
                  <a:ext uri="{FF2B5EF4-FFF2-40B4-BE49-F238E27FC236}">
                    <a16:creationId xmlns:a16="http://schemas.microsoft.com/office/drawing/2014/main" id="{D5B36EF6-9101-D906-0141-E1C400E0A7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325CBFFA-8E50-494A-DC88-5FDDBEDE088E}"/>
                  </a:ext>
                </a:extLst>
              </p:cNvPr>
              <p:cNvSpPr txBox="1"/>
              <p:nvPr/>
            </p:nvSpPr>
            <p:spPr>
              <a:xfrm>
                <a:off x="4139584" y="4381275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101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40037" name="直接箭头连接符 47">
              <a:extLst>
                <a:ext uri="{FF2B5EF4-FFF2-40B4-BE49-F238E27FC236}">
                  <a16:creationId xmlns:a16="http://schemas.microsoft.com/office/drawing/2014/main" id="{DAC89A44-6151-F2E1-E903-77C7D0B52910}"/>
                </a:ext>
              </a:extLst>
            </p:cNvPr>
            <p:cNvCxnSpPr>
              <a:cxnSpLocks noChangeShapeType="1"/>
              <a:stCxn id="40039" idx="0"/>
            </p:cNvCxnSpPr>
            <p:nvPr/>
          </p:nvCxnSpPr>
          <p:spPr bwMode="auto">
            <a:xfrm flipH="1" flipV="1">
              <a:off x="1727348" y="1985608"/>
              <a:ext cx="341" cy="48772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38" name="直接箭头连接符 47">
              <a:extLst>
                <a:ext uri="{FF2B5EF4-FFF2-40B4-BE49-F238E27FC236}">
                  <a16:creationId xmlns:a16="http://schemas.microsoft.com/office/drawing/2014/main" id="{5A34BCB2-CA5D-3D93-0235-CB64687FE37D}"/>
                </a:ext>
              </a:extLst>
            </p:cNvPr>
            <p:cNvCxnSpPr>
              <a:cxnSpLocks noChangeShapeType="1"/>
              <a:stCxn id="40045" idx="4"/>
              <a:endCxn id="40049" idx="0"/>
            </p:cNvCxnSpPr>
            <p:nvPr/>
          </p:nvCxnSpPr>
          <p:spPr bwMode="auto">
            <a:xfrm>
              <a:off x="5009641" y="1987897"/>
              <a:ext cx="0" cy="443326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544794AC-DCC1-9666-072B-2F766004713F}"/>
              </a:ext>
            </a:extLst>
          </p:cNvPr>
          <p:cNvGrpSpPr>
            <a:grpSpLocks/>
          </p:cNvGrpSpPr>
          <p:nvPr/>
        </p:nvGrpSpPr>
        <p:grpSpPr bwMode="auto">
          <a:xfrm>
            <a:off x="5013023" y="405599"/>
            <a:ext cx="3341687" cy="1757363"/>
            <a:chOff x="491524" y="2942876"/>
            <a:chExt cx="3341688" cy="1756942"/>
          </a:xfrm>
        </p:grpSpPr>
        <p:grpSp>
          <p:nvGrpSpPr>
            <p:cNvPr id="40003" name="Group 4">
              <a:extLst>
                <a:ext uri="{FF2B5EF4-FFF2-40B4-BE49-F238E27FC236}">
                  <a16:creationId xmlns:a16="http://schemas.microsoft.com/office/drawing/2014/main" id="{22EDF18A-CE64-F112-1FE4-DBCE91C9D6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1524" y="3017067"/>
              <a:ext cx="3341688" cy="1682751"/>
              <a:chOff x="639" y="1382"/>
              <a:chExt cx="2105" cy="1060"/>
            </a:xfrm>
          </p:grpSpPr>
          <p:sp>
            <p:nvSpPr>
              <p:cNvPr id="35" name="Rectangle 5">
                <a:extLst>
                  <a:ext uri="{FF2B5EF4-FFF2-40B4-BE49-F238E27FC236}">
                    <a16:creationId xmlns:a16="http://schemas.microsoft.com/office/drawing/2014/main" id="{D5C397C3-5449-279A-D25E-9B8B68214C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36" name="Rectangle 6">
                <a:extLst>
                  <a:ext uri="{FF2B5EF4-FFF2-40B4-BE49-F238E27FC236}">
                    <a16:creationId xmlns:a16="http://schemas.microsoft.com/office/drawing/2014/main" id="{F542B4ED-89F3-731B-FBEF-016243380B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7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37" name="Rectangle 7">
                <a:extLst>
                  <a:ext uri="{FF2B5EF4-FFF2-40B4-BE49-F238E27FC236}">
                    <a16:creationId xmlns:a16="http://schemas.microsoft.com/office/drawing/2014/main" id="{BF74E8A0-E7AD-BC1F-56DE-7660B444D8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7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38" name="Rectangle 8">
                <a:extLst>
                  <a:ext uri="{FF2B5EF4-FFF2-40B4-BE49-F238E27FC236}">
                    <a16:creationId xmlns:a16="http://schemas.microsoft.com/office/drawing/2014/main" id="{C8DEB438-C5F1-0638-F678-2C839D33AD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39" name="Rectangle 9">
                <a:extLst>
                  <a:ext uri="{FF2B5EF4-FFF2-40B4-BE49-F238E27FC236}">
                    <a16:creationId xmlns:a16="http://schemas.microsoft.com/office/drawing/2014/main" id="{194554F1-1DE6-D108-D09B-8F84AA2F35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40" name="Rectangle 10">
                <a:extLst>
                  <a:ext uri="{FF2B5EF4-FFF2-40B4-BE49-F238E27FC236}">
                    <a16:creationId xmlns:a16="http://schemas.microsoft.com/office/drawing/2014/main" id="{731B0FD0-9D7D-4ABE-C001-831F448B0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7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41" name="Rectangle 11">
                <a:extLst>
                  <a:ext uri="{FF2B5EF4-FFF2-40B4-BE49-F238E27FC236}">
                    <a16:creationId xmlns:a16="http://schemas.microsoft.com/office/drawing/2014/main" id="{9F3E07D7-1DDB-EA85-EECF-86EFFA9BB2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7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42" name="Rectangle 12">
                <a:extLst>
                  <a:ext uri="{FF2B5EF4-FFF2-40B4-BE49-F238E27FC236}">
                    <a16:creationId xmlns:a16="http://schemas.microsoft.com/office/drawing/2014/main" id="{2C7939B9-CAB6-E474-E080-C531D6CE82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40013" name="Line 13">
                <a:extLst>
                  <a:ext uri="{FF2B5EF4-FFF2-40B4-BE49-F238E27FC236}">
                    <a16:creationId xmlns:a16="http://schemas.microsoft.com/office/drawing/2014/main" id="{7240F995-CB1F-A2F3-300A-CD3C48C564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14" name="Line 14">
                <a:extLst>
                  <a:ext uri="{FF2B5EF4-FFF2-40B4-BE49-F238E27FC236}">
                    <a16:creationId xmlns:a16="http://schemas.microsoft.com/office/drawing/2014/main" id="{C5DADE88-EDAD-3A43-DED0-723BB4DFB8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2142"/>
                <a:ext cx="160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15" name="Line 15">
                <a:extLst>
                  <a:ext uri="{FF2B5EF4-FFF2-40B4-BE49-F238E27FC236}">
                    <a16:creationId xmlns:a16="http://schemas.microsoft.com/office/drawing/2014/main" id="{AD805F5C-A905-0101-3A4E-894B8D20C6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24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16" name="Line 16">
                <a:extLst>
                  <a:ext uri="{FF2B5EF4-FFF2-40B4-BE49-F238E27FC236}">
                    <a16:creationId xmlns:a16="http://schemas.microsoft.com/office/drawing/2014/main" id="{3868C506-039B-CC7F-02B1-CF14B4D862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17" name="Line 17">
                <a:extLst>
                  <a:ext uri="{FF2B5EF4-FFF2-40B4-BE49-F238E27FC236}">
                    <a16:creationId xmlns:a16="http://schemas.microsoft.com/office/drawing/2014/main" id="{D569F752-8037-8826-E784-81B8D62323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18" name="Line 18">
                <a:extLst>
                  <a:ext uri="{FF2B5EF4-FFF2-40B4-BE49-F238E27FC236}">
                    <a16:creationId xmlns:a16="http://schemas.microsoft.com/office/drawing/2014/main" id="{C6227B30-740C-519F-B3DB-ED63FBE2C1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19" name="Line 19">
                <a:extLst>
                  <a:ext uri="{FF2B5EF4-FFF2-40B4-BE49-F238E27FC236}">
                    <a16:creationId xmlns:a16="http://schemas.microsoft.com/office/drawing/2014/main" id="{243CD31A-98AE-719F-0FF7-E1B8F43E1E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20" name="Line 20">
                <a:extLst>
                  <a:ext uri="{FF2B5EF4-FFF2-40B4-BE49-F238E27FC236}">
                    <a16:creationId xmlns:a16="http://schemas.microsoft.com/office/drawing/2014/main" id="{6DE80F52-EC3D-1AF1-1941-73411EF774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08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21" name="Line 21">
                <a:extLst>
                  <a:ext uri="{FF2B5EF4-FFF2-40B4-BE49-F238E27FC236}">
                    <a16:creationId xmlns:a16="http://schemas.microsoft.com/office/drawing/2014/main" id="{AF934D83-1C8B-4307-E655-E234216804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34" y="1525"/>
                <a:ext cx="272" cy="3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Rectangle 22">
                <a:extLst>
                  <a:ext uri="{FF2B5EF4-FFF2-40B4-BE49-F238E27FC236}">
                    <a16:creationId xmlns:a16="http://schemas.microsoft.com/office/drawing/2014/main" id="{CE45F13E-4AF6-5E24-7FBA-E4950A803E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" y="1389"/>
                <a:ext cx="294" cy="25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B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endParaRPr>
              </a:p>
            </p:txBody>
          </p:sp>
          <p:sp>
            <p:nvSpPr>
              <p:cNvPr id="53" name="Rectangle 23">
                <a:extLst>
                  <a:ext uri="{FF2B5EF4-FFF2-40B4-BE49-F238E27FC236}">
                    <a16:creationId xmlns:a16="http://schemas.microsoft.com/office/drawing/2014/main" id="{4392EEC6-9E1D-1A28-82F4-DE1DBB699F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4" y="1382"/>
                <a:ext cx="324" cy="25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A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endParaRPr>
              </a:p>
            </p:txBody>
          </p:sp>
          <p:sp>
            <p:nvSpPr>
              <p:cNvPr id="54" name="Rectangle 24">
                <a:extLst>
                  <a:ext uri="{FF2B5EF4-FFF2-40B4-BE49-F238E27FC236}">
                    <a16:creationId xmlns:a16="http://schemas.microsoft.com/office/drawing/2014/main" id="{B8A3067B-3E39-954B-B064-CEF7B8EDF0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" y="1567"/>
                <a:ext cx="295" cy="25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Q</a:t>
                </a:r>
                <a:r>
                  <a:rPr lang="en-US" altLang="zh-CN" baseline="-30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C</a:t>
                </a:r>
              </a:p>
            </p:txBody>
          </p:sp>
          <p:sp>
            <p:nvSpPr>
              <p:cNvPr id="40025" name="Text Box 25">
                <a:extLst>
                  <a:ext uri="{FF2B5EF4-FFF2-40B4-BE49-F238E27FC236}">
                    <a16:creationId xmlns:a16="http://schemas.microsoft.com/office/drawing/2014/main" id="{A75D1BEE-78E3-B2D7-D6FD-5A8299A571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20" y="1570"/>
                <a:ext cx="17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 </a:t>
                </a:r>
                <a:r>
                  <a:rPr lang="en-US" altLang="zh-CN" sz="2400" dirty="0">
                    <a:solidFill>
                      <a:srgbClr val="FFC000"/>
                    </a:solidFill>
                    <a:latin typeface="Georgia" panose="02040502050405020303" pitchFamily="18" charset="0"/>
                  </a:rPr>
                  <a:t>0</a:t>
                </a:r>
                <a:r>
                  <a:rPr lang="en-US" altLang="zh-CN" sz="2400" dirty="0">
                    <a:latin typeface="Georgia" panose="02040502050405020303" pitchFamily="18" charset="0"/>
                  </a:rPr>
                  <a:t>0    </a:t>
                </a:r>
                <a:r>
                  <a:rPr lang="en-US" altLang="zh-CN" sz="2400" dirty="0">
                    <a:solidFill>
                      <a:srgbClr val="FFC000"/>
                    </a:solidFill>
                    <a:latin typeface="Georgia" panose="02040502050405020303" pitchFamily="18" charset="0"/>
                  </a:rPr>
                  <a:t>0</a:t>
                </a:r>
                <a:r>
                  <a:rPr lang="en-US" altLang="zh-CN" sz="2400" dirty="0">
                    <a:latin typeface="Georgia" panose="02040502050405020303" pitchFamily="18" charset="0"/>
                  </a:rPr>
                  <a:t>1    </a:t>
                </a:r>
                <a:r>
                  <a:rPr lang="en-US" altLang="zh-CN" sz="2400" dirty="0">
                    <a:solidFill>
                      <a:srgbClr val="FFC000"/>
                    </a:solidFill>
                    <a:latin typeface="Georgia" panose="02040502050405020303" pitchFamily="18" charset="0"/>
                  </a:rPr>
                  <a:t>1</a:t>
                </a:r>
                <a:r>
                  <a:rPr lang="en-US" altLang="zh-CN" sz="2400" dirty="0">
                    <a:latin typeface="Georgia" panose="02040502050405020303" pitchFamily="18" charset="0"/>
                  </a:rPr>
                  <a:t>1     </a:t>
                </a:r>
                <a:r>
                  <a:rPr lang="en-US" altLang="zh-CN" sz="2400" dirty="0">
                    <a:solidFill>
                      <a:srgbClr val="FFC000"/>
                    </a:solidFill>
                    <a:latin typeface="Georgia" panose="02040502050405020303" pitchFamily="18" charset="0"/>
                  </a:rPr>
                  <a:t>1</a:t>
                </a:r>
                <a:r>
                  <a:rPr lang="en-US" altLang="zh-CN" sz="2400" dirty="0">
                    <a:latin typeface="Georgia" panose="02040502050405020303" pitchFamily="18" charset="0"/>
                  </a:rPr>
                  <a:t>0</a:t>
                </a:r>
              </a:p>
            </p:txBody>
          </p:sp>
          <p:sp>
            <p:nvSpPr>
              <p:cNvPr id="40026" name="Text Box 26">
                <a:extLst>
                  <a:ext uri="{FF2B5EF4-FFF2-40B4-BE49-F238E27FC236}">
                    <a16:creationId xmlns:a16="http://schemas.microsoft.com/office/drawing/2014/main" id="{B9B4FDA4-E5A8-6EBC-E833-F20E0E84A5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4" y="1797"/>
                <a:ext cx="272" cy="6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0</a:t>
                </a:r>
              </a:p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1</a:t>
                </a:r>
              </a:p>
            </p:txBody>
          </p:sp>
        </p:grpSp>
        <p:sp>
          <p:nvSpPr>
            <p:cNvPr id="104" name="Rectangle 23">
              <a:extLst>
                <a:ext uri="{FF2B5EF4-FFF2-40B4-BE49-F238E27FC236}">
                  <a16:creationId xmlns:a16="http://schemas.microsoft.com/office/drawing/2014/main" id="{9D3EC939-F072-6DE7-FAA0-615894765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9624" y="2942876"/>
              <a:ext cx="819150" cy="399954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Bn+1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endParaRPr>
            </a:p>
          </p:txBody>
        </p:sp>
      </p:grpSp>
      <p:sp>
        <p:nvSpPr>
          <p:cNvPr id="116" name="文本框 115">
            <a:extLst>
              <a:ext uri="{FF2B5EF4-FFF2-40B4-BE49-F238E27FC236}">
                <a16:creationId xmlns:a16="http://schemas.microsoft.com/office/drawing/2014/main" id="{16BE19A7-18C7-901C-F033-3A3C15F01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9237" y="2257510"/>
            <a:ext cx="3101975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             —   — —</a:t>
            </a:r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Q</a:t>
            </a:r>
            <a:r>
              <a:rPr lang="en-US" altLang="zh-CN" sz="2400" baseline="-25000" dirty="0"/>
              <a:t>Bn+1</a:t>
            </a:r>
            <a:r>
              <a:rPr lang="en-US" altLang="zh-CN" sz="2400" dirty="0"/>
              <a:t>=Q</a:t>
            </a:r>
            <a:r>
              <a:rPr lang="en-US" altLang="zh-CN" sz="2400" baseline="-25000" dirty="0"/>
              <a:t>B</a:t>
            </a:r>
            <a:r>
              <a:rPr lang="en-US" altLang="zh-CN" sz="2400" dirty="0"/>
              <a:t>Q</a:t>
            </a:r>
            <a:r>
              <a:rPr lang="en-US" altLang="zh-CN" sz="2400" baseline="-25000" dirty="0"/>
              <a:t>A</a:t>
            </a:r>
            <a:r>
              <a:rPr lang="en-US" altLang="zh-CN" sz="2400" dirty="0"/>
              <a:t>+Q</a:t>
            </a:r>
            <a:r>
              <a:rPr lang="en-US" altLang="zh-CN" sz="2400" baseline="-25000" dirty="0"/>
              <a:t>C</a:t>
            </a:r>
            <a:r>
              <a:rPr lang="en-US" altLang="zh-CN" sz="2400" dirty="0"/>
              <a:t>Q</a:t>
            </a:r>
            <a:r>
              <a:rPr lang="en-US" altLang="zh-CN" sz="2400" baseline="-25000" dirty="0"/>
              <a:t>B</a:t>
            </a:r>
            <a:r>
              <a:rPr lang="en-US" altLang="zh-CN" sz="2400" dirty="0"/>
              <a:t>Q</a:t>
            </a:r>
            <a:r>
              <a:rPr lang="en-US" altLang="zh-CN" sz="2400" baseline="-25000" dirty="0"/>
              <a:t>A</a:t>
            </a:r>
            <a:endParaRPr lang="zh-CN" altLang="en-US" sz="2400" baseline="-25000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A5219565-FC3E-509C-99EB-BF60FF2C467A}"/>
              </a:ext>
            </a:extLst>
          </p:cNvPr>
          <p:cNvGrpSpPr>
            <a:grpSpLocks/>
          </p:cNvGrpSpPr>
          <p:nvPr/>
        </p:nvGrpSpPr>
        <p:grpSpPr bwMode="auto">
          <a:xfrm>
            <a:off x="611560" y="3861009"/>
            <a:ext cx="3341687" cy="1683500"/>
            <a:chOff x="639" y="1382"/>
            <a:chExt cx="2105" cy="1060"/>
          </a:xfrm>
        </p:grpSpPr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46861E9D-3737-2B5E-2718-1A96B21B85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1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13A3269B-E76F-E57D-7323-61160D64B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7" y="21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AA29947-BA7B-1EF3-D541-AC6F84D8D6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7" y="21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0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E22D86A-7643-9577-E607-426E2B17F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" y="21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0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C6D4590-7D84-F2A1-047A-92670688F7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8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FE9C0DD-15CB-AE7B-7B56-5A6A22F76E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7" y="18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FDB172A-3C2B-7797-F7EC-A1D4EAF5A2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7" y="18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C3593F5-F6B1-8562-95B8-55F99D3631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" y="18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0</a:t>
              </a:r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3808B6BF-4678-7CDB-2AC2-5F5C013171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" y="1842"/>
              <a:ext cx="160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0E649429-FE79-0F6F-14C0-C67C6A8444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" y="2142"/>
              <a:ext cx="160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858813D5-93CB-1680-774E-446ED3576A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" y="2442"/>
              <a:ext cx="160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98EF7C5C-25CE-C279-28AA-9DD3689BED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" y="1842"/>
              <a:ext cx="0" cy="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E8487694-D466-DFE4-EB43-0674D55BAF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7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C47638DE-19C0-CC5E-7AA7-1302C112D1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7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4A2803CA-DB95-2E64-5BBF-2D38231EE1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0">
              <a:extLst>
                <a:ext uri="{FF2B5EF4-FFF2-40B4-BE49-F238E27FC236}">
                  <a16:creationId xmlns:a16="http://schemas.microsoft.com/office/drawing/2014/main" id="{A29A6C3D-BABD-84A6-406D-A5F0E55FA7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8" y="1842"/>
              <a:ext cx="0" cy="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338AC94B-8F0F-7D48-FAD9-9AB09D592D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34" y="1525"/>
              <a:ext cx="272" cy="3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Rectangle 22">
              <a:extLst>
                <a:ext uri="{FF2B5EF4-FFF2-40B4-BE49-F238E27FC236}">
                  <a16:creationId xmlns:a16="http://schemas.microsoft.com/office/drawing/2014/main" id="{0CB21925-12CB-A2F7-4429-7B570C0B2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" y="1389"/>
              <a:ext cx="294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B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endParaRPr>
            </a:p>
          </p:txBody>
        </p:sp>
        <p:sp>
          <p:nvSpPr>
            <p:cNvPr id="28" name="Rectangle 23">
              <a:extLst>
                <a:ext uri="{FF2B5EF4-FFF2-40B4-BE49-F238E27FC236}">
                  <a16:creationId xmlns:a16="http://schemas.microsoft.com/office/drawing/2014/main" id="{D68E79BF-EB95-87FD-2679-659BB34E95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" y="1382"/>
              <a:ext cx="324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A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endParaRPr>
            </a:p>
          </p:txBody>
        </p:sp>
        <p:sp>
          <p:nvSpPr>
            <p:cNvPr id="30" name="Rectangle 24">
              <a:extLst>
                <a:ext uri="{FF2B5EF4-FFF2-40B4-BE49-F238E27FC236}">
                  <a16:creationId xmlns:a16="http://schemas.microsoft.com/office/drawing/2014/main" id="{EE5A50B8-62B6-1E13-1FFB-52B5488FA7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" y="1567"/>
              <a:ext cx="295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Q</a:t>
              </a:r>
              <a:r>
                <a: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C</a:t>
              </a:r>
            </a:p>
          </p:txBody>
        </p:sp>
        <p:sp>
          <p:nvSpPr>
            <p:cNvPr id="32" name="Text Box 25">
              <a:extLst>
                <a:ext uri="{FF2B5EF4-FFF2-40B4-BE49-F238E27FC236}">
                  <a16:creationId xmlns:a16="http://schemas.microsoft.com/office/drawing/2014/main" id="{BBBC4CAB-279A-3582-697B-21E3190183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1570"/>
              <a:ext cx="17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 00    01    11     10</a:t>
              </a:r>
            </a:p>
          </p:txBody>
        </p:sp>
        <p:sp>
          <p:nvSpPr>
            <p:cNvPr id="33" name="Text Box 26">
              <a:extLst>
                <a:ext uri="{FF2B5EF4-FFF2-40B4-BE49-F238E27FC236}">
                  <a16:creationId xmlns:a16="http://schemas.microsoft.com/office/drawing/2014/main" id="{B45A21F3-6936-269F-98D9-D328B01E24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4" y="1797"/>
              <a:ext cx="272" cy="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0</a:t>
              </a:r>
            </a:p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1</a:t>
              </a:r>
            </a:p>
          </p:txBody>
        </p:sp>
      </p:grpSp>
      <p:grpSp>
        <p:nvGrpSpPr>
          <p:cNvPr id="34" name="Group 4">
            <a:extLst>
              <a:ext uri="{FF2B5EF4-FFF2-40B4-BE49-F238E27FC236}">
                <a16:creationId xmlns:a16="http://schemas.microsoft.com/office/drawing/2014/main" id="{807031FD-A391-C956-8C53-30F6C6574AC6}"/>
              </a:ext>
            </a:extLst>
          </p:cNvPr>
          <p:cNvGrpSpPr>
            <a:grpSpLocks/>
          </p:cNvGrpSpPr>
          <p:nvPr/>
        </p:nvGrpSpPr>
        <p:grpSpPr bwMode="auto">
          <a:xfrm>
            <a:off x="4216435" y="3861009"/>
            <a:ext cx="3341687" cy="1683500"/>
            <a:chOff x="639" y="1382"/>
            <a:chExt cx="2105" cy="1060"/>
          </a:xfrm>
        </p:grpSpPr>
        <p:sp>
          <p:nvSpPr>
            <p:cNvPr id="43" name="Rectangle 5">
              <a:extLst>
                <a:ext uri="{FF2B5EF4-FFF2-40B4-BE49-F238E27FC236}">
                  <a16:creationId xmlns:a16="http://schemas.microsoft.com/office/drawing/2014/main" id="{D0E2DA25-6F0B-EA99-5E62-CAE13D5F2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1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4" name="Rectangle 6">
              <a:extLst>
                <a:ext uri="{FF2B5EF4-FFF2-40B4-BE49-F238E27FC236}">
                  <a16:creationId xmlns:a16="http://schemas.microsoft.com/office/drawing/2014/main" id="{09CA4477-DAC3-E384-C028-67E326F9A2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7" y="21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5" name="Rectangle 7">
              <a:extLst>
                <a:ext uri="{FF2B5EF4-FFF2-40B4-BE49-F238E27FC236}">
                  <a16:creationId xmlns:a16="http://schemas.microsoft.com/office/drawing/2014/main" id="{A4851876-0EC7-6E2D-D12F-39287511F9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7" y="21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6" name="Rectangle 8">
              <a:extLst>
                <a:ext uri="{FF2B5EF4-FFF2-40B4-BE49-F238E27FC236}">
                  <a16:creationId xmlns:a16="http://schemas.microsoft.com/office/drawing/2014/main" id="{B12E6CEE-DE11-C881-32CF-CD18673C8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" y="21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7" name="Rectangle 9">
              <a:extLst>
                <a:ext uri="{FF2B5EF4-FFF2-40B4-BE49-F238E27FC236}">
                  <a16:creationId xmlns:a16="http://schemas.microsoft.com/office/drawing/2014/main" id="{351AAB7C-BA10-4325-6C50-50D1F1EA2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8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0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" name="Rectangle 10">
              <a:extLst>
                <a:ext uri="{FF2B5EF4-FFF2-40B4-BE49-F238E27FC236}">
                  <a16:creationId xmlns:a16="http://schemas.microsoft.com/office/drawing/2014/main" id="{17658933-F16A-BC8F-A721-2873C89C07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7" y="18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1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9" name="Rectangle 11">
              <a:extLst>
                <a:ext uri="{FF2B5EF4-FFF2-40B4-BE49-F238E27FC236}">
                  <a16:creationId xmlns:a16="http://schemas.microsoft.com/office/drawing/2014/main" id="{389B40EE-7076-5693-E70A-906FC87CEA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7" y="18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0" name="Rectangle 12">
              <a:extLst>
                <a:ext uri="{FF2B5EF4-FFF2-40B4-BE49-F238E27FC236}">
                  <a16:creationId xmlns:a16="http://schemas.microsoft.com/office/drawing/2014/main" id="{736644BE-416B-242B-08D3-F46101A0FD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" y="18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1" name="Line 13">
              <a:extLst>
                <a:ext uri="{FF2B5EF4-FFF2-40B4-BE49-F238E27FC236}">
                  <a16:creationId xmlns:a16="http://schemas.microsoft.com/office/drawing/2014/main" id="{D899C18B-359D-6508-756E-875D0CB45A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" y="1842"/>
              <a:ext cx="160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14">
              <a:extLst>
                <a:ext uri="{FF2B5EF4-FFF2-40B4-BE49-F238E27FC236}">
                  <a16:creationId xmlns:a16="http://schemas.microsoft.com/office/drawing/2014/main" id="{D82AD8EE-34BF-196D-AD47-B997F9AD53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" y="2142"/>
              <a:ext cx="160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15">
              <a:extLst>
                <a:ext uri="{FF2B5EF4-FFF2-40B4-BE49-F238E27FC236}">
                  <a16:creationId xmlns:a16="http://schemas.microsoft.com/office/drawing/2014/main" id="{83C62FCF-123B-3CE5-89F0-7CD3DB20A4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" y="2442"/>
              <a:ext cx="160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16">
              <a:extLst>
                <a:ext uri="{FF2B5EF4-FFF2-40B4-BE49-F238E27FC236}">
                  <a16:creationId xmlns:a16="http://schemas.microsoft.com/office/drawing/2014/main" id="{F46F51C5-F91D-E910-1870-C5EAFD8893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" y="1842"/>
              <a:ext cx="0" cy="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17">
              <a:extLst>
                <a:ext uri="{FF2B5EF4-FFF2-40B4-BE49-F238E27FC236}">
                  <a16:creationId xmlns:a16="http://schemas.microsoft.com/office/drawing/2014/main" id="{6D165830-D2A2-12BE-5D2E-0F58B82CEC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7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18">
              <a:extLst>
                <a:ext uri="{FF2B5EF4-FFF2-40B4-BE49-F238E27FC236}">
                  <a16:creationId xmlns:a16="http://schemas.microsoft.com/office/drawing/2014/main" id="{D55D44D2-0E97-0D2E-FAE9-5CA7E62C07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7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19">
              <a:extLst>
                <a:ext uri="{FF2B5EF4-FFF2-40B4-BE49-F238E27FC236}">
                  <a16:creationId xmlns:a16="http://schemas.microsoft.com/office/drawing/2014/main" id="{AF0F3DFF-5CE9-E4CD-0ABA-F898937120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20">
              <a:extLst>
                <a:ext uri="{FF2B5EF4-FFF2-40B4-BE49-F238E27FC236}">
                  <a16:creationId xmlns:a16="http://schemas.microsoft.com/office/drawing/2014/main" id="{4486EA29-0713-1A58-B505-10979E3F9E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8" y="1842"/>
              <a:ext cx="0" cy="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21">
              <a:extLst>
                <a:ext uri="{FF2B5EF4-FFF2-40B4-BE49-F238E27FC236}">
                  <a16:creationId xmlns:a16="http://schemas.microsoft.com/office/drawing/2014/main" id="{1BE88942-22EB-FB45-035A-9C43FC77D3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34" y="1525"/>
              <a:ext cx="272" cy="3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Rectangle 22">
              <a:extLst>
                <a:ext uri="{FF2B5EF4-FFF2-40B4-BE49-F238E27FC236}">
                  <a16:creationId xmlns:a16="http://schemas.microsoft.com/office/drawing/2014/main" id="{7FAC754C-4447-8EB2-A5C0-FBFA92FBE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" y="1389"/>
              <a:ext cx="294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B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endParaRPr>
            </a:p>
          </p:txBody>
        </p:sp>
        <p:sp>
          <p:nvSpPr>
            <p:cNvPr id="72" name="Rectangle 23">
              <a:extLst>
                <a:ext uri="{FF2B5EF4-FFF2-40B4-BE49-F238E27FC236}">
                  <a16:creationId xmlns:a16="http://schemas.microsoft.com/office/drawing/2014/main" id="{C5E927A0-2CD7-3845-BC0E-7087CD869E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" y="1382"/>
              <a:ext cx="324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A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endParaRPr>
            </a:p>
          </p:txBody>
        </p:sp>
        <p:sp>
          <p:nvSpPr>
            <p:cNvPr id="73" name="Rectangle 24">
              <a:extLst>
                <a:ext uri="{FF2B5EF4-FFF2-40B4-BE49-F238E27FC236}">
                  <a16:creationId xmlns:a16="http://schemas.microsoft.com/office/drawing/2014/main" id="{BEB172F5-DD27-0E5C-47F0-9DD2E990A8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" y="1567"/>
              <a:ext cx="295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Q</a:t>
              </a:r>
              <a:r>
                <a: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C</a:t>
              </a:r>
            </a:p>
          </p:txBody>
        </p:sp>
        <p:sp>
          <p:nvSpPr>
            <p:cNvPr id="74" name="Text Box 25">
              <a:extLst>
                <a:ext uri="{FF2B5EF4-FFF2-40B4-BE49-F238E27FC236}">
                  <a16:creationId xmlns:a16="http://schemas.microsoft.com/office/drawing/2014/main" id="{4898BDE9-E10D-5BCE-2A17-BC4D03CC9D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1570"/>
              <a:ext cx="17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 00    01    11     10</a:t>
              </a:r>
            </a:p>
          </p:txBody>
        </p:sp>
        <p:sp>
          <p:nvSpPr>
            <p:cNvPr id="78" name="Text Box 26">
              <a:extLst>
                <a:ext uri="{FF2B5EF4-FFF2-40B4-BE49-F238E27FC236}">
                  <a16:creationId xmlns:a16="http://schemas.microsoft.com/office/drawing/2014/main" id="{C98088A8-9F14-0A68-D826-5B2F9DB260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4" y="1797"/>
              <a:ext cx="272" cy="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0</a:t>
              </a:r>
            </a:p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1</a:t>
              </a:r>
            </a:p>
          </p:txBody>
        </p:sp>
      </p:grpSp>
      <p:sp>
        <p:nvSpPr>
          <p:cNvPr id="79" name="Rectangle 23">
            <a:extLst>
              <a:ext uri="{FF2B5EF4-FFF2-40B4-BE49-F238E27FC236}">
                <a16:creationId xmlns:a16="http://schemas.microsoft.com/office/drawing/2014/main" id="{8D15A89E-0101-F06B-9283-832ECD20C4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2401" y="3479169"/>
            <a:ext cx="449883" cy="40011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J</a:t>
            </a:r>
            <a:r>
              <a:rPr lang="en-US" altLang="zh-CN" baseline="-25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B</a:t>
            </a:r>
            <a:endParaRPr lang="en-US" altLang="zh-CN" baseline="-30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</p:txBody>
      </p:sp>
      <p:sp>
        <p:nvSpPr>
          <p:cNvPr id="80" name="Rectangle 23">
            <a:extLst>
              <a:ext uri="{FF2B5EF4-FFF2-40B4-BE49-F238E27FC236}">
                <a16:creationId xmlns:a16="http://schemas.microsoft.com/office/drawing/2014/main" id="{6D217B59-BF09-AA2C-31F8-585E8B3B4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4755" y="3549898"/>
            <a:ext cx="449883" cy="40011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K</a:t>
            </a:r>
            <a:r>
              <a:rPr lang="en-US" altLang="zh-CN" baseline="-25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B</a:t>
            </a:r>
            <a:endParaRPr lang="en-US" altLang="zh-CN" baseline="-30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1842C488-08A6-263E-3014-6F5B7F036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1746" y="5831252"/>
            <a:ext cx="1482976" cy="328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K</a:t>
            </a:r>
            <a:r>
              <a:rPr lang="en-US" altLang="zh-CN" sz="2400" baseline="-25000" dirty="0"/>
              <a:t>B</a:t>
            </a:r>
            <a:r>
              <a:rPr lang="en-US" altLang="zh-CN" sz="2400" dirty="0"/>
              <a:t>=Q</a:t>
            </a:r>
            <a:r>
              <a:rPr lang="en-US" altLang="zh-CN" sz="2400" baseline="-25000" dirty="0"/>
              <a:t>A</a:t>
            </a:r>
            <a:endParaRPr lang="zh-CN" altLang="en-US" sz="2400" baseline="-25000" dirty="0"/>
          </a:p>
        </p:txBody>
      </p:sp>
      <p:sp>
        <p:nvSpPr>
          <p:cNvPr id="91" name="矩形 9">
            <a:extLst>
              <a:ext uri="{FF2B5EF4-FFF2-40B4-BE49-F238E27FC236}">
                <a16:creationId xmlns:a16="http://schemas.microsoft.com/office/drawing/2014/main" id="{9F717B9B-5CFD-6F0A-5DBD-488E5BD5C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9495" y="4654177"/>
            <a:ext cx="1105515" cy="329488"/>
          </a:xfrm>
          <a:prstGeom prst="rect">
            <a:avLst/>
          </a:prstGeom>
          <a:solidFill>
            <a:srgbClr val="FFC000">
              <a:alpha val="50195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92" name="矩形 9">
            <a:extLst>
              <a:ext uri="{FF2B5EF4-FFF2-40B4-BE49-F238E27FC236}">
                <a16:creationId xmlns:a16="http://schemas.microsoft.com/office/drawing/2014/main" id="{1791EFA5-D1EB-5A7A-FB2E-D73407441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4048" y="4585438"/>
            <a:ext cx="1259148" cy="927100"/>
          </a:xfrm>
          <a:prstGeom prst="rect">
            <a:avLst/>
          </a:prstGeom>
          <a:solidFill>
            <a:srgbClr val="FFC000">
              <a:alpha val="50195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D35A92BC-EF23-1737-6461-FB26F838A3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2304" y="5627582"/>
            <a:ext cx="1425035" cy="561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     —   </a:t>
            </a:r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J</a:t>
            </a:r>
            <a:r>
              <a:rPr lang="en-US" altLang="zh-CN" sz="2400" baseline="-25000" dirty="0"/>
              <a:t>B</a:t>
            </a:r>
            <a:r>
              <a:rPr lang="en-US" altLang="zh-CN" sz="2400" dirty="0"/>
              <a:t>=Q</a:t>
            </a:r>
            <a:r>
              <a:rPr lang="en-US" altLang="zh-CN" sz="2400" baseline="-25000" dirty="0"/>
              <a:t>C</a:t>
            </a:r>
            <a:r>
              <a:rPr lang="en-US" altLang="zh-CN" sz="2400" dirty="0"/>
              <a:t>Q</a:t>
            </a:r>
            <a:r>
              <a:rPr lang="en-US" altLang="zh-CN" sz="2400" baseline="-25000" dirty="0"/>
              <a:t>A</a:t>
            </a:r>
            <a:endParaRPr lang="zh-CN" altLang="en-US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4217718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/>
      <p:bldP spid="79" grpId="0"/>
      <p:bldP spid="80" grpId="0"/>
      <p:bldP spid="90" grpId="0"/>
      <p:bldP spid="91" grpId="0" animBg="1"/>
      <p:bldP spid="92" grpId="0" animBg="1"/>
      <p:bldP spid="9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F762F7-801A-84CB-6211-EEF9B8762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3177D77-F954-41B7-BDEF-464506F52BC1}" type="slidenum">
              <a:rPr lang="en-US" altLang="zh-CN" sz="1000" smtClean="0"/>
              <a:pPr>
                <a:defRPr/>
              </a:pPr>
              <a:t>45</a:t>
            </a:fld>
            <a:endParaRPr lang="en-US" altLang="zh-CN" sz="1000"/>
          </a:p>
        </p:txBody>
      </p:sp>
      <p:grpSp>
        <p:nvGrpSpPr>
          <p:cNvPr id="7" name="组合 28">
            <a:extLst>
              <a:ext uri="{FF2B5EF4-FFF2-40B4-BE49-F238E27FC236}">
                <a16:creationId xmlns:a16="http://schemas.microsoft.com/office/drawing/2014/main" id="{6BEBC7A9-7584-5272-C530-A4BC1676D0E7}"/>
              </a:ext>
            </a:extLst>
          </p:cNvPr>
          <p:cNvGrpSpPr>
            <a:grpSpLocks/>
          </p:cNvGrpSpPr>
          <p:nvPr/>
        </p:nvGrpSpPr>
        <p:grpSpPr bwMode="auto">
          <a:xfrm>
            <a:off x="350838" y="723900"/>
            <a:ext cx="4219575" cy="1943100"/>
            <a:chOff x="1258252" y="1268758"/>
            <a:chExt cx="4220483" cy="1942101"/>
          </a:xfrm>
        </p:grpSpPr>
        <p:grpSp>
          <p:nvGrpSpPr>
            <p:cNvPr id="40027" name="组合 25">
              <a:extLst>
                <a:ext uri="{FF2B5EF4-FFF2-40B4-BE49-F238E27FC236}">
                  <a16:creationId xmlns:a16="http://schemas.microsoft.com/office/drawing/2014/main" id="{70F83772-E7B9-AB78-45F8-2B5FF4BF11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0547" y="2431223"/>
              <a:ext cx="938188" cy="719138"/>
              <a:chOff x="4067944" y="4221088"/>
              <a:chExt cx="720080" cy="720080"/>
            </a:xfrm>
          </p:grpSpPr>
          <p:sp>
            <p:nvSpPr>
              <p:cNvPr id="40049" name="椭圆 26">
                <a:extLst>
                  <a:ext uri="{FF2B5EF4-FFF2-40B4-BE49-F238E27FC236}">
                    <a16:creationId xmlns:a16="http://schemas.microsoft.com/office/drawing/2014/main" id="{910D4420-32C0-95F6-8DB0-675A9CF75E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FA76EC1A-EDA5-19EA-FF92-DFF21AC12F53}"/>
                  </a:ext>
                </a:extLst>
              </p:cNvPr>
              <p:cNvSpPr txBox="1"/>
              <p:nvPr/>
            </p:nvSpPr>
            <p:spPr>
              <a:xfrm>
                <a:off x="4139674" y="4382128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011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40028" name="直接箭头连接符 43">
              <a:extLst>
                <a:ext uri="{FF2B5EF4-FFF2-40B4-BE49-F238E27FC236}">
                  <a16:creationId xmlns:a16="http://schemas.microsoft.com/office/drawing/2014/main" id="{41599C71-0FCF-9782-D641-9B8E25EFFB0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62803" y="1635265"/>
              <a:ext cx="622299" cy="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29" name="直接箭头连接符 44">
              <a:extLst>
                <a:ext uri="{FF2B5EF4-FFF2-40B4-BE49-F238E27FC236}">
                  <a16:creationId xmlns:a16="http://schemas.microsoft.com/office/drawing/2014/main" id="{3B15F6CC-B92A-C656-41D4-347B21047EEC}"/>
                </a:ext>
              </a:extLst>
            </p:cNvPr>
            <p:cNvCxnSpPr>
              <a:cxnSpLocks noChangeShapeType="1"/>
              <a:endCxn id="40045" idx="2"/>
            </p:cNvCxnSpPr>
            <p:nvPr/>
          </p:nvCxnSpPr>
          <p:spPr bwMode="auto">
            <a:xfrm flipV="1">
              <a:off x="3866956" y="1628329"/>
              <a:ext cx="673591" cy="1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30" name="直接箭头连接符 46">
              <a:extLst>
                <a:ext uri="{FF2B5EF4-FFF2-40B4-BE49-F238E27FC236}">
                  <a16:creationId xmlns:a16="http://schemas.microsoft.com/office/drawing/2014/main" id="{518C1661-3BAF-F40C-FA6A-B71E66522F8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866956" y="2790792"/>
              <a:ext cx="665162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31" name="直接箭头连接符 47">
              <a:extLst>
                <a:ext uri="{FF2B5EF4-FFF2-40B4-BE49-F238E27FC236}">
                  <a16:creationId xmlns:a16="http://schemas.microsoft.com/office/drawing/2014/main" id="{CEE6D7C3-A016-CF86-E747-242478D3648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205652" y="2851290"/>
              <a:ext cx="665162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40032" name="组合 25">
              <a:extLst>
                <a:ext uri="{FF2B5EF4-FFF2-40B4-BE49-F238E27FC236}">
                  <a16:creationId xmlns:a16="http://schemas.microsoft.com/office/drawing/2014/main" id="{56C797CE-C0E9-9364-8C36-0ACDA14685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15816" y="1268760"/>
              <a:ext cx="938188" cy="719138"/>
              <a:chOff x="4067944" y="4221088"/>
              <a:chExt cx="720080" cy="720080"/>
            </a:xfrm>
          </p:grpSpPr>
          <p:sp>
            <p:nvSpPr>
              <p:cNvPr id="40047" name="椭圆 26">
                <a:extLst>
                  <a:ext uri="{FF2B5EF4-FFF2-40B4-BE49-F238E27FC236}">
                    <a16:creationId xmlns:a16="http://schemas.microsoft.com/office/drawing/2014/main" id="{1A015A17-BB9C-0A62-B3C8-64F67DBEEF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EA1F7834-3243-90E9-6CFB-C21A5D468002}"/>
                  </a:ext>
                </a:extLst>
              </p:cNvPr>
              <p:cNvSpPr txBox="1"/>
              <p:nvPr/>
            </p:nvSpPr>
            <p:spPr>
              <a:xfrm>
                <a:off x="4139957" y="4381551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3" name="组合 25">
              <a:extLst>
                <a:ext uri="{FF2B5EF4-FFF2-40B4-BE49-F238E27FC236}">
                  <a16:creationId xmlns:a16="http://schemas.microsoft.com/office/drawing/2014/main" id="{40352417-77A8-D7DC-74F7-DC8C667F9C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0547" y="1268759"/>
              <a:ext cx="938188" cy="719138"/>
              <a:chOff x="4067944" y="4221088"/>
              <a:chExt cx="720080" cy="720080"/>
            </a:xfrm>
          </p:grpSpPr>
          <p:sp>
            <p:nvSpPr>
              <p:cNvPr id="40045" name="椭圆 26">
                <a:extLst>
                  <a:ext uri="{FF2B5EF4-FFF2-40B4-BE49-F238E27FC236}">
                    <a16:creationId xmlns:a16="http://schemas.microsoft.com/office/drawing/2014/main" id="{BDEA5CED-E033-916E-C302-9A26CBCD3E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D735A8E4-82C3-7C79-7DF6-138CAC8C8B4E}"/>
                  </a:ext>
                </a:extLst>
              </p:cNvPr>
              <p:cNvSpPr txBox="1"/>
              <p:nvPr/>
            </p:nvSpPr>
            <p:spPr>
              <a:xfrm>
                <a:off x="4139674" y="4381552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010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4" name="组合 25">
              <a:extLst>
                <a:ext uri="{FF2B5EF4-FFF2-40B4-BE49-F238E27FC236}">
                  <a16:creationId xmlns:a16="http://schemas.microsoft.com/office/drawing/2014/main" id="{0485B4CC-8659-FBA8-A40C-5C099AFE3F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8252" y="1268758"/>
              <a:ext cx="938413" cy="719138"/>
              <a:chOff x="4067944" y="4221088"/>
              <a:chExt cx="720253" cy="720080"/>
            </a:xfrm>
          </p:grpSpPr>
          <p:sp>
            <p:nvSpPr>
              <p:cNvPr id="40043" name="椭圆 26">
                <a:extLst>
                  <a:ext uri="{FF2B5EF4-FFF2-40B4-BE49-F238E27FC236}">
                    <a16:creationId xmlns:a16="http://schemas.microsoft.com/office/drawing/2014/main" id="{921574E9-6404-282C-CF8D-8688A11019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DDB46406-E45C-54C3-92DD-B3C55F88F9A5}"/>
                  </a:ext>
                </a:extLst>
              </p:cNvPr>
              <p:cNvSpPr txBox="1"/>
              <p:nvPr/>
            </p:nvSpPr>
            <p:spPr>
              <a:xfrm>
                <a:off x="4139847" y="4381553"/>
                <a:ext cx="648351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000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5" name="组合 25">
              <a:extLst>
                <a:ext uri="{FF2B5EF4-FFF2-40B4-BE49-F238E27FC236}">
                  <a16:creationId xmlns:a16="http://schemas.microsoft.com/office/drawing/2014/main" id="{5A7ADF88-2775-A357-8661-5A1F5C681B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30215" y="2491721"/>
              <a:ext cx="938188" cy="719138"/>
              <a:chOff x="4067944" y="4221088"/>
              <a:chExt cx="720080" cy="720080"/>
            </a:xfrm>
          </p:grpSpPr>
          <p:sp>
            <p:nvSpPr>
              <p:cNvPr id="40041" name="椭圆 26">
                <a:extLst>
                  <a:ext uri="{FF2B5EF4-FFF2-40B4-BE49-F238E27FC236}">
                    <a16:creationId xmlns:a16="http://schemas.microsoft.com/office/drawing/2014/main" id="{E09417FC-255B-C9E0-1986-69E387C094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28A80BC9-3E92-6066-D792-D0BBA25028F6}"/>
                  </a:ext>
                </a:extLst>
              </p:cNvPr>
              <p:cNvSpPr txBox="1"/>
              <p:nvPr/>
            </p:nvSpPr>
            <p:spPr>
              <a:xfrm>
                <a:off x="4139874" y="4381924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100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0036" name="组合 25">
              <a:extLst>
                <a:ext uri="{FF2B5EF4-FFF2-40B4-BE49-F238E27FC236}">
                  <a16:creationId xmlns:a16="http://schemas.microsoft.com/office/drawing/2014/main" id="{5E45FCC9-8363-FBA1-F3E8-8A99DD72F7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58595" y="2473328"/>
              <a:ext cx="938188" cy="719138"/>
              <a:chOff x="4067944" y="4221088"/>
              <a:chExt cx="720080" cy="720080"/>
            </a:xfrm>
          </p:grpSpPr>
          <p:sp>
            <p:nvSpPr>
              <p:cNvPr id="40039" name="椭圆 26">
                <a:extLst>
                  <a:ext uri="{FF2B5EF4-FFF2-40B4-BE49-F238E27FC236}">
                    <a16:creationId xmlns:a16="http://schemas.microsoft.com/office/drawing/2014/main" id="{D5B36EF6-9101-D906-0141-E1C400E0A7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325CBFFA-8E50-494A-DC88-5FDDBEDE088E}"/>
                  </a:ext>
                </a:extLst>
              </p:cNvPr>
              <p:cNvSpPr txBox="1"/>
              <p:nvPr/>
            </p:nvSpPr>
            <p:spPr>
              <a:xfrm>
                <a:off x="4139584" y="4381275"/>
                <a:ext cx="648350" cy="40036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 101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40037" name="直接箭头连接符 47">
              <a:extLst>
                <a:ext uri="{FF2B5EF4-FFF2-40B4-BE49-F238E27FC236}">
                  <a16:creationId xmlns:a16="http://schemas.microsoft.com/office/drawing/2014/main" id="{DAC89A44-6151-F2E1-E903-77C7D0B52910}"/>
                </a:ext>
              </a:extLst>
            </p:cNvPr>
            <p:cNvCxnSpPr>
              <a:cxnSpLocks noChangeShapeType="1"/>
              <a:stCxn id="40039" idx="0"/>
            </p:cNvCxnSpPr>
            <p:nvPr/>
          </p:nvCxnSpPr>
          <p:spPr bwMode="auto">
            <a:xfrm flipH="1" flipV="1">
              <a:off x="1727348" y="1985608"/>
              <a:ext cx="341" cy="48772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038" name="直接箭头连接符 47">
              <a:extLst>
                <a:ext uri="{FF2B5EF4-FFF2-40B4-BE49-F238E27FC236}">
                  <a16:creationId xmlns:a16="http://schemas.microsoft.com/office/drawing/2014/main" id="{5A34BCB2-CA5D-3D93-0235-CB64687FE37D}"/>
                </a:ext>
              </a:extLst>
            </p:cNvPr>
            <p:cNvCxnSpPr>
              <a:cxnSpLocks noChangeShapeType="1"/>
              <a:stCxn id="40045" idx="4"/>
              <a:endCxn id="40049" idx="0"/>
            </p:cNvCxnSpPr>
            <p:nvPr/>
          </p:nvCxnSpPr>
          <p:spPr bwMode="auto">
            <a:xfrm>
              <a:off x="5009641" y="1987897"/>
              <a:ext cx="0" cy="443326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06F25C84-7D82-56E5-5CC7-088BC33C7DF2}"/>
              </a:ext>
            </a:extLst>
          </p:cNvPr>
          <p:cNvGrpSpPr>
            <a:grpSpLocks/>
          </p:cNvGrpSpPr>
          <p:nvPr/>
        </p:nvGrpSpPr>
        <p:grpSpPr bwMode="auto">
          <a:xfrm>
            <a:off x="5029100" y="532275"/>
            <a:ext cx="3341687" cy="1817688"/>
            <a:chOff x="4921442" y="3712470"/>
            <a:chExt cx="3341688" cy="1817611"/>
          </a:xfrm>
        </p:grpSpPr>
        <p:grpSp>
          <p:nvGrpSpPr>
            <p:cNvPr id="39979" name="Group 4">
              <a:extLst>
                <a:ext uri="{FF2B5EF4-FFF2-40B4-BE49-F238E27FC236}">
                  <a16:creationId xmlns:a16="http://schemas.microsoft.com/office/drawing/2014/main" id="{21F7A71F-2181-46EA-2892-E995878CDB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21442" y="3847330"/>
              <a:ext cx="3341688" cy="1682751"/>
              <a:chOff x="639" y="1382"/>
              <a:chExt cx="2105" cy="1060"/>
            </a:xfrm>
          </p:grpSpPr>
          <p:sp>
            <p:nvSpPr>
              <p:cNvPr id="58" name="Rectangle 5">
                <a:extLst>
                  <a:ext uri="{FF2B5EF4-FFF2-40B4-BE49-F238E27FC236}">
                    <a16:creationId xmlns:a16="http://schemas.microsoft.com/office/drawing/2014/main" id="{AD6B4740-8C8B-9AB1-C6F8-7592665AAE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59" name="Rectangle 6">
                <a:extLst>
                  <a:ext uri="{FF2B5EF4-FFF2-40B4-BE49-F238E27FC236}">
                    <a16:creationId xmlns:a16="http://schemas.microsoft.com/office/drawing/2014/main" id="{E9DA3072-C48A-D8C2-991D-CEBE65F2A2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7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  <a:sym typeface="Symbol" panose="05050102010706020507" pitchFamily="18" charset="2"/>
                  </a:rPr>
                  <a:t></a:t>
                </a:r>
                <a:endPara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endParaRPr>
              </a:p>
            </p:txBody>
          </p:sp>
          <p:sp>
            <p:nvSpPr>
              <p:cNvPr id="60" name="Rectangle 7">
                <a:extLst>
                  <a:ext uri="{FF2B5EF4-FFF2-40B4-BE49-F238E27FC236}">
                    <a16:creationId xmlns:a16="http://schemas.microsoft.com/office/drawing/2014/main" id="{FEB90B44-0353-7AB7-E43E-5A9948EC07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7" y="21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61" name="Rectangle 8">
                <a:extLst>
                  <a:ext uri="{FF2B5EF4-FFF2-40B4-BE49-F238E27FC236}">
                    <a16:creationId xmlns:a16="http://schemas.microsoft.com/office/drawing/2014/main" id="{6CE86D3C-60D5-B237-5872-2E7A48A6E4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" y="21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62" name="Rectangle 9">
                <a:extLst>
                  <a:ext uri="{FF2B5EF4-FFF2-40B4-BE49-F238E27FC236}">
                    <a16:creationId xmlns:a16="http://schemas.microsoft.com/office/drawing/2014/main" id="{7AD3B622-C707-5AAB-6035-3EFF8BB139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63" name="Rectangle 10">
                <a:extLst>
                  <a:ext uri="{FF2B5EF4-FFF2-40B4-BE49-F238E27FC236}">
                    <a16:creationId xmlns:a16="http://schemas.microsoft.com/office/drawing/2014/main" id="{8128B698-1A44-459A-0BC7-D49E97D981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7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64" name="Rectangle 11">
                <a:extLst>
                  <a:ext uri="{FF2B5EF4-FFF2-40B4-BE49-F238E27FC236}">
                    <a16:creationId xmlns:a16="http://schemas.microsoft.com/office/drawing/2014/main" id="{47418A8C-003D-D3F0-554B-15DCA825EF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7" y="1842"/>
                <a:ext cx="400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0</a:t>
                </a:r>
              </a:p>
            </p:txBody>
          </p:sp>
          <p:sp>
            <p:nvSpPr>
              <p:cNvPr id="65" name="Rectangle 12">
                <a:extLst>
                  <a:ext uri="{FF2B5EF4-FFF2-40B4-BE49-F238E27FC236}">
                    <a16:creationId xmlns:a16="http://schemas.microsoft.com/office/drawing/2014/main" id="{AC89F846-3353-74D6-C02D-193E5DCCC8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" y="1842"/>
                <a:ext cx="401" cy="300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None/>
                  <a:defRPr/>
                </a:pPr>
                <a:r>
                  <a:rPr lang="en-US" altLang="zh-CN" dirty="0">
                    <a:effectLst>
                      <a:outerShdw blurRad="38100" dist="38100" dir="2700000" algn="tl">
                        <a:srgbClr val="00000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39989" name="Line 13">
                <a:extLst>
                  <a:ext uri="{FF2B5EF4-FFF2-40B4-BE49-F238E27FC236}">
                    <a16:creationId xmlns:a16="http://schemas.microsoft.com/office/drawing/2014/main" id="{19C20BCE-AE7F-E11C-86DA-06FA09F927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0" name="Line 14">
                <a:extLst>
                  <a:ext uri="{FF2B5EF4-FFF2-40B4-BE49-F238E27FC236}">
                    <a16:creationId xmlns:a16="http://schemas.microsoft.com/office/drawing/2014/main" id="{F2433682-53CB-0B0E-CFD1-3D03C8F6B5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2142"/>
                <a:ext cx="160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1" name="Line 15">
                <a:extLst>
                  <a:ext uri="{FF2B5EF4-FFF2-40B4-BE49-F238E27FC236}">
                    <a16:creationId xmlns:a16="http://schemas.microsoft.com/office/drawing/2014/main" id="{20F46C44-9EFE-3CA0-5C10-73472F2BD5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2442"/>
                <a:ext cx="1602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2" name="Line 16">
                <a:extLst>
                  <a:ext uri="{FF2B5EF4-FFF2-40B4-BE49-F238E27FC236}">
                    <a16:creationId xmlns:a16="http://schemas.microsoft.com/office/drawing/2014/main" id="{55481E6B-E1AF-9D5B-BB6A-3D65A71481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6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3" name="Line 17">
                <a:extLst>
                  <a:ext uri="{FF2B5EF4-FFF2-40B4-BE49-F238E27FC236}">
                    <a16:creationId xmlns:a16="http://schemas.microsoft.com/office/drawing/2014/main" id="{9338117F-20C6-18B4-365D-5820818A07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4" name="Line 18">
                <a:extLst>
                  <a:ext uri="{FF2B5EF4-FFF2-40B4-BE49-F238E27FC236}">
                    <a16:creationId xmlns:a16="http://schemas.microsoft.com/office/drawing/2014/main" id="{7674AE1D-7012-A12B-E2EF-3FD387B7A9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07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5" name="Line 19">
                <a:extLst>
                  <a:ext uri="{FF2B5EF4-FFF2-40B4-BE49-F238E27FC236}">
                    <a16:creationId xmlns:a16="http://schemas.microsoft.com/office/drawing/2014/main" id="{CC4D8BFE-3490-1FD9-FFDD-EBB6283DD5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8" y="1842"/>
                <a:ext cx="0" cy="6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6" name="Line 20">
                <a:extLst>
                  <a:ext uri="{FF2B5EF4-FFF2-40B4-BE49-F238E27FC236}">
                    <a16:creationId xmlns:a16="http://schemas.microsoft.com/office/drawing/2014/main" id="{81F87042-238F-AECE-0FE0-3160C0CB2C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08" y="1842"/>
                <a:ext cx="0" cy="60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997" name="Line 21">
                <a:extLst>
                  <a:ext uri="{FF2B5EF4-FFF2-40B4-BE49-F238E27FC236}">
                    <a16:creationId xmlns:a16="http://schemas.microsoft.com/office/drawing/2014/main" id="{8957DF1D-2D14-3782-4F47-52E368D290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734" y="1525"/>
                <a:ext cx="272" cy="317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5" name="Rectangle 22">
                <a:extLst>
                  <a:ext uri="{FF2B5EF4-FFF2-40B4-BE49-F238E27FC236}">
                    <a16:creationId xmlns:a16="http://schemas.microsoft.com/office/drawing/2014/main" id="{3496D69C-6BF7-9AB2-88FC-1BF036A30E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8" y="1389"/>
                <a:ext cx="294" cy="25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B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endParaRPr>
              </a:p>
            </p:txBody>
          </p:sp>
          <p:sp>
            <p:nvSpPr>
              <p:cNvPr id="76" name="Rectangle 23">
                <a:extLst>
                  <a:ext uri="{FF2B5EF4-FFF2-40B4-BE49-F238E27FC236}">
                    <a16:creationId xmlns:a16="http://schemas.microsoft.com/office/drawing/2014/main" id="{60249AB8-4C62-15E2-076D-8F50E96F0C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4" y="1382"/>
                <a:ext cx="324" cy="25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Q</a:t>
                </a:r>
                <a:r>
                  <a:rPr lang="en-US" altLang="zh-CN" baseline="-25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A</a:t>
                </a:r>
                <a:endPara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endParaRPr>
              </a:p>
            </p:txBody>
          </p:sp>
          <p:sp>
            <p:nvSpPr>
              <p:cNvPr id="77" name="Rectangle 24">
                <a:extLst>
                  <a:ext uri="{FF2B5EF4-FFF2-40B4-BE49-F238E27FC236}">
                    <a16:creationId xmlns:a16="http://schemas.microsoft.com/office/drawing/2014/main" id="{E80D36F4-E682-9DFA-EC18-FFAE8A740B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9" y="1567"/>
                <a:ext cx="295" cy="252"/>
              </a:xfrm>
              <a:prstGeom prst="rect">
                <a:avLst/>
              </a:prstGeom>
              <a:noFill/>
              <a:ln w="2857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en-US" altLang="zh-CN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Q</a:t>
                </a:r>
                <a:r>
                  <a:rPr lang="en-US" altLang="zh-CN" baseline="-3000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cs typeface="Times New Roman" pitchFamily="18" charset="0"/>
                  </a:rPr>
                  <a:t>C</a:t>
                </a:r>
              </a:p>
            </p:txBody>
          </p:sp>
          <p:sp>
            <p:nvSpPr>
              <p:cNvPr id="40001" name="Text Box 25">
                <a:extLst>
                  <a:ext uri="{FF2B5EF4-FFF2-40B4-BE49-F238E27FC236}">
                    <a16:creationId xmlns:a16="http://schemas.microsoft.com/office/drawing/2014/main" id="{A2BE2528-9B86-9813-4758-FA424C59F7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20" y="1570"/>
                <a:ext cx="172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 dirty="0">
                    <a:latin typeface="Georgia" panose="02040502050405020303" pitchFamily="18" charset="0"/>
                  </a:rPr>
                  <a:t> 0</a:t>
                </a:r>
                <a:r>
                  <a:rPr lang="en-US" altLang="zh-CN" sz="2400" dirty="0">
                    <a:solidFill>
                      <a:srgbClr val="FFC000"/>
                    </a:solidFill>
                    <a:latin typeface="Georgia" panose="02040502050405020303" pitchFamily="18" charset="0"/>
                  </a:rPr>
                  <a:t>0</a:t>
                </a:r>
                <a:r>
                  <a:rPr lang="en-US" altLang="zh-CN" sz="2400" dirty="0">
                    <a:latin typeface="Georgia" panose="02040502050405020303" pitchFamily="18" charset="0"/>
                  </a:rPr>
                  <a:t>    0</a:t>
                </a:r>
                <a:r>
                  <a:rPr lang="en-US" altLang="zh-CN" sz="2400" dirty="0">
                    <a:solidFill>
                      <a:srgbClr val="FFC000"/>
                    </a:solidFill>
                    <a:latin typeface="Georgia" panose="02040502050405020303" pitchFamily="18" charset="0"/>
                  </a:rPr>
                  <a:t>1</a:t>
                </a:r>
                <a:r>
                  <a:rPr lang="en-US" altLang="zh-CN" sz="2400" dirty="0">
                    <a:latin typeface="Georgia" panose="02040502050405020303" pitchFamily="18" charset="0"/>
                  </a:rPr>
                  <a:t>    1</a:t>
                </a:r>
                <a:r>
                  <a:rPr lang="en-US" altLang="zh-CN" sz="2400" dirty="0">
                    <a:solidFill>
                      <a:srgbClr val="FFC000"/>
                    </a:solidFill>
                    <a:latin typeface="Georgia" panose="02040502050405020303" pitchFamily="18" charset="0"/>
                  </a:rPr>
                  <a:t>1</a:t>
                </a:r>
                <a:r>
                  <a:rPr lang="en-US" altLang="zh-CN" sz="2400" dirty="0">
                    <a:latin typeface="Georgia" panose="02040502050405020303" pitchFamily="18" charset="0"/>
                  </a:rPr>
                  <a:t>     1</a:t>
                </a:r>
                <a:r>
                  <a:rPr lang="en-US" altLang="zh-CN" sz="2400" dirty="0">
                    <a:solidFill>
                      <a:srgbClr val="FFC000"/>
                    </a:solidFill>
                    <a:latin typeface="Georgia" panose="02040502050405020303" pitchFamily="18" charset="0"/>
                  </a:rPr>
                  <a:t>0</a:t>
                </a:r>
              </a:p>
            </p:txBody>
          </p:sp>
          <p:sp>
            <p:nvSpPr>
              <p:cNvPr id="40002" name="Text Box 26">
                <a:extLst>
                  <a:ext uri="{FF2B5EF4-FFF2-40B4-BE49-F238E27FC236}">
                    <a16:creationId xmlns:a16="http://schemas.microsoft.com/office/drawing/2014/main" id="{DA8437ED-127C-8574-D15F-AE4CC63320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4" y="1797"/>
                <a:ext cx="272" cy="6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0</a:t>
                </a:r>
              </a:p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1</a:t>
                </a:r>
              </a:p>
            </p:txBody>
          </p:sp>
        </p:grpSp>
        <p:sp>
          <p:nvSpPr>
            <p:cNvPr id="105" name="Rectangle 23">
              <a:extLst>
                <a:ext uri="{FF2B5EF4-FFF2-40B4-BE49-F238E27FC236}">
                  <a16:creationId xmlns:a16="http://schemas.microsoft.com/office/drawing/2014/main" id="{74A88148-F273-DB6B-1F96-CF749E386A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1142" y="3712470"/>
              <a:ext cx="819150" cy="400033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An+1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endParaRPr>
            </a:p>
          </p:txBody>
        </p:sp>
      </p:grpSp>
      <p:sp>
        <p:nvSpPr>
          <p:cNvPr id="117" name="文本框 116">
            <a:extLst>
              <a:ext uri="{FF2B5EF4-FFF2-40B4-BE49-F238E27FC236}">
                <a16:creationId xmlns:a16="http://schemas.microsoft.com/office/drawing/2014/main" id="{D295CADA-098B-B74E-B9A0-E3DE036D44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9550" y="2527763"/>
            <a:ext cx="28575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         —</a:t>
            </a:r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Q</a:t>
            </a:r>
            <a:r>
              <a:rPr lang="en-US" altLang="zh-CN" sz="2400" baseline="-25000" dirty="0"/>
              <a:t>An+1</a:t>
            </a:r>
            <a:r>
              <a:rPr lang="en-US" altLang="zh-CN" sz="2400" dirty="0"/>
              <a:t>=Q</a:t>
            </a:r>
            <a:r>
              <a:rPr lang="en-US" altLang="zh-CN" sz="2400" baseline="-25000" dirty="0"/>
              <a:t>A</a:t>
            </a:r>
            <a:endParaRPr lang="zh-CN" altLang="en-US" sz="2400" baseline="-25000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05D38838-9A9F-B964-4E1A-C4111C196260}"/>
              </a:ext>
            </a:extLst>
          </p:cNvPr>
          <p:cNvGrpSpPr>
            <a:grpSpLocks/>
          </p:cNvGrpSpPr>
          <p:nvPr/>
        </p:nvGrpSpPr>
        <p:grpSpPr bwMode="auto">
          <a:xfrm>
            <a:off x="611560" y="3861009"/>
            <a:ext cx="3341687" cy="1683500"/>
            <a:chOff x="639" y="1382"/>
            <a:chExt cx="2105" cy="1060"/>
          </a:xfrm>
        </p:grpSpPr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71A34D38-1EC3-CDE1-C8C9-6D5543ACB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1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0AC823AE-76CC-738F-F3DC-C12FCF546F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7" y="21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34D239B-006A-1B88-A7FF-E6F57E8B4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7" y="21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F7D7659-8FC5-2209-57DF-F2BB3F43D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" y="21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1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F2AAF20-57A8-5F29-2EC1-601CC27A69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8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447D35C-4F5D-4A55-0F07-7E7B0EF8BC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7" y="18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0BDE59F-5CF7-CE92-CCAE-EF49D9B77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7" y="18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66F7E85-1809-F37D-E861-D51FDE441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" y="18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8EB75856-80E2-0499-6D96-C41E4F317A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" y="1842"/>
              <a:ext cx="160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1A622F58-300D-A2A2-BD1F-6364A08998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" y="2142"/>
              <a:ext cx="160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5">
              <a:extLst>
                <a:ext uri="{FF2B5EF4-FFF2-40B4-BE49-F238E27FC236}">
                  <a16:creationId xmlns:a16="http://schemas.microsoft.com/office/drawing/2014/main" id="{5E479F67-ABC4-9BEF-FDC2-E000474B42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" y="2442"/>
              <a:ext cx="160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6">
              <a:extLst>
                <a:ext uri="{FF2B5EF4-FFF2-40B4-BE49-F238E27FC236}">
                  <a16:creationId xmlns:a16="http://schemas.microsoft.com/office/drawing/2014/main" id="{13EF6D1C-9D52-9C03-1993-FEC4844503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" y="1842"/>
              <a:ext cx="0" cy="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7">
              <a:extLst>
                <a:ext uri="{FF2B5EF4-FFF2-40B4-BE49-F238E27FC236}">
                  <a16:creationId xmlns:a16="http://schemas.microsoft.com/office/drawing/2014/main" id="{772861F7-6D48-90C9-D9A9-234CF1EF33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7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8">
              <a:extLst>
                <a:ext uri="{FF2B5EF4-FFF2-40B4-BE49-F238E27FC236}">
                  <a16:creationId xmlns:a16="http://schemas.microsoft.com/office/drawing/2014/main" id="{7FFBD698-D823-5C5A-B399-9578EEB7E6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7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9F50E934-97B5-E62E-44C2-46A56D4AC6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20">
              <a:extLst>
                <a:ext uri="{FF2B5EF4-FFF2-40B4-BE49-F238E27FC236}">
                  <a16:creationId xmlns:a16="http://schemas.microsoft.com/office/drawing/2014/main" id="{C4FC4389-EE46-3FAC-E872-E4743CF77F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8" y="1842"/>
              <a:ext cx="0" cy="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Line 21">
              <a:extLst>
                <a:ext uri="{FF2B5EF4-FFF2-40B4-BE49-F238E27FC236}">
                  <a16:creationId xmlns:a16="http://schemas.microsoft.com/office/drawing/2014/main" id="{1192AFA5-8D2A-27A2-F97B-157DBFD80C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34" y="1525"/>
              <a:ext cx="272" cy="3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Rectangle 22">
              <a:extLst>
                <a:ext uri="{FF2B5EF4-FFF2-40B4-BE49-F238E27FC236}">
                  <a16:creationId xmlns:a16="http://schemas.microsoft.com/office/drawing/2014/main" id="{1B896227-3400-198C-4E3D-1D3C35CD1E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" y="1389"/>
              <a:ext cx="294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B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endParaRPr>
            </a:p>
          </p:txBody>
        </p:sp>
        <p:sp>
          <p:nvSpPr>
            <p:cNvPr id="28" name="Rectangle 23">
              <a:extLst>
                <a:ext uri="{FF2B5EF4-FFF2-40B4-BE49-F238E27FC236}">
                  <a16:creationId xmlns:a16="http://schemas.microsoft.com/office/drawing/2014/main" id="{998FA5A5-8BE7-214B-48BA-8DD416EBCF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" y="1382"/>
              <a:ext cx="324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A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endParaRPr>
            </a:p>
          </p:txBody>
        </p:sp>
        <p:sp>
          <p:nvSpPr>
            <p:cNvPr id="30" name="Rectangle 24">
              <a:extLst>
                <a:ext uri="{FF2B5EF4-FFF2-40B4-BE49-F238E27FC236}">
                  <a16:creationId xmlns:a16="http://schemas.microsoft.com/office/drawing/2014/main" id="{FAF7D9CD-0E1B-2CA9-B9BD-4B3BA856A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" y="1567"/>
              <a:ext cx="295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Q</a:t>
              </a:r>
              <a:r>
                <a: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C</a:t>
              </a:r>
            </a:p>
          </p:txBody>
        </p:sp>
        <p:sp>
          <p:nvSpPr>
            <p:cNvPr id="32" name="Text Box 25">
              <a:extLst>
                <a:ext uri="{FF2B5EF4-FFF2-40B4-BE49-F238E27FC236}">
                  <a16:creationId xmlns:a16="http://schemas.microsoft.com/office/drawing/2014/main" id="{7860F96D-5840-43D6-601E-8982011446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1570"/>
              <a:ext cx="17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 00    01    11     10</a:t>
              </a:r>
            </a:p>
          </p:txBody>
        </p:sp>
        <p:sp>
          <p:nvSpPr>
            <p:cNvPr id="33" name="Text Box 26">
              <a:extLst>
                <a:ext uri="{FF2B5EF4-FFF2-40B4-BE49-F238E27FC236}">
                  <a16:creationId xmlns:a16="http://schemas.microsoft.com/office/drawing/2014/main" id="{713327E4-25C7-3AEE-133D-3C7C4320A9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4" y="1797"/>
              <a:ext cx="272" cy="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0</a:t>
              </a:r>
            </a:p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1</a:t>
              </a:r>
            </a:p>
          </p:txBody>
        </p:sp>
      </p:grpSp>
      <p:grpSp>
        <p:nvGrpSpPr>
          <p:cNvPr id="34" name="Group 4">
            <a:extLst>
              <a:ext uri="{FF2B5EF4-FFF2-40B4-BE49-F238E27FC236}">
                <a16:creationId xmlns:a16="http://schemas.microsoft.com/office/drawing/2014/main" id="{DD0BD621-3DB3-F962-82FE-FEC8F7AA7B1F}"/>
              </a:ext>
            </a:extLst>
          </p:cNvPr>
          <p:cNvGrpSpPr>
            <a:grpSpLocks/>
          </p:cNvGrpSpPr>
          <p:nvPr/>
        </p:nvGrpSpPr>
        <p:grpSpPr bwMode="auto">
          <a:xfrm>
            <a:off x="4216435" y="3861009"/>
            <a:ext cx="3341687" cy="1683500"/>
            <a:chOff x="639" y="1382"/>
            <a:chExt cx="2105" cy="1060"/>
          </a:xfrm>
        </p:grpSpPr>
        <p:sp>
          <p:nvSpPr>
            <p:cNvPr id="43" name="Rectangle 5">
              <a:extLst>
                <a:ext uri="{FF2B5EF4-FFF2-40B4-BE49-F238E27FC236}">
                  <a16:creationId xmlns:a16="http://schemas.microsoft.com/office/drawing/2014/main" id="{367BA730-0DC5-B444-1760-D19A66E146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1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4" name="Rectangle 6">
              <a:extLst>
                <a:ext uri="{FF2B5EF4-FFF2-40B4-BE49-F238E27FC236}">
                  <a16:creationId xmlns:a16="http://schemas.microsoft.com/office/drawing/2014/main" id="{91FF9052-8197-E3E0-DD69-A2F82A4C1B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7" y="21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5" name="Rectangle 7">
              <a:extLst>
                <a:ext uri="{FF2B5EF4-FFF2-40B4-BE49-F238E27FC236}">
                  <a16:creationId xmlns:a16="http://schemas.microsoft.com/office/drawing/2014/main" id="{29501DB2-B84F-7D8D-87AA-443042F35E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7" y="21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1</a:t>
              </a:r>
            </a:p>
          </p:txBody>
        </p:sp>
        <p:sp>
          <p:nvSpPr>
            <p:cNvPr id="46" name="Rectangle 8">
              <a:extLst>
                <a:ext uri="{FF2B5EF4-FFF2-40B4-BE49-F238E27FC236}">
                  <a16:creationId xmlns:a16="http://schemas.microsoft.com/office/drawing/2014/main" id="{5D1511F1-F0CC-9653-C064-CA995478CC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" y="21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7" name="Rectangle 9">
              <a:extLst>
                <a:ext uri="{FF2B5EF4-FFF2-40B4-BE49-F238E27FC236}">
                  <a16:creationId xmlns:a16="http://schemas.microsoft.com/office/drawing/2014/main" id="{63350AC4-382C-FCB8-97B5-F7F09234DC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18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8" name="Rectangle 10">
              <a:extLst>
                <a:ext uri="{FF2B5EF4-FFF2-40B4-BE49-F238E27FC236}">
                  <a16:creationId xmlns:a16="http://schemas.microsoft.com/office/drawing/2014/main" id="{F7E51FFB-4B22-1075-BCE8-76E4672DD0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7" y="18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1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49" name="Rectangle 11">
              <a:extLst>
                <a:ext uri="{FF2B5EF4-FFF2-40B4-BE49-F238E27FC236}">
                  <a16:creationId xmlns:a16="http://schemas.microsoft.com/office/drawing/2014/main" id="{CEE3B45A-0C57-3F1C-4B54-ADC718D81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7" y="1842"/>
              <a:ext cx="400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1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0" name="Rectangle 12">
              <a:extLst>
                <a:ext uri="{FF2B5EF4-FFF2-40B4-BE49-F238E27FC236}">
                  <a16:creationId xmlns:a16="http://schemas.microsoft.com/office/drawing/2014/main" id="{2F0B546F-4424-4302-F9D8-97B0E8968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" y="1842"/>
              <a:ext cx="401" cy="300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zh-CN" dirty="0">
                  <a:effectLst>
                    <a:outerShdw blurRad="38100" dist="38100" dir="2700000" algn="tl">
                      <a:srgbClr val="000000"/>
                    </a:outerShdw>
                  </a:effectLst>
                  <a:sym typeface="Symbol" panose="05050102010706020507" pitchFamily="18" charset="2"/>
                </a:rPr>
                <a:t></a:t>
              </a:r>
              <a:endParaRPr lang="en-US" altLang="zh-CN" dirty="0">
                <a:effectLst>
                  <a:outerShdw blurRad="38100" dist="38100" dir="2700000" algn="tl">
                    <a:srgbClr val="000000"/>
                  </a:outerShdw>
                </a:effectLst>
              </a:endParaRPr>
            </a:p>
          </p:txBody>
        </p:sp>
        <p:sp>
          <p:nvSpPr>
            <p:cNvPr id="51" name="Line 13">
              <a:extLst>
                <a:ext uri="{FF2B5EF4-FFF2-40B4-BE49-F238E27FC236}">
                  <a16:creationId xmlns:a16="http://schemas.microsoft.com/office/drawing/2014/main" id="{278BB482-5922-1115-41EC-ACE501FC6F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" y="1842"/>
              <a:ext cx="160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14">
              <a:extLst>
                <a:ext uri="{FF2B5EF4-FFF2-40B4-BE49-F238E27FC236}">
                  <a16:creationId xmlns:a16="http://schemas.microsoft.com/office/drawing/2014/main" id="{4775E3DB-CA93-4E38-0652-AA29C8A9B5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" y="2142"/>
              <a:ext cx="160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15">
              <a:extLst>
                <a:ext uri="{FF2B5EF4-FFF2-40B4-BE49-F238E27FC236}">
                  <a16:creationId xmlns:a16="http://schemas.microsoft.com/office/drawing/2014/main" id="{B3373DD8-9CBF-9861-256B-C804222632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" y="2442"/>
              <a:ext cx="160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16">
              <a:extLst>
                <a:ext uri="{FF2B5EF4-FFF2-40B4-BE49-F238E27FC236}">
                  <a16:creationId xmlns:a16="http://schemas.microsoft.com/office/drawing/2014/main" id="{F19DF225-989A-2D9A-1DE5-75918264E7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" y="1842"/>
              <a:ext cx="0" cy="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Line 17">
              <a:extLst>
                <a:ext uri="{FF2B5EF4-FFF2-40B4-BE49-F238E27FC236}">
                  <a16:creationId xmlns:a16="http://schemas.microsoft.com/office/drawing/2014/main" id="{733EDAF6-4B5F-89B8-454D-016F196527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7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Line 18">
              <a:extLst>
                <a:ext uri="{FF2B5EF4-FFF2-40B4-BE49-F238E27FC236}">
                  <a16:creationId xmlns:a16="http://schemas.microsoft.com/office/drawing/2014/main" id="{04363EBE-F2E6-B5D8-7BB4-23165AFC8B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7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Line 19">
              <a:extLst>
                <a:ext uri="{FF2B5EF4-FFF2-40B4-BE49-F238E27FC236}">
                  <a16:creationId xmlns:a16="http://schemas.microsoft.com/office/drawing/2014/main" id="{A90E16FA-BF76-0CA8-FD95-A5F16A24A3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1842"/>
              <a:ext cx="0" cy="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Line 20">
              <a:extLst>
                <a:ext uri="{FF2B5EF4-FFF2-40B4-BE49-F238E27FC236}">
                  <a16:creationId xmlns:a16="http://schemas.microsoft.com/office/drawing/2014/main" id="{38397B7A-73E2-4CD3-705A-668EB80A9F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8" y="1842"/>
              <a:ext cx="0" cy="60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Line 21">
              <a:extLst>
                <a:ext uri="{FF2B5EF4-FFF2-40B4-BE49-F238E27FC236}">
                  <a16:creationId xmlns:a16="http://schemas.microsoft.com/office/drawing/2014/main" id="{DCA9B8B8-625E-46D3-5000-DE44CD822D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34" y="1525"/>
              <a:ext cx="272" cy="3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Rectangle 22">
              <a:extLst>
                <a:ext uri="{FF2B5EF4-FFF2-40B4-BE49-F238E27FC236}">
                  <a16:creationId xmlns:a16="http://schemas.microsoft.com/office/drawing/2014/main" id="{D205A08C-8B8D-4A56-C598-EC5FD0AF5B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" y="1389"/>
              <a:ext cx="294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B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endParaRPr>
            </a:p>
          </p:txBody>
        </p:sp>
        <p:sp>
          <p:nvSpPr>
            <p:cNvPr id="72" name="Rectangle 23">
              <a:extLst>
                <a:ext uri="{FF2B5EF4-FFF2-40B4-BE49-F238E27FC236}">
                  <a16:creationId xmlns:a16="http://schemas.microsoft.com/office/drawing/2014/main" id="{2EF83BAE-2AC8-B3D9-0738-9BDB2BE49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4" y="1382"/>
              <a:ext cx="324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Q</a:t>
              </a:r>
              <a:r>
                <a:rPr lang="en-US" altLang="zh-CN" baseline="-25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A</a:t>
              </a:r>
              <a:endParaRPr lang="en-US" altLang="zh-CN" baseline="-30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endParaRPr>
            </a:p>
          </p:txBody>
        </p:sp>
        <p:sp>
          <p:nvSpPr>
            <p:cNvPr id="73" name="Rectangle 24">
              <a:extLst>
                <a:ext uri="{FF2B5EF4-FFF2-40B4-BE49-F238E27FC236}">
                  <a16:creationId xmlns:a16="http://schemas.microsoft.com/office/drawing/2014/main" id="{A0F5BFC3-DCCE-3B64-71C3-163B15E7B7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9" y="1567"/>
              <a:ext cx="295" cy="252"/>
            </a:xfrm>
            <a:prstGeom prst="rect">
              <a:avLst/>
            </a:prstGeom>
            <a:noFill/>
            <a:ln w="2857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Q</a:t>
              </a:r>
              <a:r>
                <a:rPr lang="en-US" altLang="zh-CN" baseline="-3000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cs typeface="Times New Roman" pitchFamily="18" charset="0"/>
                </a:rPr>
                <a:t>C</a:t>
              </a:r>
            </a:p>
          </p:txBody>
        </p:sp>
        <p:sp>
          <p:nvSpPr>
            <p:cNvPr id="74" name="Text Box 25">
              <a:extLst>
                <a:ext uri="{FF2B5EF4-FFF2-40B4-BE49-F238E27FC236}">
                  <a16:creationId xmlns:a16="http://schemas.microsoft.com/office/drawing/2014/main" id="{D0FEC681-4478-474B-CC77-5170CB893B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0" y="1570"/>
              <a:ext cx="17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dirty="0">
                  <a:latin typeface="Georgia" panose="02040502050405020303" pitchFamily="18" charset="0"/>
                </a:rPr>
                <a:t> 00    01    11     10</a:t>
              </a:r>
            </a:p>
          </p:txBody>
        </p:sp>
        <p:sp>
          <p:nvSpPr>
            <p:cNvPr id="78" name="Text Box 26">
              <a:extLst>
                <a:ext uri="{FF2B5EF4-FFF2-40B4-BE49-F238E27FC236}">
                  <a16:creationId xmlns:a16="http://schemas.microsoft.com/office/drawing/2014/main" id="{41D53FC8-5222-FFCF-A031-5FFDAA7AB6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4" y="1797"/>
              <a:ext cx="272" cy="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0</a:t>
              </a:r>
            </a:p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1</a:t>
              </a:r>
            </a:p>
          </p:txBody>
        </p:sp>
      </p:grpSp>
      <p:sp>
        <p:nvSpPr>
          <p:cNvPr id="79" name="Rectangle 23">
            <a:extLst>
              <a:ext uri="{FF2B5EF4-FFF2-40B4-BE49-F238E27FC236}">
                <a16:creationId xmlns:a16="http://schemas.microsoft.com/office/drawing/2014/main" id="{0C3492E4-62AA-BADF-CBFD-CA3F404166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2401" y="3479169"/>
            <a:ext cx="449883" cy="40011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J</a:t>
            </a:r>
            <a:r>
              <a:rPr lang="en-US" altLang="zh-CN" baseline="-25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A</a:t>
            </a:r>
            <a:endParaRPr lang="en-US" altLang="zh-CN" baseline="-30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</p:txBody>
      </p:sp>
      <p:sp>
        <p:nvSpPr>
          <p:cNvPr id="80" name="Rectangle 23">
            <a:extLst>
              <a:ext uri="{FF2B5EF4-FFF2-40B4-BE49-F238E27FC236}">
                <a16:creationId xmlns:a16="http://schemas.microsoft.com/office/drawing/2014/main" id="{641C9862-069F-05B1-2CF7-4569FD4B6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4755" y="3549898"/>
            <a:ext cx="449883" cy="400110"/>
          </a:xfrm>
          <a:prstGeom prst="rect">
            <a:avLst/>
          </a:prstGeom>
          <a:noFill/>
          <a:ln w="285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K</a:t>
            </a:r>
            <a:r>
              <a:rPr lang="en-US" altLang="zh-CN" baseline="-2500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A</a:t>
            </a:r>
            <a:endParaRPr lang="en-US" altLang="zh-CN" baseline="-30000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B5FB33B2-DE25-8AF8-4BD0-3142C111A1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8476" y="5856662"/>
            <a:ext cx="1482976" cy="328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K</a:t>
            </a:r>
            <a:r>
              <a:rPr lang="en-US" altLang="zh-CN" sz="2400" baseline="-25000" dirty="0"/>
              <a:t>A</a:t>
            </a:r>
            <a:r>
              <a:rPr lang="en-US" altLang="zh-CN" sz="2400" dirty="0"/>
              <a:t>= 1</a:t>
            </a:r>
            <a:endParaRPr lang="zh-CN" altLang="en-US" sz="2400" baseline="-25000" dirty="0"/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28494E82-F00C-0980-0A9D-97A7317EF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0796" y="5845094"/>
            <a:ext cx="1482976" cy="328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J</a:t>
            </a:r>
            <a:r>
              <a:rPr lang="en-US" altLang="zh-CN" sz="2400" baseline="-25000" dirty="0"/>
              <a:t>A</a:t>
            </a:r>
            <a:r>
              <a:rPr lang="en-US" altLang="zh-CN" sz="2400" dirty="0"/>
              <a:t>=1</a:t>
            </a:r>
            <a:endParaRPr lang="zh-CN" altLang="en-US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2749506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/>
      <p:bldP spid="79" grpId="0"/>
      <p:bldP spid="80" grpId="0"/>
      <p:bldP spid="92" grpId="0"/>
      <p:bldP spid="9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0D9242-0535-272B-D3FB-8641D2E61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E82F30-7BCD-7F12-E053-B86A5A80C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E1AF02-7B09-44E2-84F9-43B0AAE72710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3A239AA-2F5F-9F98-2CF3-856E86AB33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648" y="2204864"/>
            <a:ext cx="1482976" cy="328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J</a:t>
            </a:r>
            <a:r>
              <a:rPr lang="en-US" altLang="zh-CN" sz="2400" baseline="-25000" dirty="0"/>
              <a:t>C</a:t>
            </a:r>
            <a:r>
              <a:rPr lang="en-US" altLang="zh-CN" sz="2400" dirty="0"/>
              <a:t>=Q</a:t>
            </a:r>
            <a:r>
              <a:rPr lang="en-US" altLang="zh-CN" sz="2400" baseline="-25000" dirty="0"/>
              <a:t>B</a:t>
            </a:r>
            <a:r>
              <a:rPr lang="en-US" altLang="zh-CN" sz="2400" dirty="0"/>
              <a:t>Q</a:t>
            </a:r>
            <a:r>
              <a:rPr lang="en-US" altLang="zh-CN" sz="2400" baseline="-25000" dirty="0"/>
              <a:t>A</a:t>
            </a:r>
            <a:endParaRPr lang="zh-CN" altLang="en-US" sz="2400" baseline="-25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31A2C0B-BF97-9A0B-02AF-02C0960AA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0429" y="2187545"/>
            <a:ext cx="1482976" cy="328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K</a:t>
            </a:r>
            <a:r>
              <a:rPr lang="en-US" altLang="zh-CN" sz="2400" baseline="-25000" dirty="0"/>
              <a:t>C</a:t>
            </a:r>
            <a:r>
              <a:rPr lang="en-US" altLang="zh-CN" sz="2400" dirty="0"/>
              <a:t>=Q</a:t>
            </a:r>
            <a:r>
              <a:rPr lang="en-US" altLang="zh-CN" sz="2400" baseline="-25000" dirty="0"/>
              <a:t>A</a:t>
            </a:r>
            <a:endParaRPr lang="zh-CN" altLang="en-US" sz="2400" baseline="-250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208DB1B-763B-AD83-4E50-1A325F734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5014740"/>
            <a:ext cx="3103563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             — —</a:t>
            </a:r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Z=Q</a:t>
            </a:r>
            <a:r>
              <a:rPr lang="en-US" altLang="zh-CN" sz="2400" baseline="-25000" dirty="0"/>
              <a:t>C</a:t>
            </a:r>
            <a:r>
              <a:rPr lang="en-US" altLang="zh-CN" sz="2400" dirty="0"/>
              <a:t>Q</a:t>
            </a:r>
            <a:r>
              <a:rPr lang="en-US" altLang="zh-CN" sz="2400" baseline="-25000" dirty="0"/>
              <a:t>A</a:t>
            </a:r>
            <a:r>
              <a:rPr lang="en-US" altLang="zh-CN" sz="2400" dirty="0"/>
              <a:t>+Q</a:t>
            </a:r>
            <a:r>
              <a:rPr lang="en-US" altLang="zh-CN" sz="2400" baseline="-25000" dirty="0"/>
              <a:t>C</a:t>
            </a:r>
            <a:r>
              <a:rPr lang="en-US" altLang="zh-CN" sz="2400" dirty="0"/>
              <a:t>Q</a:t>
            </a:r>
            <a:r>
              <a:rPr lang="en-US" altLang="zh-CN" sz="2400" baseline="-25000" dirty="0"/>
              <a:t>A</a:t>
            </a:r>
            <a:endParaRPr lang="zh-CN" altLang="en-US" sz="2400" baseline="-25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6ACE922-936F-EE27-592A-5CD66545D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1219105"/>
            <a:ext cx="506253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dirty="0"/>
              <a:t>用</a:t>
            </a:r>
            <a:r>
              <a:rPr lang="en-US" altLang="zh-CN" sz="2800" dirty="0">
                <a:solidFill>
                  <a:srgbClr val="FF9933"/>
                </a:solidFill>
              </a:rPr>
              <a:t>JK</a:t>
            </a:r>
            <a:r>
              <a:rPr lang="zh-CN" altLang="en-US" sz="2800" dirty="0">
                <a:solidFill>
                  <a:srgbClr val="FF9933"/>
                </a:solidFill>
              </a:rPr>
              <a:t>触发器</a:t>
            </a:r>
            <a:r>
              <a:rPr lang="zh-CN" altLang="en-US" sz="2800" dirty="0"/>
              <a:t>设计，激励方程为：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6DE0EA3-37AC-C484-205D-1A2DA0086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136" y="4294581"/>
            <a:ext cx="27940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dirty="0"/>
              <a:t>输出</a:t>
            </a:r>
            <a:r>
              <a:rPr lang="en-US" altLang="zh-CN" sz="2800" dirty="0"/>
              <a:t>Z</a:t>
            </a:r>
            <a:r>
              <a:rPr lang="zh-CN" altLang="en-US" sz="2800" dirty="0"/>
              <a:t>方程为：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AFC369B-EA5C-06B6-AD5D-B2E0A2D22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8328" y="4736509"/>
            <a:ext cx="353454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rgbClr val="FF9933"/>
                </a:solidFill>
              </a:rPr>
              <a:t>能否自启动？</a:t>
            </a:r>
            <a:endParaRPr lang="en-US" altLang="zh-CN" sz="2800" dirty="0">
              <a:solidFill>
                <a:srgbClr val="FF9933"/>
              </a:solidFill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dirty="0">
                <a:solidFill>
                  <a:srgbClr val="FF9933"/>
                </a:solidFill>
              </a:rPr>
              <a:t>请同学们自己检查！</a:t>
            </a:r>
            <a:endParaRPr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69E8BB4-600D-14D7-AA7A-9A9B32757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9683" y="2879433"/>
            <a:ext cx="1482976" cy="328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K</a:t>
            </a:r>
            <a:r>
              <a:rPr lang="en-US" altLang="zh-CN" sz="2400" baseline="-25000" dirty="0"/>
              <a:t>B</a:t>
            </a:r>
            <a:r>
              <a:rPr lang="en-US" altLang="zh-CN" sz="2400" dirty="0"/>
              <a:t>=Q</a:t>
            </a:r>
            <a:r>
              <a:rPr lang="en-US" altLang="zh-CN" sz="2400" baseline="-25000" dirty="0"/>
              <a:t>A</a:t>
            </a:r>
            <a:endParaRPr lang="zh-CN" altLang="en-US" sz="2400" baseline="-250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C68EA2C-1EFC-6519-4859-819BA544E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5860" y="2692654"/>
            <a:ext cx="1425035" cy="561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     —   </a:t>
            </a:r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J</a:t>
            </a:r>
            <a:r>
              <a:rPr lang="en-US" altLang="zh-CN" sz="2400" baseline="-25000" dirty="0"/>
              <a:t>B</a:t>
            </a:r>
            <a:r>
              <a:rPr lang="en-US" altLang="zh-CN" sz="2400" dirty="0"/>
              <a:t>=Q</a:t>
            </a:r>
            <a:r>
              <a:rPr lang="en-US" altLang="zh-CN" sz="2400" baseline="-25000" dirty="0"/>
              <a:t>C</a:t>
            </a:r>
            <a:r>
              <a:rPr lang="en-US" altLang="zh-CN" sz="2400" dirty="0"/>
              <a:t>Q</a:t>
            </a:r>
            <a:r>
              <a:rPr lang="en-US" altLang="zh-CN" sz="2400" baseline="-25000" dirty="0"/>
              <a:t>A</a:t>
            </a:r>
            <a:endParaRPr lang="zh-CN" altLang="en-US" sz="2400" baseline="-250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B2AFA96-F4A6-111E-C1D5-5F26A23DB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2080" y="3636906"/>
            <a:ext cx="1482976" cy="328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K</a:t>
            </a:r>
            <a:r>
              <a:rPr lang="en-US" altLang="zh-CN" sz="2400" baseline="-25000" dirty="0"/>
              <a:t>A</a:t>
            </a:r>
            <a:r>
              <a:rPr lang="en-US" altLang="zh-CN" sz="2400" dirty="0"/>
              <a:t>= 1</a:t>
            </a:r>
            <a:endParaRPr lang="zh-CN" altLang="en-US" sz="2400" baseline="-250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FE7F90A-CB4C-2674-3039-6553AF5887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1251" y="3658798"/>
            <a:ext cx="1482976" cy="328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dirty="0"/>
              <a:t>J</a:t>
            </a:r>
            <a:r>
              <a:rPr lang="en-US" altLang="zh-CN" sz="2400" baseline="-25000" dirty="0"/>
              <a:t>A</a:t>
            </a:r>
            <a:r>
              <a:rPr lang="en-US" altLang="zh-CN" sz="2400" dirty="0"/>
              <a:t>=1</a:t>
            </a:r>
            <a:endParaRPr lang="zh-CN" altLang="en-US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3081440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11" grpId="0"/>
      <p:bldP spid="12" grpId="0"/>
      <p:bldP spid="13" grpId="0"/>
      <p:bldP spid="14" grpId="0"/>
      <p:bldP spid="3" grpId="0"/>
      <p:bldP spid="15" grpId="0"/>
      <p:bldP spid="16" grpId="0"/>
      <p:bldP spid="1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591AAA-C980-6882-B71C-B20C4FCDF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36959CEB-F03C-4397-A0AD-0D69CC9B7F97}" type="slidenum">
              <a:rPr lang="en-US" altLang="zh-CN" sz="1000" smtClean="0"/>
              <a:pPr>
                <a:defRPr/>
              </a:pPr>
              <a:t>47</a:t>
            </a:fld>
            <a:endParaRPr lang="en-US" altLang="zh-CN" sz="1000"/>
          </a:p>
        </p:txBody>
      </p:sp>
      <p:sp>
        <p:nvSpPr>
          <p:cNvPr id="6147" name="矩形 4">
            <a:extLst>
              <a:ext uri="{FF2B5EF4-FFF2-40B4-BE49-F238E27FC236}">
                <a16:creationId xmlns:a16="http://schemas.microsoft.com/office/drawing/2014/main" id="{48A6EB08-D040-1495-0E12-5B6B21DEE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1601788"/>
            <a:ext cx="3573463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Times New Roman" panose="02020603050405020304" pitchFamily="18" charset="0"/>
              </a:rPr>
              <a:t>1   0   1   0   0   1</a:t>
            </a:r>
            <a:endParaRPr lang="zh-CN" altLang="en-US"/>
          </a:p>
        </p:txBody>
      </p:sp>
      <p:sp>
        <p:nvSpPr>
          <p:cNvPr id="6148" name="矩形 5">
            <a:extLst>
              <a:ext uri="{FF2B5EF4-FFF2-40B4-BE49-F238E27FC236}">
                <a16:creationId xmlns:a16="http://schemas.microsoft.com/office/drawing/2014/main" id="{2DAE1832-D48A-B94E-6472-CB66D9D5C0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268413"/>
            <a:ext cx="2160588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先选用两位触发器设计</a:t>
            </a:r>
            <a:endParaRPr lang="zh-CN" altLang="en-US" sz="280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8CA2F92-B679-1457-1B4E-E5EE3D1C6943}"/>
              </a:ext>
            </a:extLst>
          </p:cNvPr>
          <p:cNvGraphicFramePr>
            <a:graphicFrameLocks noGrp="1"/>
          </p:cNvGraphicFramePr>
          <p:nvPr/>
        </p:nvGraphicFramePr>
        <p:xfrm>
          <a:off x="539750" y="2962275"/>
          <a:ext cx="4968875" cy="258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2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22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3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1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80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Q</a:t>
                      </a:r>
                      <a:r>
                        <a:rPr lang="en-US" altLang="zh-CN" sz="1800" baseline="-25000" dirty="0"/>
                        <a:t>1n</a:t>
                      </a:r>
                      <a:endParaRPr lang="zh-CN" altLang="en-US" sz="1800" baseline="-25000" dirty="0"/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/>
                        <a:t>Q</a:t>
                      </a:r>
                      <a:r>
                        <a:rPr lang="en-US" altLang="zh-CN" sz="1800" baseline="-25000" dirty="0"/>
                        <a:t>0n</a:t>
                      </a:r>
                      <a:endParaRPr lang="zh-CN" altLang="en-US" sz="1800" baseline="-25000" dirty="0"/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dirty="0"/>
                        <a:t>Q</a:t>
                      </a:r>
                      <a:r>
                        <a:rPr lang="en-US" altLang="zh-CN" sz="1800" b="1" kern="1200" baseline="-25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1(n+1)</a:t>
                      </a:r>
                      <a:endParaRPr lang="zh-CN" altLang="en-US" sz="1800" b="1" kern="1200" baseline="-25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dirty="0"/>
                        <a:t>Q</a:t>
                      </a:r>
                      <a:r>
                        <a:rPr lang="en-US" altLang="zh-CN" sz="1800" b="1" kern="1200" baseline="-250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0(n+1)</a:t>
                      </a:r>
                      <a:endParaRPr lang="zh-CN" altLang="en-US" sz="1800" b="1" kern="1200" baseline="-250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26" marB="4572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0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91446" marR="91446" marT="45726" marB="45726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191" name="矩形 7">
            <a:extLst>
              <a:ext uri="{FF2B5EF4-FFF2-40B4-BE49-F238E27FC236}">
                <a16:creationId xmlns:a16="http://schemas.microsoft.com/office/drawing/2014/main" id="{F45E3D37-F76A-0F85-95BE-8C18024FE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357563"/>
            <a:ext cx="2447925" cy="358775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6192" name="矩形 8">
            <a:extLst>
              <a:ext uri="{FF2B5EF4-FFF2-40B4-BE49-F238E27FC236}">
                <a16:creationId xmlns:a16="http://schemas.microsoft.com/office/drawing/2014/main" id="{81E2B781-DA8B-C28D-28E4-BEAA58F21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" y="4092575"/>
            <a:ext cx="2447925" cy="360363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6193" name="矩形 9">
            <a:extLst>
              <a:ext uri="{FF2B5EF4-FFF2-40B4-BE49-F238E27FC236}">
                <a16:creationId xmlns:a16="http://schemas.microsoft.com/office/drawing/2014/main" id="{08CA951B-FAB6-0219-9007-757D81223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3357563"/>
            <a:ext cx="2376487" cy="358775"/>
          </a:xfrm>
          <a:prstGeom prst="rect">
            <a:avLst/>
          </a:prstGeom>
          <a:solidFill>
            <a:srgbClr val="FFC000">
              <a:alpha val="50195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6194" name="矩形 10">
            <a:extLst>
              <a:ext uri="{FF2B5EF4-FFF2-40B4-BE49-F238E27FC236}">
                <a16:creationId xmlns:a16="http://schemas.microsoft.com/office/drawing/2014/main" id="{ADEB61E5-B23D-C8BC-82BA-76E970B46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2138" y="4092575"/>
            <a:ext cx="2376487" cy="360363"/>
          </a:xfrm>
          <a:prstGeom prst="rect">
            <a:avLst/>
          </a:prstGeom>
          <a:solidFill>
            <a:srgbClr val="FFFF00">
              <a:alpha val="50195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6195" name="矩形 11">
            <a:extLst>
              <a:ext uri="{FF2B5EF4-FFF2-40B4-BE49-F238E27FC236}">
                <a16:creationId xmlns:a16="http://schemas.microsoft.com/office/drawing/2014/main" id="{80015EC5-861E-5F8B-5D78-624D550D0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3141663"/>
            <a:ext cx="2374900" cy="181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同一个现态转向不同的次态，不可实现。需要增加位数</a:t>
            </a:r>
            <a:endParaRPr lang="zh-CN" altLang="en-US" sz="280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B48A685-8CEA-513B-C88E-01F5CF45EDA1}"/>
              </a:ext>
            </a:extLst>
          </p:cNvPr>
          <p:cNvGrpSpPr>
            <a:grpSpLocks/>
          </p:cNvGrpSpPr>
          <p:nvPr/>
        </p:nvGrpSpPr>
        <p:grpSpPr bwMode="auto">
          <a:xfrm>
            <a:off x="4427538" y="2062163"/>
            <a:ext cx="865187" cy="250825"/>
            <a:chOff x="4283968" y="1978108"/>
            <a:chExt cx="864096" cy="250274"/>
          </a:xfrm>
        </p:grpSpPr>
        <p:cxnSp>
          <p:nvCxnSpPr>
            <p:cNvPr id="44106" name="直接连接符 2">
              <a:extLst>
                <a:ext uri="{FF2B5EF4-FFF2-40B4-BE49-F238E27FC236}">
                  <a16:creationId xmlns:a16="http://schemas.microsoft.com/office/drawing/2014/main" id="{E2D5FFD7-D9ED-7D1D-BD28-89516E9253B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283968" y="1978108"/>
              <a:ext cx="0" cy="24439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107" name="直接连接符 5">
              <a:extLst>
                <a:ext uri="{FF2B5EF4-FFF2-40B4-BE49-F238E27FC236}">
                  <a16:creationId xmlns:a16="http://schemas.microsoft.com/office/drawing/2014/main" id="{502E500F-65BB-0295-6986-C7E701CE214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283968" y="2222500"/>
              <a:ext cx="86409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108" name="直接连接符 8">
              <a:extLst>
                <a:ext uri="{FF2B5EF4-FFF2-40B4-BE49-F238E27FC236}">
                  <a16:creationId xmlns:a16="http://schemas.microsoft.com/office/drawing/2014/main" id="{63209B7D-607A-A6FB-7B70-2A73098EE05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135935" y="1978108"/>
              <a:ext cx="8357" cy="25027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F904979F-163F-627D-A6DC-8FD0CB101A76}"/>
              </a:ext>
            </a:extLst>
          </p:cNvPr>
          <p:cNvGrpSpPr>
            <a:grpSpLocks/>
          </p:cNvGrpSpPr>
          <p:nvPr/>
        </p:nvGrpSpPr>
        <p:grpSpPr bwMode="auto">
          <a:xfrm>
            <a:off x="4878388" y="2135188"/>
            <a:ext cx="863600" cy="250825"/>
            <a:chOff x="4283968" y="1978108"/>
            <a:chExt cx="864096" cy="250274"/>
          </a:xfrm>
        </p:grpSpPr>
        <p:cxnSp>
          <p:nvCxnSpPr>
            <p:cNvPr id="44103" name="直接连接符 25">
              <a:extLst>
                <a:ext uri="{FF2B5EF4-FFF2-40B4-BE49-F238E27FC236}">
                  <a16:creationId xmlns:a16="http://schemas.microsoft.com/office/drawing/2014/main" id="{479096B4-4185-666F-9FCF-01806472B70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283968" y="1978108"/>
              <a:ext cx="0" cy="24439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104" name="直接连接符 26">
              <a:extLst>
                <a:ext uri="{FF2B5EF4-FFF2-40B4-BE49-F238E27FC236}">
                  <a16:creationId xmlns:a16="http://schemas.microsoft.com/office/drawing/2014/main" id="{E8AC9721-011C-4891-858E-0F954D70FA4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283968" y="2222500"/>
              <a:ext cx="86409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105" name="直接连接符 27">
              <a:extLst>
                <a:ext uri="{FF2B5EF4-FFF2-40B4-BE49-F238E27FC236}">
                  <a16:creationId xmlns:a16="http://schemas.microsoft.com/office/drawing/2014/main" id="{9F77B321-D13E-0EDB-F6B8-F8B19D5C294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135935" y="1978108"/>
              <a:ext cx="8357" cy="25027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BB61D627-A9DF-E94B-CBFE-C3FAFE2ED36F}"/>
              </a:ext>
            </a:extLst>
          </p:cNvPr>
          <p:cNvGrpSpPr>
            <a:grpSpLocks/>
          </p:cNvGrpSpPr>
          <p:nvPr/>
        </p:nvGrpSpPr>
        <p:grpSpPr bwMode="auto">
          <a:xfrm>
            <a:off x="5435600" y="2214563"/>
            <a:ext cx="865188" cy="250825"/>
            <a:chOff x="4283968" y="1978108"/>
            <a:chExt cx="864096" cy="250274"/>
          </a:xfrm>
        </p:grpSpPr>
        <p:cxnSp>
          <p:nvCxnSpPr>
            <p:cNvPr id="44100" name="直接连接符 29">
              <a:extLst>
                <a:ext uri="{FF2B5EF4-FFF2-40B4-BE49-F238E27FC236}">
                  <a16:creationId xmlns:a16="http://schemas.microsoft.com/office/drawing/2014/main" id="{D357C153-2B5D-3725-3975-6C670B115CF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283968" y="1978108"/>
              <a:ext cx="0" cy="24439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101" name="直接连接符 30">
              <a:extLst>
                <a:ext uri="{FF2B5EF4-FFF2-40B4-BE49-F238E27FC236}">
                  <a16:creationId xmlns:a16="http://schemas.microsoft.com/office/drawing/2014/main" id="{CBFCB24A-B74F-4F05-2B86-052A0F8B17A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283968" y="2222500"/>
              <a:ext cx="86409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102" name="直接连接符 31">
              <a:extLst>
                <a:ext uri="{FF2B5EF4-FFF2-40B4-BE49-F238E27FC236}">
                  <a16:creationId xmlns:a16="http://schemas.microsoft.com/office/drawing/2014/main" id="{7E6E6788-81C4-10DF-46C0-995B0ED6DF9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135935" y="1978108"/>
              <a:ext cx="8357" cy="25027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4EC2BF7A-7DDF-4B2F-4AB6-E8B092C90A00}"/>
              </a:ext>
            </a:extLst>
          </p:cNvPr>
          <p:cNvGrpSpPr>
            <a:grpSpLocks/>
          </p:cNvGrpSpPr>
          <p:nvPr/>
        </p:nvGrpSpPr>
        <p:grpSpPr bwMode="auto">
          <a:xfrm>
            <a:off x="5994400" y="2278063"/>
            <a:ext cx="863600" cy="244475"/>
            <a:chOff x="4283968" y="1978108"/>
            <a:chExt cx="864096" cy="250274"/>
          </a:xfrm>
        </p:grpSpPr>
        <p:cxnSp>
          <p:nvCxnSpPr>
            <p:cNvPr id="44097" name="直接连接符 33">
              <a:extLst>
                <a:ext uri="{FF2B5EF4-FFF2-40B4-BE49-F238E27FC236}">
                  <a16:creationId xmlns:a16="http://schemas.microsoft.com/office/drawing/2014/main" id="{A7B363FA-7DB7-B216-4B8F-0EF2E2E041D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283968" y="1978108"/>
              <a:ext cx="0" cy="24439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98" name="直接连接符 34">
              <a:extLst>
                <a:ext uri="{FF2B5EF4-FFF2-40B4-BE49-F238E27FC236}">
                  <a16:creationId xmlns:a16="http://schemas.microsoft.com/office/drawing/2014/main" id="{F8E04D04-DE2D-3261-A9DD-C3D3F9AA99E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283968" y="2222500"/>
              <a:ext cx="86409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99" name="直接连接符 35">
              <a:extLst>
                <a:ext uri="{FF2B5EF4-FFF2-40B4-BE49-F238E27FC236}">
                  <a16:creationId xmlns:a16="http://schemas.microsoft.com/office/drawing/2014/main" id="{97CF9B8C-72E6-88D9-533B-E84B50DE4D3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135935" y="1978108"/>
              <a:ext cx="8357" cy="25027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3551A44C-FB70-EED0-C2F2-550BEB27175C}"/>
              </a:ext>
            </a:extLst>
          </p:cNvPr>
          <p:cNvGrpSpPr>
            <a:grpSpLocks/>
          </p:cNvGrpSpPr>
          <p:nvPr/>
        </p:nvGrpSpPr>
        <p:grpSpPr bwMode="auto">
          <a:xfrm>
            <a:off x="6519863" y="2335213"/>
            <a:ext cx="863600" cy="250825"/>
            <a:chOff x="4283968" y="1978108"/>
            <a:chExt cx="864096" cy="250274"/>
          </a:xfrm>
        </p:grpSpPr>
        <p:cxnSp>
          <p:nvCxnSpPr>
            <p:cNvPr id="44094" name="直接连接符 37">
              <a:extLst>
                <a:ext uri="{FF2B5EF4-FFF2-40B4-BE49-F238E27FC236}">
                  <a16:creationId xmlns:a16="http://schemas.microsoft.com/office/drawing/2014/main" id="{FA20700F-EC70-D37E-EAAF-34979F4087E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283968" y="1978108"/>
              <a:ext cx="0" cy="24439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95" name="直接连接符 38">
              <a:extLst>
                <a:ext uri="{FF2B5EF4-FFF2-40B4-BE49-F238E27FC236}">
                  <a16:creationId xmlns:a16="http://schemas.microsoft.com/office/drawing/2014/main" id="{F435DB31-A891-D71A-48F8-C8F50C8F103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283968" y="2222500"/>
              <a:ext cx="86409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96" name="直接连接符 39">
              <a:extLst>
                <a:ext uri="{FF2B5EF4-FFF2-40B4-BE49-F238E27FC236}">
                  <a16:creationId xmlns:a16="http://schemas.microsoft.com/office/drawing/2014/main" id="{5C0D3656-8A7A-A5C6-61E9-20C6D320017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135935" y="1978108"/>
              <a:ext cx="8357" cy="25027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7CB9723-CEDA-95DC-F54A-824EA9C2A44A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1433513"/>
            <a:ext cx="2520950" cy="292100"/>
            <a:chOff x="4572000" y="975520"/>
            <a:chExt cx="2520280" cy="292893"/>
          </a:xfrm>
        </p:grpSpPr>
        <p:cxnSp>
          <p:nvCxnSpPr>
            <p:cNvPr id="44091" name="直接连接符 18">
              <a:extLst>
                <a:ext uri="{FF2B5EF4-FFF2-40B4-BE49-F238E27FC236}">
                  <a16:creationId xmlns:a16="http://schemas.microsoft.com/office/drawing/2014/main" id="{E689D92C-A969-7ED2-CE27-884E08A7787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092280" y="975520"/>
              <a:ext cx="0" cy="292893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92" name="直接连接符 20">
              <a:extLst>
                <a:ext uri="{FF2B5EF4-FFF2-40B4-BE49-F238E27FC236}">
                  <a16:creationId xmlns:a16="http://schemas.microsoft.com/office/drawing/2014/main" id="{C3AECF3F-3C72-16AA-AB11-E50325EF0C1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572000" y="975520"/>
              <a:ext cx="2520280" cy="5208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4093" name="直接箭头连接符 22">
              <a:extLst>
                <a:ext uri="{FF2B5EF4-FFF2-40B4-BE49-F238E27FC236}">
                  <a16:creationId xmlns:a16="http://schemas.microsoft.com/office/drawing/2014/main" id="{C3531E45-59A3-1F32-4F71-F59062D2230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572000" y="980728"/>
              <a:ext cx="0" cy="287685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5" name="标题 1">
            <a:extLst>
              <a:ext uri="{FF2B5EF4-FFF2-40B4-BE49-F238E27FC236}">
                <a16:creationId xmlns:a16="http://schemas.microsoft.com/office/drawing/2014/main" id="{7FB3F184-73F0-52E7-53B2-99F28755D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8763"/>
            <a:ext cx="8382000" cy="762000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方法</a:t>
            </a:r>
            <a:r>
              <a:rPr lang="en-US" altLang="zh-CN" dirty="0"/>
              <a:t>3——</a:t>
            </a:r>
            <a:r>
              <a:rPr lang="zh-CN" altLang="en-US" dirty="0"/>
              <a:t>循环移位方式设计思想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1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1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1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1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1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1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/>
      <p:bldP spid="6148" grpId="0"/>
      <p:bldP spid="6191" grpId="0" animBg="1"/>
      <p:bldP spid="6192" grpId="0" animBg="1"/>
      <p:bldP spid="6193" grpId="0" animBg="1"/>
      <p:bldP spid="6194" grpId="0" animBg="1"/>
      <p:bldP spid="619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592D76-660E-6080-D48B-EA442756D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D7C599C-68FA-41B2-9235-BF0602405ECC}" type="slidenum">
              <a:rPr lang="en-US" altLang="zh-CN" sz="1000" smtClean="0"/>
              <a:pPr>
                <a:defRPr/>
              </a:pPr>
              <a:t>48</a:t>
            </a:fld>
            <a:endParaRPr lang="en-US" altLang="zh-CN" sz="1000"/>
          </a:p>
        </p:txBody>
      </p:sp>
      <p:sp>
        <p:nvSpPr>
          <p:cNvPr id="46083" name="矩形 4">
            <a:extLst>
              <a:ext uri="{FF2B5EF4-FFF2-40B4-BE49-F238E27FC236}">
                <a16:creationId xmlns:a16="http://schemas.microsoft.com/office/drawing/2014/main" id="{5E9BCAF9-EF89-754C-8579-7CB207688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476250"/>
            <a:ext cx="4464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>
                <a:latin typeface="Times New Roman" panose="02020603050405020304" pitchFamily="18" charset="0"/>
              </a:rPr>
              <a:t>1   0   1   0   0   1  1  0  1</a:t>
            </a:r>
            <a:endParaRPr lang="zh-CN" altLang="en-US"/>
          </a:p>
        </p:txBody>
      </p:sp>
      <p:sp>
        <p:nvSpPr>
          <p:cNvPr id="46084" name="矩形 5">
            <a:extLst>
              <a:ext uri="{FF2B5EF4-FFF2-40B4-BE49-F238E27FC236}">
                <a16:creationId xmlns:a16="http://schemas.microsoft.com/office/drawing/2014/main" id="{B626B892-C861-75F9-AF7D-7E3F2BB5A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404813"/>
            <a:ext cx="216058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选用三位触发器设计</a:t>
            </a:r>
            <a:endParaRPr lang="zh-CN" altLang="en-US" sz="2800"/>
          </a:p>
        </p:txBody>
      </p:sp>
      <p:sp>
        <p:nvSpPr>
          <p:cNvPr id="7173" name="矩形 11">
            <a:extLst>
              <a:ext uri="{FF2B5EF4-FFF2-40B4-BE49-F238E27FC236}">
                <a16:creationId xmlns:a16="http://schemas.microsoft.com/office/drawing/2014/main" id="{BFCB9A5B-A584-31E8-4CC4-4BAC5ED61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" y="5522913"/>
            <a:ext cx="6192838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无重复状态，可以设计</a:t>
            </a:r>
            <a:endParaRPr lang="zh-CN" altLang="en-US" sz="2800"/>
          </a:p>
        </p:txBody>
      </p:sp>
      <p:graphicFrame>
        <p:nvGraphicFramePr>
          <p:cNvPr id="13" name="内容占位符 9">
            <a:extLst>
              <a:ext uri="{FF2B5EF4-FFF2-40B4-BE49-F238E27FC236}">
                <a16:creationId xmlns:a16="http://schemas.microsoft.com/office/drawing/2014/main" id="{613D997E-B789-EF60-FBC9-76D9EC83EE8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46088" y="2114550"/>
          <a:ext cx="838834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3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16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2n</a:t>
                      </a:r>
                      <a:endParaRPr lang="zh-CN" altLang="en-US" sz="2400" baseline="-25000" dirty="0"/>
                    </a:p>
                  </a:txBody>
                  <a:tcPr marL="91439" marR="91439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1n</a:t>
                      </a:r>
                      <a:endParaRPr lang="zh-CN" altLang="en-US" sz="2400" baseline="-25000" dirty="0"/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0n</a:t>
                      </a:r>
                      <a:endParaRPr lang="zh-CN" altLang="en-US" sz="2400" baseline="-25000" dirty="0"/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2(n+1)</a:t>
                      </a:r>
                      <a:endParaRPr lang="zh-CN" altLang="en-US" sz="2400" baseline="-25000" dirty="0"/>
                    </a:p>
                  </a:txBody>
                  <a:tcPr marL="91439" marR="91439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1(n+1)</a:t>
                      </a:r>
                      <a:endParaRPr lang="zh-CN" altLang="en-US" sz="2400" dirty="0"/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0(n+1)</a:t>
                      </a:r>
                      <a:endParaRPr lang="zh-CN" altLang="en-US" sz="2400" baseline="-25000" dirty="0"/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7" name="组合 6">
            <a:extLst>
              <a:ext uri="{FF2B5EF4-FFF2-40B4-BE49-F238E27FC236}">
                <a16:creationId xmlns:a16="http://schemas.microsoft.com/office/drawing/2014/main" id="{7CE4572A-3B57-64B3-E910-6CDD0F94A967}"/>
              </a:ext>
            </a:extLst>
          </p:cNvPr>
          <p:cNvGrpSpPr>
            <a:grpSpLocks/>
          </p:cNvGrpSpPr>
          <p:nvPr/>
        </p:nvGrpSpPr>
        <p:grpSpPr bwMode="auto">
          <a:xfrm>
            <a:off x="4211638" y="884238"/>
            <a:ext cx="1439862" cy="290512"/>
            <a:chOff x="4283968" y="1978108"/>
            <a:chExt cx="864096" cy="250274"/>
          </a:xfrm>
        </p:grpSpPr>
        <p:cxnSp>
          <p:nvCxnSpPr>
            <p:cNvPr id="46169" name="直接连接符 7">
              <a:extLst>
                <a:ext uri="{FF2B5EF4-FFF2-40B4-BE49-F238E27FC236}">
                  <a16:creationId xmlns:a16="http://schemas.microsoft.com/office/drawing/2014/main" id="{AAC28D38-4B93-5AED-0C09-712DBE6D364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283968" y="1978108"/>
              <a:ext cx="0" cy="24439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170" name="直接连接符 8">
              <a:extLst>
                <a:ext uri="{FF2B5EF4-FFF2-40B4-BE49-F238E27FC236}">
                  <a16:creationId xmlns:a16="http://schemas.microsoft.com/office/drawing/2014/main" id="{7CC84259-1E71-4A27-24B0-A190AB13234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283968" y="2222500"/>
              <a:ext cx="86409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171" name="直接连接符 9">
              <a:extLst>
                <a:ext uri="{FF2B5EF4-FFF2-40B4-BE49-F238E27FC236}">
                  <a16:creationId xmlns:a16="http://schemas.microsoft.com/office/drawing/2014/main" id="{479CE31C-C3FD-6522-99B2-979CF236462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135935" y="1978108"/>
              <a:ext cx="8357" cy="25027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132B003-85F5-62D8-9BA0-21E1DFBD383D}"/>
              </a:ext>
            </a:extLst>
          </p:cNvPr>
          <p:cNvGrpSpPr>
            <a:grpSpLocks/>
          </p:cNvGrpSpPr>
          <p:nvPr/>
        </p:nvGrpSpPr>
        <p:grpSpPr bwMode="auto">
          <a:xfrm>
            <a:off x="4640263" y="962025"/>
            <a:ext cx="1524000" cy="315913"/>
            <a:chOff x="4283968" y="1978108"/>
            <a:chExt cx="864096" cy="250274"/>
          </a:xfrm>
        </p:grpSpPr>
        <p:cxnSp>
          <p:nvCxnSpPr>
            <p:cNvPr id="46166" name="直接连接符 11">
              <a:extLst>
                <a:ext uri="{FF2B5EF4-FFF2-40B4-BE49-F238E27FC236}">
                  <a16:creationId xmlns:a16="http://schemas.microsoft.com/office/drawing/2014/main" id="{44357E8F-ED5D-177C-1707-8D8C7E69980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283968" y="1978108"/>
              <a:ext cx="0" cy="24439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167" name="直接连接符 13">
              <a:extLst>
                <a:ext uri="{FF2B5EF4-FFF2-40B4-BE49-F238E27FC236}">
                  <a16:creationId xmlns:a16="http://schemas.microsoft.com/office/drawing/2014/main" id="{1EDFE847-DABD-AA58-831A-06E0FF6066A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283968" y="2222500"/>
              <a:ext cx="86409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168" name="直接连接符 14">
              <a:extLst>
                <a:ext uri="{FF2B5EF4-FFF2-40B4-BE49-F238E27FC236}">
                  <a16:creationId xmlns:a16="http://schemas.microsoft.com/office/drawing/2014/main" id="{C012D93B-8A49-C4C2-7282-B3E0AFF2F6E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135935" y="1978108"/>
              <a:ext cx="8357" cy="25027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7F00E405-78C5-A57F-106D-D62CE3B46272}"/>
              </a:ext>
            </a:extLst>
          </p:cNvPr>
          <p:cNvGrpSpPr>
            <a:grpSpLocks/>
          </p:cNvGrpSpPr>
          <p:nvPr/>
        </p:nvGrpSpPr>
        <p:grpSpPr bwMode="auto">
          <a:xfrm>
            <a:off x="5219700" y="1055688"/>
            <a:ext cx="1414463" cy="319087"/>
            <a:chOff x="4283968" y="1978108"/>
            <a:chExt cx="864096" cy="250274"/>
          </a:xfrm>
        </p:grpSpPr>
        <p:cxnSp>
          <p:nvCxnSpPr>
            <p:cNvPr id="46163" name="直接连接符 16">
              <a:extLst>
                <a:ext uri="{FF2B5EF4-FFF2-40B4-BE49-F238E27FC236}">
                  <a16:creationId xmlns:a16="http://schemas.microsoft.com/office/drawing/2014/main" id="{B06682CD-60E6-13FC-493E-EB3A7BF7689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283968" y="1978108"/>
              <a:ext cx="0" cy="24439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164" name="直接连接符 17">
              <a:extLst>
                <a:ext uri="{FF2B5EF4-FFF2-40B4-BE49-F238E27FC236}">
                  <a16:creationId xmlns:a16="http://schemas.microsoft.com/office/drawing/2014/main" id="{1992451F-0BAD-705B-48C0-82236C794F7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283968" y="2222500"/>
              <a:ext cx="86409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165" name="直接连接符 18">
              <a:extLst>
                <a:ext uri="{FF2B5EF4-FFF2-40B4-BE49-F238E27FC236}">
                  <a16:creationId xmlns:a16="http://schemas.microsoft.com/office/drawing/2014/main" id="{DD611264-34F3-94B8-3947-55286BC0B43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135935" y="1978108"/>
              <a:ext cx="8357" cy="25027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71F0F6B7-957A-92EA-3567-BC0D881A7A70}"/>
              </a:ext>
            </a:extLst>
          </p:cNvPr>
          <p:cNvGrpSpPr>
            <a:grpSpLocks/>
          </p:cNvGrpSpPr>
          <p:nvPr/>
        </p:nvGrpSpPr>
        <p:grpSpPr bwMode="auto">
          <a:xfrm>
            <a:off x="5695950" y="1179513"/>
            <a:ext cx="1366838" cy="280987"/>
            <a:chOff x="4283968" y="1978108"/>
            <a:chExt cx="864096" cy="250274"/>
          </a:xfrm>
        </p:grpSpPr>
        <p:cxnSp>
          <p:nvCxnSpPr>
            <p:cNvPr id="46160" name="直接连接符 20">
              <a:extLst>
                <a:ext uri="{FF2B5EF4-FFF2-40B4-BE49-F238E27FC236}">
                  <a16:creationId xmlns:a16="http://schemas.microsoft.com/office/drawing/2014/main" id="{41197397-2FD9-3CAA-B511-D5819891B09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283968" y="1978108"/>
              <a:ext cx="0" cy="24439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161" name="直接连接符 21">
              <a:extLst>
                <a:ext uri="{FF2B5EF4-FFF2-40B4-BE49-F238E27FC236}">
                  <a16:creationId xmlns:a16="http://schemas.microsoft.com/office/drawing/2014/main" id="{480F00F0-F0EB-6AC7-1E3D-0BBBDBB2995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283968" y="2222500"/>
              <a:ext cx="86409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162" name="直接连接符 22">
              <a:extLst>
                <a:ext uri="{FF2B5EF4-FFF2-40B4-BE49-F238E27FC236}">
                  <a16:creationId xmlns:a16="http://schemas.microsoft.com/office/drawing/2014/main" id="{35BF96DF-C958-43D0-36C3-EF759248F13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135935" y="1978108"/>
              <a:ext cx="8357" cy="25027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1BC8AF27-CD20-649D-40E4-690685CC465A}"/>
              </a:ext>
            </a:extLst>
          </p:cNvPr>
          <p:cNvGrpSpPr>
            <a:grpSpLocks/>
          </p:cNvGrpSpPr>
          <p:nvPr/>
        </p:nvGrpSpPr>
        <p:grpSpPr bwMode="auto">
          <a:xfrm>
            <a:off x="6213475" y="1196975"/>
            <a:ext cx="1292225" cy="314325"/>
            <a:chOff x="4283968" y="1978108"/>
            <a:chExt cx="864096" cy="250274"/>
          </a:xfrm>
        </p:grpSpPr>
        <p:cxnSp>
          <p:nvCxnSpPr>
            <p:cNvPr id="46157" name="直接连接符 24">
              <a:extLst>
                <a:ext uri="{FF2B5EF4-FFF2-40B4-BE49-F238E27FC236}">
                  <a16:creationId xmlns:a16="http://schemas.microsoft.com/office/drawing/2014/main" id="{8E24FE40-C99B-E423-AB5E-15B378139B2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283968" y="1978108"/>
              <a:ext cx="0" cy="24439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158" name="直接连接符 25">
              <a:extLst>
                <a:ext uri="{FF2B5EF4-FFF2-40B4-BE49-F238E27FC236}">
                  <a16:creationId xmlns:a16="http://schemas.microsoft.com/office/drawing/2014/main" id="{A9DA0ACE-B395-0930-AE7E-F8612366B5E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283968" y="2222500"/>
              <a:ext cx="86409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159" name="直接连接符 26">
              <a:extLst>
                <a:ext uri="{FF2B5EF4-FFF2-40B4-BE49-F238E27FC236}">
                  <a16:creationId xmlns:a16="http://schemas.microsoft.com/office/drawing/2014/main" id="{5DBDE939-D932-13F5-9EC6-1E3064E1026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135935" y="1978108"/>
              <a:ext cx="8357" cy="25027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93C30AD9-8BFB-6883-06C8-7F69FAB3BF71}"/>
              </a:ext>
            </a:extLst>
          </p:cNvPr>
          <p:cNvGrpSpPr>
            <a:grpSpLocks/>
          </p:cNvGrpSpPr>
          <p:nvPr/>
        </p:nvGrpSpPr>
        <p:grpSpPr bwMode="auto">
          <a:xfrm>
            <a:off x="6818313" y="1252538"/>
            <a:ext cx="1111250" cy="314325"/>
            <a:chOff x="4283968" y="1978108"/>
            <a:chExt cx="864096" cy="250274"/>
          </a:xfrm>
        </p:grpSpPr>
        <p:cxnSp>
          <p:nvCxnSpPr>
            <p:cNvPr id="46154" name="直接连接符 28">
              <a:extLst>
                <a:ext uri="{FF2B5EF4-FFF2-40B4-BE49-F238E27FC236}">
                  <a16:creationId xmlns:a16="http://schemas.microsoft.com/office/drawing/2014/main" id="{1FEEFB1B-7740-AAEB-05F1-F3A3EAE29DC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283968" y="1978108"/>
              <a:ext cx="0" cy="24439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155" name="直接连接符 29">
              <a:extLst>
                <a:ext uri="{FF2B5EF4-FFF2-40B4-BE49-F238E27FC236}">
                  <a16:creationId xmlns:a16="http://schemas.microsoft.com/office/drawing/2014/main" id="{DCD9A32B-3DB8-C401-FAE0-E99856E8534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283968" y="2222500"/>
              <a:ext cx="86409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156" name="直接连接符 30">
              <a:extLst>
                <a:ext uri="{FF2B5EF4-FFF2-40B4-BE49-F238E27FC236}">
                  <a16:creationId xmlns:a16="http://schemas.microsoft.com/office/drawing/2014/main" id="{5AF450CD-C7DE-516B-8250-77B1E647C6F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135935" y="1978108"/>
              <a:ext cx="8357" cy="25027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020AB566-34FD-1600-C4F5-E4A9A850669F}"/>
              </a:ext>
            </a:extLst>
          </p:cNvPr>
          <p:cNvGrpSpPr>
            <a:grpSpLocks/>
          </p:cNvGrpSpPr>
          <p:nvPr/>
        </p:nvGrpSpPr>
        <p:grpSpPr bwMode="auto">
          <a:xfrm>
            <a:off x="7215188" y="1308100"/>
            <a:ext cx="1173162" cy="314325"/>
            <a:chOff x="4283968" y="1978108"/>
            <a:chExt cx="864096" cy="250274"/>
          </a:xfrm>
        </p:grpSpPr>
        <p:cxnSp>
          <p:nvCxnSpPr>
            <p:cNvPr id="46151" name="直接连接符 32">
              <a:extLst>
                <a:ext uri="{FF2B5EF4-FFF2-40B4-BE49-F238E27FC236}">
                  <a16:creationId xmlns:a16="http://schemas.microsoft.com/office/drawing/2014/main" id="{9F4714F1-AB98-A91D-A437-E6ECF067214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283968" y="1978108"/>
              <a:ext cx="0" cy="24439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152" name="直接连接符 33">
              <a:extLst>
                <a:ext uri="{FF2B5EF4-FFF2-40B4-BE49-F238E27FC236}">
                  <a16:creationId xmlns:a16="http://schemas.microsoft.com/office/drawing/2014/main" id="{9A09AB70-884D-DEDC-AA14-24D260E8055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283968" y="2222500"/>
              <a:ext cx="864096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6153" name="直接连接符 34">
              <a:extLst>
                <a:ext uri="{FF2B5EF4-FFF2-40B4-BE49-F238E27FC236}">
                  <a16:creationId xmlns:a16="http://schemas.microsoft.com/office/drawing/2014/main" id="{66DEE00E-DA00-3E65-77C5-0AAE5803EA2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135935" y="1978108"/>
              <a:ext cx="8357" cy="250274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6B5B5E8-8E90-C333-3DDA-4A9CF50A0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DA3A08CC-D115-4D5E-9AB5-07AA6DD4287B}" type="slidenum">
              <a:rPr lang="en-US" altLang="zh-CN" sz="1000" smtClean="0"/>
              <a:pPr>
                <a:defRPr/>
              </a:pPr>
              <a:t>49</a:t>
            </a:fld>
            <a:endParaRPr lang="en-US" altLang="zh-CN" sz="1000"/>
          </a:p>
        </p:txBody>
      </p:sp>
      <p:graphicFrame>
        <p:nvGraphicFramePr>
          <p:cNvPr id="5" name="内容占位符 9">
            <a:extLst>
              <a:ext uri="{FF2B5EF4-FFF2-40B4-BE49-F238E27FC236}">
                <a16:creationId xmlns:a16="http://schemas.microsoft.com/office/drawing/2014/main" id="{7C487875-FB99-81F8-54F1-AA50BB9F6948}"/>
              </a:ext>
            </a:extLst>
          </p:cNvPr>
          <p:cNvGraphicFramePr>
            <a:graphicFrameLocks/>
          </p:cNvGraphicFramePr>
          <p:nvPr/>
        </p:nvGraphicFramePr>
        <p:xfrm>
          <a:off x="650875" y="322263"/>
          <a:ext cx="7924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2n</a:t>
                      </a:r>
                      <a:endParaRPr lang="zh-CN" altLang="en-US" sz="2400" baseline="-25000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1n</a:t>
                      </a:r>
                      <a:endParaRPr lang="zh-CN" altLang="en-US" sz="2400" baseline="-250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0n</a:t>
                      </a:r>
                      <a:endParaRPr lang="zh-CN" altLang="en-US" sz="2400" baseline="-250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2(n+1)</a:t>
                      </a:r>
                      <a:endParaRPr lang="zh-CN" altLang="en-US" sz="2400" baseline="-25000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1(n+1)</a:t>
                      </a:r>
                      <a:endParaRPr lang="zh-CN" altLang="en-US" sz="24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0(n+1)</a:t>
                      </a:r>
                      <a:endParaRPr lang="zh-CN" altLang="en-US" sz="2400" baseline="-250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3373" name="组合 8">
            <a:extLst>
              <a:ext uri="{FF2B5EF4-FFF2-40B4-BE49-F238E27FC236}">
                <a16:creationId xmlns:a16="http://schemas.microsoft.com/office/drawing/2014/main" id="{86A01F1D-157C-DCDF-1E38-0B97C72B4613}"/>
              </a:ext>
            </a:extLst>
          </p:cNvPr>
          <p:cNvGrpSpPr>
            <a:grpSpLocks/>
          </p:cNvGrpSpPr>
          <p:nvPr/>
        </p:nvGrpSpPr>
        <p:grpSpPr bwMode="auto">
          <a:xfrm>
            <a:off x="768350" y="4111625"/>
            <a:ext cx="720725" cy="719138"/>
            <a:chOff x="4067944" y="4221088"/>
            <a:chExt cx="720080" cy="720080"/>
          </a:xfrm>
        </p:grpSpPr>
        <p:sp>
          <p:nvSpPr>
            <p:cNvPr id="47212" name="椭圆 6">
              <a:extLst>
                <a:ext uri="{FF2B5EF4-FFF2-40B4-BE49-F238E27FC236}">
                  <a16:creationId xmlns:a16="http://schemas.microsoft.com/office/drawing/2014/main" id="{11EB1D76-B2EB-62BD-88BF-39B3C237C1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5548C9D1-9EA4-99F1-8C88-D3A1E57D49BC}"/>
                </a:ext>
              </a:extLst>
            </p:cNvPr>
            <p:cNvSpPr txBox="1"/>
            <p:nvPr/>
          </p:nvSpPr>
          <p:spPr>
            <a:xfrm>
              <a:off x="4139318" y="4381636"/>
              <a:ext cx="648706" cy="39898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101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3374" name="组合 9">
            <a:extLst>
              <a:ext uri="{FF2B5EF4-FFF2-40B4-BE49-F238E27FC236}">
                <a16:creationId xmlns:a16="http://schemas.microsoft.com/office/drawing/2014/main" id="{DA69C84D-23AC-E2F0-B864-880F6B5BB957}"/>
              </a:ext>
            </a:extLst>
          </p:cNvPr>
          <p:cNvGrpSpPr>
            <a:grpSpLocks/>
          </p:cNvGrpSpPr>
          <p:nvPr/>
        </p:nvGrpSpPr>
        <p:grpSpPr bwMode="auto">
          <a:xfrm>
            <a:off x="2136775" y="4094163"/>
            <a:ext cx="719138" cy="720725"/>
            <a:chOff x="4067944" y="4221088"/>
            <a:chExt cx="720080" cy="720080"/>
          </a:xfrm>
        </p:grpSpPr>
        <p:sp>
          <p:nvSpPr>
            <p:cNvPr id="47210" name="椭圆 10">
              <a:extLst>
                <a:ext uri="{FF2B5EF4-FFF2-40B4-BE49-F238E27FC236}">
                  <a16:creationId xmlns:a16="http://schemas.microsoft.com/office/drawing/2014/main" id="{372DC00B-8134-12A6-24D8-A8D071C4BF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9D4CC3E4-B1B2-86FA-FA98-DFFB17AEEC08}"/>
                </a:ext>
              </a:extLst>
            </p:cNvPr>
            <p:cNvSpPr txBox="1"/>
            <p:nvPr/>
          </p:nvSpPr>
          <p:spPr>
            <a:xfrm>
              <a:off x="4139476" y="4381282"/>
              <a:ext cx="648548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010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3375" name="组合 12">
            <a:extLst>
              <a:ext uri="{FF2B5EF4-FFF2-40B4-BE49-F238E27FC236}">
                <a16:creationId xmlns:a16="http://schemas.microsoft.com/office/drawing/2014/main" id="{E36380C4-7C6D-0BED-8C36-648B497F3118}"/>
              </a:ext>
            </a:extLst>
          </p:cNvPr>
          <p:cNvGrpSpPr>
            <a:grpSpLocks/>
          </p:cNvGrpSpPr>
          <p:nvPr/>
        </p:nvGrpSpPr>
        <p:grpSpPr bwMode="auto">
          <a:xfrm>
            <a:off x="3494088" y="4094163"/>
            <a:ext cx="720725" cy="720725"/>
            <a:chOff x="4067944" y="4221088"/>
            <a:chExt cx="720080" cy="720080"/>
          </a:xfrm>
        </p:grpSpPr>
        <p:sp>
          <p:nvSpPr>
            <p:cNvPr id="47208" name="椭圆 13">
              <a:extLst>
                <a:ext uri="{FF2B5EF4-FFF2-40B4-BE49-F238E27FC236}">
                  <a16:creationId xmlns:a16="http://schemas.microsoft.com/office/drawing/2014/main" id="{23E71BD1-2E6D-ECDC-54F2-230F1A272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CADFF8F-F82D-F65E-4D98-9645D725D926}"/>
                </a:ext>
              </a:extLst>
            </p:cNvPr>
            <p:cNvSpPr txBox="1"/>
            <p:nvPr/>
          </p:nvSpPr>
          <p:spPr>
            <a:xfrm>
              <a:off x="4139317" y="4381282"/>
              <a:ext cx="648707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100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3376" name="组合 15">
            <a:extLst>
              <a:ext uri="{FF2B5EF4-FFF2-40B4-BE49-F238E27FC236}">
                <a16:creationId xmlns:a16="http://schemas.microsoft.com/office/drawing/2014/main" id="{B256DA1E-24E1-BEDB-625F-4E3C48AFA817}"/>
              </a:ext>
            </a:extLst>
          </p:cNvPr>
          <p:cNvGrpSpPr>
            <a:grpSpLocks/>
          </p:cNvGrpSpPr>
          <p:nvPr/>
        </p:nvGrpSpPr>
        <p:grpSpPr bwMode="auto">
          <a:xfrm>
            <a:off x="3494088" y="5316538"/>
            <a:ext cx="720725" cy="719137"/>
            <a:chOff x="4067944" y="4221088"/>
            <a:chExt cx="720080" cy="720080"/>
          </a:xfrm>
        </p:grpSpPr>
        <p:sp>
          <p:nvSpPr>
            <p:cNvPr id="47206" name="椭圆 16">
              <a:extLst>
                <a:ext uri="{FF2B5EF4-FFF2-40B4-BE49-F238E27FC236}">
                  <a16:creationId xmlns:a16="http://schemas.microsoft.com/office/drawing/2014/main" id="{84503350-F437-27D8-5AC1-220AB5707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8F1C2CF8-DE84-9C4F-72D0-784AFD4BD436}"/>
                </a:ext>
              </a:extLst>
            </p:cNvPr>
            <p:cNvSpPr txBox="1"/>
            <p:nvPr/>
          </p:nvSpPr>
          <p:spPr>
            <a:xfrm>
              <a:off x="4139317" y="4381635"/>
              <a:ext cx="648707" cy="39898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001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3377" name="组合 18">
            <a:extLst>
              <a:ext uri="{FF2B5EF4-FFF2-40B4-BE49-F238E27FC236}">
                <a16:creationId xmlns:a16="http://schemas.microsoft.com/office/drawing/2014/main" id="{66CBEE12-CC81-66BC-90F0-8A888B669543}"/>
              </a:ext>
            </a:extLst>
          </p:cNvPr>
          <p:cNvGrpSpPr>
            <a:grpSpLocks/>
          </p:cNvGrpSpPr>
          <p:nvPr/>
        </p:nvGrpSpPr>
        <p:grpSpPr bwMode="auto">
          <a:xfrm>
            <a:off x="2136775" y="5310188"/>
            <a:ext cx="719138" cy="720725"/>
            <a:chOff x="4067944" y="4221088"/>
            <a:chExt cx="720080" cy="720080"/>
          </a:xfrm>
        </p:grpSpPr>
        <p:sp>
          <p:nvSpPr>
            <p:cNvPr id="47204" name="椭圆 19">
              <a:extLst>
                <a:ext uri="{FF2B5EF4-FFF2-40B4-BE49-F238E27FC236}">
                  <a16:creationId xmlns:a16="http://schemas.microsoft.com/office/drawing/2014/main" id="{A45985C3-2D14-25E8-0505-E74E3E24FD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1ED5B354-6150-170D-1272-51C848E5C66C}"/>
                </a:ext>
              </a:extLst>
            </p:cNvPr>
            <p:cNvSpPr txBox="1"/>
            <p:nvPr/>
          </p:nvSpPr>
          <p:spPr>
            <a:xfrm>
              <a:off x="4139476" y="4381282"/>
              <a:ext cx="648548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011</a:t>
              </a:r>
            </a:p>
          </p:txBody>
        </p:sp>
      </p:grpSp>
      <p:grpSp>
        <p:nvGrpSpPr>
          <p:cNvPr id="13378" name="组合 21">
            <a:extLst>
              <a:ext uri="{FF2B5EF4-FFF2-40B4-BE49-F238E27FC236}">
                <a16:creationId xmlns:a16="http://schemas.microsoft.com/office/drawing/2014/main" id="{6BBC3515-24DD-F1EA-255A-DE3376B1D335}"/>
              </a:ext>
            </a:extLst>
          </p:cNvPr>
          <p:cNvGrpSpPr>
            <a:grpSpLocks/>
          </p:cNvGrpSpPr>
          <p:nvPr/>
        </p:nvGrpSpPr>
        <p:grpSpPr bwMode="auto">
          <a:xfrm>
            <a:off x="722313" y="5310188"/>
            <a:ext cx="719137" cy="720725"/>
            <a:chOff x="4067944" y="4221088"/>
            <a:chExt cx="720080" cy="720080"/>
          </a:xfrm>
        </p:grpSpPr>
        <p:sp>
          <p:nvSpPr>
            <p:cNvPr id="47202" name="椭圆 22">
              <a:extLst>
                <a:ext uri="{FF2B5EF4-FFF2-40B4-BE49-F238E27FC236}">
                  <a16:creationId xmlns:a16="http://schemas.microsoft.com/office/drawing/2014/main" id="{9AF13558-218B-1BF1-25A5-8B68847AB4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034DE259-02E2-B680-08FE-AB96F3161363}"/>
                </a:ext>
              </a:extLst>
            </p:cNvPr>
            <p:cNvSpPr txBox="1"/>
            <p:nvPr/>
          </p:nvSpPr>
          <p:spPr>
            <a:xfrm>
              <a:off x="4139475" y="4381282"/>
              <a:ext cx="648549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110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13379" name="直接箭头连接符 25">
            <a:extLst>
              <a:ext uri="{FF2B5EF4-FFF2-40B4-BE49-F238E27FC236}">
                <a16:creationId xmlns:a16="http://schemas.microsoft.com/office/drawing/2014/main" id="{13DE6B21-F75A-6ACC-D957-6063DDD0ED10}"/>
              </a:ext>
            </a:extLst>
          </p:cNvPr>
          <p:cNvCxnSpPr>
            <a:cxnSpLocks noChangeShapeType="1"/>
            <a:stCxn id="8" idx="3"/>
            <a:endCxn id="47210" idx="2"/>
          </p:cNvCxnSpPr>
          <p:nvPr/>
        </p:nvCxnSpPr>
        <p:spPr bwMode="auto">
          <a:xfrm flipV="1">
            <a:off x="1489075" y="4454525"/>
            <a:ext cx="647700" cy="17463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80" name="直接箭头连接符 26">
            <a:extLst>
              <a:ext uri="{FF2B5EF4-FFF2-40B4-BE49-F238E27FC236}">
                <a16:creationId xmlns:a16="http://schemas.microsoft.com/office/drawing/2014/main" id="{8E8A6114-A740-C8B1-FB40-33739DD6A5F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881313" y="4454525"/>
            <a:ext cx="649287" cy="17463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81" name="直接箭头连接符 27">
            <a:extLst>
              <a:ext uri="{FF2B5EF4-FFF2-40B4-BE49-F238E27FC236}">
                <a16:creationId xmlns:a16="http://schemas.microsoft.com/office/drawing/2014/main" id="{96EE8433-DCEE-6E5C-574F-26E9CD17B550}"/>
              </a:ext>
            </a:extLst>
          </p:cNvPr>
          <p:cNvCxnSpPr>
            <a:cxnSpLocks noChangeShapeType="1"/>
            <a:stCxn id="47208" idx="4"/>
            <a:endCxn id="47206" idx="0"/>
          </p:cNvCxnSpPr>
          <p:nvPr/>
        </p:nvCxnSpPr>
        <p:spPr bwMode="auto">
          <a:xfrm>
            <a:off x="3854450" y="4814888"/>
            <a:ext cx="0" cy="50165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82" name="直接箭头连接符 30">
            <a:extLst>
              <a:ext uri="{FF2B5EF4-FFF2-40B4-BE49-F238E27FC236}">
                <a16:creationId xmlns:a16="http://schemas.microsoft.com/office/drawing/2014/main" id="{B7551809-4DCC-5F8E-02CD-1D7DC21D9587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828925" y="5661025"/>
            <a:ext cx="665163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83" name="直接箭头连接符 32">
            <a:extLst>
              <a:ext uri="{FF2B5EF4-FFF2-40B4-BE49-F238E27FC236}">
                <a16:creationId xmlns:a16="http://schemas.microsoft.com/office/drawing/2014/main" id="{1C9F4DA5-4C89-BA37-D224-8E48E4D341C0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1457325" y="5670550"/>
            <a:ext cx="665163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84" name="直接箭头连接符 33">
            <a:extLst>
              <a:ext uri="{FF2B5EF4-FFF2-40B4-BE49-F238E27FC236}">
                <a16:creationId xmlns:a16="http://schemas.microsoft.com/office/drawing/2014/main" id="{7AE4A1FC-CBB1-6A4F-02F1-E2AF2F860366}"/>
              </a:ext>
            </a:extLst>
          </p:cNvPr>
          <p:cNvCxnSpPr>
            <a:cxnSpLocks noChangeShapeType="1"/>
            <a:endCxn id="47212" idx="4"/>
          </p:cNvCxnSpPr>
          <p:nvPr/>
        </p:nvCxnSpPr>
        <p:spPr bwMode="auto">
          <a:xfrm flipV="1">
            <a:off x="1114425" y="4830763"/>
            <a:ext cx="14288" cy="492125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34A4F3D1-0F2A-7A1D-CD8A-DF560FCB1E19}"/>
              </a:ext>
            </a:extLst>
          </p:cNvPr>
          <p:cNvGrpSpPr>
            <a:grpSpLocks/>
          </p:cNvGrpSpPr>
          <p:nvPr/>
        </p:nvGrpSpPr>
        <p:grpSpPr bwMode="auto">
          <a:xfrm>
            <a:off x="5189538" y="4094163"/>
            <a:ext cx="3492500" cy="1941512"/>
            <a:chOff x="5189528" y="4094163"/>
            <a:chExt cx="3492500" cy="1941513"/>
          </a:xfrm>
        </p:grpSpPr>
        <p:grpSp>
          <p:nvGrpSpPr>
            <p:cNvPr id="47178" name="组合 8">
              <a:extLst>
                <a:ext uri="{FF2B5EF4-FFF2-40B4-BE49-F238E27FC236}">
                  <a16:creationId xmlns:a16="http://schemas.microsoft.com/office/drawing/2014/main" id="{69C24FD7-D2C1-EB73-D915-27780B2C9B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35565" y="4111626"/>
              <a:ext cx="720725" cy="719137"/>
              <a:chOff x="4067944" y="4221088"/>
              <a:chExt cx="720080" cy="720080"/>
            </a:xfrm>
          </p:grpSpPr>
          <p:sp>
            <p:nvSpPr>
              <p:cNvPr id="47200" name="椭圆 6">
                <a:extLst>
                  <a:ext uri="{FF2B5EF4-FFF2-40B4-BE49-F238E27FC236}">
                    <a16:creationId xmlns:a16="http://schemas.microsoft.com/office/drawing/2014/main" id="{E519E8F0-8B55-5615-E1D0-5B2C8FCC79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011F6889-1284-89BA-0362-4B5907815D4B}"/>
                  </a:ext>
                </a:extLst>
              </p:cNvPr>
              <p:cNvSpPr txBox="1"/>
              <p:nvPr/>
            </p:nvSpPr>
            <p:spPr>
              <a:xfrm>
                <a:off x="4139318" y="4381635"/>
                <a:ext cx="648706" cy="398985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5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7179" name="组合 9">
              <a:extLst>
                <a:ext uri="{FF2B5EF4-FFF2-40B4-BE49-F238E27FC236}">
                  <a16:creationId xmlns:a16="http://schemas.microsoft.com/office/drawing/2014/main" id="{71456D53-50CA-520F-BA24-D4CC10F660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03990" y="4094163"/>
              <a:ext cx="719138" cy="720725"/>
              <a:chOff x="4067944" y="4221088"/>
              <a:chExt cx="720080" cy="720080"/>
            </a:xfrm>
          </p:grpSpPr>
          <p:sp>
            <p:nvSpPr>
              <p:cNvPr id="47198" name="椭圆 10">
                <a:extLst>
                  <a:ext uri="{FF2B5EF4-FFF2-40B4-BE49-F238E27FC236}">
                    <a16:creationId xmlns:a16="http://schemas.microsoft.com/office/drawing/2014/main" id="{8C45ADF4-0571-0CEF-5002-6E10128A58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976AD8DB-1082-5058-87AA-C57BF7DA52B6}"/>
                  </a:ext>
                </a:extLst>
              </p:cNvPr>
              <p:cNvSpPr txBox="1"/>
              <p:nvPr/>
            </p:nvSpPr>
            <p:spPr>
              <a:xfrm>
                <a:off x="4139476" y="4381282"/>
                <a:ext cx="648548" cy="39969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2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7180" name="组合 12">
              <a:extLst>
                <a:ext uri="{FF2B5EF4-FFF2-40B4-BE49-F238E27FC236}">
                  <a16:creationId xmlns:a16="http://schemas.microsoft.com/office/drawing/2014/main" id="{E065E8BF-D60E-132F-650A-D58C5ADDAE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61303" y="4094163"/>
              <a:ext cx="720725" cy="720725"/>
              <a:chOff x="4067944" y="4221088"/>
              <a:chExt cx="720080" cy="720080"/>
            </a:xfrm>
          </p:grpSpPr>
          <p:sp>
            <p:nvSpPr>
              <p:cNvPr id="47196" name="椭圆 13">
                <a:extLst>
                  <a:ext uri="{FF2B5EF4-FFF2-40B4-BE49-F238E27FC236}">
                    <a16:creationId xmlns:a16="http://schemas.microsoft.com/office/drawing/2014/main" id="{F3407B22-58F2-9925-AA5F-3D80ED3826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88501A9A-7BD6-72DF-22E8-D581032A7DBB}"/>
                  </a:ext>
                </a:extLst>
              </p:cNvPr>
              <p:cNvSpPr txBox="1"/>
              <p:nvPr/>
            </p:nvSpPr>
            <p:spPr>
              <a:xfrm>
                <a:off x="4139317" y="4381282"/>
                <a:ext cx="648707" cy="39969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4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7181" name="组合 15">
              <a:extLst>
                <a:ext uri="{FF2B5EF4-FFF2-40B4-BE49-F238E27FC236}">
                  <a16:creationId xmlns:a16="http://schemas.microsoft.com/office/drawing/2014/main" id="{58BB00DE-C232-FE96-BC7E-F8BEF4926A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61303" y="5316538"/>
              <a:ext cx="720725" cy="719138"/>
              <a:chOff x="4067944" y="4221088"/>
              <a:chExt cx="720080" cy="720080"/>
            </a:xfrm>
          </p:grpSpPr>
          <p:sp>
            <p:nvSpPr>
              <p:cNvPr id="47194" name="椭圆 16">
                <a:extLst>
                  <a:ext uri="{FF2B5EF4-FFF2-40B4-BE49-F238E27FC236}">
                    <a16:creationId xmlns:a16="http://schemas.microsoft.com/office/drawing/2014/main" id="{13EC83E2-5CC7-8A3F-B30A-9A200B222D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D7EC4BD1-D274-1FBE-2573-DC6175BEC0E0}"/>
                  </a:ext>
                </a:extLst>
              </p:cNvPr>
              <p:cNvSpPr txBox="1"/>
              <p:nvPr/>
            </p:nvSpPr>
            <p:spPr>
              <a:xfrm>
                <a:off x="4139317" y="4381636"/>
                <a:ext cx="648707" cy="398985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47182" name="组合 18">
              <a:extLst>
                <a:ext uri="{FF2B5EF4-FFF2-40B4-BE49-F238E27FC236}">
                  <a16:creationId xmlns:a16="http://schemas.microsoft.com/office/drawing/2014/main" id="{C566A32B-B9FE-5199-1352-CCBB74E7BD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03990" y="5310188"/>
              <a:ext cx="719138" cy="720725"/>
              <a:chOff x="4067944" y="4221088"/>
              <a:chExt cx="720080" cy="720080"/>
            </a:xfrm>
          </p:grpSpPr>
          <p:sp>
            <p:nvSpPr>
              <p:cNvPr id="47192" name="椭圆 19">
                <a:extLst>
                  <a:ext uri="{FF2B5EF4-FFF2-40B4-BE49-F238E27FC236}">
                    <a16:creationId xmlns:a16="http://schemas.microsoft.com/office/drawing/2014/main" id="{334F3AE9-7C7A-323A-C472-39E84E85FA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EC52D722-324C-8164-65DB-956A91C3CAFE}"/>
                  </a:ext>
                </a:extLst>
              </p:cNvPr>
              <p:cNvSpPr txBox="1"/>
              <p:nvPr/>
            </p:nvSpPr>
            <p:spPr>
              <a:xfrm>
                <a:off x="4139476" y="4381283"/>
                <a:ext cx="648548" cy="39969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3</a:t>
                </a:r>
              </a:p>
            </p:txBody>
          </p:sp>
        </p:grpSp>
        <p:grpSp>
          <p:nvGrpSpPr>
            <p:cNvPr id="47183" name="组合 21">
              <a:extLst>
                <a:ext uri="{FF2B5EF4-FFF2-40B4-BE49-F238E27FC236}">
                  <a16:creationId xmlns:a16="http://schemas.microsoft.com/office/drawing/2014/main" id="{81DBA4BD-B72E-14F0-01CB-00A5D733F1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89528" y="5310188"/>
              <a:ext cx="719137" cy="720725"/>
              <a:chOff x="4067944" y="4221088"/>
              <a:chExt cx="720080" cy="720080"/>
            </a:xfrm>
          </p:grpSpPr>
          <p:sp>
            <p:nvSpPr>
              <p:cNvPr id="47190" name="椭圆 22">
                <a:extLst>
                  <a:ext uri="{FF2B5EF4-FFF2-40B4-BE49-F238E27FC236}">
                    <a16:creationId xmlns:a16="http://schemas.microsoft.com/office/drawing/2014/main" id="{9337EBBD-11C2-461F-8D0A-BC6C5E0658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7988E04B-F18F-FDB0-0F6C-A6D40D1338B3}"/>
                  </a:ext>
                </a:extLst>
              </p:cNvPr>
              <p:cNvSpPr txBox="1"/>
              <p:nvPr/>
            </p:nvSpPr>
            <p:spPr>
              <a:xfrm>
                <a:off x="4139475" y="4381283"/>
                <a:ext cx="648549" cy="39969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6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47184" name="直接箭头连接符 25">
              <a:extLst>
                <a:ext uri="{FF2B5EF4-FFF2-40B4-BE49-F238E27FC236}">
                  <a16:creationId xmlns:a16="http://schemas.microsoft.com/office/drawing/2014/main" id="{9F5AD637-1553-09F2-5E54-FF73E12B28C9}"/>
                </a:ext>
              </a:extLst>
            </p:cNvPr>
            <p:cNvCxnSpPr>
              <a:cxnSpLocks noChangeShapeType="1"/>
              <a:stCxn id="37" idx="3"/>
              <a:endCxn id="47198" idx="2"/>
            </p:cNvCxnSpPr>
            <p:nvPr/>
          </p:nvCxnSpPr>
          <p:spPr bwMode="auto">
            <a:xfrm flipV="1">
              <a:off x="5956290" y="4454526"/>
              <a:ext cx="647700" cy="17462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185" name="直接箭头连接符 26">
              <a:extLst>
                <a:ext uri="{FF2B5EF4-FFF2-40B4-BE49-F238E27FC236}">
                  <a16:creationId xmlns:a16="http://schemas.microsoft.com/office/drawing/2014/main" id="{4F7AD8D9-3563-C869-81F5-C0F1E8FCCEE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7348528" y="4454526"/>
              <a:ext cx="649287" cy="17462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186" name="直接箭头连接符 27">
              <a:extLst>
                <a:ext uri="{FF2B5EF4-FFF2-40B4-BE49-F238E27FC236}">
                  <a16:creationId xmlns:a16="http://schemas.microsoft.com/office/drawing/2014/main" id="{700AA6DC-C878-E4C1-EA84-A82AE413946D}"/>
                </a:ext>
              </a:extLst>
            </p:cNvPr>
            <p:cNvCxnSpPr>
              <a:cxnSpLocks noChangeShapeType="1"/>
              <a:stCxn id="47196" idx="4"/>
              <a:endCxn id="47194" idx="0"/>
            </p:cNvCxnSpPr>
            <p:nvPr/>
          </p:nvCxnSpPr>
          <p:spPr bwMode="auto">
            <a:xfrm>
              <a:off x="8321665" y="4814888"/>
              <a:ext cx="0" cy="50165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187" name="直接箭头连接符 30">
              <a:extLst>
                <a:ext uri="{FF2B5EF4-FFF2-40B4-BE49-F238E27FC236}">
                  <a16:creationId xmlns:a16="http://schemas.microsoft.com/office/drawing/2014/main" id="{EDF3F6D0-86CD-F19C-1499-F053CFEC98F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7296140" y="5661026"/>
              <a:ext cx="665163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188" name="直接箭头连接符 32">
              <a:extLst>
                <a:ext uri="{FF2B5EF4-FFF2-40B4-BE49-F238E27FC236}">
                  <a16:creationId xmlns:a16="http://schemas.microsoft.com/office/drawing/2014/main" id="{6C98ABDD-E382-06B6-118F-07190B8E674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5924540" y="5670551"/>
              <a:ext cx="665163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7189" name="直接箭头连接符 33">
              <a:extLst>
                <a:ext uri="{FF2B5EF4-FFF2-40B4-BE49-F238E27FC236}">
                  <a16:creationId xmlns:a16="http://schemas.microsoft.com/office/drawing/2014/main" id="{772BB5C0-6AFF-A421-FC1F-2A6A4ABD3F44}"/>
                </a:ext>
              </a:extLst>
            </p:cNvPr>
            <p:cNvCxnSpPr>
              <a:cxnSpLocks noChangeShapeType="1"/>
              <a:endCxn id="47200" idx="4"/>
            </p:cNvCxnSpPr>
            <p:nvPr/>
          </p:nvCxnSpPr>
          <p:spPr bwMode="auto">
            <a:xfrm flipV="1">
              <a:off x="5581640" y="4830763"/>
              <a:ext cx="14288" cy="492125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13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500"/>
                                        <p:tgtEl>
                                          <p:spTgt spid="13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500"/>
                                        <p:tgtEl>
                                          <p:spTgt spid="13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8" dur="500"/>
                                        <p:tgtEl>
                                          <p:spTgt spid="13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13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6" dur="500"/>
                                        <p:tgtEl>
                                          <p:spTgt spid="13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3F41E4-2CBB-0DB0-8B50-9C3AE6F4F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37468A7-10A0-4B1F-A1D2-BDAD80DA3E9F}" type="slidenum">
              <a:rPr lang="en-US" altLang="zh-CN" sz="1000" smtClean="0"/>
              <a:pPr>
                <a:defRPr/>
              </a:pPr>
              <a:t>50</a:t>
            </a:fld>
            <a:endParaRPr lang="en-US" altLang="zh-CN" sz="1000"/>
          </a:p>
        </p:txBody>
      </p:sp>
      <p:graphicFrame>
        <p:nvGraphicFramePr>
          <p:cNvPr id="10" name="内容占位符 9">
            <a:extLst>
              <a:ext uri="{FF2B5EF4-FFF2-40B4-BE49-F238E27FC236}">
                <a16:creationId xmlns:a16="http://schemas.microsoft.com/office/drawing/2014/main" id="{86EDC794-D377-257C-5CAD-AC61BD14A9C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50875" y="322263"/>
          <a:ext cx="7924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2n</a:t>
                      </a:r>
                      <a:endParaRPr lang="zh-CN" altLang="en-US" sz="2400" baseline="-25000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1n</a:t>
                      </a:r>
                      <a:endParaRPr lang="zh-CN" altLang="en-US" sz="2400" baseline="-250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0n</a:t>
                      </a:r>
                      <a:endParaRPr lang="zh-CN" altLang="en-US" sz="2400" baseline="-250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2(n+1)</a:t>
                      </a:r>
                      <a:endParaRPr lang="zh-CN" altLang="en-US" sz="2400" baseline="-25000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1(n+1)</a:t>
                      </a:r>
                      <a:endParaRPr lang="zh-CN" altLang="en-US" sz="24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0(n+1)</a:t>
                      </a:r>
                      <a:endParaRPr lang="zh-CN" altLang="en-US" sz="2400" baseline="-250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8254" name="Group 4">
            <a:extLst>
              <a:ext uri="{FF2B5EF4-FFF2-40B4-BE49-F238E27FC236}">
                <a16:creationId xmlns:a16="http://schemas.microsoft.com/office/drawing/2014/main" id="{6B89BC4F-BE70-0A76-2D1D-CAB02833AA74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3614738"/>
            <a:ext cx="3952875" cy="2541587"/>
            <a:chOff x="6" y="2159"/>
            <a:chExt cx="2490" cy="1601"/>
          </a:xfrm>
        </p:grpSpPr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D82B9B2C-B44F-5695-B3C8-4267B6FA1B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E66A0814-6C66-E970-0976-6434AF9404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0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D2198BDD-636C-6A34-7834-6874E8112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48195" name="Line 8">
              <a:extLst>
                <a:ext uri="{FF2B5EF4-FFF2-40B4-BE49-F238E27FC236}">
                  <a16:creationId xmlns:a16="http://schemas.microsoft.com/office/drawing/2014/main" id="{43B595A8-F540-21F3-A6EE-8E9CCF1C64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6" name="Line 9">
              <a:extLst>
                <a:ext uri="{FF2B5EF4-FFF2-40B4-BE49-F238E27FC236}">
                  <a16:creationId xmlns:a16="http://schemas.microsoft.com/office/drawing/2014/main" id="{13389551-728F-678A-1AC6-7EC2425EFA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7" name="Line 10">
              <a:extLst>
                <a:ext uri="{FF2B5EF4-FFF2-40B4-BE49-F238E27FC236}">
                  <a16:creationId xmlns:a16="http://schemas.microsoft.com/office/drawing/2014/main" id="{309FEA61-05D1-2D34-2D64-F761CB7945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8" name="Line 11">
              <a:extLst>
                <a:ext uri="{FF2B5EF4-FFF2-40B4-BE49-F238E27FC236}">
                  <a16:creationId xmlns:a16="http://schemas.microsoft.com/office/drawing/2014/main" id="{37EBA220-8C29-B2B3-D6E5-9A18C1DC14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99" name="Line 12">
              <a:extLst>
                <a:ext uri="{FF2B5EF4-FFF2-40B4-BE49-F238E27FC236}">
                  <a16:creationId xmlns:a16="http://schemas.microsoft.com/office/drawing/2014/main" id="{C6079465-6DB1-9C85-4986-3F07B85B60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0" name="Line 13">
              <a:extLst>
                <a:ext uri="{FF2B5EF4-FFF2-40B4-BE49-F238E27FC236}">
                  <a16:creationId xmlns:a16="http://schemas.microsoft.com/office/drawing/2014/main" id="{BBBE2142-404F-C8D7-ECB9-4475BB4A9F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1" name="Line 14">
              <a:extLst>
                <a:ext uri="{FF2B5EF4-FFF2-40B4-BE49-F238E27FC236}">
                  <a16:creationId xmlns:a16="http://schemas.microsoft.com/office/drawing/2014/main" id="{9F46BEC8-3401-C885-05F2-7F312CB0E8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2" name="Line 15">
              <a:extLst>
                <a:ext uri="{FF2B5EF4-FFF2-40B4-BE49-F238E27FC236}">
                  <a16:creationId xmlns:a16="http://schemas.microsoft.com/office/drawing/2014/main" id="{5D904FD5-845A-D1B6-5AA4-51DF514EBC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3" name="Line 16">
              <a:extLst>
                <a:ext uri="{FF2B5EF4-FFF2-40B4-BE49-F238E27FC236}">
                  <a16:creationId xmlns:a16="http://schemas.microsoft.com/office/drawing/2014/main" id="{3B6F0D3A-B702-85B5-F7EF-57591F647A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204" name="Text Box 17">
              <a:extLst>
                <a:ext uri="{FF2B5EF4-FFF2-40B4-BE49-F238E27FC236}">
                  <a16:creationId xmlns:a16="http://schemas.microsoft.com/office/drawing/2014/main" id="{EF4267C9-B4F2-9743-1C45-E8CA3FF66D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48205" name="Text Box 18">
              <a:extLst>
                <a:ext uri="{FF2B5EF4-FFF2-40B4-BE49-F238E27FC236}">
                  <a16:creationId xmlns:a16="http://schemas.microsoft.com/office/drawing/2014/main" id="{1B63BAA3-ABF2-DEDA-2766-C94FCF060E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22" name="Text Box 19">
              <a:extLst>
                <a:ext uri="{FF2B5EF4-FFF2-40B4-BE49-F238E27FC236}">
                  <a16:creationId xmlns:a16="http://schemas.microsoft.com/office/drawing/2014/main" id="{21DD699E-E36C-0913-0DCA-E217C428EE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</a:p>
          </p:txBody>
        </p:sp>
        <p:grpSp>
          <p:nvGrpSpPr>
            <p:cNvPr id="48207" name="Group 20">
              <a:extLst>
                <a:ext uri="{FF2B5EF4-FFF2-40B4-BE49-F238E27FC236}">
                  <a16:creationId xmlns:a16="http://schemas.microsoft.com/office/drawing/2014/main" id="{389215AC-B53D-346D-E841-26000566BF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48221" name="Text Box 21">
                <a:extLst>
                  <a:ext uri="{FF2B5EF4-FFF2-40B4-BE49-F238E27FC236}">
                    <a16:creationId xmlns:a16="http://schemas.microsoft.com/office/drawing/2014/main" id="{03BE7F03-83C5-1A81-A9E4-6CFA7309CE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</a:p>
            </p:txBody>
          </p:sp>
          <p:sp>
            <p:nvSpPr>
              <p:cNvPr id="48222" name="Text Box 22">
                <a:extLst>
                  <a:ext uri="{FF2B5EF4-FFF2-40B4-BE49-F238E27FC236}">
                    <a16:creationId xmlns:a16="http://schemas.microsoft.com/office/drawing/2014/main" id="{49E452EF-9963-C5FB-E096-9E9194F3E1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</a:p>
            </p:txBody>
          </p:sp>
        </p:grpSp>
        <p:sp>
          <p:nvSpPr>
            <p:cNvPr id="48208" name="Text Box 23">
              <a:extLst>
                <a:ext uri="{FF2B5EF4-FFF2-40B4-BE49-F238E27FC236}">
                  <a16:creationId xmlns:a16="http://schemas.microsoft.com/office/drawing/2014/main" id="{7F0C7BD2-B043-DCF0-4883-374E9275EA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</a:p>
          </p:txBody>
        </p:sp>
        <p:sp>
          <p:nvSpPr>
            <p:cNvPr id="48209" name="Text Box 24">
              <a:extLst>
                <a:ext uri="{FF2B5EF4-FFF2-40B4-BE49-F238E27FC236}">
                  <a16:creationId xmlns:a16="http://schemas.microsoft.com/office/drawing/2014/main" id="{A9312758-7351-8003-74BE-8146A22BD4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</a:p>
          </p:txBody>
        </p:sp>
        <p:sp>
          <p:nvSpPr>
            <p:cNvPr id="48210" name="Text Box 25">
              <a:extLst>
                <a:ext uri="{FF2B5EF4-FFF2-40B4-BE49-F238E27FC236}">
                  <a16:creationId xmlns:a16="http://schemas.microsoft.com/office/drawing/2014/main" id="{006DFE86-5D14-09D8-414F-E37DA1643D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</a:p>
          </p:txBody>
        </p:sp>
        <p:sp>
          <p:nvSpPr>
            <p:cNvPr id="48211" name="Text Box 26">
              <a:extLst>
                <a:ext uri="{FF2B5EF4-FFF2-40B4-BE49-F238E27FC236}">
                  <a16:creationId xmlns:a16="http://schemas.microsoft.com/office/drawing/2014/main" id="{CB80995D-6217-00C5-E1B5-5481166BEA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</a:p>
          </p:txBody>
        </p:sp>
        <p:sp>
          <p:nvSpPr>
            <p:cNvPr id="48212" name="Rectangle 27">
              <a:extLst>
                <a:ext uri="{FF2B5EF4-FFF2-40B4-BE49-F238E27FC236}">
                  <a16:creationId xmlns:a16="http://schemas.microsoft.com/office/drawing/2014/main" id="{597F1042-B5E3-2090-642F-BF6E21CC2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48213" name="Rectangle 28">
              <a:extLst>
                <a:ext uri="{FF2B5EF4-FFF2-40B4-BE49-F238E27FC236}">
                  <a16:creationId xmlns:a16="http://schemas.microsoft.com/office/drawing/2014/main" id="{3912D6BE-9035-0614-DCE6-929FBB1FC6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900"/>
              <a:ext cx="26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endParaRPr lang="en-US" altLang="zh-CN" sz="2400" b="1"/>
            </a:p>
          </p:txBody>
        </p:sp>
        <p:sp>
          <p:nvSpPr>
            <p:cNvPr id="48214" name="Rectangle 29">
              <a:extLst>
                <a:ext uri="{FF2B5EF4-FFF2-40B4-BE49-F238E27FC236}">
                  <a16:creationId xmlns:a16="http://schemas.microsoft.com/office/drawing/2014/main" id="{A47C4B48-BBA6-9732-5266-41573A7466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9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8215" name="Rectangle 30">
              <a:extLst>
                <a:ext uri="{FF2B5EF4-FFF2-40B4-BE49-F238E27FC236}">
                  <a16:creationId xmlns:a16="http://schemas.microsoft.com/office/drawing/2014/main" id="{ECA47FD2-A810-5283-F832-870593D9D1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48216" name="Rectangle 31">
              <a:extLst>
                <a:ext uri="{FF2B5EF4-FFF2-40B4-BE49-F238E27FC236}">
                  <a16:creationId xmlns:a16="http://schemas.microsoft.com/office/drawing/2014/main" id="{F8CE6370-B754-87CF-9AED-5F3517E4EE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endParaRPr lang="en-US" altLang="zh-CN" sz="2400" b="1"/>
            </a:p>
          </p:txBody>
        </p:sp>
        <p:sp>
          <p:nvSpPr>
            <p:cNvPr id="48217" name="Rectangle 32">
              <a:extLst>
                <a:ext uri="{FF2B5EF4-FFF2-40B4-BE49-F238E27FC236}">
                  <a16:creationId xmlns:a16="http://schemas.microsoft.com/office/drawing/2014/main" id="{410BA81B-A137-481D-479B-DE7FC5B784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" y="3427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</a:p>
          </p:txBody>
        </p:sp>
        <p:sp>
          <p:nvSpPr>
            <p:cNvPr id="48218" name="Rectangle 33">
              <a:extLst>
                <a:ext uri="{FF2B5EF4-FFF2-40B4-BE49-F238E27FC236}">
                  <a16:creationId xmlns:a16="http://schemas.microsoft.com/office/drawing/2014/main" id="{99B92B06-6E30-AC45-022C-B9E7E7B8E7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396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48219" name="Rectangle 34">
              <a:extLst>
                <a:ext uri="{FF2B5EF4-FFF2-40B4-BE49-F238E27FC236}">
                  <a16:creationId xmlns:a16="http://schemas.microsoft.com/office/drawing/2014/main" id="{DC1F2F83-28B1-CAAC-8DB3-EF383FFA13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36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B96C48A-E2BF-E231-5966-18E80C2B8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9" y="2168"/>
              <a:ext cx="64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2(n+1)</a:t>
              </a:r>
            </a:p>
          </p:txBody>
        </p:sp>
      </p:grpSp>
      <p:sp>
        <p:nvSpPr>
          <p:cNvPr id="8255" name="矩形 4">
            <a:extLst>
              <a:ext uri="{FF2B5EF4-FFF2-40B4-BE49-F238E27FC236}">
                <a16:creationId xmlns:a16="http://schemas.microsoft.com/office/drawing/2014/main" id="{9A91019A-B564-5B93-3918-4FD2BC860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5425" y="4637088"/>
            <a:ext cx="1511300" cy="1493837"/>
          </a:xfrm>
          <a:prstGeom prst="rect">
            <a:avLst/>
          </a:prstGeom>
          <a:solidFill>
            <a:srgbClr val="FFC000">
              <a:alpha val="50195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D58E2F9-BDD1-9F6A-883E-D935F0D65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4163" y="4964113"/>
            <a:ext cx="20462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2(n+1)</a:t>
            </a:r>
            <a:r>
              <a:rPr lang="en-US" altLang="zh-CN" sz="2400"/>
              <a:t>=Q</a:t>
            </a:r>
            <a:r>
              <a:rPr lang="en-US" altLang="zh-CN" sz="2400" baseline="-25000"/>
              <a:t>1n</a:t>
            </a:r>
            <a:endParaRPr lang="zh-CN" altLang="en-US" sz="2400" baseline="-25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2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2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55" grpId="0" animBg="1"/>
      <p:bldP spid="3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0F8FFA-DDDB-D855-BA4A-F8E33E153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F065283C-4652-4397-81E7-29ADAB9ABD06}" type="slidenum">
              <a:rPr lang="en-US" altLang="zh-CN" sz="1000" smtClean="0"/>
              <a:pPr>
                <a:defRPr/>
              </a:pPr>
              <a:t>51</a:t>
            </a:fld>
            <a:endParaRPr lang="en-US" altLang="zh-CN" sz="1000"/>
          </a:p>
        </p:txBody>
      </p:sp>
      <p:graphicFrame>
        <p:nvGraphicFramePr>
          <p:cNvPr id="10" name="内容占位符 9">
            <a:extLst>
              <a:ext uri="{FF2B5EF4-FFF2-40B4-BE49-F238E27FC236}">
                <a16:creationId xmlns:a16="http://schemas.microsoft.com/office/drawing/2014/main" id="{470A3315-B160-9A5D-60EF-B4EDBDD225A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50875" y="322263"/>
          <a:ext cx="7924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2n</a:t>
                      </a:r>
                      <a:endParaRPr lang="zh-CN" altLang="en-US" sz="2400" baseline="-25000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1n</a:t>
                      </a:r>
                      <a:endParaRPr lang="zh-CN" altLang="en-US" sz="2400" baseline="-250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0n</a:t>
                      </a:r>
                      <a:endParaRPr lang="zh-CN" altLang="en-US" sz="2400" baseline="-250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2(n+1)</a:t>
                      </a:r>
                      <a:endParaRPr lang="zh-CN" altLang="en-US" sz="2400" baseline="-25000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1(n+1)</a:t>
                      </a:r>
                      <a:endParaRPr lang="zh-CN" altLang="en-US" sz="24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0(n+1)</a:t>
                      </a:r>
                      <a:endParaRPr lang="zh-CN" altLang="en-US" sz="2400" baseline="-250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9278" name="Group 4">
            <a:extLst>
              <a:ext uri="{FF2B5EF4-FFF2-40B4-BE49-F238E27FC236}">
                <a16:creationId xmlns:a16="http://schemas.microsoft.com/office/drawing/2014/main" id="{F8DA31E3-3CED-E83C-2546-B5DAE0E7F2E2}"/>
              </a:ext>
            </a:extLst>
          </p:cNvPr>
          <p:cNvGrpSpPr>
            <a:grpSpLocks/>
          </p:cNvGrpSpPr>
          <p:nvPr/>
        </p:nvGrpSpPr>
        <p:grpSpPr bwMode="auto">
          <a:xfrm>
            <a:off x="461963" y="3709988"/>
            <a:ext cx="3952875" cy="2541587"/>
            <a:chOff x="6" y="2159"/>
            <a:chExt cx="2490" cy="1601"/>
          </a:xfrm>
        </p:grpSpPr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E71B47A8-0706-D623-D33B-F2D5EDD51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D019A56E-7EF0-605F-B463-F97B5916F5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0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34A09FC4-1075-94AF-6A59-C4BE7A168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49219" name="Line 8">
              <a:extLst>
                <a:ext uri="{FF2B5EF4-FFF2-40B4-BE49-F238E27FC236}">
                  <a16:creationId xmlns:a16="http://schemas.microsoft.com/office/drawing/2014/main" id="{3EFF5D2E-7CCA-D67C-6760-5A019E41D0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20" name="Line 9">
              <a:extLst>
                <a:ext uri="{FF2B5EF4-FFF2-40B4-BE49-F238E27FC236}">
                  <a16:creationId xmlns:a16="http://schemas.microsoft.com/office/drawing/2014/main" id="{52FB9C8D-CC34-3C90-39EF-56224B2F6D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21" name="Line 10">
              <a:extLst>
                <a:ext uri="{FF2B5EF4-FFF2-40B4-BE49-F238E27FC236}">
                  <a16:creationId xmlns:a16="http://schemas.microsoft.com/office/drawing/2014/main" id="{130274BB-AD67-6CA5-32B6-C03732FC15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22" name="Line 11">
              <a:extLst>
                <a:ext uri="{FF2B5EF4-FFF2-40B4-BE49-F238E27FC236}">
                  <a16:creationId xmlns:a16="http://schemas.microsoft.com/office/drawing/2014/main" id="{75C78E9E-EA5E-927F-815A-2BFD91B492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23" name="Line 12">
              <a:extLst>
                <a:ext uri="{FF2B5EF4-FFF2-40B4-BE49-F238E27FC236}">
                  <a16:creationId xmlns:a16="http://schemas.microsoft.com/office/drawing/2014/main" id="{BC11C637-3FC3-709F-D032-9D0F201953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24" name="Line 13">
              <a:extLst>
                <a:ext uri="{FF2B5EF4-FFF2-40B4-BE49-F238E27FC236}">
                  <a16:creationId xmlns:a16="http://schemas.microsoft.com/office/drawing/2014/main" id="{C29D1BC5-8B91-A3AF-CFB4-AE272C1992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25" name="Line 14">
              <a:extLst>
                <a:ext uri="{FF2B5EF4-FFF2-40B4-BE49-F238E27FC236}">
                  <a16:creationId xmlns:a16="http://schemas.microsoft.com/office/drawing/2014/main" id="{60B276A9-5F92-0721-9686-3B86EC40C8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26" name="Line 15">
              <a:extLst>
                <a:ext uri="{FF2B5EF4-FFF2-40B4-BE49-F238E27FC236}">
                  <a16:creationId xmlns:a16="http://schemas.microsoft.com/office/drawing/2014/main" id="{ACCA47B6-8A86-AE64-A601-2AC6390B2A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27" name="Line 16">
              <a:extLst>
                <a:ext uri="{FF2B5EF4-FFF2-40B4-BE49-F238E27FC236}">
                  <a16:creationId xmlns:a16="http://schemas.microsoft.com/office/drawing/2014/main" id="{8B3FE08F-8FA5-F84C-8D36-592937DB87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228" name="Text Box 17">
              <a:extLst>
                <a:ext uri="{FF2B5EF4-FFF2-40B4-BE49-F238E27FC236}">
                  <a16:creationId xmlns:a16="http://schemas.microsoft.com/office/drawing/2014/main" id="{B99F50DD-ED89-22CC-4351-78B888F265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49229" name="Text Box 18">
              <a:extLst>
                <a:ext uri="{FF2B5EF4-FFF2-40B4-BE49-F238E27FC236}">
                  <a16:creationId xmlns:a16="http://schemas.microsoft.com/office/drawing/2014/main" id="{7E051BBE-2F39-A0C6-5466-3C3383B6F7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22" name="Text Box 19">
              <a:extLst>
                <a:ext uri="{FF2B5EF4-FFF2-40B4-BE49-F238E27FC236}">
                  <a16:creationId xmlns:a16="http://schemas.microsoft.com/office/drawing/2014/main" id="{FA67D5F8-6B2D-F373-BA57-EBF169FCDE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</a:p>
          </p:txBody>
        </p:sp>
        <p:grpSp>
          <p:nvGrpSpPr>
            <p:cNvPr id="49231" name="Group 20">
              <a:extLst>
                <a:ext uri="{FF2B5EF4-FFF2-40B4-BE49-F238E27FC236}">
                  <a16:creationId xmlns:a16="http://schemas.microsoft.com/office/drawing/2014/main" id="{D84C9835-FDE1-AC4F-29A4-6AEC1AEF01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49245" name="Text Box 21">
                <a:extLst>
                  <a:ext uri="{FF2B5EF4-FFF2-40B4-BE49-F238E27FC236}">
                    <a16:creationId xmlns:a16="http://schemas.microsoft.com/office/drawing/2014/main" id="{885A3211-77E4-CC42-08AE-CAF1D4AB14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</a:p>
            </p:txBody>
          </p:sp>
          <p:sp>
            <p:nvSpPr>
              <p:cNvPr id="49246" name="Text Box 22">
                <a:extLst>
                  <a:ext uri="{FF2B5EF4-FFF2-40B4-BE49-F238E27FC236}">
                    <a16:creationId xmlns:a16="http://schemas.microsoft.com/office/drawing/2014/main" id="{C6FDFD78-B5B0-4DCE-55AF-5864177822C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</a:p>
            </p:txBody>
          </p:sp>
        </p:grpSp>
        <p:sp>
          <p:nvSpPr>
            <p:cNvPr id="49232" name="Text Box 23">
              <a:extLst>
                <a:ext uri="{FF2B5EF4-FFF2-40B4-BE49-F238E27FC236}">
                  <a16:creationId xmlns:a16="http://schemas.microsoft.com/office/drawing/2014/main" id="{02BE6A48-B1C6-8813-5F6C-FA736887B9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</a:p>
          </p:txBody>
        </p:sp>
        <p:sp>
          <p:nvSpPr>
            <p:cNvPr id="49233" name="Text Box 24">
              <a:extLst>
                <a:ext uri="{FF2B5EF4-FFF2-40B4-BE49-F238E27FC236}">
                  <a16:creationId xmlns:a16="http://schemas.microsoft.com/office/drawing/2014/main" id="{8A1BADDC-2F15-68C8-6D14-FE5A6E7E1C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</a:p>
          </p:txBody>
        </p:sp>
        <p:sp>
          <p:nvSpPr>
            <p:cNvPr id="49234" name="Text Box 25">
              <a:extLst>
                <a:ext uri="{FF2B5EF4-FFF2-40B4-BE49-F238E27FC236}">
                  <a16:creationId xmlns:a16="http://schemas.microsoft.com/office/drawing/2014/main" id="{1143A7BC-EF4C-EEFF-E589-15E9E41BB3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</a:p>
          </p:txBody>
        </p:sp>
        <p:sp>
          <p:nvSpPr>
            <p:cNvPr id="49235" name="Text Box 26">
              <a:extLst>
                <a:ext uri="{FF2B5EF4-FFF2-40B4-BE49-F238E27FC236}">
                  <a16:creationId xmlns:a16="http://schemas.microsoft.com/office/drawing/2014/main" id="{4CD0F561-9DAD-DA8F-7939-CE0C4226E1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</a:p>
          </p:txBody>
        </p:sp>
        <p:sp>
          <p:nvSpPr>
            <p:cNvPr id="49236" name="Rectangle 27">
              <a:extLst>
                <a:ext uri="{FF2B5EF4-FFF2-40B4-BE49-F238E27FC236}">
                  <a16:creationId xmlns:a16="http://schemas.microsoft.com/office/drawing/2014/main" id="{F696095A-5321-3775-C1E4-A74AC84E91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49237" name="Rectangle 28">
              <a:extLst>
                <a:ext uri="{FF2B5EF4-FFF2-40B4-BE49-F238E27FC236}">
                  <a16:creationId xmlns:a16="http://schemas.microsoft.com/office/drawing/2014/main" id="{5BDF94CF-4F90-94C9-B376-FF22B234C7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900"/>
              <a:ext cx="26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endParaRPr lang="en-US" altLang="zh-CN" sz="2400" b="1"/>
            </a:p>
          </p:txBody>
        </p:sp>
        <p:sp>
          <p:nvSpPr>
            <p:cNvPr id="49238" name="Rectangle 29">
              <a:extLst>
                <a:ext uri="{FF2B5EF4-FFF2-40B4-BE49-F238E27FC236}">
                  <a16:creationId xmlns:a16="http://schemas.microsoft.com/office/drawing/2014/main" id="{64DE383F-481C-6FC0-FF95-41F4916D8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9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9239" name="Rectangle 30">
              <a:extLst>
                <a:ext uri="{FF2B5EF4-FFF2-40B4-BE49-F238E27FC236}">
                  <a16:creationId xmlns:a16="http://schemas.microsoft.com/office/drawing/2014/main" id="{A79565AF-6603-FCB9-9D67-15533D4624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49240" name="Rectangle 31">
              <a:extLst>
                <a:ext uri="{FF2B5EF4-FFF2-40B4-BE49-F238E27FC236}">
                  <a16:creationId xmlns:a16="http://schemas.microsoft.com/office/drawing/2014/main" id="{68992D36-7831-ECE9-FE2B-D7FFF0577E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endParaRPr lang="en-US" altLang="zh-CN" sz="2400" b="1"/>
            </a:p>
          </p:txBody>
        </p:sp>
        <p:sp>
          <p:nvSpPr>
            <p:cNvPr id="49241" name="Rectangle 32">
              <a:extLst>
                <a:ext uri="{FF2B5EF4-FFF2-40B4-BE49-F238E27FC236}">
                  <a16:creationId xmlns:a16="http://schemas.microsoft.com/office/drawing/2014/main" id="{F2B8F065-0BA4-C33E-AF29-B275CCEC3C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" y="3427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</a:p>
          </p:txBody>
        </p:sp>
        <p:sp>
          <p:nvSpPr>
            <p:cNvPr id="49242" name="Rectangle 33">
              <a:extLst>
                <a:ext uri="{FF2B5EF4-FFF2-40B4-BE49-F238E27FC236}">
                  <a16:creationId xmlns:a16="http://schemas.microsoft.com/office/drawing/2014/main" id="{08B0B436-1DF9-E2E2-D364-230DF0D038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396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49243" name="Rectangle 34">
              <a:extLst>
                <a:ext uri="{FF2B5EF4-FFF2-40B4-BE49-F238E27FC236}">
                  <a16:creationId xmlns:a16="http://schemas.microsoft.com/office/drawing/2014/main" id="{4F24FD94-ACDF-B881-9418-76725FDE0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36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18626FE-E92C-5018-9D5F-7C4BE3EF1A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9" y="2169"/>
              <a:ext cx="628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1(n+1)</a:t>
              </a:r>
            </a:p>
          </p:txBody>
        </p:sp>
      </p:grpSp>
      <p:sp>
        <p:nvSpPr>
          <p:cNvPr id="9279" name="矩形 40">
            <a:extLst>
              <a:ext uri="{FF2B5EF4-FFF2-40B4-BE49-F238E27FC236}">
                <a16:creationId xmlns:a16="http://schemas.microsoft.com/office/drawing/2014/main" id="{1F789209-050E-1D0E-3871-CE7796C82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9788" y="4738688"/>
            <a:ext cx="1511300" cy="1493837"/>
          </a:xfrm>
          <a:prstGeom prst="rect">
            <a:avLst/>
          </a:prstGeom>
          <a:solidFill>
            <a:srgbClr val="FFC000">
              <a:alpha val="50195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3009425-B10B-399D-28DA-96E7926245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4886325"/>
            <a:ext cx="2044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1(n+1)</a:t>
            </a:r>
            <a:r>
              <a:rPr lang="en-US" altLang="zh-CN" sz="2400"/>
              <a:t>=Q</a:t>
            </a:r>
            <a:r>
              <a:rPr lang="en-US" altLang="zh-CN" sz="2400" baseline="-25000"/>
              <a:t>0n</a:t>
            </a:r>
            <a:endParaRPr lang="zh-CN" altLang="en-US" sz="2400" baseline="-25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2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2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79" grpId="0" animBg="1"/>
      <p:bldP spid="38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582A23-E3E1-2610-9208-111EB92D9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2763" y="6186488"/>
            <a:ext cx="1905000" cy="457200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AAA71D39-B29F-4B67-92DB-9BAD3F4AACBB}" type="slidenum">
              <a:rPr lang="en-US" altLang="zh-CN" sz="1000" smtClean="0"/>
              <a:pPr>
                <a:defRPr/>
              </a:pPr>
              <a:t>52</a:t>
            </a:fld>
            <a:endParaRPr lang="en-US" altLang="zh-CN" sz="1000"/>
          </a:p>
        </p:txBody>
      </p:sp>
      <p:graphicFrame>
        <p:nvGraphicFramePr>
          <p:cNvPr id="10" name="内容占位符 9">
            <a:extLst>
              <a:ext uri="{FF2B5EF4-FFF2-40B4-BE49-F238E27FC236}">
                <a16:creationId xmlns:a16="http://schemas.microsoft.com/office/drawing/2014/main" id="{B234320D-7074-7467-3C81-567A567767E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50875" y="322263"/>
          <a:ext cx="7924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2n</a:t>
                      </a:r>
                      <a:endParaRPr lang="zh-CN" altLang="en-US" sz="2400" baseline="-25000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1n</a:t>
                      </a:r>
                      <a:endParaRPr lang="zh-CN" altLang="en-US" sz="2400" baseline="-250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0n</a:t>
                      </a:r>
                      <a:endParaRPr lang="zh-CN" altLang="en-US" sz="2400" baseline="-250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2(n+1)</a:t>
                      </a:r>
                      <a:endParaRPr lang="zh-CN" altLang="en-US" sz="2400" baseline="-25000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1(n+1)</a:t>
                      </a:r>
                      <a:endParaRPr lang="zh-CN" altLang="en-US" sz="24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0(n+1)</a:t>
                      </a:r>
                      <a:endParaRPr lang="zh-CN" altLang="en-US" sz="2400" baseline="-250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1326" name="Group 4">
            <a:extLst>
              <a:ext uri="{FF2B5EF4-FFF2-40B4-BE49-F238E27FC236}">
                <a16:creationId xmlns:a16="http://schemas.microsoft.com/office/drawing/2014/main" id="{2BB53C83-CE92-B830-2B0F-4B79D7900F21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3644900"/>
            <a:ext cx="3952875" cy="2541588"/>
            <a:chOff x="6" y="2159"/>
            <a:chExt cx="2490" cy="1601"/>
          </a:xfrm>
        </p:grpSpPr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F3A6EAAC-A207-8DAF-C387-DAA11B736F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8" name="Rectangle 6">
              <a:extLst>
                <a:ext uri="{FF2B5EF4-FFF2-40B4-BE49-F238E27FC236}">
                  <a16:creationId xmlns:a16="http://schemas.microsoft.com/office/drawing/2014/main" id="{F652F143-E76E-5D3F-9CF0-50C4EE8D3E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0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</a:p>
          </p:txBody>
        </p:sp>
        <p:sp>
          <p:nvSpPr>
            <p:cNvPr id="9" name="Rectangle 7">
              <a:extLst>
                <a:ext uri="{FF2B5EF4-FFF2-40B4-BE49-F238E27FC236}">
                  <a16:creationId xmlns:a16="http://schemas.microsoft.com/office/drawing/2014/main" id="{1A53602C-06AE-60BF-2399-DB6BE3579A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51270" name="Line 8">
              <a:extLst>
                <a:ext uri="{FF2B5EF4-FFF2-40B4-BE49-F238E27FC236}">
                  <a16:creationId xmlns:a16="http://schemas.microsoft.com/office/drawing/2014/main" id="{6583B3D3-FA35-8B7E-1DD6-5D498BDC5E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71" name="Line 9">
              <a:extLst>
                <a:ext uri="{FF2B5EF4-FFF2-40B4-BE49-F238E27FC236}">
                  <a16:creationId xmlns:a16="http://schemas.microsoft.com/office/drawing/2014/main" id="{6453A0F5-B9A3-47D7-129E-476E5FD4B8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72" name="Line 10">
              <a:extLst>
                <a:ext uri="{FF2B5EF4-FFF2-40B4-BE49-F238E27FC236}">
                  <a16:creationId xmlns:a16="http://schemas.microsoft.com/office/drawing/2014/main" id="{0B648D30-7446-9FC3-0DF3-0721F689C9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73" name="Line 11">
              <a:extLst>
                <a:ext uri="{FF2B5EF4-FFF2-40B4-BE49-F238E27FC236}">
                  <a16:creationId xmlns:a16="http://schemas.microsoft.com/office/drawing/2014/main" id="{1B80A0C6-442C-A7BE-B43F-74B74B4FA6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74" name="Line 12">
              <a:extLst>
                <a:ext uri="{FF2B5EF4-FFF2-40B4-BE49-F238E27FC236}">
                  <a16:creationId xmlns:a16="http://schemas.microsoft.com/office/drawing/2014/main" id="{6C99E3F9-566D-DBB7-83B5-957AB665C1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75" name="Line 13">
              <a:extLst>
                <a:ext uri="{FF2B5EF4-FFF2-40B4-BE49-F238E27FC236}">
                  <a16:creationId xmlns:a16="http://schemas.microsoft.com/office/drawing/2014/main" id="{0EC1503D-7192-B275-FD66-33C021393D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76" name="Line 14">
              <a:extLst>
                <a:ext uri="{FF2B5EF4-FFF2-40B4-BE49-F238E27FC236}">
                  <a16:creationId xmlns:a16="http://schemas.microsoft.com/office/drawing/2014/main" id="{9CCE305C-52CC-2194-A308-F2812633D9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77" name="Line 15">
              <a:extLst>
                <a:ext uri="{FF2B5EF4-FFF2-40B4-BE49-F238E27FC236}">
                  <a16:creationId xmlns:a16="http://schemas.microsoft.com/office/drawing/2014/main" id="{C2963CDA-EE05-3696-09E9-1B32526929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78" name="Line 16">
              <a:extLst>
                <a:ext uri="{FF2B5EF4-FFF2-40B4-BE49-F238E27FC236}">
                  <a16:creationId xmlns:a16="http://schemas.microsoft.com/office/drawing/2014/main" id="{C6DC261A-80B1-33EC-E26A-DABF9CA047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79" name="Text Box 17">
              <a:extLst>
                <a:ext uri="{FF2B5EF4-FFF2-40B4-BE49-F238E27FC236}">
                  <a16:creationId xmlns:a16="http://schemas.microsoft.com/office/drawing/2014/main" id="{E50FC24F-E04A-FEC0-FAF3-8E58FEBD42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51280" name="Text Box 18">
              <a:extLst>
                <a:ext uri="{FF2B5EF4-FFF2-40B4-BE49-F238E27FC236}">
                  <a16:creationId xmlns:a16="http://schemas.microsoft.com/office/drawing/2014/main" id="{ED8E79B2-B638-0361-C6D4-6BE90E530F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22" name="Text Box 19">
              <a:extLst>
                <a:ext uri="{FF2B5EF4-FFF2-40B4-BE49-F238E27FC236}">
                  <a16:creationId xmlns:a16="http://schemas.microsoft.com/office/drawing/2014/main" id="{934BEACC-31F2-3A2E-E459-27888619E8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</a:p>
          </p:txBody>
        </p:sp>
        <p:grpSp>
          <p:nvGrpSpPr>
            <p:cNvPr id="51282" name="Group 20">
              <a:extLst>
                <a:ext uri="{FF2B5EF4-FFF2-40B4-BE49-F238E27FC236}">
                  <a16:creationId xmlns:a16="http://schemas.microsoft.com/office/drawing/2014/main" id="{D3E73DB4-270A-8B95-E413-93DD25F003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51296" name="Text Box 21">
                <a:extLst>
                  <a:ext uri="{FF2B5EF4-FFF2-40B4-BE49-F238E27FC236}">
                    <a16:creationId xmlns:a16="http://schemas.microsoft.com/office/drawing/2014/main" id="{9598229E-335F-96C8-C1D4-3FE94283D6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</a:p>
            </p:txBody>
          </p:sp>
          <p:sp>
            <p:nvSpPr>
              <p:cNvPr id="51297" name="Text Box 22">
                <a:extLst>
                  <a:ext uri="{FF2B5EF4-FFF2-40B4-BE49-F238E27FC236}">
                    <a16:creationId xmlns:a16="http://schemas.microsoft.com/office/drawing/2014/main" id="{57BE82A3-0049-543E-08F7-5151F5A275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</a:p>
            </p:txBody>
          </p:sp>
        </p:grpSp>
        <p:sp>
          <p:nvSpPr>
            <p:cNvPr id="51283" name="Text Box 23">
              <a:extLst>
                <a:ext uri="{FF2B5EF4-FFF2-40B4-BE49-F238E27FC236}">
                  <a16:creationId xmlns:a16="http://schemas.microsoft.com/office/drawing/2014/main" id="{D28EFE51-0A9E-04AE-FA46-06391ACCDF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</a:p>
          </p:txBody>
        </p:sp>
        <p:sp>
          <p:nvSpPr>
            <p:cNvPr id="51284" name="Text Box 24">
              <a:extLst>
                <a:ext uri="{FF2B5EF4-FFF2-40B4-BE49-F238E27FC236}">
                  <a16:creationId xmlns:a16="http://schemas.microsoft.com/office/drawing/2014/main" id="{1CD71BE7-1BF5-2266-35DB-827B1C53E0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</a:p>
          </p:txBody>
        </p:sp>
        <p:sp>
          <p:nvSpPr>
            <p:cNvPr id="51285" name="Text Box 25">
              <a:extLst>
                <a:ext uri="{FF2B5EF4-FFF2-40B4-BE49-F238E27FC236}">
                  <a16:creationId xmlns:a16="http://schemas.microsoft.com/office/drawing/2014/main" id="{F1D275AC-03EB-9E32-E7CE-279C76CAA9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</a:p>
          </p:txBody>
        </p:sp>
        <p:sp>
          <p:nvSpPr>
            <p:cNvPr id="51286" name="Text Box 26">
              <a:extLst>
                <a:ext uri="{FF2B5EF4-FFF2-40B4-BE49-F238E27FC236}">
                  <a16:creationId xmlns:a16="http://schemas.microsoft.com/office/drawing/2014/main" id="{74A52525-725C-4D51-5AC7-9147D52E34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</a:p>
          </p:txBody>
        </p:sp>
        <p:sp>
          <p:nvSpPr>
            <p:cNvPr id="51287" name="Rectangle 27">
              <a:extLst>
                <a:ext uri="{FF2B5EF4-FFF2-40B4-BE49-F238E27FC236}">
                  <a16:creationId xmlns:a16="http://schemas.microsoft.com/office/drawing/2014/main" id="{D45DDC9C-F50C-C0FA-D805-416F94527A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51288" name="Rectangle 28">
              <a:extLst>
                <a:ext uri="{FF2B5EF4-FFF2-40B4-BE49-F238E27FC236}">
                  <a16:creationId xmlns:a16="http://schemas.microsoft.com/office/drawing/2014/main" id="{C0F114DE-E85D-2C4B-DAB8-5CBB39FD80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900"/>
              <a:ext cx="26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endParaRPr lang="en-US" altLang="zh-CN" sz="2400" b="1"/>
            </a:p>
          </p:txBody>
        </p:sp>
        <p:sp>
          <p:nvSpPr>
            <p:cNvPr id="51289" name="Rectangle 29">
              <a:extLst>
                <a:ext uri="{FF2B5EF4-FFF2-40B4-BE49-F238E27FC236}">
                  <a16:creationId xmlns:a16="http://schemas.microsoft.com/office/drawing/2014/main" id="{C9FA40BE-D5F0-9A79-93C7-63B035EB3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9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51290" name="Rectangle 30">
              <a:extLst>
                <a:ext uri="{FF2B5EF4-FFF2-40B4-BE49-F238E27FC236}">
                  <a16:creationId xmlns:a16="http://schemas.microsoft.com/office/drawing/2014/main" id="{7A89E220-7458-F98D-B7A8-2D9894613F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51291" name="Rectangle 31">
              <a:extLst>
                <a:ext uri="{FF2B5EF4-FFF2-40B4-BE49-F238E27FC236}">
                  <a16:creationId xmlns:a16="http://schemas.microsoft.com/office/drawing/2014/main" id="{AEE9015F-E5C4-6F4B-5077-E0718BF7F6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endParaRPr lang="en-US" altLang="zh-CN" sz="2400" b="1"/>
            </a:p>
          </p:txBody>
        </p:sp>
        <p:sp>
          <p:nvSpPr>
            <p:cNvPr id="51292" name="Rectangle 32">
              <a:extLst>
                <a:ext uri="{FF2B5EF4-FFF2-40B4-BE49-F238E27FC236}">
                  <a16:creationId xmlns:a16="http://schemas.microsoft.com/office/drawing/2014/main" id="{001C6AC3-323A-FF7A-FF01-7F6DC8FE2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" y="3427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</a:p>
          </p:txBody>
        </p:sp>
        <p:sp>
          <p:nvSpPr>
            <p:cNvPr id="51293" name="Rectangle 33">
              <a:extLst>
                <a:ext uri="{FF2B5EF4-FFF2-40B4-BE49-F238E27FC236}">
                  <a16:creationId xmlns:a16="http://schemas.microsoft.com/office/drawing/2014/main" id="{7D56E563-AD6C-D83D-94C8-64B31481D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396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51294" name="Rectangle 34">
              <a:extLst>
                <a:ext uri="{FF2B5EF4-FFF2-40B4-BE49-F238E27FC236}">
                  <a16:creationId xmlns:a16="http://schemas.microsoft.com/office/drawing/2014/main" id="{4447E007-80DD-6C0C-13E1-3C2745464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36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F301144-F9EA-078D-6738-0D43181505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2" y="2163"/>
              <a:ext cx="653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0(n+1)</a:t>
              </a:r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2B8291FC-3972-5D04-AEDD-98FDB4AC7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6338" y="4968875"/>
            <a:ext cx="3833812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      —   —          —</a:t>
            </a:r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0(n+1)</a:t>
            </a:r>
            <a:r>
              <a:rPr lang="en-US" altLang="zh-CN" sz="2400"/>
              <a:t>=Q</a:t>
            </a:r>
            <a:r>
              <a:rPr lang="en-US" altLang="zh-CN" sz="2400" baseline="-25000"/>
              <a:t>2n</a:t>
            </a:r>
            <a:r>
              <a:rPr lang="en-US" altLang="zh-CN" sz="2400"/>
              <a:t> Q</a:t>
            </a:r>
            <a:r>
              <a:rPr lang="en-US" altLang="zh-CN" sz="2400" baseline="-25000"/>
              <a:t>1n</a:t>
            </a:r>
            <a:r>
              <a:rPr lang="en-US" altLang="zh-CN" sz="2400"/>
              <a:t> +Q</a:t>
            </a:r>
            <a:r>
              <a:rPr lang="en-US" altLang="zh-CN" sz="2400" baseline="-25000"/>
              <a:t>2n</a:t>
            </a:r>
            <a:r>
              <a:rPr lang="en-US" altLang="zh-CN" sz="2400"/>
              <a:t> Q</a:t>
            </a:r>
            <a:r>
              <a:rPr lang="en-US" altLang="zh-CN" sz="2400" baseline="-25000"/>
              <a:t>0n</a:t>
            </a:r>
            <a:endParaRPr lang="zh-CN" altLang="en-US" sz="2400" baseline="-25000"/>
          </a:p>
        </p:txBody>
      </p:sp>
      <p:sp>
        <p:nvSpPr>
          <p:cNvPr id="46" name="矩形 40">
            <a:extLst>
              <a:ext uri="{FF2B5EF4-FFF2-40B4-BE49-F238E27FC236}">
                <a16:creationId xmlns:a16="http://schemas.microsoft.com/office/drawing/2014/main" id="{0B3E10FA-C33A-6F88-2156-2293B85A10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4613" y="4719638"/>
            <a:ext cx="1511300" cy="622300"/>
          </a:xfrm>
          <a:prstGeom prst="rect">
            <a:avLst/>
          </a:prstGeom>
          <a:solidFill>
            <a:srgbClr val="FFC000">
              <a:alpha val="50195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00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E7F84EC-9CD1-E924-137B-5E31BAF2CE4A}"/>
              </a:ext>
            </a:extLst>
          </p:cNvPr>
          <p:cNvGrpSpPr>
            <a:grpSpLocks/>
          </p:cNvGrpSpPr>
          <p:nvPr/>
        </p:nvGrpSpPr>
        <p:grpSpPr bwMode="auto">
          <a:xfrm>
            <a:off x="1344613" y="5451475"/>
            <a:ext cx="2997200" cy="633413"/>
            <a:chOff x="1345216" y="5451600"/>
            <a:chExt cx="2996044" cy="633339"/>
          </a:xfrm>
        </p:grpSpPr>
        <p:sp>
          <p:nvSpPr>
            <p:cNvPr id="51265" name="矩形 40">
              <a:extLst>
                <a:ext uri="{FF2B5EF4-FFF2-40B4-BE49-F238E27FC236}">
                  <a16:creationId xmlns:a16="http://schemas.microsoft.com/office/drawing/2014/main" id="{D4C654DE-1920-D273-2A76-0D1AAFBEF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216" y="5462711"/>
              <a:ext cx="630454" cy="622228"/>
            </a:xfrm>
            <a:prstGeom prst="rect">
              <a:avLst/>
            </a:prstGeom>
            <a:solidFill>
              <a:srgbClr val="92D050">
                <a:alpha val="50195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1266" name="矩形 40">
              <a:extLst>
                <a:ext uri="{FF2B5EF4-FFF2-40B4-BE49-F238E27FC236}">
                  <a16:creationId xmlns:a16="http://schemas.microsoft.com/office/drawing/2014/main" id="{6C396EA2-486A-6344-49BC-682A2D037E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0806" y="5451600"/>
              <a:ext cx="630454" cy="622228"/>
            </a:xfrm>
            <a:prstGeom prst="rect">
              <a:avLst/>
            </a:prstGeom>
            <a:solidFill>
              <a:srgbClr val="92D050">
                <a:alpha val="50195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AB9768-1E54-AEF9-DF70-0311914CF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A1C7CE-2010-E9B7-24F0-A8C49B57D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22B19B6-B726-480E-A7C5-A81BB9D5B467}" type="slidenum">
              <a:rPr lang="en-US" altLang="zh-CN" sz="1000" smtClean="0"/>
              <a:pPr>
                <a:defRPr/>
              </a:pPr>
              <a:t>53</a:t>
            </a:fld>
            <a:endParaRPr lang="en-US" altLang="zh-CN" sz="1000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CA89E1E4-6BDD-9979-BCA1-D1306CD13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638" y="2781300"/>
            <a:ext cx="4398962" cy="1655763"/>
          </a:xfrm>
        </p:spPr>
        <p:txBody>
          <a:bodyPr/>
          <a:lstStyle/>
          <a:p>
            <a:pPr>
              <a:defRPr/>
            </a:pP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检查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脉冲序列信号发生器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能否自启动？</a:t>
            </a:r>
            <a:endParaRPr lang="zh-CN" alt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187DF3-2179-618E-E8F4-07B90A20A3C8}"/>
              </a:ext>
            </a:extLst>
          </p:cNvPr>
          <p:cNvSpPr/>
          <p:nvPr/>
        </p:nvSpPr>
        <p:spPr>
          <a:xfrm>
            <a:off x="698500" y="2159000"/>
            <a:ext cx="2865438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脉冲序列信号发生器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的状态方程：</a:t>
            </a:r>
            <a:endParaRPr lang="zh-CN" altLang="en-US" sz="2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6E7651F-1E7F-1E7F-E62C-A3AB28DE4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63" y="3198813"/>
            <a:ext cx="20462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2(n+1)</a:t>
            </a:r>
            <a:r>
              <a:rPr lang="en-US" altLang="zh-CN" sz="2400"/>
              <a:t>=Q</a:t>
            </a:r>
            <a:r>
              <a:rPr lang="en-US" altLang="zh-CN" sz="2400" baseline="-25000"/>
              <a:t>1n</a:t>
            </a:r>
            <a:endParaRPr lang="zh-CN" altLang="en-US" sz="2400" baseline="-250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E63966-2B18-A194-71C8-2D14579C0F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50" y="3781425"/>
            <a:ext cx="2044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1(n+1)</a:t>
            </a:r>
            <a:r>
              <a:rPr lang="en-US" altLang="zh-CN" sz="2400"/>
              <a:t>=Q</a:t>
            </a:r>
            <a:r>
              <a:rPr lang="en-US" altLang="zh-CN" sz="2400" baseline="-25000"/>
              <a:t>0n</a:t>
            </a:r>
            <a:endParaRPr lang="zh-CN" altLang="en-US" sz="2400" baseline="-250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4946588-A6FA-B882-FC73-DE636DF7E8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63" y="4254500"/>
            <a:ext cx="38354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      —   —          —</a:t>
            </a:r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0(n+1)</a:t>
            </a:r>
            <a:r>
              <a:rPr lang="en-US" altLang="zh-CN" sz="2400"/>
              <a:t>=Q</a:t>
            </a:r>
            <a:r>
              <a:rPr lang="en-US" altLang="zh-CN" sz="2400" baseline="-25000"/>
              <a:t>2n</a:t>
            </a:r>
            <a:r>
              <a:rPr lang="en-US" altLang="zh-CN" sz="2400"/>
              <a:t> Q</a:t>
            </a:r>
            <a:r>
              <a:rPr lang="en-US" altLang="zh-CN" sz="2400" baseline="-25000"/>
              <a:t>1n</a:t>
            </a:r>
            <a:r>
              <a:rPr lang="en-US" altLang="zh-CN" sz="2400"/>
              <a:t> +Q</a:t>
            </a:r>
            <a:r>
              <a:rPr lang="en-US" altLang="zh-CN" sz="2400" baseline="-25000"/>
              <a:t>2n</a:t>
            </a:r>
            <a:r>
              <a:rPr lang="en-US" altLang="zh-CN" sz="2400"/>
              <a:t> Q</a:t>
            </a:r>
            <a:r>
              <a:rPr lang="en-US" altLang="zh-CN" sz="2400" baseline="-25000"/>
              <a:t>0n</a:t>
            </a:r>
            <a:endParaRPr lang="zh-CN" altLang="en-US" sz="2400" baseline="-25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10" grpId="0"/>
      <p:bldP spid="11" grpId="0"/>
      <p:bldP spid="1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68655B-073E-929F-C019-74BA34416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0C79E24-04A1-47E4-9EFB-283103A65434}" type="slidenum">
              <a:rPr lang="en-US" altLang="zh-CN" sz="1000" smtClean="0"/>
              <a:pPr>
                <a:defRPr/>
              </a:pPr>
              <a:t>54</a:t>
            </a:fld>
            <a:endParaRPr lang="en-US" altLang="zh-CN" sz="1000"/>
          </a:p>
        </p:txBody>
      </p:sp>
      <p:graphicFrame>
        <p:nvGraphicFramePr>
          <p:cNvPr id="5" name="内容占位符 9">
            <a:extLst>
              <a:ext uri="{FF2B5EF4-FFF2-40B4-BE49-F238E27FC236}">
                <a16:creationId xmlns:a16="http://schemas.microsoft.com/office/drawing/2014/main" id="{461B76AC-4139-7B91-435B-1DCD03605005}"/>
              </a:ext>
            </a:extLst>
          </p:cNvPr>
          <p:cNvGraphicFramePr>
            <a:graphicFrameLocks/>
          </p:cNvGraphicFramePr>
          <p:nvPr/>
        </p:nvGraphicFramePr>
        <p:xfrm>
          <a:off x="650875" y="322263"/>
          <a:ext cx="79248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2n</a:t>
                      </a:r>
                      <a:endParaRPr lang="zh-CN" altLang="en-US" sz="2400" baseline="-25000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1n</a:t>
                      </a:r>
                      <a:endParaRPr lang="zh-CN" altLang="en-US" sz="2400" baseline="-250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0n</a:t>
                      </a:r>
                      <a:endParaRPr lang="zh-CN" altLang="en-US" sz="2400" baseline="-250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2(n+1)</a:t>
                      </a:r>
                      <a:endParaRPr lang="zh-CN" altLang="en-US" sz="2400" baseline="-25000" dirty="0"/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1(n+1)</a:t>
                      </a:r>
                      <a:endParaRPr lang="zh-CN" altLang="en-US" sz="24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/>
                        <a:t>Q</a:t>
                      </a:r>
                      <a:r>
                        <a:rPr lang="en-US" altLang="zh-CN" sz="2400" baseline="-25000" dirty="0"/>
                        <a:t>0(n+1)</a:t>
                      </a:r>
                      <a:endParaRPr lang="zh-CN" altLang="en-US" sz="2400" baseline="-25000" dirty="0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7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aseline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baseline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3373" name="组合 8">
            <a:extLst>
              <a:ext uri="{FF2B5EF4-FFF2-40B4-BE49-F238E27FC236}">
                <a16:creationId xmlns:a16="http://schemas.microsoft.com/office/drawing/2014/main" id="{091E2DE6-EC2A-3B78-74B8-6EA1C4E51121}"/>
              </a:ext>
            </a:extLst>
          </p:cNvPr>
          <p:cNvGrpSpPr>
            <a:grpSpLocks/>
          </p:cNvGrpSpPr>
          <p:nvPr/>
        </p:nvGrpSpPr>
        <p:grpSpPr bwMode="auto">
          <a:xfrm>
            <a:off x="1136650" y="4094163"/>
            <a:ext cx="720725" cy="719137"/>
            <a:chOff x="4067944" y="4221088"/>
            <a:chExt cx="720080" cy="720080"/>
          </a:xfrm>
        </p:grpSpPr>
        <p:sp>
          <p:nvSpPr>
            <p:cNvPr id="53338" name="椭圆 6">
              <a:extLst>
                <a:ext uri="{FF2B5EF4-FFF2-40B4-BE49-F238E27FC236}">
                  <a16:creationId xmlns:a16="http://schemas.microsoft.com/office/drawing/2014/main" id="{9FA511F0-FD26-B860-D88A-8DB019E73D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2F197BB1-FF26-516B-268C-80A1C70DE98D}"/>
                </a:ext>
              </a:extLst>
            </p:cNvPr>
            <p:cNvSpPr txBox="1"/>
            <p:nvPr/>
          </p:nvSpPr>
          <p:spPr>
            <a:xfrm>
              <a:off x="4139318" y="4381635"/>
              <a:ext cx="648706" cy="39898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101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3374" name="组合 9">
            <a:extLst>
              <a:ext uri="{FF2B5EF4-FFF2-40B4-BE49-F238E27FC236}">
                <a16:creationId xmlns:a16="http://schemas.microsoft.com/office/drawing/2014/main" id="{E66890E2-327A-23AF-5646-C9CBF417D0A6}"/>
              </a:ext>
            </a:extLst>
          </p:cNvPr>
          <p:cNvGrpSpPr>
            <a:grpSpLocks/>
          </p:cNvGrpSpPr>
          <p:nvPr/>
        </p:nvGrpSpPr>
        <p:grpSpPr bwMode="auto">
          <a:xfrm>
            <a:off x="2505075" y="4076700"/>
            <a:ext cx="719138" cy="720725"/>
            <a:chOff x="4067944" y="4221088"/>
            <a:chExt cx="720080" cy="720080"/>
          </a:xfrm>
        </p:grpSpPr>
        <p:sp>
          <p:nvSpPr>
            <p:cNvPr id="53336" name="椭圆 10">
              <a:extLst>
                <a:ext uri="{FF2B5EF4-FFF2-40B4-BE49-F238E27FC236}">
                  <a16:creationId xmlns:a16="http://schemas.microsoft.com/office/drawing/2014/main" id="{231910C4-ADEA-E3B3-AB51-63A8D7E35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733464E-41EA-1F99-11B2-8ADF15061E59}"/>
                </a:ext>
              </a:extLst>
            </p:cNvPr>
            <p:cNvSpPr txBox="1"/>
            <p:nvPr/>
          </p:nvSpPr>
          <p:spPr>
            <a:xfrm>
              <a:off x="4139476" y="4381283"/>
              <a:ext cx="648548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010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3375" name="组合 12">
            <a:extLst>
              <a:ext uri="{FF2B5EF4-FFF2-40B4-BE49-F238E27FC236}">
                <a16:creationId xmlns:a16="http://schemas.microsoft.com/office/drawing/2014/main" id="{C9CA61E9-104A-B413-9DAE-66703A80533F}"/>
              </a:ext>
            </a:extLst>
          </p:cNvPr>
          <p:cNvGrpSpPr>
            <a:grpSpLocks/>
          </p:cNvGrpSpPr>
          <p:nvPr/>
        </p:nvGrpSpPr>
        <p:grpSpPr bwMode="auto">
          <a:xfrm>
            <a:off x="3862388" y="4076700"/>
            <a:ext cx="720725" cy="720725"/>
            <a:chOff x="4067944" y="4221088"/>
            <a:chExt cx="720080" cy="720080"/>
          </a:xfrm>
        </p:grpSpPr>
        <p:sp>
          <p:nvSpPr>
            <p:cNvPr id="53334" name="椭圆 13">
              <a:extLst>
                <a:ext uri="{FF2B5EF4-FFF2-40B4-BE49-F238E27FC236}">
                  <a16:creationId xmlns:a16="http://schemas.microsoft.com/office/drawing/2014/main" id="{89EB1CFA-02FB-AA42-EE10-3155E02E4E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B90C5DF7-7D26-9959-6517-F3219DFFC71D}"/>
                </a:ext>
              </a:extLst>
            </p:cNvPr>
            <p:cNvSpPr txBox="1"/>
            <p:nvPr/>
          </p:nvSpPr>
          <p:spPr>
            <a:xfrm>
              <a:off x="4139317" y="4381283"/>
              <a:ext cx="648707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100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3376" name="组合 15">
            <a:extLst>
              <a:ext uri="{FF2B5EF4-FFF2-40B4-BE49-F238E27FC236}">
                <a16:creationId xmlns:a16="http://schemas.microsoft.com/office/drawing/2014/main" id="{FD9247B9-9406-19D1-248F-51F66F26145D}"/>
              </a:ext>
            </a:extLst>
          </p:cNvPr>
          <p:cNvGrpSpPr>
            <a:grpSpLocks/>
          </p:cNvGrpSpPr>
          <p:nvPr/>
        </p:nvGrpSpPr>
        <p:grpSpPr bwMode="auto">
          <a:xfrm>
            <a:off x="3862388" y="5299075"/>
            <a:ext cx="720725" cy="719138"/>
            <a:chOff x="4067944" y="4221088"/>
            <a:chExt cx="720080" cy="720080"/>
          </a:xfrm>
        </p:grpSpPr>
        <p:sp>
          <p:nvSpPr>
            <p:cNvPr id="53332" name="椭圆 16">
              <a:extLst>
                <a:ext uri="{FF2B5EF4-FFF2-40B4-BE49-F238E27FC236}">
                  <a16:creationId xmlns:a16="http://schemas.microsoft.com/office/drawing/2014/main" id="{97585761-F892-F765-DAA9-CCC2ACBF7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BED2DF5-893C-809B-9F44-6897DE018E8D}"/>
                </a:ext>
              </a:extLst>
            </p:cNvPr>
            <p:cNvSpPr txBox="1"/>
            <p:nvPr/>
          </p:nvSpPr>
          <p:spPr>
            <a:xfrm>
              <a:off x="4139317" y="4381636"/>
              <a:ext cx="648707" cy="39898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001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3377" name="组合 18">
            <a:extLst>
              <a:ext uri="{FF2B5EF4-FFF2-40B4-BE49-F238E27FC236}">
                <a16:creationId xmlns:a16="http://schemas.microsoft.com/office/drawing/2014/main" id="{493FAFFB-00D0-F85C-1D17-6D15AB4F674F}"/>
              </a:ext>
            </a:extLst>
          </p:cNvPr>
          <p:cNvGrpSpPr>
            <a:grpSpLocks/>
          </p:cNvGrpSpPr>
          <p:nvPr/>
        </p:nvGrpSpPr>
        <p:grpSpPr bwMode="auto">
          <a:xfrm>
            <a:off x="2505075" y="5292725"/>
            <a:ext cx="719138" cy="720725"/>
            <a:chOff x="4067944" y="4221088"/>
            <a:chExt cx="720080" cy="720080"/>
          </a:xfrm>
        </p:grpSpPr>
        <p:sp>
          <p:nvSpPr>
            <p:cNvPr id="53330" name="椭圆 19">
              <a:extLst>
                <a:ext uri="{FF2B5EF4-FFF2-40B4-BE49-F238E27FC236}">
                  <a16:creationId xmlns:a16="http://schemas.microsoft.com/office/drawing/2014/main" id="{3BB6A330-DE61-38B2-642A-351881E105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E8663A35-DDDA-44B7-066F-53ED0D43B142}"/>
                </a:ext>
              </a:extLst>
            </p:cNvPr>
            <p:cNvSpPr txBox="1"/>
            <p:nvPr/>
          </p:nvSpPr>
          <p:spPr>
            <a:xfrm>
              <a:off x="4139476" y="4381283"/>
              <a:ext cx="648548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011</a:t>
              </a:r>
            </a:p>
          </p:txBody>
        </p:sp>
      </p:grpSp>
      <p:grpSp>
        <p:nvGrpSpPr>
          <p:cNvPr id="13378" name="组合 21">
            <a:extLst>
              <a:ext uri="{FF2B5EF4-FFF2-40B4-BE49-F238E27FC236}">
                <a16:creationId xmlns:a16="http://schemas.microsoft.com/office/drawing/2014/main" id="{3DD0530A-61D1-26C8-15DE-20EF809A4B59}"/>
              </a:ext>
            </a:extLst>
          </p:cNvPr>
          <p:cNvGrpSpPr>
            <a:grpSpLocks/>
          </p:cNvGrpSpPr>
          <p:nvPr/>
        </p:nvGrpSpPr>
        <p:grpSpPr bwMode="auto">
          <a:xfrm>
            <a:off x="1090613" y="5292725"/>
            <a:ext cx="719137" cy="720725"/>
            <a:chOff x="4067944" y="4221088"/>
            <a:chExt cx="720080" cy="720080"/>
          </a:xfrm>
        </p:grpSpPr>
        <p:sp>
          <p:nvSpPr>
            <p:cNvPr id="53328" name="椭圆 22">
              <a:extLst>
                <a:ext uri="{FF2B5EF4-FFF2-40B4-BE49-F238E27FC236}">
                  <a16:creationId xmlns:a16="http://schemas.microsoft.com/office/drawing/2014/main" id="{7E678440-B70E-8416-05BB-41611E7A90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CC1E3E53-0C36-E7BE-DFE4-B086EF544AD4}"/>
                </a:ext>
              </a:extLst>
            </p:cNvPr>
            <p:cNvSpPr txBox="1"/>
            <p:nvPr/>
          </p:nvSpPr>
          <p:spPr>
            <a:xfrm>
              <a:off x="4139475" y="4381283"/>
              <a:ext cx="648549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110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13379" name="直接箭头连接符 25">
            <a:extLst>
              <a:ext uri="{FF2B5EF4-FFF2-40B4-BE49-F238E27FC236}">
                <a16:creationId xmlns:a16="http://schemas.microsoft.com/office/drawing/2014/main" id="{FDB485B5-E2D1-B2F6-2DFB-B9EC54F2D191}"/>
              </a:ext>
            </a:extLst>
          </p:cNvPr>
          <p:cNvCxnSpPr>
            <a:cxnSpLocks noChangeShapeType="1"/>
            <a:stCxn id="8" idx="3"/>
            <a:endCxn id="53336" idx="2"/>
          </p:cNvCxnSpPr>
          <p:nvPr/>
        </p:nvCxnSpPr>
        <p:spPr bwMode="auto">
          <a:xfrm flipV="1">
            <a:off x="1857375" y="4437063"/>
            <a:ext cx="647700" cy="17462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80" name="直接箭头连接符 26">
            <a:extLst>
              <a:ext uri="{FF2B5EF4-FFF2-40B4-BE49-F238E27FC236}">
                <a16:creationId xmlns:a16="http://schemas.microsoft.com/office/drawing/2014/main" id="{89E63CAA-C2EE-555D-6485-CEF4BCEE178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249613" y="4437063"/>
            <a:ext cx="649287" cy="17462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81" name="直接箭头连接符 27">
            <a:extLst>
              <a:ext uri="{FF2B5EF4-FFF2-40B4-BE49-F238E27FC236}">
                <a16:creationId xmlns:a16="http://schemas.microsoft.com/office/drawing/2014/main" id="{6EEFCB81-A6F7-BCAE-E434-D822D59C7D6F}"/>
              </a:ext>
            </a:extLst>
          </p:cNvPr>
          <p:cNvCxnSpPr>
            <a:cxnSpLocks noChangeShapeType="1"/>
            <a:stCxn id="53334" idx="4"/>
            <a:endCxn id="53332" idx="0"/>
          </p:cNvCxnSpPr>
          <p:nvPr/>
        </p:nvCxnSpPr>
        <p:spPr bwMode="auto">
          <a:xfrm>
            <a:off x="4222750" y="4797425"/>
            <a:ext cx="0" cy="50165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82" name="直接箭头连接符 30">
            <a:extLst>
              <a:ext uri="{FF2B5EF4-FFF2-40B4-BE49-F238E27FC236}">
                <a16:creationId xmlns:a16="http://schemas.microsoft.com/office/drawing/2014/main" id="{1C30BB30-098C-A3ED-623A-2D8A45AAED76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197225" y="5643563"/>
            <a:ext cx="665163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83" name="直接箭头连接符 32">
            <a:extLst>
              <a:ext uri="{FF2B5EF4-FFF2-40B4-BE49-F238E27FC236}">
                <a16:creationId xmlns:a16="http://schemas.microsoft.com/office/drawing/2014/main" id="{B003EAE1-E1AA-7A76-7808-BB3E0E5F0B2C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1825625" y="5653088"/>
            <a:ext cx="665163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84" name="直接箭头连接符 33">
            <a:extLst>
              <a:ext uri="{FF2B5EF4-FFF2-40B4-BE49-F238E27FC236}">
                <a16:creationId xmlns:a16="http://schemas.microsoft.com/office/drawing/2014/main" id="{42621DBB-0FFD-82C9-6202-431850608654}"/>
              </a:ext>
            </a:extLst>
          </p:cNvPr>
          <p:cNvCxnSpPr>
            <a:cxnSpLocks noChangeShapeType="1"/>
            <a:endCxn id="53338" idx="4"/>
          </p:cNvCxnSpPr>
          <p:nvPr/>
        </p:nvCxnSpPr>
        <p:spPr bwMode="auto">
          <a:xfrm flipV="1">
            <a:off x="1482725" y="4813300"/>
            <a:ext cx="14288" cy="492125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3385" name="组合 35">
            <a:extLst>
              <a:ext uri="{FF2B5EF4-FFF2-40B4-BE49-F238E27FC236}">
                <a16:creationId xmlns:a16="http://schemas.microsoft.com/office/drawing/2014/main" id="{DD93BB29-BE76-629E-63E1-15B1166062B9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5305425"/>
            <a:ext cx="720725" cy="720725"/>
            <a:chOff x="4067944" y="4221088"/>
            <a:chExt cx="720080" cy="720080"/>
          </a:xfrm>
        </p:grpSpPr>
        <p:sp>
          <p:nvSpPr>
            <p:cNvPr id="53326" name="椭圆 36">
              <a:extLst>
                <a:ext uri="{FF2B5EF4-FFF2-40B4-BE49-F238E27FC236}">
                  <a16:creationId xmlns:a16="http://schemas.microsoft.com/office/drawing/2014/main" id="{9CEA7F12-813B-95A0-6F49-930FD52D27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8C79E156-6450-7458-0624-A4999B49B22E}"/>
                </a:ext>
              </a:extLst>
            </p:cNvPr>
            <p:cNvSpPr txBox="1"/>
            <p:nvPr/>
          </p:nvSpPr>
          <p:spPr>
            <a:xfrm>
              <a:off x="4139318" y="4381283"/>
              <a:ext cx="648706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000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39" name="矩形 38">
            <a:extLst>
              <a:ext uri="{FF2B5EF4-FFF2-40B4-BE49-F238E27FC236}">
                <a16:creationId xmlns:a16="http://schemas.microsoft.com/office/drawing/2014/main" id="{E23C358B-9C6F-4252-6DDC-5E98970B1F2E}"/>
              </a:ext>
            </a:extLst>
          </p:cNvPr>
          <p:cNvSpPr/>
          <p:nvPr/>
        </p:nvSpPr>
        <p:spPr>
          <a:xfrm>
            <a:off x="5614988" y="3941763"/>
            <a:ext cx="2087562" cy="831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能否自启动？还差两个状态</a:t>
            </a:r>
            <a:endParaRPr lang="zh-CN" altLang="en-US" sz="2400" dirty="0"/>
          </a:p>
        </p:txBody>
      </p:sp>
      <p:grpSp>
        <p:nvGrpSpPr>
          <p:cNvPr id="13387" name="组合 40">
            <a:extLst>
              <a:ext uri="{FF2B5EF4-FFF2-40B4-BE49-F238E27FC236}">
                <a16:creationId xmlns:a16="http://schemas.microsoft.com/office/drawing/2014/main" id="{D2607C77-1A58-EB2D-294F-01607A196513}"/>
              </a:ext>
            </a:extLst>
          </p:cNvPr>
          <p:cNvGrpSpPr>
            <a:grpSpLocks/>
          </p:cNvGrpSpPr>
          <p:nvPr/>
        </p:nvGrpSpPr>
        <p:grpSpPr bwMode="auto">
          <a:xfrm>
            <a:off x="7092950" y="5284788"/>
            <a:ext cx="719138" cy="719137"/>
            <a:chOff x="4067944" y="4221088"/>
            <a:chExt cx="720080" cy="720080"/>
          </a:xfrm>
        </p:grpSpPr>
        <p:sp>
          <p:nvSpPr>
            <p:cNvPr id="53324" name="椭圆 41">
              <a:extLst>
                <a:ext uri="{FF2B5EF4-FFF2-40B4-BE49-F238E27FC236}">
                  <a16:creationId xmlns:a16="http://schemas.microsoft.com/office/drawing/2014/main" id="{73E15BF3-8B64-A5FA-2FB6-08EE7332B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E6A41840-84BB-A0B8-60EF-59EB8C473435}"/>
                </a:ext>
              </a:extLst>
            </p:cNvPr>
            <p:cNvSpPr txBox="1"/>
            <p:nvPr/>
          </p:nvSpPr>
          <p:spPr>
            <a:xfrm>
              <a:off x="4139476" y="4381635"/>
              <a:ext cx="648548" cy="39898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111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13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500"/>
                                        <p:tgtEl>
                                          <p:spTgt spid="13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9" dur="500"/>
                                        <p:tgtEl>
                                          <p:spTgt spid="13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8" dur="500"/>
                                        <p:tgtEl>
                                          <p:spTgt spid="13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13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6" dur="500"/>
                                        <p:tgtEl>
                                          <p:spTgt spid="13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9722E7-8B03-7C49-589A-7BBB71CFD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8B509A-E626-3847-584F-BD5B32913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B584FCE-FA75-4510-BE31-B6D59B31F6BB}" type="slidenum">
              <a:rPr lang="en-US" altLang="zh-CN" sz="1000" smtClean="0"/>
              <a:pPr>
                <a:defRPr/>
              </a:pPr>
              <a:t>55</a:t>
            </a:fld>
            <a:endParaRPr lang="en-US" altLang="zh-CN" sz="10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E79D4C-C39E-816E-2747-54219C298A13}"/>
              </a:ext>
            </a:extLst>
          </p:cNvPr>
          <p:cNvSpPr/>
          <p:nvPr/>
        </p:nvSpPr>
        <p:spPr>
          <a:xfrm>
            <a:off x="493713" y="1117600"/>
            <a:ext cx="3081337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根据状态方程计算：</a:t>
            </a:r>
            <a:endParaRPr lang="zh-CN" altLang="en-US" sz="2400" dirty="0"/>
          </a:p>
        </p:txBody>
      </p:sp>
      <p:grpSp>
        <p:nvGrpSpPr>
          <p:cNvPr id="54277" name="组合 8">
            <a:extLst>
              <a:ext uri="{FF2B5EF4-FFF2-40B4-BE49-F238E27FC236}">
                <a16:creationId xmlns:a16="http://schemas.microsoft.com/office/drawing/2014/main" id="{64F9329B-3199-2B0E-5E1A-1ABEE2E0DBCF}"/>
              </a:ext>
            </a:extLst>
          </p:cNvPr>
          <p:cNvGrpSpPr>
            <a:grpSpLocks/>
          </p:cNvGrpSpPr>
          <p:nvPr/>
        </p:nvGrpSpPr>
        <p:grpSpPr bwMode="auto">
          <a:xfrm>
            <a:off x="4146550" y="1827213"/>
            <a:ext cx="720725" cy="720725"/>
            <a:chOff x="4067944" y="4221088"/>
            <a:chExt cx="720080" cy="720080"/>
          </a:xfrm>
        </p:grpSpPr>
        <p:sp>
          <p:nvSpPr>
            <p:cNvPr id="54325" name="椭圆 9">
              <a:extLst>
                <a:ext uri="{FF2B5EF4-FFF2-40B4-BE49-F238E27FC236}">
                  <a16:creationId xmlns:a16="http://schemas.microsoft.com/office/drawing/2014/main" id="{7E8E69F1-BBF8-1D43-5794-253722F025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88BFB93A-BE40-D3AE-4205-9F896A9EF1AD}"/>
                </a:ext>
              </a:extLst>
            </p:cNvPr>
            <p:cNvSpPr txBox="1"/>
            <p:nvPr/>
          </p:nvSpPr>
          <p:spPr>
            <a:xfrm>
              <a:off x="4139318" y="4381282"/>
              <a:ext cx="648706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000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4345" name="组合 11">
            <a:extLst>
              <a:ext uri="{FF2B5EF4-FFF2-40B4-BE49-F238E27FC236}">
                <a16:creationId xmlns:a16="http://schemas.microsoft.com/office/drawing/2014/main" id="{DD3334A0-5955-4F01-3399-52164C05BA16}"/>
              </a:ext>
            </a:extLst>
          </p:cNvPr>
          <p:cNvGrpSpPr>
            <a:grpSpLocks/>
          </p:cNvGrpSpPr>
          <p:nvPr/>
        </p:nvGrpSpPr>
        <p:grpSpPr bwMode="auto">
          <a:xfrm>
            <a:off x="5508625" y="1790700"/>
            <a:ext cx="719138" cy="720725"/>
            <a:chOff x="4067944" y="4221088"/>
            <a:chExt cx="720080" cy="720080"/>
          </a:xfrm>
        </p:grpSpPr>
        <p:sp>
          <p:nvSpPr>
            <p:cNvPr id="54323" name="椭圆 12">
              <a:extLst>
                <a:ext uri="{FF2B5EF4-FFF2-40B4-BE49-F238E27FC236}">
                  <a16:creationId xmlns:a16="http://schemas.microsoft.com/office/drawing/2014/main" id="{18F7A4ED-8504-B5F4-A03C-95D429700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9483FAF5-6F38-CD14-E2AE-A68EC9A818BF}"/>
                </a:ext>
              </a:extLst>
            </p:cNvPr>
            <p:cNvSpPr txBox="1"/>
            <p:nvPr/>
          </p:nvSpPr>
          <p:spPr>
            <a:xfrm>
              <a:off x="4139476" y="4381283"/>
              <a:ext cx="648548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001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14346" name="直接箭头连接符 14">
            <a:extLst>
              <a:ext uri="{FF2B5EF4-FFF2-40B4-BE49-F238E27FC236}">
                <a16:creationId xmlns:a16="http://schemas.microsoft.com/office/drawing/2014/main" id="{C77A4900-0185-8056-6415-ADE48954EB5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59338" y="2151063"/>
            <a:ext cx="649287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4280" name="组合 18">
            <a:extLst>
              <a:ext uri="{FF2B5EF4-FFF2-40B4-BE49-F238E27FC236}">
                <a16:creationId xmlns:a16="http://schemas.microsoft.com/office/drawing/2014/main" id="{3397E90C-6BDA-03FB-CEBA-4A79E0DCDA17}"/>
              </a:ext>
            </a:extLst>
          </p:cNvPr>
          <p:cNvGrpSpPr>
            <a:grpSpLocks/>
          </p:cNvGrpSpPr>
          <p:nvPr/>
        </p:nvGrpSpPr>
        <p:grpSpPr bwMode="auto">
          <a:xfrm>
            <a:off x="4146550" y="2787650"/>
            <a:ext cx="720725" cy="719138"/>
            <a:chOff x="4067944" y="4221088"/>
            <a:chExt cx="720080" cy="720080"/>
          </a:xfrm>
        </p:grpSpPr>
        <p:sp>
          <p:nvSpPr>
            <p:cNvPr id="54321" name="椭圆 19">
              <a:extLst>
                <a:ext uri="{FF2B5EF4-FFF2-40B4-BE49-F238E27FC236}">
                  <a16:creationId xmlns:a16="http://schemas.microsoft.com/office/drawing/2014/main" id="{21395453-BB0B-1864-C39F-93B1441315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FD9EF60F-D235-0EB5-EBD6-1CA23A7B26D5}"/>
                </a:ext>
              </a:extLst>
            </p:cNvPr>
            <p:cNvSpPr txBox="1"/>
            <p:nvPr/>
          </p:nvSpPr>
          <p:spPr>
            <a:xfrm>
              <a:off x="4139318" y="4381636"/>
              <a:ext cx="648706" cy="39898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111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14348" name="组合 21">
            <a:extLst>
              <a:ext uri="{FF2B5EF4-FFF2-40B4-BE49-F238E27FC236}">
                <a16:creationId xmlns:a16="http://schemas.microsoft.com/office/drawing/2014/main" id="{D02B528D-491B-AF42-6EBB-387A2C24C152}"/>
              </a:ext>
            </a:extLst>
          </p:cNvPr>
          <p:cNvGrpSpPr>
            <a:grpSpLocks/>
          </p:cNvGrpSpPr>
          <p:nvPr/>
        </p:nvGrpSpPr>
        <p:grpSpPr bwMode="auto">
          <a:xfrm>
            <a:off x="5508625" y="2751138"/>
            <a:ext cx="719138" cy="720725"/>
            <a:chOff x="4067944" y="4221088"/>
            <a:chExt cx="720080" cy="720080"/>
          </a:xfrm>
        </p:grpSpPr>
        <p:sp>
          <p:nvSpPr>
            <p:cNvPr id="54319" name="椭圆 22">
              <a:extLst>
                <a:ext uri="{FF2B5EF4-FFF2-40B4-BE49-F238E27FC236}">
                  <a16:creationId xmlns:a16="http://schemas.microsoft.com/office/drawing/2014/main" id="{DFBD0672-1006-75DE-F10D-3B55D69CC0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666A24B2-CA82-CE37-BDC2-EF5EB81D8D25}"/>
                </a:ext>
              </a:extLst>
            </p:cNvPr>
            <p:cNvSpPr txBox="1"/>
            <p:nvPr/>
          </p:nvSpPr>
          <p:spPr>
            <a:xfrm>
              <a:off x="4139476" y="4381282"/>
              <a:ext cx="648548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110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14349" name="直接箭头连接符 24">
            <a:extLst>
              <a:ext uri="{FF2B5EF4-FFF2-40B4-BE49-F238E27FC236}">
                <a16:creationId xmlns:a16="http://schemas.microsoft.com/office/drawing/2014/main" id="{1A99C695-F690-54AE-F854-859BE32203F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59338" y="3111500"/>
            <a:ext cx="649287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4283" name="组合 25">
            <a:extLst>
              <a:ext uri="{FF2B5EF4-FFF2-40B4-BE49-F238E27FC236}">
                <a16:creationId xmlns:a16="http://schemas.microsoft.com/office/drawing/2014/main" id="{AE5690CA-B6B4-44E4-89CA-14EAC1CA7C57}"/>
              </a:ext>
            </a:extLst>
          </p:cNvPr>
          <p:cNvGrpSpPr>
            <a:grpSpLocks/>
          </p:cNvGrpSpPr>
          <p:nvPr/>
        </p:nvGrpSpPr>
        <p:grpSpPr bwMode="auto">
          <a:xfrm>
            <a:off x="2987675" y="3963988"/>
            <a:ext cx="720725" cy="719137"/>
            <a:chOff x="4067944" y="4221088"/>
            <a:chExt cx="720080" cy="720080"/>
          </a:xfrm>
        </p:grpSpPr>
        <p:sp>
          <p:nvSpPr>
            <p:cNvPr id="54317" name="椭圆 26">
              <a:extLst>
                <a:ext uri="{FF2B5EF4-FFF2-40B4-BE49-F238E27FC236}">
                  <a16:creationId xmlns:a16="http://schemas.microsoft.com/office/drawing/2014/main" id="{C207FDE1-29B6-DE49-7EA3-50C396E46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A5FE7D2B-47CC-25F0-248C-61F6FCE39583}"/>
                </a:ext>
              </a:extLst>
            </p:cNvPr>
            <p:cNvSpPr txBox="1"/>
            <p:nvPr/>
          </p:nvSpPr>
          <p:spPr>
            <a:xfrm>
              <a:off x="4139318" y="4381635"/>
              <a:ext cx="648706" cy="39898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101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4284" name="组合 28">
            <a:extLst>
              <a:ext uri="{FF2B5EF4-FFF2-40B4-BE49-F238E27FC236}">
                <a16:creationId xmlns:a16="http://schemas.microsoft.com/office/drawing/2014/main" id="{4D79E935-CC98-B54D-D668-B3FF741BD32B}"/>
              </a:ext>
            </a:extLst>
          </p:cNvPr>
          <p:cNvGrpSpPr>
            <a:grpSpLocks/>
          </p:cNvGrpSpPr>
          <p:nvPr/>
        </p:nvGrpSpPr>
        <p:grpSpPr bwMode="auto">
          <a:xfrm>
            <a:off x="4356100" y="3946525"/>
            <a:ext cx="720725" cy="720725"/>
            <a:chOff x="4067944" y="4221088"/>
            <a:chExt cx="720080" cy="720080"/>
          </a:xfrm>
        </p:grpSpPr>
        <p:sp>
          <p:nvSpPr>
            <p:cNvPr id="54315" name="椭圆 29">
              <a:extLst>
                <a:ext uri="{FF2B5EF4-FFF2-40B4-BE49-F238E27FC236}">
                  <a16:creationId xmlns:a16="http://schemas.microsoft.com/office/drawing/2014/main" id="{47EC0592-4D3F-92EE-18C9-03B63F7920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2D131655-F8CD-2539-38B6-DCEA6DA8B965}"/>
                </a:ext>
              </a:extLst>
            </p:cNvPr>
            <p:cNvSpPr txBox="1"/>
            <p:nvPr/>
          </p:nvSpPr>
          <p:spPr>
            <a:xfrm>
              <a:off x="4139318" y="4381283"/>
              <a:ext cx="648706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010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4285" name="组合 31">
            <a:extLst>
              <a:ext uri="{FF2B5EF4-FFF2-40B4-BE49-F238E27FC236}">
                <a16:creationId xmlns:a16="http://schemas.microsoft.com/office/drawing/2014/main" id="{AFB35424-F21E-26B2-6126-C63D794D7C25}"/>
              </a:ext>
            </a:extLst>
          </p:cNvPr>
          <p:cNvGrpSpPr>
            <a:grpSpLocks/>
          </p:cNvGrpSpPr>
          <p:nvPr/>
        </p:nvGrpSpPr>
        <p:grpSpPr bwMode="auto">
          <a:xfrm>
            <a:off x="5713413" y="3946525"/>
            <a:ext cx="720725" cy="720725"/>
            <a:chOff x="4067944" y="4221088"/>
            <a:chExt cx="720080" cy="720080"/>
          </a:xfrm>
        </p:grpSpPr>
        <p:sp>
          <p:nvSpPr>
            <p:cNvPr id="54313" name="椭圆 32">
              <a:extLst>
                <a:ext uri="{FF2B5EF4-FFF2-40B4-BE49-F238E27FC236}">
                  <a16:creationId xmlns:a16="http://schemas.microsoft.com/office/drawing/2014/main" id="{677A2D33-4E38-99FD-07BC-1B3C480CD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5EABB3EF-9BD8-B7A0-C27F-A8E831C733E3}"/>
                </a:ext>
              </a:extLst>
            </p:cNvPr>
            <p:cNvSpPr txBox="1"/>
            <p:nvPr/>
          </p:nvSpPr>
          <p:spPr>
            <a:xfrm>
              <a:off x="4139317" y="4381283"/>
              <a:ext cx="648707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100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4286" name="组合 34">
            <a:extLst>
              <a:ext uri="{FF2B5EF4-FFF2-40B4-BE49-F238E27FC236}">
                <a16:creationId xmlns:a16="http://schemas.microsoft.com/office/drawing/2014/main" id="{2192F778-8C1D-76F8-5A60-BBA7001904EB}"/>
              </a:ext>
            </a:extLst>
          </p:cNvPr>
          <p:cNvGrpSpPr>
            <a:grpSpLocks/>
          </p:cNvGrpSpPr>
          <p:nvPr/>
        </p:nvGrpSpPr>
        <p:grpSpPr bwMode="auto">
          <a:xfrm>
            <a:off x="5713413" y="5168900"/>
            <a:ext cx="720725" cy="719138"/>
            <a:chOff x="4067944" y="4221088"/>
            <a:chExt cx="720080" cy="720080"/>
          </a:xfrm>
        </p:grpSpPr>
        <p:sp>
          <p:nvSpPr>
            <p:cNvPr id="54311" name="椭圆 35">
              <a:extLst>
                <a:ext uri="{FF2B5EF4-FFF2-40B4-BE49-F238E27FC236}">
                  <a16:creationId xmlns:a16="http://schemas.microsoft.com/office/drawing/2014/main" id="{4248BD14-B106-3A19-5178-3FAE7646A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5F6554B-51BD-BB08-ABDB-DF54F30F6DC6}"/>
                </a:ext>
              </a:extLst>
            </p:cNvPr>
            <p:cNvSpPr txBox="1"/>
            <p:nvPr/>
          </p:nvSpPr>
          <p:spPr>
            <a:xfrm>
              <a:off x="4139317" y="4381636"/>
              <a:ext cx="648707" cy="39898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001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4287" name="组合 37">
            <a:extLst>
              <a:ext uri="{FF2B5EF4-FFF2-40B4-BE49-F238E27FC236}">
                <a16:creationId xmlns:a16="http://schemas.microsoft.com/office/drawing/2014/main" id="{26BC628B-CD76-BF0E-C1DA-02B8814139BE}"/>
              </a:ext>
            </a:extLst>
          </p:cNvPr>
          <p:cNvGrpSpPr>
            <a:grpSpLocks/>
          </p:cNvGrpSpPr>
          <p:nvPr/>
        </p:nvGrpSpPr>
        <p:grpSpPr bwMode="auto">
          <a:xfrm>
            <a:off x="4356100" y="5162550"/>
            <a:ext cx="720725" cy="720725"/>
            <a:chOff x="4067944" y="4221088"/>
            <a:chExt cx="720080" cy="720080"/>
          </a:xfrm>
        </p:grpSpPr>
        <p:sp>
          <p:nvSpPr>
            <p:cNvPr id="54309" name="椭圆 38">
              <a:extLst>
                <a:ext uri="{FF2B5EF4-FFF2-40B4-BE49-F238E27FC236}">
                  <a16:creationId xmlns:a16="http://schemas.microsoft.com/office/drawing/2014/main" id="{41512457-3498-E39B-441D-D05A8111A7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DD66B8E8-4B55-2436-82A9-591A541F328D}"/>
                </a:ext>
              </a:extLst>
            </p:cNvPr>
            <p:cNvSpPr txBox="1"/>
            <p:nvPr/>
          </p:nvSpPr>
          <p:spPr>
            <a:xfrm>
              <a:off x="4139318" y="4381283"/>
              <a:ext cx="648706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011</a:t>
              </a:r>
            </a:p>
          </p:txBody>
        </p:sp>
      </p:grpSp>
      <p:grpSp>
        <p:nvGrpSpPr>
          <p:cNvPr id="54288" name="组合 40">
            <a:extLst>
              <a:ext uri="{FF2B5EF4-FFF2-40B4-BE49-F238E27FC236}">
                <a16:creationId xmlns:a16="http://schemas.microsoft.com/office/drawing/2014/main" id="{05640A59-BD79-51B7-39D8-107CD8E73911}"/>
              </a:ext>
            </a:extLst>
          </p:cNvPr>
          <p:cNvGrpSpPr>
            <a:grpSpLocks/>
          </p:cNvGrpSpPr>
          <p:nvPr/>
        </p:nvGrpSpPr>
        <p:grpSpPr bwMode="auto">
          <a:xfrm>
            <a:off x="2941638" y="5162550"/>
            <a:ext cx="720725" cy="720725"/>
            <a:chOff x="4067944" y="4221088"/>
            <a:chExt cx="720080" cy="720080"/>
          </a:xfrm>
        </p:grpSpPr>
        <p:sp>
          <p:nvSpPr>
            <p:cNvPr id="54307" name="椭圆 41">
              <a:extLst>
                <a:ext uri="{FF2B5EF4-FFF2-40B4-BE49-F238E27FC236}">
                  <a16:creationId xmlns:a16="http://schemas.microsoft.com/office/drawing/2014/main" id="{D1017675-943B-18C6-B164-591CA35218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F98C2923-A9D0-C2B1-8C53-AE7E14039927}"/>
                </a:ext>
              </a:extLst>
            </p:cNvPr>
            <p:cNvSpPr txBox="1"/>
            <p:nvPr/>
          </p:nvSpPr>
          <p:spPr>
            <a:xfrm>
              <a:off x="4139317" y="4381283"/>
              <a:ext cx="648707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110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54289" name="直接箭头连接符 43">
            <a:extLst>
              <a:ext uri="{FF2B5EF4-FFF2-40B4-BE49-F238E27FC236}">
                <a16:creationId xmlns:a16="http://schemas.microsoft.com/office/drawing/2014/main" id="{2830774D-1912-5364-3206-87E7EEFEEF8F}"/>
              </a:ext>
            </a:extLst>
          </p:cNvPr>
          <p:cNvCxnSpPr>
            <a:cxnSpLocks noChangeShapeType="1"/>
            <a:stCxn id="28" idx="3"/>
            <a:endCxn id="54315" idx="2"/>
          </p:cNvCxnSpPr>
          <p:nvPr/>
        </p:nvCxnSpPr>
        <p:spPr bwMode="auto">
          <a:xfrm flipV="1">
            <a:off x="3708400" y="4306888"/>
            <a:ext cx="647700" cy="17462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290" name="直接箭头连接符 44">
            <a:extLst>
              <a:ext uri="{FF2B5EF4-FFF2-40B4-BE49-F238E27FC236}">
                <a16:creationId xmlns:a16="http://schemas.microsoft.com/office/drawing/2014/main" id="{E1823090-1661-3882-2DD1-49FB15DDCBF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102225" y="4306888"/>
            <a:ext cx="647700" cy="17462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291" name="直接箭头连接符 45">
            <a:extLst>
              <a:ext uri="{FF2B5EF4-FFF2-40B4-BE49-F238E27FC236}">
                <a16:creationId xmlns:a16="http://schemas.microsoft.com/office/drawing/2014/main" id="{2B222A8A-155D-9E3D-F685-23768867D0CA}"/>
              </a:ext>
            </a:extLst>
          </p:cNvPr>
          <p:cNvCxnSpPr>
            <a:cxnSpLocks noChangeShapeType="1"/>
            <a:stCxn id="54313" idx="4"/>
            <a:endCxn id="54311" idx="0"/>
          </p:cNvCxnSpPr>
          <p:nvPr/>
        </p:nvCxnSpPr>
        <p:spPr bwMode="auto">
          <a:xfrm>
            <a:off x="6073775" y="4667250"/>
            <a:ext cx="0" cy="50165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292" name="直接箭头连接符 46">
            <a:extLst>
              <a:ext uri="{FF2B5EF4-FFF2-40B4-BE49-F238E27FC236}">
                <a16:creationId xmlns:a16="http://schemas.microsoft.com/office/drawing/2014/main" id="{F7992B05-F40F-001B-699D-DA4E4ECD5CE2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048250" y="5513388"/>
            <a:ext cx="665163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293" name="直接箭头连接符 47">
            <a:extLst>
              <a:ext uri="{FF2B5EF4-FFF2-40B4-BE49-F238E27FC236}">
                <a16:creationId xmlns:a16="http://schemas.microsoft.com/office/drawing/2014/main" id="{D4AB1E98-0454-A6D3-C7C3-AA02CD2A4ED3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676650" y="5522913"/>
            <a:ext cx="665163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294" name="直接箭头连接符 48">
            <a:extLst>
              <a:ext uri="{FF2B5EF4-FFF2-40B4-BE49-F238E27FC236}">
                <a16:creationId xmlns:a16="http://schemas.microsoft.com/office/drawing/2014/main" id="{4881C8D4-B620-DBA6-FD5A-0F33D3DC26AE}"/>
              </a:ext>
            </a:extLst>
          </p:cNvPr>
          <p:cNvCxnSpPr>
            <a:cxnSpLocks noChangeShapeType="1"/>
            <a:endCxn id="54317" idx="4"/>
          </p:cNvCxnSpPr>
          <p:nvPr/>
        </p:nvCxnSpPr>
        <p:spPr bwMode="auto">
          <a:xfrm flipV="1">
            <a:off x="3333750" y="4683125"/>
            <a:ext cx="14288" cy="492125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4362" name="组合 49">
            <a:extLst>
              <a:ext uri="{FF2B5EF4-FFF2-40B4-BE49-F238E27FC236}">
                <a16:creationId xmlns:a16="http://schemas.microsoft.com/office/drawing/2014/main" id="{9A74F260-EC18-9D22-DAE7-4AF4D47CC66B}"/>
              </a:ext>
            </a:extLst>
          </p:cNvPr>
          <p:cNvGrpSpPr>
            <a:grpSpLocks/>
          </p:cNvGrpSpPr>
          <p:nvPr/>
        </p:nvGrpSpPr>
        <p:grpSpPr bwMode="auto">
          <a:xfrm>
            <a:off x="7132638" y="5151438"/>
            <a:ext cx="720725" cy="720725"/>
            <a:chOff x="4067944" y="4221088"/>
            <a:chExt cx="720080" cy="720080"/>
          </a:xfrm>
        </p:grpSpPr>
        <p:sp>
          <p:nvSpPr>
            <p:cNvPr id="54305" name="椭圆 50">
              <a:extLst>
                <a:ext uri="{FF2B5EF4-FFF2-40B4-BE49-F238E27FC236}">
                  <a16:creationId xmlns:a16="http://schemas.microsoft.com/office/drawing/2014/main" id="{0D13FAB7-DC6C-2901-6F38-9A69259851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49B9B2E5-A8FC-9180-D5FB-C0FCF794C883}"/>
                </a:ext>
              </a:extLst>
            </p:cNvPr>
            <p:cNvSpPr txBox="1"/>
            <p:nvPr/>
          </p:nvSpPr>
          <p:spPr>
            <a:xfrm>
              <a:off x="4139317" y="4381282"/>
              <a:ext cx="648707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000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14363" name="直接箭头连接符 52">
            <a:extLst>
              <a:ext uri="{FF2B5EF4-FFF2-40B4-BE49-F238E27FC236}">
                <a16:creationId xmlns:a16="http://schemas.microsoft.com/office/drawing/2014/main" id="{9300B36C-4963-BB06-8CB6-BB9F2F71EF11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6403975" y="5500688"/>
            <a:ext cx="723900" cy="11112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4364" name="组合 54">
            <a:extLst>
              <a:ext uri="{FF2B5EF4-FFF2-40B4-BE49-F238E27FC236}">
                <a16:creationId xmlns:a16="http://schemas.microsoft.com/office/drawing/2014/main" id="{BAA4777C-AF0E-9297-7CB2-9F45789564A9}"/>
              </a:ext>
            </a:extLst>
          </p:cNvPr>
          <p:cNvGrpSpPr>
            <a:grpSpLocks/>
          </p:cNvGrpSpPr>
          <p:nvPr/>
        </p:nvGrpSpPr>
        <p:grpSpPr bwMode="auto">
          <a:xfrm>
            <a:off x="1565275" y="5199063"/>
            <a:ext cx="719138" cy="720725"/>
            <a:chOff x="4067944" y="4221088"/>
            <a:chExt cx="720080" cy="720080"/>
          </a:xfrm>
        </p:grpSpPr>
        <p:sp>
          <p:nvSpPr>
            <p:cNvPr id="54303" name="椭圆 55">
              <a:extLst>
                <a:ext uri="{FF2B5EF4-FFF2-40B4-BE49-F238E27FC236}">
                  <a16:creationId xmlns:a16="http://schemas.microsoft.com/office/drawing/2014/main" id="{67980AEA-09EB-FE5E-3F84-9A22D0FD06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2D41DB18-6AF3-B0D2-F700-9BA4E55F2161}"/>
                </a:ext>
              </a:extLst>
            </p:cNvPr>
            <p:cNvSpPr txBox="1"/>
            <p:nvPr/>
          </p:nvSpPr>
          <p:spPr>
            <a:xfrm>
              <a:off x="4139476" y="4381282"/>
              <a:ext cx="648548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111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14365" name="直接箭头连接符 57">
            <a:extLst>
              <a:ext uri="{FF2B5EF4-FFF2-40B4-BE49-F238E27FC236}">
                <a16:creationId xmlns:a16="http://schemas.microsoft.com/office/drawing/2014/main" id="{B474F556-FA0C-70F2-F7FA-48CE63DF0AF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284413" y="5522913"/>
            <a:ext cx="647700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E3AC7F27-8BB3-7363-6FF2-90FE5C2E7C82}"/>
              </a:ext>
            </a:extLst>
          </p:cNvPr>
          <p:cNvSpPr/>
          <p:nvPr/>
        </p:nvSpPr>
        <p:spPr>
          <a:xfrm>
            <a:off x="2033588" y="6130925"/>
            <a:ext cx="4914900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脉冲序列信号发生器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能够自启动！</a:t>
            </a:r>
            <a:endParaRPr lang="zh-CN" altLang="en-US" sz="2400" dirty="0"/>
          </a:p>
        </p:txBody>
      </p:sp>
      <p:sp>
        <p:nvSpPr>
          <p:cNvPr id="54300" name="文本框 54">
            <a:extLst>
              <a:ext uri="{FF2B5EF4-FFF2-40B4-BE49-F238E27FC236}">
                <a16:creationId xmlns:a16="http://schemas.microsoft.com/office/drawing/2014/main" id="{A6DE73A2-EE59-6229-B382-647CC1684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957388"/>
            <a:ext cx="20462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2(n+1)</a:t>
            </a:r>
            <a:r>
              <a:rPr lang="en-US" altLang="zh-CN" sz="2400"/>
              <a:t>=Q</a:t>
            </a:r>
            <a:r>
              <a:rPr lang="en-US" altLang="zh-CN" sz="2400" baseline="-25000"/>
              <a:t>1n</a:t>
            </a:r>
            <a:endParaRPr lang="zh-CN" altLang="en-US" sz="2400" baseline="-25000"/>
          </a:p>
        </p:txBody>
      </p:sp>
      <p:sp>
        <p:nvSpPr>
          <p:cNvPr id="54301" name="文本框 55">
            <a:extLst>
              <a:ext uri="{FF2B5EF4-FFF2-40B4-BE49-F238E27FC236}">
                <a16:creationId xmlns:a16="http://schemas.microsoft.com/office/drawing/2014/main" id="{072F604B-EA20-45E1-D1BB-974549CB9C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8" y="2540000"/>
            <a:ext cx="20462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1(n+1)</a:t>
            </a:r>
            <a:r>
              <a:rPr lang="en-US" altLang="zh-CN" sz="2400"/>
              <a:t>=Q</a:t>
            </a:r>
            <a:r>
              <a:rPr lang="en-US" altLang="zh-CN" sz="2400" baseline="-25000"/>
              <a:t>0n</a:t>
            </a:r>
            <a:endParaRPr lang="zh-CN" altLang="en-US" sz="2400" baseline="-25000"/>
          </a:p>
        </p:txBody>
      </p:sp>
      <p:sp>
        <p:nvSpPr>
          <p:cNvPr id="54302" name="文本框 57">
            <a:extLst>
              <a:ext uri="{FF2B5EF4-FFF2-40B4-BE49-F238E27FC236}">
                <a16:creationId xmlns:a16="http://schemas.microsoft.com/office/drawing/2014/main" id="{7CCDB78D-7A22-5917-B92B-5BE481EAC4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011488"/>
            <a:ext cx="3835400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      —   —          —</a:t>
            </a:r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0(n+1)</a:t>
            </a:r>
            <a:r>
              <a:rPr lang="en-US" altLang="zh-CN" sz="2400"/>
              <a:t>=Q</a:t>
            </a:r>
            <a:r>
              <a:rPr lang="en-US" altLang="zh-CN" sz="2400" baseline="-25000"/>
              <a:t>2n</a:t>
            </a:r>
            <a:r>
              <a:rPr lang="en-US" altLang="zh-CN" sz="2400"/>
              <a:t> Q</a:t>
            </a:r>
            <a:r>
              <a:rPr lang="en-US" altLang="zh-CN" sz="2400" baseline="-25000"/>
              <a:t>1n</a:t>
            </a:r>
            <a:r>
              <a:rPr lang="en-US" altLang="zh-CN" sz="2400"/>
              <a:t> +Q</a:t>
            </a:r>
            <a:r>
              <a:rPr lang="en-US" altLang="zh-CN" sz="2400" baseline="-25000"/>
              <a:t>2n</a:t>
            </a:r>
            <a:r>
              <a:rPr lang="en-US" altLang="zh-CN" sz="2400"/>
              <a:t> Q</a:t>
            </a:r>
            <a:r>
              <a:rPr lang="en-US" altLang="zh-CN" sz="2400" baseline="-25000"/>
              <a:t>0n</a:t>
            </a:r>
            <a:endParaRPr lang="zh-CN" altLang="en-US" sz="2400" baseline="-25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6" dur="5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9" dur="500"/>
                                        <p:tgtEl>
                                          <p:spTgt spid="14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8" dur="500"/>
                                        <p:tgtEl>
                                          <p:spTgt spid="14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>
            <a:extLst>
              <a:ext uri="{FF2B5EF4-FFF2-40B4-BE49-F238E27FC236}">
                <a16:creationId xmlns:a16="http://schemas.microsoft.com/office/drawing/2014/main" id="{402DEE64-8044-3E69-26F4-6567D1DE7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550" y="1273175"/>
            <a:ext cx="7924800" cy="4648200"/>
          </a:xfrm>
        </p:spPr>
        <p:txBody>
          <a:bodyPr/>
          <a:lstStyle/>
          <a:p>
            <a:pPr>
              <a:defRPr/>
            </a:pP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触发器设计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上述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脉冲序列信号发生器</a:t>
            </a:r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D9ED6BD-7976-F8C3-4A62-907DFF479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8AA1CD-DF90-C3A8-36EF-439C46E63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ADEB17BC-3570-449E-AA9C-D80385D2B296}" type="slidenum">
              <a:rPr lang="en-US" altLang="zh-CN" sz="1000" smtClean="0"/>
              <a:pPr>
                <a:defRPr/>
              </a:pPr>
              <a:t>56</a:t>
            </a:fld>
            <a:endParaRPr lang="en-US" altLang="zh-CN" sz="100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0A12C86-CF4D-0AE5-8D73-B6C55B1F8855}"/>
              </a:ext>
            </a:extLst>
          </p:cNvPr>
          <p:cNvSpPr/>
          <p:nvPr/>
        </p:nvSpPr>
        <p:spPr>
          <a:xfrm>
            <a:off x="698500" y="2159000"/>
            <a:ext cx="2865438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脉冲序列信号发生器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的状态方程：</a:t>
            </a:r>
            <a:endParaRPr lang="zh-CN" altLang="en-US" sz="24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CCDB61B-25B0-812B-3766-449997266E8D}"/>
              </a:ext>
            </a:extLst>
          </p:cNvPr>
          <p:cNvSpPr/>
          <p:nvPr/>
        </p:nvSpPr>
        <p:spPr>
          <a:xfrm>
            <a:off x="4716463" y="2159000"/>
            <a:ext cx="2863850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脉冲序列信号发生器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的激励函数：</a:t>
            </a:r>
            <a:endParaRPr lang="zh-CN" altLang="en-US" sz="2400" dirty="0"/>
          </a:p>
        </p:txBody>
      </p:sp>
      <p:sp>
        <p:nvSpPr>
          <p:cNvPr id="55303" name="文本框 12">
            <a:extLst>
              <a:ext uri="{FF2B5EF4-FFF2-40B4-BE49-F238E27FC236}">
                <a16:creationId xmlns:a16="http://schemas.microsoft.com/office/drawing/2014/main" id="{8BB736EF-70F3-1E31-6A91-EA0FA5334E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563" y="2987675"/>
            <a:ext cx="20462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2(n+1)</a:t>
            </a:r>
            <a:r>
              <a:rPr lang="en-US" altLang="zh-CN" sz="2400"/>
              <a:t>=Q</a:t>
            </a:r>
            <a:r>
              <a:rPr lang="en-US" altLang="zh-CN" sz="2400" baseline="-25000"/>
              <a:t>1n</a:t>
            </a:r>
            <a:endParaRPr lang="zh-CN" altLang="en-US" sz="2400" baseline="-25000"/>
          </a:p>
        </p:txBody>
      </p:sp>
      <p:sp>
        <p:nvSpPr>
          <p:cNvPr id="55304" name="文本框 13">
            <a:extLst>
              <a:ext uri="{FF2B5EF4-FFF2-40B4-BE49-F238E27FC236}">
                <a16:creationId xmlns:a16="http://schemas.microsoft.com/office/drawing/2014/main" id="{20A73C35-99D6-E047-CED1-CEB3435A75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850" y="3570288"/>
            <a:ext cx="20447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1(n+1)</a:t>
            </a:r>
            <a:r>
              <a:rPr lang="en-US" altLang="zh-CN" sz="2400"/>
              <a:t>=Q</a:t>
            </a:r>
            <a:r>
              <a:rPr lang="en-US" altLang="zh-CN" sz="2400" baseline="-25000"/>
              <a:t>0n</a:t>
            </a:r>
            <a:endParaRPr lang="zh-CN" altLang="en-US" sz="2400" baseline="-25000"/>
          </a:p>
        </p:txBody>
      </p:sp>
      <p:sp>
        <p:nvSpPr>
          <p:cNvPr id="55305" name="文本框 14">
            <a:extLst>
              <a:ext uri="{FF2B5EF4-FFF2-40B4-BE49-F238E27FC236}">
                <a16:creationId xmlns:a16="http://schemas.microsoft.com/office/drawing/2014/main" id="{42A3E903-C726-C0D0-9038-27470FABEB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563" y="4043363"/>
            <a:ext cx="38354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      —   —          —</a:t>
            </a:r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0(n+1)</a:t>
            </a:r>
            <a:r>
              <a:rPr lang="en-US" altLang="zh-CN" sz="2400"/>
              <a:t>=Q</a:t>
            </a:r>
            <a:r>
              <a:rPr lang="en-US" altLang="zh-CN" sz="2400" baseline="-25000"/>
              <a:t>2n</a:t>
            </a:r>
            <a:r>
              <a:rPr lang="en-US" altLang="zh-CN" sz="2400"/>
              <a:t> Q</a:t>
            </a:r>
            <a:r>
              <a:rPr lang="en-US" altLang="zh-CN" sz="2400" baseline="-25000"/>
              <a:t>1n</a:t>
            </a:r>
            <a:r>
              <a:rPr lang="en-US" altLang="zh-CN" sz="2400"/>
              <a:t> +Q</a:t>
            </a:r>
            <a:r>
              <a:rPr lang="en-US" altLang="zh-CN" sz="2400" baseline="-25000"/>
              <a:t>2n</a:t>
            </a:r>
            <a:r>
              <a:rPr lang="en-US" altLang="zh-CN" sz="2400"/>
              <a:t> Q</a:t>
            </a:r>
            <a:r>
              <a:rPr lang="en-US" altLang="zh-CN" sz="2400" baseline="-25000"/>
              <a:t>0n</a:t>
            </a:r>
            <a:endParaRPr lang="zh-CN" altLang="en-US" sz="2400" baseline="-250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8A03F3D-F56F-2F22-21EA-8C06A2C27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3086100"/>
            <a:ext cx="20462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D</a:t>
            </a:r>
            <a:r>
              <a:rPr lang="en-US" altLang="zh-CN" sz="2400" baseline="-25000"/>
              <a:t>2</a:t>
            </a:r>
            <a:r>
              <a:rPr lang="en-US" altLang="zh-CN" sz="2400"/>
              <a:t>=Q</a:t>
            </a:r>
            <a:r>
              <a:rPr lang="en-US" altLang="zh-CN" sz="2400" baseline="-25000"/>
              <a:t>1n</a:t>
            </a:r>
            <a:endParaRPr lang="zh-CN" altLang="en-US" sz="2400" baseline="-2500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01CE5B7-D48C-D09A-2685-D2E637486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3644900"/>
            <a:ext cx="204628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D</a:t>
            </a:r>
            <a:r>
              <a:rPr lang="en-US" altLang="zh-CN" sz="2400" baseline="-25000"/>
              <a:t>1</a:t>
            </a:r>
            <a:r>
              <a:rPr lang="en-US" altLang="zh-CN" sz="2400"/>
              <a:t>=Q</a:t>
            </a:r>
            <a:r>
              <a:rPr lang="en-US" altLang="zh-CN" sz="2400" baseline="-25000"/>
              <a:t>0n</a:t>
            </a:r>
            <a:endParaRPr lang="zh-CN" altLang="en-US" sz="2400" baseline="-2500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F6CD953-3288-8DD8-C3E9-405A6E542C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8375" y="4111625"/>
            <a:ext cx="38354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—   —           —</a:t>
            </a:r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D</a:t>
            </a:r>
            <a:r>
              <a:rPr lang="en-US" altLang="zh-CN" sz="2400" baseline="-25000"/>
              <a:t>0</a:t>
            </a:r>
            <a:r>
              <a:rPr lang="en-US" altLang="zh-CN" sz="2400"/>
              <a:t>=Q</a:t>
            </a:r>
            <a:r>
              <a:rPr lang="en-US" altLang="zh-CN" sz="2400" baseline="-25000"/>
              <a:t>2n</a:t>
            </a:r>
            <a:r>
              <a:rPr lang="en-US" altLang="zh-CN" sz="2400"/>
              <a:t> Q</a:t>
            </a:r>
            <a:r>
              <a:rPr lang="en-US" altLang="zh-CN" sz="2400" baseline="-25000"/>
              <a:t>1n</a:t>
            </a:r>
            <a:r>
              <a:rPr lang="en-US" altLang="zh-CN" sz="2400"/>
              <a:t> +Q</a:t>
            </a:r>
            <a:r>
              <a:rPr lang="en-US" altLang="zh-CN" sz="2400" baseline="-25000"/>
              <a:t>2n</a:t>
            </a:r>
            <a:r>
              <a:rPr lang="en-US" altLang="zh-CN" sz="2400"/>
              <a:t> Q</a:t>
            </a:r>
            <a:r>
              <a:rPr lang="en-US" altLang="zh-CN" sz="2400" baseline="-25000"/>
              <a:t>0n</a:t>
            </a:r>
            <a:endParaRPr lang="zh-CN" altLang="en-US" sz="2400" baseline="-25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/>
      <p:bldP spid="17" grpId="0"/>
      <p:bldP spid="18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EBC189-7D34-5C07-6630-CC7499D2D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E345FD3-D007-45F4-B4D9-E29154BBC2AD}" type="slidenum">
              <a:rPr lang="en-US" altLang="zh-CN" sz="1000" smtClean="0"/>
              <a:pPr>
                <a:defRPr/>
              </a:pPr>
              <a:t>57</a:t>
            </a:fld>
            <a:endParaRPr lang="en-US" altLang="zh-CN" sz="10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BCEA137-803E-9F8B-2189-E365F73B14DC}"/>
              </a:ext>
            </a:extLst>
          </p:cNvPr>
          <p:cNvSpPr/>
          <p:nvPr/>
        </p:nvSpPr>
        <p:spPr>
          <a:xfrm>
            <a:off x="477359" y="551455"/>
            <a:ext cx="2865438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脉冲序列信号发生器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的激励函数：</a:t>
            </a:r>
            <a:endParaRPr lang="zh-CN" altLang="en-US" sz="2400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638E952-589C-46CE-84DC-B40E1AB9DA92}"/>
              </a:ext>
            </a:extLst>
          </p:cNvPr>
          <p:cNvGrpSpPr>
            <a:grpSpLocks/>
          </p:cNvGrpSpPr>
          <p:nvPr/>
        </p:nvGrpSpPr>
        <p:grpSpPr bwMode="auto">
          <a:xfrm>
            <a:off x="3131840" y="2296165"/>
            <a:ext cx="4535487" cy="1879600"/>
            <a:chOff x="3027363" y="3027363"/>
            <a:chExt cx="4535487" cy="1879600"/>
          </a:xfrm>
        </p:grpSpPr>
        <p:sp>
          <p:nvSpPr>
            <p:cNvPr id="56365" name="文本框 33">
              <a:extLst>
                <a:ext uri="{FF2B5EF4-FFF2-40B4-BE49-F238E27FC236}">
                  <a16:creationId xmlns:a16="http://schemas.microsoft.com/office/drawing/2014/main" id="{ACCDBC7C-D7E9-A680-2470-A0A9E2035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2588" y="3027363"/>
              <a:ext cx="684212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/>
                <a:t>FF2</a:t>
              </a:r>
            </a:p>
          </p:txBody>
        </p:sp>
        <p:grpSp>
          <p:nvGrpSpPr>
            <p:cNvPr id="56366" name="组合 2">
              <a:extLst>
                <a:ext uri="{FF2B5EF4-FFF2-40B4-BE49-F238E27FC236}">
                  <a16:creationId xmlns:a16="http://schemas.microsoft.com/office/drawing/2014/main" id="{D3484D18-E65E-6E49-C42B-6AA27F2DC3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7363" y="3027363"/>
              <a:ext cx="4535487" cy="1879600"/>
              <a:chOff x="3027363" y="3027363"/>
              <a:chExt cx="4535487" cy="1879600"/>
            </a:xfrm>
          </p:grpSpPr>
          <p:grpSp>
            <p:nvGrpSpPr>
              <p:cNvPr id="56367" name="组合 23">
                <a:extLst>
                  <a:ext uri="{FF2B5EF4-FFF2-40B4-BE49-F238E27FC236}">
                    <a16:creationId xmlns:a16="http://schemas.microsoft.com/office/drawing/2014/main" id="{7E094838-9E37-E625-1448-DC3F7AA332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78375" y="3446463"/>
                <a:ext cx="1009650" cy="1439862"/>
                <a:chOff x="5435044" y="2567853"/>
                <a:chExt cx="1009164" cy="1440160"/>
              </a:xfrm>
            </p:grpSpPr>
            <p:sp>
              <p:nvSpPr>
                <p:cNvPr id="56386" name="矩形 8">
                  <a:extLst>
                    <a:ext uri="{FF2B5EF4-FFF2-40B4-BE49-F238E27FC236}">
                      <a16:creationId xmlns:a16="http://schemas.microsoft.com/office/drawing/2014/main" id="{C5E6FB9C-D959-FDFC-92F7-FCB9A4C61C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36096" y="2567853"/>
                  <a:ext cx="1008112" cy="1440160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56387" name="文本框 10">
                  <a:extLst>
                    <a:ext uri="{FF2B5EF4-FFF2-40B4-BE49-F238E27FC236}">
                      <a16:creationId xmlns:a16="http://schemas.microsoft.com/office/drawing/2014/main" id="{05F5CBB7-6A9E-BAF5-21AD-762AF1EA960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508104" y="2758095"/>
                  <a:ext cx="36004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D</a:t>
                  </a:r>
                  <a:endParaRPr lang="zh-CN" altLang="en-US" sz="2000"/>
                </a:p>
              </p:txBody>
            </p:sp>
            <p:sp>
              <p:nvSpPr>
                <p:cNvPr id="56388" name="文本框 11">
                  <a:extLst>
                    <a:ext uri="{FF2B5EF4-FFF2-40B4-BE49-F238E27FC236}">
                      <a16:creationId xmlns:a16="http://schemas.microsoft.com/office/drawing/2014/main" id="{938961AD-12C1-9B21-AD94-893A2C3DB47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084168" y="2758095"/>
                  <a:ext cx="36004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Q</a:t>
                  </a:r>
                  <a:endParaRPr lang="zh-CN" altLang="en-US" sz="2000"/>
                </a:p>
              </p:txBody>
            </p:sp>
            <p:cxnSp>
              <p:nvCxnSpPr>
                <p:cNvPr id="56389" name="直接连接符 13">
                  <a:extLst>
                    <a:ext uri="{FF2B5EF4-FFF2-40B4-BE49-F238E27FC236}">
                      <a16:creationId xmlns:a16="http://schemas.microsoft.com/office/drawing/2014/main" id="{1F67CD12-AF24-CEBE-D766-309BFF54A3D0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5436096" y="3573016"/>
                  <a:ext cx="72008" cy="7200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6390" name="直接连接符 15">
                  <a:extLst>
                    <a:ext uri="{FF2B5EF4-FFF2-40B4-BE49-F238E27FC236}">
                      <a16:creationId xmlns:a16="http://schemas.microsoft.com/office/drawing/2014/main" id="{10AB5D76-6583-4DFF-FBB7-F9FEA73F17D9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5435044" y="3645024"/>
                  <a:ext cx="73060" cy="93114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56391" name="文本框 21">
                  <a:extLst>
                    <a:ext uri="{FF2B5EF4-FFF2-40B4-BE49-F238E27FC236}">
                      <a16:creationId xmlns:a16="http://schemas.microsoft.com/office/drawing/2014/main" id="{821DC9D6-74DC-700A-C714-E900CF174E5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459256" y="3447905"/>
                  <a:ext cx="480896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CP</a:t>
                  </a:r>
                  <a:endParaRPr lang="zh-CN" altLang="en-US" sz="2000"/>
                </a:p>
              </p:txBody>
            </p:sp>
            <p:sp>
              <p:nvSpPr>
                <p:cNvPr id="56392" name="文本框 22">
                  <a:extLst>
                    <a:ext uri="{FF2B5EF4-FFF2-40B4-BE49-F238E27FC236}">
                      <a16:creationId xmlns:a16="http://schemas.microsoft.com/office/drawing/2014/main" id="{DE9E5EA8-7AA4-74AC-8B0E-D565CB57DB5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084168" y="3368216"/>
                  <a:ext cx="360040" cy="4816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lnSpc>
                      <a:spcPts val="15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—</a:t>
                  </a:r>
                </a:p>
                <a:p>
                  <a:pPr>
                    <a:lnSpc>
                      <a:spcPts val="15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Q</a:t>
                  </a:r>
                  <a:endParaRPr lang="zh-CN" altLang="en-US" sz="2000"/>
                </a:p>
              </p:txBody>
            </p:sp>
          </p:grpSp>
          <p:sp>
            <p:nvSpPr>
              <p:cNvPr id="56368" name="文本框 24">
                <a:extLst>
                  <a:ext uri="{FF2B5EF4-FFF2-40B4-BE49-F238E27FC236}">
                    <a16:creationId xmlns:a16="http://schemas.microsoft.com/office/drawing/2014/main" id="{E9E8BEA8-F471-79AC-1544-C41FDC2BA9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957763" y="3027363"/>
                <a:ext cx="684212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/>
                  <a:t>FF1</a:t>
                </a:r>
              </a:p>
            </p:txBody>
          </p:sp>
          <p:grpSp>
            <p:nvGrpSpPr>
              <p:cNvPr id="56369" name="组合 25">
                <a:extLst>
                  <a:ext uri="{FF2B5EF4-FFF2-40B4-BE49-F238E27FC236}">
                    <a16:creationId xmlns:a16="http://schemas.microsoft.com/office/drawing/2014/main" id="{FABA2E21-20CB-E8B2-E6E4-152FED92DD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553200" y="3446463"/>
                <a:ext cx="1009650" cy="1439862"/>
                <a:chOff x="5435044" y="2567853"/>
                <a:chExt cx="1009164" cy="1440160"/>
              </a:xfrm>
            </p:grpSpPr>
            <p:sp>
              <p:nvSpPr>
                <p:cNvPr id="56379" name="矩形 26">
                  <a:extLst>
                    <a:ext uri="{FF2B5EF4-FFF2-40B4-BE49-F238E27FC236}">
                      <a16:creationId xmlns:a16="http://schemas.microsoft.com/office/drawing/2014/main" id="{27DC07C1-CB40-C7D0-6E60-84E4ECAE9B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36096" y="2567853"/>
                  <a:ext cx="1008112" cy="1440160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56380" name="文本框 27">
                  <a:extLst>
                    <a:ext uri="{FF2B5EF4-FFF2-40B4-BE49-F238E27FC236}">
                      <a16:creationId xmlns:a16="http://schemas.microsoft.com/office/drawing/2014/main" id="{C501F748-1C9D-1F4B-3B62-30BED9E2E21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508104" y="2758095"/>
                  <a:ext cx="36004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D</a:t>
                  </a:r>
                  <a:endParaRPr lang="zh-CN" altLang="en-US" sz="2000"/>
                </a:p>
              </p:txBody>
            </p:sp>
            <p:sp>
              <p:nvSpPr>
                <p:cNvPr id="56381" name="文本框 28">
                  <a:extLst>
                    <a:ext uri="{FF2B5EF4-FFF2-40B4-BE49-F238E27FC236}">
                      <a16:creationId xmlns:a16="http://schemas.microsoft.com/office/drawing/2014/main" id="{9FF9FCE5-112B-A923-BECE-F22842B8A4D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084168" y="2758095"/>
                  <a:ext cx="36004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Q</a:t>
                  </a:r>
                  <a:endParaRPr lang="zh-CN" altLang="en-US" sz="2000"/>
                </a:p>
              </p:txBody>
            </p:sp>
            <p:cxnSp>
              <p:nvCxnSpPr>
                <p:cNvPr id="56382" name="直接连接符 29">
                  <a:extLst>
                    <a:ext uri="{FF2B5EF4-FFF2-40B4-BE49-F238E27FC236}">
                      <a16:creationId xmlns:a16="http://schemas.microsoft.com/office/drawing/2014/main" id="{B6EA2C4C-1703-A43B-706B-CFC553239402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5436096" y="3573016"/>
                  <a:ext cx="72008" cy="7200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6383" name="直接连接符 30">
                  <a:extLst>
                    <a:ext uri="{FF2B5EF4-FFF2-40B4-BE49-F238E27FC236}">
                      <a16:creationId xmlns:a16="http://schemas.microsoft.com/office/drawing/2014/main" id="{8844C50C-C47C-08DB-9218-7B705147A8AE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5435044" y="3645024"/>
                  <a:ext cx="73060" cy="93114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56384" name="文本框 31">
                  <a:extLst>
                    <a:ext uri="{FF2B5EF4-FFF2-40B4-BE49-F238E27FC236}">
                      <a16:creationId xmlns:a16="http://schemas.microsoft.com/office/drawing/2014/main" id="{57D03AD4-2B95-D2FF-536D-11DA923263B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459256" y="3447905"/>
                  <a:ext cx="480896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CP</a:t>
                  </a:r>
                  <a:endParaRPr lang="zh-CN" altLang="en-US" sz="2000"/>
                </a:p>
              </p:txBody>
            </p:sp>
            <p:sp>
              <p:nvSpPr>
                <p:cNvPr id="56385" name="文本框 32">
                  <a:extLst>
                    <a:ext uri="{FF2B5EF4-FFF2-40B4-BE49-F238E27FC236}">
                      <a16:creationId xmlns:a16="http://schemas.microsoft.com/office/drawing/2014/main" id="{EEB7035B-28C7-3238-AF9D-75366E3965A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084168" y="3368216"/>
                  <a:ext cx="360040" cy="4816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lnSpc>
                      <a:spcPts val="15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—</a:t>
                  </a:r>
                </a:p>
                <a:p>
                  <a:pPr>
                    <a:lnSpc>
                      <a:spcPts val="15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Q</a:t>
                  </a:r>
                  <a:endParaRPr lang="zh-CN" altLang="en-US" sz="2000"/>
                </a:p>
              </p:txBody>
            </p:sp>
          </p:grpSp>
          <p:grpSp>
            <p:nvGrpSpPr>
              <p:cNvPr id="56370" name="组合 34">
                <a:extLst>
                  <a:ext uri="{FF2B5EF4-FFF2-40B4-BE49-F238E27FC236}">
                    <a16:creationId xmlns:a16="http://schemas.microsoft.com/office/drawing/2014/main" id="{7EBA5847-F584-D278-337B-A003FB27BC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27363" y="3467100"/>
                <a:ext cx="1009650" cy="1439863"/>
                <a:chOff x="5435044" y="2567853"/>
                <a:chExt cx="1009164" cy="1440160"/>
              </a:xfrm>
            </p:grpSpPr>
            <p:sp>
              <p:nvSpPr>
                <p:cNvPr id="56372" name="矩形 35">
                  <a:extLst>
                    <a:ext uri="{FF2B5EF4-FFF2-40B4-BE49-F238E27FC236}">
                      <a16:creationId xmlns:a16="http://schemas.microsoft.com/office/drawing/2014/main" id="{20AFD59F-0AB4-B21B-6A3C-8034E04911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436096" y="2567853"/>
                  <a:ext cx="1008112" cy="1440160"/>
                </a:xfrm>
                <a:prstGeom prst="rect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000"/>
                </a:p>
              </p:txBody>
            </p:sp>
            <p:sp>
              <p:nvSpPr>
                <p:cNvPr id="56373" name="文本框 36">
                  <a:extLst>
                    <a:ext uri="{FF2B5EF4-FFF2-40B4-BE49-F238E27FC236}">
                      <a16:creationId xmlns:a16="http://schemas.microsoft.com/office/drawing/2014/main" id="{EF83F551-7AC1-1F74-F24B-5B294A2B6B3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508104" y="2758095"/>
                  <a:ext cx="36004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D</a:t>
                  </a:r>
                  <a:endParaRPr lang="zh-CN" altLang="en-US" sz="2000"/>
                </a:p>
              </p:txBody>
            </p:sp>
            <p:sp>
              <p:nvSpPr>
                <p:cNvPr id="56374" name="文本框 37">
                  <a:extLst>
                    <a:ext uri="{FF2B5EF4-FFF2-40B4-BE49-F238E27FC236}">
                      <a16:creationId xmlns:a16="http://schemas.microsoft.com/office/drawing/2014/main" id="{CEF1A7E9-21C1-A8E6-E459-52AE4C62908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084168" y="2758095"/>
                  <a:ext cx="360040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Q</a:t>
                  </a:r>
                  <a:endParaRPr lang="zh-CN" altLang="en-US" sz="2000"/>
                </a:p>
              </p:txBody>
            </p:sp>
            <p:cxnSp>
              <p:nvCxnSpPr>
                <p:cNvPr id="56375" name="直接连接符 38">
                  <a:extLst>
                    <a:ext uri="{FF2B5EF4-FFF2-40B4-BE49-F238E27FC236}">
                      <a16:creationId xmlns:a16="http://schemas.microsoft.com/office/drawing/2014/main" id="{DD04961E-7ECB-91C6-0D64-DB347AE1B838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>
                  <a:off x="5436096" y="3573016"/>
                  <a:ext cx="72008" cy="7200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cxnSp>
              <p:nvCxnSpPr>
                <p:cNvPr id="56376" name="直接连接符 39">
                  <a:extLst>
                    <a:ext uri="{FF2B5EF4-FFF2-40B4-BE49-F238E27FC236}">
                      <a16:creationId xmlns:a16="http://schemas.microsoft.com/office/drawing/2014/main" id="{84566C97-DFCC-FF18-481E-8224F376CA6D}"/>
                    </a:ext>
                  </a:extLst>
                </p:cNvPr>
                <p:cNvCxnSpPr>
                  <a:cxnSpLocks noChangeShapeType="1"/>
                </p:cNvCxnSpPr>
                <p:nvPr/>
              </p:nvCxnSpPr>
              <p:spPr bwMode="auto">
                <a:xfrm flipH="1">
                  <a:off x="5435044" y="3645024"/>
                  <a:ext cx="73060" cy="93114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cxnSp>
            <p:sp>
              <p:nvSpPr>
                <p:cNvPr id="56377" name="文本框 40">
                  <a:extLst>
                    <a:ext uri="{FF2B5EF4-FFF2-40B4-BE49-F238E27FC236}">
                      <a16:creationId xmlns:a16="http://schemas.microsoft.com/office/drawing/2014/main" id="{60CD8B77-32AD-1B48-0F67-2654988820E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459256" y="3447905"/>
                  <a:ext cx="480896" cy="400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CP</a:t>
                  </a:r>
                  <a:endParaRPr lang="zh-CN" altLang="en-US" sz="2000"/>
                </a:p>
              </p:txBody>
            </p:sp>
            <p:sp>
              <p:nvSpPr>
                <p:cNvPr id="56378" name="文本框 41">
                  <a:extLst>
                    <a:ext uri="{FF2B5EF4-FFF2-40B4-BE49-F238E27FC236}">
                      <a16:creationId xmlns:a16="http://schemas.microsoft.com/office/drawing/2014/main" id="{37EEDD5E-958E-4696-31D3-F8D2BFF0E75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084168" y="3368216"/>
                  <a:ext cx="360040" cy="4816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l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Ø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ü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v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FFFF00"/>
                    </a:buClr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lnSpc>
                      <a:spcPts val="15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—</a:t>
                  </a:r>
                </a:p>
                <a:p>
                  <a:pPr>
                    <a:lnSpc>
                      <a:spcPts val="1500"/>
                    </a:lnSpc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lang="en-US" altLang="zh-CN" sz="2000"/>
                    <a:t>Q</a:t>
                  </a:r>
                  <a:endParaRPr lang="zh-CN" altLang="en-US" sz="2000"/>
                </a:p>
              </p:txBody>
            </p:sp>
          </p:grpSp>
          <p:sp>
            <p:nvSpPr>
              <p:cNvPr id="56371" name="文本框 42">
                <a:extLst>
                  <a:ext uri="{FF2B5EF4-FFF2-40B4-BE49-F238E27FC236}">
                    <a16:creationId xmlns:a16="http://schemas.microsoft.com/office/drawing/2014/main" id="{86952968-1F73-F7DB-C886-9A9DFEA766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06750" y="3046413"/>
                <a:ext cx="684213" cy="4000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/>
                  <a:t>FF0</a:t>
                </a:r>
              </a:p>
            </p:txBody>
          </p:sp>
        </p:grpSp>
      </p:grpSp>
      <p:cxnSp>
        <p:nvCxnSpPr>
          <p:cNvPr id="16398" name="直接连接符 44">
            <a:extLst>
              <a:ext uri="{FF2B5EF4-FFF2-40B4-BE49-F238E27FC236}">
                <a16:creationId xmlns:a16="http://schemas.microsoft.com/office/drawing/2014/main" id="{4E6B4407-1F8F-D494-62B3-4B4398D5E6A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884565" y="3129602"/>
            <a:ext cx="74295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399" name="直接连接符 51">
            <a:extLst>
              <a:ext uri="{FF2B5EF4-FFF2-40B4-BE49-F238E27FC236}">
                <a16:creationId xmlns:a16="http://schemas.microsoft.com/office/drawing/2014/main" id="{252586F0-D45C-8EE1-5EB8-48267D48FB6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133552" y="3107377"/>
            <a:ext cx="74295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6400" name="组合 58">
            <a:extLst>
              <a:ext uri="{FF2B5EF4-FFF2-40B4-BE49-F238E27FC236}">
                <a16:creationId xmlns:a16="http://schemas.microsoft.com/office/drawing/2014/main" id="{72A235C5-A78E-AA76-AE1D-8897E025FC4B}"/>
              </a:ext>
            </a:extLst>
          </p:cNvPr>
          <p:cNvGrpSpPr>
            <a:grpSpLocks/>
          </p:cNvGrpSpPr>
          <p:nvPr/>
        </p:nvGrpSpPr>
        <p:grpSpPr bwMode="auto">
          <a:xfrm>
            <a:off x="1623715" y="2789877"/>
            <a:ext cx="720725" cy="1330325"/>
            <a:chOff x="1475656" y="3601295"/>
            <a:chExt cx="720081" cy="1330813"/>
          </a:xfrm>
        </p:grpSpPr>
        <p:sp>
          <p:nvSpPr>
            <p:cNvPr id="56361" name="矩形 52">
              <a:extLst>
                <a:ext uri="{FF2B5EF4-FFF2-40B4-BE49-F238E27FC236}">
                  <a16:creationId xmlns:a16="http://schemas.microsoft.com/office/drawing/2014/main" id="{2B567EC7-41D8-B413-F232-91DAB9CB4A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5656" y="3601295"/>
              <a:ext cx="720080" cy="1330813"/>
            </a:xfrm>
            <a:prstGeom prst="rect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cxnSp>
          <p:nvCxnSpPr>
            <p:cNvPr id="56362" name="直接连接符 54">
              <a:extLst>
                <a:ext uri="{FF2B5EF4-FFF2-40B4-BE49-F238E27FC236}">
                  <a16:creationId xmlns:a16="http://schemas.microsoft.com/office/drawing/2014/main" id="{B6C49227-2EB1-5EA4-091E-0EEE29380ED9}"/>
                </a:ext>
              </a:extLst>
            </p:cNvPr>
            <p:cNvCxnSpPr>
              <a:cxnSpLocks noChangeShapeType="1"/>
              <a:stCxn id="56361" idx="0"/>
              <a:endCxn id="56361" idx="2"/>
            </p:cNvCxnSpPr>
            <p:nvPr/>
          </p:nvCxnSpPr>
          <p:spPr bwMode="auto">
            <a:xfrm>
              <a:off x="1835696" y="3601295"/>
              <a:ext cx="0" cy="1330813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63" name="直接连接符 56">
              <a:extLst>
                <a:ext uri="{FF2B5EF4-FFF2-40B4-BE49-F238E27FC236}">
                  <a16:creationId xmlns:a16="http://schemas.microsoft.com/office/drawing/2014/main" id="{8D6A8C11-7569-0830-DCBA-82208EFC474D}"/>
                </a:ext>
              </a:extLst>
            </p:cNvPr>
            <p:cNvCxnSpPr>
              <a:cxnSpLocks noChangeShapeType="1"/>
              <a:stCxn id="56361" idx="1"/>
            </p:cNvCxnSpPr>
            <p:nvPr/>
          </p:nvCxnSpPr>
          <p:spPr bwMode="auto">
            <a:xfrm flipV="1">
              <a:off x="1475656" y="4266701"/>
              <a:ext cx="360040" cy="1"/>
            </a:xfrm>
            <a:prstGeom prst="line">
              <a:avLst/>
            </a:prstGeom>
            <a:noFill/>
            <a:ln w="254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6364" name="文本框 57">
              <a:extLst>
                <a:ext uri="{FF2B5EF4-FFF2-40B4-BE49-F238E27FC236}">
                  <a16:creationId xmlns:a16="http://schemas.microsoft.com/office/drawing/2014/main" id="{CC07F5BA-085A-6557-A0E0-AAA1901E09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5697" y="3964516"/>
              <a:ext cx="36004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>
                  <a:sym typeface="Symbol" panose="05050102010706020507" pitchFamily="18" charset="2"/>
                </a:rPr>
                <a:t></a:t>
              </a:r>
              <a:endParaRPr lang="zh-CN" altLang="en-US" sz="2800"/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81966F66-D845-2298-3E79-AF210765778F}"/>
              </a:ext>
            </a:extLst>
          </p:cNvPr>
          <p:cNvGrpSpPr>
            <a:grpSpLocks/>
          </p:cNvGrpSpPr>
          <p:nvPr/>
        </p:nvGrpSpPr>
        <p:grpSpPr bwMode="auto">
          <a:xfrm>
            <a:off x="2329886" y="3105095"/>
            <a:ext cx="787399" cy="309562"/>
            <a:chOff x="2232026" y="3836988"/>
            <a:chExt cx="787399" cy="309562"/>
          </a:xfrm>
        </p:grpSpPr>
        <p:cxnSp>
          <p:nvCxnSpPr>
            <p:cNvPr id="56358" name="直接连接符 60">
              <a:extLst>
                <a:ext uri="{FF2B5EF4-FFF2-40B4-BE49-F238E27FC236}">
                  <a16:creationId xmlns:a16="http://schemas.microsoft.com/office/drawing/2014/main" id="{136968A8-354D-95B6-E993-12EE2DE6399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32026" y="4139945"/>
              <a:ext cx="315912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59" name="直接连接符 62">
              <a:extLst>
                <a:ext uri="{FF2B5EF4-FFF2-40B4-BE49-F238E27FC236}">
                  <a16:creationId xmlns:a16="http://schemas.microsoft.com/office/drawing/2014/main" id="{5094425A-9F48-A430-7B88-56AF3B56D92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547938" y="3836988"/>
              <a:ext cx="0" cy="30956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60" name="直接连接符 64">
              <a:extLst>
                <a:ext uri="{FF2B5EF4-FFF2-40B4-BE49-F238E27FC236}">
                  <a16:creationId xmlns:a16="http://schemas.microsoft.com/office/drawing/2014/main" id="{BBF538A9-224D-1341-5BC1-EF3373C0EC0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547938" y="3836988"/>
              <a:ext cx="471487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cxnSp>
        <p:nvCxnSpPr>
          <p:cNvPr id="16404" name="直接连接符 67">
            <a:extLst>
              <a:ext uri="{FF2B5EF4-FFF2-40B4-BE49-F238E27FC236}">
                <a16:creationId xmlns:a16="http://schemas.microsoft.com/office/drawing/2014/main" id="{C6FDC95E-B6D6-51DA-5EB5-B14AC424994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659390" y="3124840"/>
            <a:ext cx="74136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10" name="组合 9">
            <a:extLst>
              <a:ext uri="{FF2B5EF4-FFF2-40B4-BE49-F238E27FC236}">
                <a16:creationId xmlns:a16="http://schemas.microsoft.com/office/drawing/2014/main" id="{4C159975-DBE5-3795-7D7F-20E8434B4100}"/>
              </a:ext>
            </a:extLst>
          </p:cNvPr>
          <p:cNvGrpSpPr>
            <a:grpSpLocks/>
          </p:cNvGrpSpPr>
          <p:nvPr/>
        </p:nvGrpSpPr>
        <p:grpSpPr bwMode="auto">
          <a:xfrm>
            <a:off x="1291927" y="3305815"/>
            <a:ext cx="3141663" cy="1125537"/>
            <a:chOff x="1187450" y="4037013"/>
            <a:chExt cx="3141663" cy="1125537"/>
          </a:xfrm>
        </p:grpSpPr>
        <p:cxnSp>
          <p:nvCxnSpPr>
            <p:cNvPr id="56353" name="直接连接符 87">
              <a:extLst>
                <a:ext uri="{FF2B5EF4-FFF2-40B4-BE49-F238E27FC236}">
                  <a16:creationId xmlns:a16="http://schemas.microsoft.com/office/drawing/2014/main" id="{6E7E9B51-6479-061B-A0D7-AE587B3E47D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037013" y="4487863"/>
              <a:ext cx="29210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54" name="直接连接符 89">
              <a:extLst>
                <a:ext uri="{FF2B5EF4-FFF2-40B4-BE49-F238E27FC236}">
                  <a16:creationId xmlns:a16="http://schemas.microsoft.com/office/drawing/2014/main" id="{290CD112-7957-282F-5115-6493F336E7C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329113" y="4487863"/>
              <a:ext cx="0" cy="63976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55" name="直接连接符 91">
              <a:extLst>
                <a:ext uri="{FF2B5EF4-FFF2-40B4-BE49-F238E27FC236}">
                  <a16:creationId xmlns:a16="http://schemas.microsoft.com/office/drawing/2014/main" id="{910F08FF-5A42-CF87-1E58-8F2E425B0DC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187450" y="5127625"/>
              <a:ext cx="3141663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56" name="直接连接符 93">
              <a:extLst>
                <a:ext uri="{FF2B5EF4-FFF2-40B4-BE49-F238E27FC236}">
                  <a16:creationId xmlns:a16="http://schemas.microsoft.com/office/drawing/2014/main" id="{C6BCC350-7AE9-3CA0-E710-F77EEC191A6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1187450" y="4037013"/>
              <a:ext cx="7938" cy="1125537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57" name="直接连接符 97">
              <a:extLst>
                <a:ext uri="{FF2B5EF4-FFF2-40B4-BE49-F238E27FC236}">
                  <a16:creationId xmlns:a16="http://schemas.microsoft.com/office/drawing/2014/main" id="{878AD7FA-771F-E338-51D6-27BE19F49BF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87450" y="4037013"/>
              <a:ext cx="331788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B08B9FC4-8196-67C3-1FEB-F9199A63AC29}"/>
              </a:ext>
            </a:extLst>
          </p:cNvPr>
          <p:cNvGrpSpPr>
            <a:grpSpLocks/>
          </p:cNvGrpSpPr>
          <p:nvPr/>
        </p:nvGrpSpPr>
        <p:grpSpPr bwMode="auto">
          <a:xfrm>
            <a:off x="931565" y="3756215"/>
            <a:ext cx="5254625" cy="957712"/>
            <a:chOff x="827088" y="4487413"/>
            <a:chExt cx="5254625" cy="957712"/>
          </a:xfrm>
        </p:grpSpPr>
        <p:cxnSp>
          <p:nvCxnSpPr>
            <p:cNvPr id="56348" name="直接连接符 84">
              <a:extLst>
                <a:ext uri="{FF2B5EF4-FFF2-40B4-BE49-F238E27FC236}">
                  <a16:creationId xmlns:a16="http://schemas.microsoft.com/office/drawing/2014/main" id="{B2CE7823-8F8C-D002-670B-ACB514C992F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788025" y="4487413"/>
              <a:ext cx="293688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49" name="直接连接符 99">
              <a:extLst>
                <a:ext uri="{FF2B5EF4-FFF2-40B4-BE49-F238E27FC236}">
                  <a16:creationId xmlns:a16="http://schemas.microsoft.com/office/drawing/2014/main" id="{F5AD6B18-64B6-3DD8-6747-6753FC4B0CD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081713" y="4487863"/>
              <a:ext cx="0" cy="95726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50" name="直接连接符 101">
              <a:extLst>
                <a:ext uri="{FF2B5EF4-FFF2-40B4-BE49-F238E27FC236}">
                  <a16:creationId xmlns:a16="http://schemas.microsoft.com/office/drawing/2014/main" id="{DA0FA388-263D-3428-EFA3-8E67C4DEA15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827088" y="5445125"/>
              <a:ext cx="5254625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51" name="直接连接符 103">
              <a:extLst>
                <a:ext uri="{FF2B5EF4-FFF2-40B4-BE49-F238E27FC236}">
                  <a16:creationId xmlns:a16="http://schemas.microsoft.com/office/drawing/2014/main" id="{EF3495E7-6C04-15EE-4C94-FA2EB2C7EB7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827088" y="4725988"/>
              <a:ext cx="0" cy="719137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52" name="直接连接符 105">
              <a:extLst>
                <a:ext uri="{FF2B5EF4-FFF2-40B4-BE49-F238E27FC236}">
                  <a16:creationId xmlns:a16="http://schemas.microsoft.com/office/drawing/2014/main" id="{A61BE834-3920-6CCB-021B-A09CB05D812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27088" y="4725988"/>
              <a:ext cx="692150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CC6A20FF-4255-7166-D734-E39B1139152B}"/>
              </a:ext>
            </a:extLst>
          </p:cNvPr>
          <p:cNvGrpSpPr>
            <a:grpSpLocks/>
          </p:cNvGrpSpPr>
          <p:nvPr/>
        </p:nvGrpSpPr>
        <p:grpSpPr bwMode="auto">
          <a:xfrm>
            <a:off x="548977" y="3594740"/>
            <a:ext cx="7431386" cy="1550987"/>
            <a:chOff x="444500" y="4325938"/>
            <a:chExt cx="7431386" cy="1550987"/>
          </a:xfrm>
        </p:grpSpPr>
        <p:cxnSp>
          <p:nvCxnSpPr>
            <p:cNvPr id="56343" name="直接连接符 80">
              <a:extLst>
                <a:ext uri="{FF2B5EF4-FFF2-40B4-BE49-F238E27FC236}">
                  <a16:creationId xmlns:a16="http://schemas.microsoft.com/office/drawing/2014/main" id="{54E0A6CE-5212-C98B-FE9B-B842D7B108E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7553623" y="4499349"/>
              <a:ext cx="322263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44" name="直接连接符 82">
              <a:extLst>
                <a:ext uri="{FF2B5EF4-FFF2-40B4-BE49-F238E27FC236}">
                  <a16:creationId xmlns:a16="http://schemas.microsoft.com/office/drawing/2014/main" id="{B001179A-524C-0B29-D7DA-651057D2B81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861300" y="4487863"/>
              <a:ext cx="12700" cy="1389062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45" name="直接连接符 107">
              <a:extLst>
                <a:ext uri="{FF2B5EF4-FFF2-40B4-BE49-F238E27FC236}">
                  <a16:creationId xmlns:a16="http://schemas.microsoft.com/office/drawing/2014/main" id="{3F93EA9F-93F5-BD15-8997-24A207D4DD6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444500" y="5856288"/>
              <a:ext cx="7423150" cy="20637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46" name="直接连接符 109">
              <a:extLst>
                <a:ext uri="{FF2B5EF4-FFF2-40B4-BE49-F238E27FC236}">
                  <a16:creationId xmlns:a16="http://schemas.microsoft.com/office/drawing/2014/main" id="{69711A7C-F4E1-063D-C610-A23798D8E18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444500" y="4325938"/>
              <a:ext cx="12700" cy="1550987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47" name="直接连接符 111">
              <a:extLst>
                <a:ext uri="{FF2B5EF4-FFF2-40B4-BE49-F238E27FC236}">
                  <a16:creationId xmlns:a16="http://schemas.microsoft.com/office/drawing/2014/main" id="{C72FEBD7-69E4-9A68-BC3A-0032F39E00D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68313" y="4346575"/>
              <a:ext cx="1050925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75BDCA64-4117-51EE-F9EB-3CA79D363F92}"/>
              </a:ext>
            </a:extLst>
          </p:cNvPr>
          <p:cNvGrpSpPr>
            <a:grpSpLocks/>
          </p:cNvGrpSpPr>
          <p:nvPr/>
        </p:nvGrpSpPr>
        <p:grpSpPr bwMode="auto">
          <a:xfrm>
            <a:off x="1291927" y="2192977"/>
            <a:ext cx="6769100" cy="981075"/>
            <a:chOff x="1187450" y="2924175"/>
            <a:chExt cx="6769100" cy="981075"/>
          </a:xfrm>
        </p:grpSpPr>
        <p:cxnSp>
          <p:nvCxnSpPr>
            <p:cNvPr id="56338" name="直接连接符 69">
              <a:extLst>
                <a:ext uri="{FF2B5EF4-FFF2-40B4-BE49-F238E27FC236}">
                  <a16:creationId xmlns:a16="http://schemas.microsoft.com/office/drawing/2014/main" id="{438F19DA-6BC0-F3C3-EDD5-E3E2CB8820D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7885113" y="2924175"/>
              <a:ext cx="12700" cy="912813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39" name="直接连接符 74">
              <a:extLst>
                <a:ext uri="{FF2B5EF4-FFF2-40B4-BE49-F238E27FC236}">
                  <a16:creationId xmlns:a16="http://schemas.microsoft.com/office/drawing/2014/main" id="{9842B8F4-8BA8-AB32-8C78-F4B869836CB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1187450" y="2924175"/>
              <a:ext cx="6710363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40" name="直接连接符 76">
              <a:extLst>
                <a:ext uri="{FF2B5EF4-FFF2-40B4-BE49-F238E27FC236}">
                  <a16:creationId xmlns:a16="http://schemas.microsoft.com/office/drawing/2014/main" id="{50CBC6FF-43FF-3D38-5D38-8125B291F97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87450" y="2924175"/>
              <a:ext cx="0" cy="792163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6341" name="直接连接符 78">
              <a:extLst>
                <a:ext uri="{FF2B5EF4-FFF2-40B4-BE49-F238E27FC236}">
                  <a16:creationId xmlns:a16="http://schemas.microsoft.com/office/drawing/2014/main" id="{B92C524B-233F-69D1-C59B-6CDE0B9E589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187450" y="3716338"/>
              <a:ext cx="331788" cy="0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6342" name="椭圆 114">
              <a:extLst>
                <a:ext uri="{FF2B5EF4-FFF2-40B4-BE49-F238E27FC236}">
                  <a16:creationId xmlns:a16="http://schemas.microsoft.com/office/drawing/2014/main" id="{D56E88AA-448B-DE4E-0E65-43C3C3B11D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61300" y="3808413"/>
              <a:ext cx="95250" cy="96837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</p:grpSp>
      <p:sp>
        <p:nvSpPr>
          <p:cNvPr id="56335" name="文本框 72">
            <a:extLst>
              <a:ext uri="{FF2B5EF4-FFF2-40B4-BE49-F238E27FC236}">
                <a16:creationId xmlns:a16="http://schemas.microsoft.com/office/drawing/2014/main" id="{0D21C0B0-4A70-B753-BE63-6EC75C728C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7909" y="386355"/>
            <a:ext cx="20462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D</a:t>
            </a:r>
            <a:r>
              <a:rPr lang="en-US" altLang="zh-CN" sz="2400" baseline="-25000"/>
              <a:t>2</a:t>
            </a:r>
            <a:r>
              <a:rPr lang="en-US" altLang="zh-CN" sz="2400"/>
              <a:t>=Q</a:t>
            </a:r>
            <a:r>
              <a:rPr lang="en-US" altLang="zh-CN" sz="2400" baseline="-25000"/>
              <a:t>1n</a:t>
            </a:r>
            <a:endParaRPr lang="zh-CN" altLang="en-US" sz="2400" baseline="-25000"/>
          </a:p>
        </p:txBody>
      </p:sp>
      <p:sp>
        <p:nvSpPr>
          <p:cNvPr id="56336" name="文本框 73">
            <a:extLst>
              <a:ext uri="{FF2B5EF4-FFF2-40B4-BE49-F238E27FC236}">
                <a16:creationId xmlns:a16="http://schemas.microsoft.com/office/drawing/2014/main" id="{A0F99B1D-9806-8086-E4D5-CE5516A5B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7909" y="945155"/>
            <a:ext cx="20462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D</a:t>
            </a:r>
            <a:r>
              <a:rPr lang="en-US" altLang="zh-CN" sz="2400" baseline="-25000"/>
              <a:t>1</a:t>
            </a:r>
            <a:r>
              <a:rPr lang="en-US" altLang="zh-CN" sz="2400"/>
              <a:t>=Q</a:t>
            </a:r>
            <a:r>
              <a:rPr lang="en-US" altLang="zh-CN" sz="2400" baseline="-25000"/>
              <a:t>0n</a:t>
            </a:r>
            <a:endParaRPr lang="zh-CN" altLang="en-US" sz="2400" baseline="-25000"/>
          </a:p>
        </p:txBody>
      </p:sp>
      <p:sp>
        <p:nvSpPr>
          <p:cNvPr id="56337" name="文本框 74">
            <a:extLst>
              <a:ext uri="{FF2B5EF4-FFF2-40B4-BE49-F238E27FC236}">
                <a16:creationId xmlns:a16="http://schemas.microsoft.com/office/drawing/2014/main" id="{52FC8CD8-0EE9-92F2-31F6-F0CC74083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9972" y="1411880"/>
            <a:ext cx="3833812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—   —           —</a:t>
            </a:r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D</a:t>
            </a:r>
            <a:r>
              <a:rPr lang="en-US" altLang="zh-CN" sz="2400" baseline="-25000"/>
              <a:t>0</a:t>
            </a:r>
            <a:r>
              <a:rPr lang="en-US" altLang="zh-CN" sz="2400"/>
              <a:t>=Q</a:t>
            </a:r>
            <a:r>
              <a:rPr lang="en-US" altLang="zh-CN" sz="2400" baseline="-25000"/>
              <a:t>2n</a:t>
            </a:r>
            <a:r>
              <a:rPr lang="en-US" altLang="zh-CN" sz="2400"/>
              <a:t> Q</a:t>
            </a:r>
            <a:r>
              <a:rPr lang="en-US" altLang="zh-CN" sz="2400" baseline="-25000"/>
              <a:t>1n</a:t>
            </a:r>
            <a:r>
              <a:rPr lang="en-US" altLang="zh-CN" sz="2400"/>
              <a:t> +Q</a:t>
            </a:r>
            <a:r>
              <a:rPr lang="en-US" altLang="zh-CN" sz="2400" baseline="-25000"/>
              <a:t>2n</a:t>
            </a:r>
            <a:r>
              <a:rPr lang="en-US" altLang="zh-CN" sz="2400"/>
              <a:t> Q</a:t>
            </a:r>
            <a:r>
              <a:rPr lang="en-US" altLang="zh-CN" sz="2400" baseline="-25000"/>
              <a:t>0n</a:t>
            </a:r>
            <a:endParaRPr lang="zh-CN" altLang="en-US" sz="2400" baseline="-2500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4A0FBB-3973-0FF4-0DD2-C8FD900600DB}"/>
              </a:ext>
            </a:extLst>
          </p:cNvPr>
          <p:cNvSpPr/>
          <p:nvPr/>
        </p:nvSpPr>
        <p:spPr>
          <a:xfrm>
            <a:off x="906243" y="5266378"/>
            <a:ext cx="67086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b="1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如果给定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kern="100" baseline="-25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</a:t>
            </a:r>
            <a:r>
              <a:rPr lang="zh-CN" altLang="en-US" sz="2400" b="1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kern="100" baseline="-25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zh-CN" altLang="en-US" sz="2400" b="1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 kern="100" baseline="-25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pd-&gt;Q</a:t>
            </a:r>
            <a:r>
              <a:rPr lang="zh-CN" altLang="en-US" sz="2400" b="1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2400" b="1" kern="10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会不会算该</a:t>
            </a:r>
            <a:r>
              <a:rPr lang="zh-CN" altLang="en-US" sz="2400" b="1" kern="1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电路运行的最快时钟频率？</a:t>
            </a:r>
            <a:endParaRPr lang="zh-CN" altLang="en-US" sz="2400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5" dur="500"/>
                                        <p:tgtEl>
                                          <p:spTgt spid="1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>
            <a:extLst>
              <a:ext uri="{FF2B5EF4-FFF2-40B4-BE49-F238E27FC236}">
                <a16:creationId xmlns:a16="http://schemas.microsoft.com/office/drawing/2014/main" id="{4DF872CF-6822-731F-F374-A0A535704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550" y="1273175"/>
            <a:ext cx="7924800" cy="4648200"/>
          </a:xfrm>
        </p:spPr>
        <p:txBody>
          <a:bodyPr/>
          <a:lstStyle/>
          <a:p>
            <a:pPr>
              <a:defRPr/>
            </a:pP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触发器设计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脉冲序列信号发生器</a:t>
            </a:r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3B93C69-7F7A-047B-3210-C8A68475F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477B0B-39F5-79B1-A5DB-C2D37F0DC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E9FB9CA-2278-4639-8B80-AEBE83CB931C}" type="slidenum">
              <a:rPr lang="en-US" altLang="zh-CN" sz="1000" smtClean="0"/>
              <a:pPr>
                <a:defRPr/>
              </a:pPr>
              <a:t>58</a:t>
            </a:fld>
            <a:endParaRPr lang="en-US" altLang="zh-CN" sz="100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426DE36-D57A-FEDA-D94E-A9DB8B607512}"/>
              </a:ext>
            </a:extLst>
          </p:cNvPr>
          <p:cNvSpPr/>
          <p:nvPr/>
        </p:nvSpPr>
        <p:spPr>
          <a:xfrm>
            <a:off x="698500" y="2159000"/>
            <a:ext cx="2865438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脉冲序列信号发生器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的状态方程：</a:t>
            </a:r>
            <a:endParaRPr lang="zh-CN" altLang="en-US" sz="2400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9DDF4F14-2267-781D-BFB4-5EBB9F110485}"/>
              </a:ext>
            </a:extLst>
          </p:cNvPr>
          <p:cNvSpPr/>
          <p:nvPr/>
        </p:nvSpPr>
        <p:spPr>
          <a:xfrm>
            <a:off x="4843463" y="3190875"/>
            <a:ext cx="2865437" cy="19383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设计：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J2=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？，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K2=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J1=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？，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K1=?</a:t>
            </a:r>
          </a:p>
          <a:p>
            <a:pPr>
              <a:defRPr/>
            </a:pP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J0=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？，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K0=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en-US" altLang="zh-CN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zh-CN" altLang="en-US" sz="2400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0B0A71A-E855-6CFC-DC86-8B0DE11B17C9}"/>
              </a:ext>
            </a:extLst>
          </p:cNvPr>
          <p:cNvSpPr/>
          <p:nvPr/>
        </p:nvSpPr>
        <p:spPr>
          <a:xfrm>
            <a:off x="4862513" y="2190750"/>
            <a:ext cx="2863850" cy="8302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脉冲序列信号发生器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的激励函数：</a:t>
            </a:r>
            <a:endParaRPr lang="zh-CN" altLang="en-US" sz="2400" dirty="0"/>
          </a:p>
        </p:txBody>
      </p:sp>
      <p:sp>
        <p:nvSpPr>
          <p:cNvPr id="57352" name="文本框 13">
            <a:extLst>
              <a:ext uri="{FF2B5EF4-FFF2-40B4-BE49-F238E27FC236}">
                <a16:creationId xmlns:a16="http://schemas.microsoft.com/office/drawing/2014/main" id="{200A35D2-9887-BA53-B8EA-50C4508801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563" y="2987675"/>
            <a:ext cx="20462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2(n+1)</a:t>
            </a:r>
            <a:r>
              <a:rPr lang="en-US" altLang="zh-CN" sz="2400"/>
              <a:t>=Q</a:t>
            </a:r>
            <a:r>
              <a:rPr lang="en-US" altLang="zh-CN" sz="2400" baseline="-25000"/>
              <a:t>1n</a:t>
            </a:r>
            <a:endParaRPr lang="zh-CN" altLang="en-US" sz="2400" baseline="-25000"/>
          </a:p>
        </p:txBody>
      </p:sp>
      <p:sp>
        <p:nvSpPr>
          <p:cNvPr id="57353" name="文本框 14">
            <a:extLst>
              <a:ext uri="{FF2B5EF4-FFF2-40B4-BE49-F238E27FC236}">
                <a16:creationId xmlns:a16="http://schemas.microsoft.com/office/drawing/2014/main" id="{25F70BCD-B7BC-9C2D-B7BF-E1BA7A489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850" y="3570288"/>
            <a:ext cx="20447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1(n+1)</a:t>
            </a:r>
            <a:r>
              <a:rPr lang="en-US" altLang="zh-CN" sz="2400"/>
              <a:t>=Q</a:t>
            </a:r>
            <a:r>
              <a:rPr lang="en-US" altLang="zh-CN" sz="2400" baseline="-25000"/>
              <a:t>0n</a:t>
            </a:r>
            <a:endParaRPr lang="zh-CN" altLang="en-US" sz="2400" baseline="-25000"/>
          </a:p>
        </p:txBody>
      </p:sp>
      <p:sp>
        <p:nvSpPr>
          <p:cNvPr id="57354" name="文本框 15">
            <a:extLst>
              <a:ext uri="{FF2B5EF4-FFF2-40B4-BE49-F238E27FC236}">
                <a16:creationId xmlns:a16="http://schemas.microsoft.com/office/drawing/2014/main" id="{9CFCB236-695B-08A2-3F70-B05D90901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563" y="4043363"/>
            <a:ext cx="38354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           —   —          —</a:t>
            </a:r>
          </a:p>
          <a:p>
            <a:pPr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Q</a:t>
            </a:r>
            <a:r>
              <a:rPr lang="en-US" altLang="zh-CN" sz="2400" baseline="-25000"/>
              <a:t>0(n+1)</a:t>
            </a:r>
            <a:r>
              <a:rPr lang="en-US" altLang="zh-CN" sz="2400"/>
              <a:t>=Q</a:t>
            </a:r>
            <a:r>
              <a:rPr lang="en-US" altLang="zh-CN" sz="2400" baseline="-25000"/>
              <a:t>2n</a:t>
            </a:r>
            <a:r>
              <a:rPr lang="en-US" altLang="zh-CN" sz="2400"/>
              <a:t> Q</a:t>
            </a:r>
            <a:r>
              <a:rPr lang="en-US" altLang="zh-CN" sz="2400" baseline="-25000"/>
              <a:t>1n</a:t>
            </a:r>
            <a:r>
              <a:rPr lang="en-US" altLang="zh-CN" sz="2400"/>
              <a:t> +Q</a:t>
            </a:r>
            <a:r>
              <a:rPr lang="en-US" altLang="zh-CN" sz="2400" baseline="-25000"/>
              <a:t>2n</a:t>
            </a:r>
            <a:r>
              <a:rPr lang="en-US" altLang="zh-CN" sz="2400"/>
              <a:t> Q</a:t>
            </a:r>
            <a:r>
              <a:rPr lang="en-US" altLang="zh-CN" sz="2400" baseline="-25000"/>
              <a:t>0n</a:t>
            </a:r>
            <a:endParaRPr lang="zh-CN" altLang="en-US" sz="2400" baseline="-25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1673EF-94C4-A36A-41B2-64A0181C3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90874D5-F869-48D9-B47C-8472BFBDCF6F}" type="slidenum">
              <a:rPr lang="en-US" altLang="zh-CN" sz="1000" smtClean="0"/>
              <a:pPr>
                <a:defRPr/>
              </a:pPr>
              <a:t>59</a:t>
            </a:fld>
            <a:endParaRPr lang="en-US" altLang="zh-CN" sz="10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6FCEFE5-4DCE-A8F0-BCE6-4887D49A9B92}"/>
              </a:ext>
            </a:extLst>
          </p:cNvPr>
          <p:cNvGrpSpPr>
            <a:grpSpLocks/>
          </p:cNvGrpSpPr>
          <p:nvPr/>
        </p:nvGrpSpPr>
        <p:grpSpPr bwMode="auto">
          <a:xfrm>
            <a:off x="1876425" y="2901950"/>
            <a:ext cx="3952875" cy="3287713"/>
            <a:chOff x="6" y="2159"/>
            <a:chExt cx="2490" cy="207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68DBEAD-1397-4958-09A7-7CB5270BEB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846F2AE-5ECF-FBBB-74B2-38E0967B31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0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FDAD727-B2AE-16D4-9E6C-45D234F4AD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58413" name="Line 8">
              <a:extLst>
                <a:ext uri="{FF2B5EF4-FFF2-40B4-BE49-F238E27FC236}">
                  <a16:creationId xmlns:a16="http://schemas.microsoft.com/office/drawing/2014/main" id="{BC89BF1A-F438-FF0E-C3B7-0703997C87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4" name="Line 9">
              <a:extLst>
                <a:ext uri="{FF2B5EF4-FFF2-40B4-BE49-F238E27FC236}">
                  <a16:creationId xmlns:a16="http://schemas.microsoft.com/office/drawing/2014/main" id="{333A86B2-99BC-5A48-45A5-E9D704A4B8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5" name="Line 10">
              <a:extLst>
                <a:ext uri="{FF2B5EF4-FFF2-40B4-BE49-F238E27FC236}">
                  <a16:creationId xmlns:a16="http://schemas.microsoft.com/office/drawing/2014/main" id="{02700832-CBC6-587D-7535-C4068B8F7A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6" name="Line 11">
              <a:extLst>
                <a:ext uri="{FF2B5EF4-FFF2-40B4-BE49-F238E27FC236}">
                  <a16:creationId xmlns:a16="http://schemas.microsoft.com/office/drawing/2014/main" id="{E5356ED8-4259-A31A-A646-0B7BF43AC0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7" name="Line 12">
              <a:extLst>
                <a:ext uri="{FF2B5EF4-FFF2-40B4-BE49-F238E27FC236}">
                  <a16:creationId xmlns:a16="http://schemas.microsoft.com/office/drawing/2014/main" id="{071ED48D-FE2F-7F27-851B-50817FDEDF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8" name="Line 13">
              <a:extLst>
                <a:ext uri="{FF2B5EF4-FFF2-40B4-BE49-F238E27FC236}">
                  <a16:creationId xmlns:a16="http://schemas.microsoft.com/office/drawing/2014/main" id="{969A2144-632E-CB81-85FC-52C159921F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19" name="Line 14">
              <a:extLst>
                <a:ext uri="{FF2B5EF4-FFF2-40B4-BE49-F238E27FC236}">
                  <a16:creationId xmlns:a16="http://schemas.microsoft.com/office/drawing/2014/main" id="{0DBEC1C1-2742-B9D3-61CF-A6CE7D64EE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20" name="Line 15">
              <a:extLst>
                <a:ext uri="{FF2B5EF4-FFF2-40B4-BE49-F238E27FC236}">
                  <a16:creationId xmlns:a16="http://schemas.microsoft.com/office/drawing/2014/main" id="{1CF82009-93D2-DA09-5A5A-7D41010243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21" name="Line 16">
              <a:extLst>
                <a:ext uri="{FF2B5EF4-FFF2-40B4-BE49-F238E27FC236}">
                  <a16:creationId xmlns:a16="http://schemas.microsoft.com/office/drawing/2014/main" id="{90AEA01C-F539-BEA1-7814-E3D9378B7C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422" name="Text Box 17">
              <a:extLst>
                <a:ext uri="{FF2B5EF4-FFF2-40B4-BE49-F238E27FC236}">
                  <a16:creationId xmlns:a16="http://schemas.microsoft.com/office/drawing/2014/main" id="{6A3EFAA9-F81A-0643-C4AD-78F208ED3D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58423" name="Text Box 18">
              <a:extLst>
                <a:ext uri="{FF2B5EF4-FFF2-40B4-BE49-F238E27FC236}">
                  <a16:creationId xmlns:a16="http://schemas.microsoft.com/office/drawing/2014/main" id="{64ED567E-B674-1192-EC99-29868B455B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20" name="Text Box 19">
              <a:extLst>
                <a:ext uri="{FF2B5EF4-FFF2-40B4-BE49-F238E27FC236}">
                  <a16:creationId xmlns:a16="http://schemas.microsoft.com/office/drawing/2014/main" id="{8034029D-A0D4-54F1-C716-40F7534AFB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</a:p>
          </p:txBody>
        </p:sp>
        <p:grpSp>
          <p:nvGrpSpPr>
            <p:cNvPr id="58425" name="Group 20">
              <a:extLst>
                <a:ext uri="{FF2B5EF4-FFF2-40B4-BE49-F238E27FC236}">
                  <a16:creationId xmlns:a16="http://schemas.microsoft.com/office/drawing/2014/main" id="{97348E13-D9D1-B4C9-63E7-B790F6C39B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58439" name="Text Box 21">
                <a:extLst>
                  <a:ext uri="{FF2B5EF4-FFF2-40B4-BE49-F238E27FC236}">
                    <a16:creationId xmlns:a16="http://schemas.microsoft.com/office/drawing/2014/main" id="{E1232DAE-36B7-3545-7194-ED3D426BA7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</a:p>
            </p:txBody>
          </p:sp>
          <p:sp>
            <p:nvSpPr>
              <p:cNvPr id="58440" name="Text Box 22">
                <a:extLst>
                  <a:ext uri="{FF2B5EF4-FFF2-40B4-BE49-F238E27FC236}">
                    <a16:creationId xmlns:a16="http://schemas.microsoft.com/office/drawing/2014/main" id="{4001DA1D-D330-0929-A9DD-7C05869F25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</a:p>
            </p:txBody>
          </p:sp>
        </p:grpSp>
        <p:sp>
          <p:nvSpPr>
            <p:cNvPr id="58426" name="Text Box 23">
              <a:extLst>
                <a:ext uri="{FF2B5EF4-FFF2-40B4-BE49-F238E27FC236}">
                  <a16:creationId xmlns:a16="http://schemas.microsoft.com/office/drawing/2014/main" id="{53C7C0F1-5468-5C2E-A1F2-8128BC3796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</a:p>
          </p:txBody>
        </p:sp>
        <p:sp>
          <p:nvSpPr>
            <p:cNvPr id="58427" name="Text Box 24">
              <a:extLst>
                <a:ext uri="{FF2B5EF4-FFF2-40B4-BE49-F238E27FC236}">
                  <a16:creationId xmlns:a16="http://schemas.microsoft.com/office/drawing/2014/main" id="{7234B7AB-4C80-7D05-4C64-D274F8BD4E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</a:p>
          </p:txBody>
        </p:sp>
        <p:sp>
          <p:nvSpPr>
            <p:cNvPr id="58428" name="Text Box 25">
              <a:extLst>
                <a:ext uri="{FF2B5EF4-FFF2-40B4-BE49-F238E27FC236}">
                  <a16:creationId xmlns:a16="http://schemas.microsoft.com/office/drawing/2014/main" id="{3651EE5D-0D57-3643-E271-2DBBBB3706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</a:p>
          </p:txBody>
        </p:sp>
        <p:sp>
          <p:nvSpPr>
            <p:cNvPr id="58429" name="Text Box 26">
              <a:extLst>
                <a:ext uri="{FF2B5EF4-FFF2-40B4-BE49-F238E27FC236}">
                  <a16:creationId xmlns:a16="http://schemas.microsoft.com/office/drawing/2014/main" id="{9A7D8FCE-925E-2079-8494-C296C489A0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</a:p>
          </p:txBody>
        </p:sp>
        <p:sp>
          <p:nvSpPr>
            <p:cNvPr id="58430" name="Rectangle 27">
              <a:extLst>
                <a:ext uri="{FF2B5EF4-FFF2-40B4-BE49-F238E27FC236}">
                  <a16:creationId xmlns:a16="http://schemas.microsoft.com/office/drawing/2014/main" id="{04B8E959-5D6D-C7C0-40BD-7E00FCC0A8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" y="2899"/>
              <a:ext cx="45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011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58431" name="Rectangle 28">
              <a:extLst>
                <a:ext uri="{FF2B5EF4-FFF2-40B4-BE49-F238E27FC236}">
                  <a16:creationId xmlns:a16="http://schemas.microsoft.com/office/drawing/2014/main" id="{FD7CF3C6-318E-B814-F649-E50ECEFCC2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" y="2899"/>
              <a:ext cx="26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endParaRPr lang="en-US" altLang="zh-CN" sz="2400" b="1"/>
            </a:p>
          </p:txBody>
        </p:sp>
        <p:sp>
          <p:nvSpPr>
            <p:cNvPr id="58432" name="Rectangle 29">
              <a:extLst>
                <a:ext uri="{FF2B5EF4-FFF2-40B4-BE49-F238E27FC236}">
                  <a16:creationId xmlns:a16="http://schemas.microsoft.com/office/drawing/2014/main" id="{F90D98F4-74CE-6917-380F-323B5E2F9A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0" y="2924"/>
              <a:ext cx="43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110</a:t>
              </a:r>
            </a:p>
          </p:txBody>
        </p:sp>
        <p:sp>
          <p:nvSpPr>
            <p:cNvPr id="58433" name="Rectangle 30">
              <a:extLst>
                <a:ext uri="{FF2B5EF4-FFF2-40B4-BE49-F238E27FC236}">
                  <a16:creationId xmlns:a16="http://schemas.microsoft.com/office/drawing/2014/main" id="{77736DF6-A876-56EA-C5C3-2D39846D9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2" y="2904"/>
              <a:ext cx="46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100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58434" name="Rectangle 31">
              <a:extLst>
                <a:ext uri="{FF2B5EF4-FFF2-40B4-BE49-F238E27FC236}">
                  <a16:creationId xmlns:a16="http://schemas.microsoft.com/office/drawing/2014/main" id="{DFC01436-071B-D9B4-06A7-A07FB6E67C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" y="3414"/>
              <a:ext cx="40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010</a:t>
              </a:r>
              <a:endParaRPr lang="en-US" altLang="zh-CN" sz="2400" b="1"/>
            </a:p>
          </p:txBody>
        </p:sp>
        <p:sp>
          <p:nvSpPr>
            <p:cNvPr id="58435" name="Rectangle 32">
              <a:extLst>
                <a:ext uri="{FF2B5EF4-FFF2-40B4-BE49-F238E27FC236}">
                  <a16:creationId xmlns:a16="http://schemas.microsoft.com/office/drawing/2014/main" id="{E3D909C8-C6EF-B39E-A99B-F61CEF582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" y="3424"/>
              <a:ext cx="45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001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</a:p>
          </p:txBody>
        </p:sp>
        <p:sp>
          <p:nvSpPr>
            <p:cNvPr id="58436" name="Rectangle 33">
              <a:extLst>
                <a:ext uri="{FF2B5EF4-FFF2-40B4-BE49-F238E27FC236}">
                  <a16:creationId xmlns:a16="http://schemas.microsoft.com/office/drawing/2014/main" id="{38A91384-7D0F-CBE6-4D3B-35BB37F47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0" y="3400"/>
              <a:ext cx="42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58437" name="Rectangle 34">
              <a:extLst>
                <a:ext uri="{FF2B5EF4-FFF2-40B4-BE49-F238E27FC236}">
                  <a16:creationId xmlns:a16="http://schemas.microsoft.com/office/drawing/2014/main" id="{832C5FD1-7164-0E83-4243-A4B0426882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0" y="3414"/>
              <a:ext cx="40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101</a:t>
              </a:r>
            </a:p>
          </p:txBody>
        </p:sp>
        <p:sp>
          <p:nvSpPr>
            <p:cNvPr id="34" name="Rectangle 36">
              <a:extLst>
                <a:ext uri="{FF2B5EF4-FFF2-40B4-BE49-F238E27FC236}">
                  <a16:creationId xmlns:a16="http://schemas.microsoft.com/office/drawing/2014/main" id="{E37D8502-C68F-860B-EDDA-4894101C82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" y="3784"/>
              <a:ext cx="1403" cy="44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2n+1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1n+1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0n+1</a:t>
              </a:r>
            </a:p>
            <a:p>
              <a:pPr eaLnBrk="1" hangingPunct="1">
                <a:defRPr/>
              </a:pP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grpSp>
        <p:nvGrpSpPr>
          <p:cNvPr id="58372" name="组合 25">
            <a:extLst>
              <a:ext uri="{FF2B5EF4-FFF2-40B4-BE49-F238E27FC236}">
                <a16:creationId xmlns:a16="http://schemas.microsoft.com/office/drawing/2014/main" id="{DBDF02EF-6E95-EB32-DCB8-84BF8817D161}"/>
              </a:ext>
            </a:extLst>
          </p:cNvPr>
          <p:cNvGrpSpPr>
            <a:grpSpLocks/>
          </p:cNvGrpSpPr>
          <p:nvPr/>
        </p:nvGrpSpPr>
        <p:grpSpPr bwMode="auto">
          <a:xfrm>
            <a:off x="1531938" y="536575"/>
            <a:ext cx="720725" cy="719138"/>
            <a:chOff x="4067944" y="4221088"/>
            <a:chExt cx="720080" cy="720080"/>
          </a:xfrm>
        </p:grpSpPr>
        <p:sp>
          <p:nvSpPr>
            <p:cNvPr id="58408" name="椭圆 26">
              <a:extLst>
                <a:ext uri="{FF2B5EF4-FFF2-40B4-BE49-F238E27FC236}">
                  <a16:creationId xmlns:a16="http://schemas.microsoft.com/office/drawing/2014/main" id="{04F5AAFD-66CE-4038-9430-EBD741580A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1F3855BE-926A-490F-6C3B-FB7F055D5FFA}"/>
                </a:ext>
              </a:extLst>
            </p:cNvPr>
            <p:cNvSpPr txBox="1"/>
            <p:nvPr/>
          </p:nvSpPr>
          <p:spPr>
            <a:xfrm>
              <a:off x="4139317" y="4381636"/>
              <a:ext cx="648707" cy="39898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101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8373" name="组合 28">
            <a:extLst>
              <a:ext uri="{FF2B5EF4-FFF2-40B4-BE49-F238E27FC236}">
                <a16:creationId xmlns:a16="http://schemas.microsoft.com/office/drawing/2014/main" id="{F56DCCBC-8487-A1AD-CE44-802EB333A19E}"/>
              </a:ext>
            </a:extLst>
          </p:cNvPr>
          <p:cNvGrpSpPr>
            <a:grpSpLocks/>
          </p:cNvGrpSpPr>
          <p:nvPr/>
        </p:nvGrpSpPr>
        <p:grpSpPr bwMode="auto">
          <a:xfrm>
            <a:off x="2900363" y="519113"/>
            <a:ext cx="720725" cy="720725"/>
            <a:chOff x="4067944" y="4221088"/>
            <a:chExt cx="720080" cy="720080"/>
          </a:xfrm>
        </p:grpSpPr>
        <p:sp>
          <p:nvSpPr>
            <p:cNvPr id="58406" name="椭圆 29">
              <a:extLst>
                <a:ext uri="{FF2B5EF4-FFF2-40B4-BE49-F238E27FC236}">
                  <a16:creationId xmlns:a16="http://schemas.microsoft.com/office/drawing/2014/main" id="{37B10B2F-D235-16E2-F906-F453ED30FA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5C81BF53-5E36-8B74-0582-C762B3AEECD1}"/>
                </a:ext>
              </a:extLst>
            </p:cNvPr>
            <p:cNvSpPr txBox="1"/>
            <p:nvPr/>
          </p:nvSpPr>
          <p:spPr>
            <a:xfrm>
              <a:off x="4139317" y="4381282"/>
              <a:ext cx="648707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010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8374" name="组合 31">
            <a:extLst>
              <a:ext uri="{FF2B5EF4-FFF2-40B4-BE49-F238E27FC236}">
                <a16:creationId xmlns:a16="http://schemas.microsoft.com/office/drawing/2014/main" id="{38D68D69-B080-5BF5-5AB3-373E3354FED8}"/>
              </a:ext>
            </a:extLst>
          </p:cNvPr>
          <p:cNvGrpSpPr>
            <a:grpSpLocks/>
          </p:cNvGrpSpPr>
          <p:nvPr/>
        </p:nvGrpSpPr>
        <p:grpSpPr bwMode="auto">
          <a:xfrm>
            <a:off x="4257675" y="519113"/>
            <a:ext cx="720725" cy="720725"/>
            <a:chOff x="4067944" y="4221088"/>
            <a:chExt cx="720080" cy="720080"/>
          </a:xfrm>
        </p:grpSpPr>
        <p:sp>
          <p:nvSpPr>
            <p:cNvPr id="58404" name="椭圆 32">
              <a:extLst>
                <a:ext uri="{FF2B5EF4-FFF2-40B4-BE49-F238E27FC236}">
                  <a16:creationId xmlns:a16="http://schemas.microsoft.com/office/drawing/2014/main" id="{CA356CA3-9EFE-C4F5-7CF5-0AF997756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546E79AB-A5D1-88C7-4A04-DDF22F1E593F}"/>
                </a:ext>
              </a:extLst>
            </p:cNvPr>
            <p:cNvSpPr txBox="1"/>
            <p:nvPr/>
          </p:nvSpPr>
          <p:spPr>
            <a:xfrm>
              <a:off x="4139318" y="4381282"/>
              <a:ext cx="648706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100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8375" name="组合 34">
            <a:extLst>
              <a:ext uri="{FF2B5EF4-FFF2-40B4-BE49-F238E27FC236}">
                <a16:creationId xmlns:a16="http://schemas.microsoft.com/office/drawing/2014/main" id="{891D7B6C-1EC6-690A-7EED-418F6C57E41C}"/>
              </a:ext>
            </a:extLst>
          </p:cNvPr>
          <p:cNvGrpSpPr>
            <a:grpSpLocks/>
          </p:cNvGrpSpPr>
          <p:nvPr/>
        </p:nvGrpSpPr>
        <p:grpSpPr bwMode="auto">
          <a:xfrm>
            <a:off x="4257675" y="1741488"/>
            <a:ext cx="720725" cy="719137"/>
            <a:chOff x="4067944" y="4221088"/>
            <a:chExt cx="720080" cy="720080"/>
          </a:xfrm>
        </p:grpSpPr>
        <p:sp>
          <p:nvSpPr>
            <p:cNvPr id="58402" name="椭圆 35">
              <a:extLst>
                <a:ext uri="{FF2B5EF4-FFF2-40B4-BE49-F238E27FC236}">
                  <a16:creationId xmlns:a16="http://schemas.microsoft.com/office/drawing/2014/main" id="{B841C2B3-17C9-44AF-DE57-2D33F3FB5C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EF7CB33A-D304-1857-0BD3-0CECA7EA8B7A}"/>
                </a:ext>
              </a:extLst>
            </p:cNvPr>
            <p:cNvSpPr txBox="1"/>
            <p:nvPr/>
          </p:nvSpPr>
          <p:spPr>
            <a:xfrm>
              <a:off x="4139318" y="4381635"/>
              <a:ext cx="648706" cy="39898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001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8376" name="组合 37">
            <a:extLst>
              <a:ext uri="{FF2B5EF4-FFF2-40B4-BE49-F238E27FC236}">
                <a16:creationId xmlns:a16="http://schemas.microsoft.com/office/drawing/2014/main" id="{1D7CAA34-E848-0B86-AD81-265C6ED3B5FC}"/>
              </a:ext>
            </a:extLst>
          </p:cNvPr>
          <p:cNvGrpSpPr>
            <a:grpSpLocks/>
          </p:cNvGrpSpPr>
          <p:nvPr/>
        </p:nvGrpSpPr>
        <p:grpSpPr bwMode="auto">
          <a:xfrm>
            <a:off x="2900363" y="1735138"/>
            <a:ext cx="720725" cy="720725"/>
            <a:chOff x="4067944" y="4221088"/>
            <a:chExt cx="720080" cy="720080"/>
          </a:xfrm>
        </p:grpSpPr>
        <p:sp>
          <p:nvSpPr>
            <p:cNvPr id="58400" name="椭圆 38">
              <a:extLst>
                <a:ext uri="{FF2B5EF4-FFF2-40B4-BE49-F238E27FC236}">
                  <a16:creationId xmlns:a16="http://schemas.microsoft.com/office/drawing/2014/main" id="{308BE58F-F297-9563-7A1A-8621903B26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CC4A323C-C1AF-8C76-1A07-CF31AECE31B3}"/>
                </a:ext>
              </a:extLst>
            </p:cNvPr>
            <p:cNvSpPr txBox="1"/>
            <p:nvPr/>
          </p:nvSpPr>
          <p:spPr>
            <a:xfrm>
              <a:off x="4139317" y="4381282"/>
              <a:ext cx="648707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011</a:t>
              </a:r>
            </a:p>
          </p:txBody>
        </p:sp>
      </p:grpSp>
      <p:grpSp>
        <p:nvGrpSpPr>
          <p:cNvPr id="58377" name="组合 40">
            <a:extLst>
              <a:ext uri="{FF2B5EF4-FFF2-40B4-BE49-F238E27FC236}">
                <a16:creationId xmlns:a16="http://schemas.microsoft.com/office/drawing/2014/main" id="{F9C21836-1893-204F-7CBC-111BA0E1AB11}"/>
              </a:ext>
            </a:extLst>
          </p:cNvPr>
          <p:cNvGrpSpPr>
            <a:grpSpLocks/>
          </p:cNvGrpSpPr>
          <p:nvPr/>
        </p:nvGrpSpPr>
        <p:grpSpPr bwMode="auto">
          <a:xfrm>
            <a:off x="1485900" y="1735138"/>
            <a:ext cx="720725" cy="720725"/>
            <a:chOff x="4067944" y="4221088"/>
            <a:chExt cx="720080" cy="720080"/>
          </a:xfrm>
        </p:grpSpPr>
        <p:sp>
          <p:nvSpPr>
            <p:cNvPr id="58398" name="椭圆 41">
              <a:extLst>
                <a:ext uri="{FF2B5EF4-FFF2-40B4-BE49-F238E27FC236}">
                  <a16:creationId xmlns:a16="http://schemas.microsoft.com/office/drawing/2014/main" id="{C7ADE120-86E6-B611-F89E-AA1869D63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AF5EAC1D-4C57-D446-62A4-6A22971A725C}"/>
                </a:ext>
              </a:extLst>
            </p:cNvPr>
            <p:cNvSpPr txBox="1"/>
            <p:nvPr/>
          </p:nvSpPr>
          <p:spPr>
            <a:xfrm>
              <a:off x="4139318" y="4381282"/>
              <a:ext cx="648706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110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58378" name="直接箭头连接符 43">
            <a:extLst>
              <a:ext uri="{FF2B5EF4-FFF2-40B4-BE49-F238E27FC236}">
                <a16:creationId xmlns:a16="http://schemas.microsoft.com/office/drawing/2014/main" id="{7B96851C-485A-1E25-245C-5CE5A78176DB}"/>
              </a:ext>
            </a:extLst>
          </p:cNvPr>
          <p:cNvCxnSpPr>
            <a:cxnSpLocks noChangeShapeType="1"/>
            <a:stCxn id="39" idx="3"/>
            <a:endCxn id="58406" idx="2"/>
          </p:cNvCxnSpPr>
          <p:nvPr/>
        </p:nvCxnSpPr>
        <p:spPr bwMode="auto">
          <a:xfrm flipV="1">
            <a:off x="2252663" y="879475"/>
            <a:ext cx="647700" cy="17463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79" name="直接箭头连接符 44">
            <a:extLst>
              <a:ext uri="{FF2B5EF4-FFF2-40B4-BE49-F238E27FC236}">
                <a16:creationId xmlns:a16="http://schemas.microsoft.com/office/drawing/2014/main" id="{E5E5EBB9-9FCF-5BE6-07B0-D646392E6476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3646488" y="879475"/>
            <a:ext cx="647700" cy="17463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80" name="直接箭头连接符 45">
            <a:extLst>
              <a:ext uri="{FF2B5EF4-FFF2-40B4-BE49-F238E27FC236}">
                <a16:creationId xmlns:a16="http://schemas.microsoft.com/office/drawing/2014/main" id="{95D9D152-F524-7CE0-07F0-6A808A39D958}"/>
              </a:ext>
            </a:extLst>
          </p:cNvPr>
          <p:cNvCxnSpPr>
            <a:cxnSpLocks noChangeShapeType="1"/>
            <a:stCxn id="58404" idx="4"/>
            <a:endCxn id="58402" idx="0"/>
          </p:cNvCxnSpPr>
          <p:nvPr/>
        </p:nvCxnSpPr>
        <p:spPr bwMode="auto">
          <a:xfrm>
            <a:off x="4618038" y="1239838"/>
            <a:ext cx="0" cy="50165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81" name="直接箭头连接符 46">
            <a:extLst>
              <a:ext uri="{FF2B5EF4-FFF2-40B4-BE49-F238E27FC236}">
                <a16:creationId xmlns:a16="http://schemas.microsoft.com/office/drawing/2014/main" id="{F6096CDD-0E2E-4303-BB63-A6C1281A87CE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592513" y="2085975"/>
            <a:ext cx="665162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82" name="直接箭头连接符 47">
            <a:extLst>
              <a:ext uri="{FF2B5EF4-FFF2-40B4-BE49-F238E27FC236}">
                <a16:creationId xmlns:a16="http://schemas.microsoft.com/office/drawing/2014/main" id="{D7AF4A47-CCFA-3129-4C2A-B71A66303A36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2220913" y="2095500"/>
            <a:ext cx="665162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383" name="直接箭头连接符 48">
            <a:extLst>
              <a:ext uri="{FF2B5EF4-FFF2-40B4-BE49-F238E27FC236}">
                <a16:creationId xmlns:a16="http://schemas.microsoft.com/office/drawing/2014/main" id="{2C82E70D-A015-902B-401C-A9A56EC55AC2}"/>
              </a:ext>
            </a:extLst>
          </p:cNvPr>
          <p:cNvCxnSpPr>
            <a:cxnSpLocks noChangeShapeType="1"/>
            <a:endCxn id="58408" idx="4"/>
          </p:cNvCxnSpPr>
          <p:nvPr/>
        </p:nvCxnSpPr>
        <p:spPr bwMode="auto">
          <a:xfrm flipV="1">
            <a:off x="1878013" y="1255713"/>
            <a:ext cx="14287" cy="492125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8384" name="组合 8">
            <a:extLst>
              <a:ext uri="{FF2B5EF4-FFF2-40B4-BE49-F238E27FC236}">
                <a16:creationId xmlns:a16="http://schemas.microsoft.com/office/drawing/2014/main" id="{508027BA-3EBA-C9B0-C589-C6530647D4BF}"/>
              </a:ext>
            </a:extLst>
          </p:cNvPr>
          <p:cNvGrpSpPr>
            <a:grpSpLocks/>
          </p:cNvGrpSpPr>
          <p:nvPr/>
        </p:nvGrpSpPr>
        <p:grpSpPr bwMode="auto">
          <a:xfrm>
            <a:off x="6305550" y="742950"/>
            <a:ext cx="720725" cy="720725"/>
            <a:chOff x="4067944" y="4221088"/>
            <a:chExt cx="720080" cy="720080"/>
          </a:xfrm>
        </p:grpSpPr>
        <p:sp>
          <p:nvSpPr>
            <p:cNvPr id="58396" name="椭圆 9">
              <a:extLst>
                <a:ext uri="{FF2B5EF4-FFF2-40B4-BE49-F238E27FC236}">
                  <a16:creationId xmlns:a16="http://schemas.microsoft.com/office/drawing/2014/main" id="{0737CE38-4F45-0D76-391B-53A7FCD9A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08D7F891-FF53-1F7F-F88C-8E86AC24976D}"/>
                </a:ext>
              </a:extLst>
            </p:cNvPr>
            <p:cNvSpPr txBox="1"/>
            <p:nvPr/>
          </p:nvSpPr>
          <p:spPr>
            <a:xfrm>
              <a:off x="4139318" y="4381283"/>
              <a:ext cx="648706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000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71" name="组合 11">
            <a:extLst>
              <a:ext uri="{FF2B5EF4-FFF2-40B4-BE49-F238E27FC236}">
                <a16:creationId xmlns:a16="http://schemas.microsoft.com/office/drawing/2014/main" id="{0A8EE3B0-5A4B-FAE7-1332-64F5734300D9}"/>
              </a:ext>
            </a:extLst>
          </p:cNvPr>
          <p:cNvGrpSpPr>
            <a:grpSpLocks/>
          </p:cNvGrpSpPr>
          <p:nvPr/>
        </p:nvGrpSpPr>
        <p:grpSpPr bwMode="auto">
          <a:xfrm>
            <a:off x="7667625" y="706438"/>
            <a:ext cx="719138" cy="720725"/>
            <a:chOff x="4067944" y="4221088"/>
            <a:chExt cx="720080" cy="720080"/>
          </a:xfrm>
        </p:grpSpPr>
        <p:sp>
          <p:nvSpPr>
            <p:cNvPr id="58394" name="椭圆 12">
              <a:extLst>
                <a:ext uri="{FF2B5EF4-FFF2-40B4-BE49-F238E27FC236}">
                  <a16:creationId xmlns:a16="http://schemas.microsoft.com/office/drawing/2014/main" id="{C423415E-6B91-B41C-434A-44BE832C5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DED07829-A894-32FA-9790-9C4ED0164543}"/>
                </a:ext>
              </a:extLst>
            </p:cNvPr>
            <p:cNvSpPr txBox="1"/>
            <p:nvPr/>
          </p:nvSpPr>
          <p:spPr>
            <a:xfrm>
              <a:off x="4139476" y="4381282"/>
              <a:ext cx="648548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001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74" name="直接箭头连接符 14">
            <a:extLst>
              <a:ext uri="{FF2B5EF4-FFF2-40B4-BE49-F238E27FC236}">
                <a16:creationId xmlns:a16="http://schemas.microsoft.com/office/drawing/2014/main" id="{7EF71B30-B11C-3803-717F-B0F388E49B9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18338" y="1066800"/>
            <a:ext cx="649287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8387" name="组合 18">
            <a:extLst>
              <a:ext uri="{FF2B5EF4-FFF2-40B4-BE49-F238E27FC236}">
                <a16:creationId xmlns:a16="http://schemas.microsoft.com/office/drawing/2014/main" id="{A52FC08C-92F1-0844-BFC2-9B79385F6C21}"/>
              </a:ext>
            </a:extLst>
          </p:cNvPr>
          <p:cNvGrpSpPr>
            <a:grpSpLocks/>
          </p:cNvGrpSpPr>
          <p:nvPr/>
        </p:nvGrpSpPr>
        <p:grpSpPr bwMode="auto">
          <a:xfrm>
            <a:off x="6305550" y="1703388"/>
            <a:ext cx="720725" cy="719137"/>
            <a:chOff x="4067944" y="4221088"/>
            <a:chExt cx="720080" cy="720080"/>
          </a:xfrm>
        </p:grpSpPr>
        <p:sp>
          <p:nvSpPr>
            <p:cNvPr id="58392" name="椭圆 19">
              <a:extLst>
                <a:ext uri="{FF2B5EF4-FFF2-40B4-BE49-F238E27FC236}">
                  <a16:creationId xmlns:a16="http://schemas.microsoft.com/office/drawing/2014/main" id="{A5F2BBE5-12F1-10D5-BDDD-25B13F7FE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2F23AA3F-86B0-28B9-F422-DA7A4913AE89}"/>
                </a:ext>
              </a:extLst>
            </p:cNvPr>
            <p:cNvSpPr txBox="1"/>
            <p:nvPr/>
          </p:nvSpPr>
          <p:spPr>
            <a:xfrm>
              <a:off x="4139318" y="4381635"/>
              <a:ext cx="648706" cy="39898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111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78" name="组合 21">
            <a:extLst>
              <a:ext uri="{FF2B5EF4-FFF2-40B4-BE49-F238E27FC236}">
                <a16:creationId xmlns:a16="http://schemas.microsoft.com/office/drawing/2014/main" id="{0D998611-EB51-678E-C80D-94FEA3D27C77}"/>
              </a:ext>
            </a:extLst>
          </p:cNvPr>
          <p:cNvGrpSpPr>
            <a:grpSpLocks/>
          </p:cNvGrpSpPr>
          <p:nvPr/>
        </p:nvGrpSpPr>
        <p:grpSpPr bwMode="auto">
          <a:xfrm>
            <a:off x="7667625" y="1666875"/>
            <a:ext cx="719138" cy="720725"/>
            <a:chOff x="4067944" y="4221088"/>
            <a:chExt cx="720080" cy="720080"/>
          </a:xfrm>
        </p:grpSpPr>
        <p:sp>
          <p:nvSpPr>
            <p:cNvPr id="58390" name="椭圆 22">
              <a:extLst>
                <a:ext uri="{FF2B5EF4-FFF2-40B4-BE49-F238E27FC236}">
                  <a16:creationId xmlns:a16="http://schemas.microsoft.com/office/drawing/2014/main" id="{F78C2ACE-606E-D16C-F7C4-2358136159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1301F194-AE76-45E5-C7DB-260297A3E62F}"/>
                </a:ext>
              </a:extLst>
            </p:cNvPr>
            <p:cNvSpPr txBox="1"/>
            <p:nvPr/>
          </p:nvSpPr>
          <p:spPr>
            <a:xfrm>
              <a:off x="4139476" y="4381283"/>
              <a:ext cx="648548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110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81" name="直接箭头连接符 24">
            <a:extLst>
              <a:ext uri="{FF2B5EF4-FFF2-40B4-BE49-F238E27FC236}">
                <a16:creationId xmlns:a16="http://schemas.microsoft.com/office/drawing/2014/main" id="{76DC0B78-CDDB-8A19-38B1-E5706ECA0E2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018338" y="2027238"/>
            <a:ext cx="649287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FC93E7-7B27-11A1-0229-F666C7B4E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88B8DDF-C879-4F9F-A0C8-58BE0546BE90}" type="slidenum">
              <a:rPr lang="en-US" altLang="zh-CN" sz="1000" smtClean="0"/>
              <a:pPr>
                <a:defRPr/>
              </a:pPr>
              <a:t>60</a:t>
            </a:fld>
            <a:endParaRPr lang="en-US" altLang="zh-CN" sz="1000"/>
          </a:p>
        </p:txBody>
      </p:sp>
      <p:grpSp>
        <p:nvGrpSpPr>
          <p:cNvPr id="18435" name="Group 4">
            <a:extLst>
              <a:ext uri="{FF2B5EF4-FFF2-40B4-BE49-F238E27FC236}">
                <a16:creationId xmlns:a16="http://schemas.microsoft.com/office/drawing/2014/main" id="{E08442B0-7EED-A413-4BED-84B0E9EC6CE5}"/>
              </a:ext>
            </a:extLst>
          </p:cNvPr>
          <p:cNvGrpSpPr>
            <a:grpSpLocks/>
          </p:cNvGrpSpPr>
          <p:nvPr/>
        </p:nvGrpSpPr>
        <p:grpSpPr bwMode="auto">
          <a:xfrm>
            <a:off x="241300" y="750888"/>
            <a:ext cx="3952875" cy="3054350"/>
            <a:chOff x="6" y="2159"/>
            <a:chExt cx="2490" cy="192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A409965-4405-DCD2-6C6D-8652B2FA6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C35AD81-3479-2356-E383-142BEBB292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0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DEE3641-1129-AC46-E423-98CE9DAF5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59447" name="Line 8">
              <a:extLst>
                <a:ext uri="{FF2B5EF4-FFF2-40B4-BE49-F238E27FC236}">
                  <a16:creationId xmlns:a16="http://schemas.microsoft.com/office/drawing/2014/main" id="{D8A4B86B-B107-A8D6-1EF4-41EDE98A04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48" name="Line 9">
              <a:extLst>
                <a:ext uri="{FF2B5EF4-FFF2-40B4-BE49-F238E27FC236}">
                  <a16:creationId xmlns:a16="http://schemas.microsoft.com/office/drawing/2014/main" id="{87F7F455-F90B-426E-FD10-8E8D8FABCB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49" name="Line 10">
              <a:extLst>
                <a:ext uri="{FF2B5EF4-FFF2-40B4-BE49-F238E27FC236}">
                  <a16:creationId xmlns:a16="http://schemas.microsoft.com/office/drawing/2014/main" id="{4413C0F8-D5ED-AA33-60D6-C23ED61515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50" name="Line 11">
              <a:extLst>
                <a:ext uri="{FF2B5EF4-FFF2-40B4-BE49-F238E27FC236}">
                  <a16:creationId xmlns:a16="http://schemas.microsoft.com/office/drawing/2014/main" id="{8D89A2F6-6CEF-E888-0164-E0C78B6934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51" name="Line 12">
              <a:extLst>
                <a:ext uri="{FF2B5EF4-FFF2-40B4-BE49-F238E27FC236}">
                  <a16:creationId xmlns:a16="http://schemas.microsoft.com/office/drawing/2014/main" id="{0D1E7DD8-0FB6-0268-D9D4-DA2F464AAF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52" name="Line 13">
              <a:extLst>
                <a:ext uri="{FF2B5EF4-FFF2-40B4-BE49-F238E27FC236}">
                  <a16:creationId xmlns:a16="http://schemas.microsoft.com/office/drawing/2014/main" id="{8ADFF33B-B976-E80F-F75A-6B5AA56F91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53" name="Line 14">
              <a:extLst>
                <a:ext uri="{FF2B5EF4-FFF2-40B4-BE49-F238E27FC236}">
                  <a16:creationId xmlns:a16="http://schemas.microsoft.com/office/drawing/2014/main" id="{0C19007C-1DEF-3B3B-B7AE-52FD81DAD9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54" name="Line 15">
              <a:extLst>
                <a:ext uri="{FF2B5EF4-FFF2-40B4-BE49-F238E27FC236}">
                  <a16:creationId xmlns:a16="http://schemas.microsoft.com/office/drawing/2014/main" id="{4CC1A0A6-3F86-4D5E-B5FC-FA25478955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55" name="Line 16">
              <a:extLst>
                <a:ext uri="{FF2B5EF4-FFF2-40B4-BE49-F238E27FC236}">
                  <a16:creationId xmlns:a16="http://schemas.microsoft.com/office/drawing/2014/main" id="{52BE6424-6DB5-A72A-96C6-BB13E7E705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56" name="Text Box 17">
              <a:extLst>
                <a:ext uri="{FF2B5EF4-FFF2-40B4-BE49-F238E27FC236}">
                  <a16:creationId xmlns:a16="http://schemas.microsoft.com/office/drawing/2014/main" id="{90257CA5-595A-F65A-0400-2EE741F5F4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59457" name="Text Box 18">
              <a:extLst>
                <a:ext uri="{FF2B5EF4-FFF2-40B4-BE49-F238E27FC236}">
                  <a16:creationId xmlns:a16="http://schemas.microsoft.com/office/drawing/2014/main" id="{5A24D788-5E72-554E-093D-BE11A66803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20" name="Text Box 19">
              <a:extLst>
                <a:ext uri="{FF2B5EF4-FFF2-40B4-BE49-F238E27FC236}">
                  <a16:creationId xmlns:a16="http://schemas.microsoft.com/office/drawing/2014/main" id="{EE627D23-4A95-7F84-8EDA-EB69E72C0B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</a:p>
          </p:txBody>
        </p:sp>
        <p:grpSp>
          <p:nvGrpSpPr>
            <p:cNvPr id="59459" name="Group 20">
              <a:extLst>
                <a:ext uri="{FF2B5EF4-FFF2-40B4-BE49-F238E27FC236}">
                  <a16:creationId xmlns:a16="http://schemas.microsoft.com/office/drawing/2014/main" id="{BF56E971-3AF3-CCAE-A890-5A3CFE2035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59473" name="Text Box 21">
                <a:extLst>
                  <a:ext uri="{FF2B5EF4-FFF2-40B4-BE49-F238E27FC236}">
                    <a16:creationId xmlns:a16="http://schemas.microsoft.com/office/drawing/2014/main" id="{4DA5621A-FD9A-7BB6-17AC-C104F443BF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</a:p>
            </p:txBody>
          </p:sp>
          <p:sp>
            <p:nvSpPr>
              <p:cNvPr id="59474" name="Text Box 22">
                <a:extLst>
                  <a:ext uri="{FF2B5EF4-FFF2-40B4-BE49-F238E27FC236}">
                    <a16:creationId xmlns:a16="http://schemas.microsoft.com/office/drawing/2014/main" id="{9E43E494-851D-AF58-7AB3-8617FE95BD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</a:p>
            </p:txBody>
          </p:sp>
        </p:grpSp>
        <p:sp>
          <p:nvSpPr>
            <p:cNvPr id="59460" name="Text Box 23">
              <a:extLst>
                <a:ext uri="{FF2B5EF4-FFF2-40B4-BE49-F238E27FC236}">
                  <a16:creationId xmlns:a16="http://schemas.microsoft.com/office/drawing/2014/main" id="{342B6B4F-85B0-8FE5-3DC8-9D4FE0F766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</a:p>
          </p:txBody>
        </p:sp>
        <p:sp>
          <p:nvSpPr>
            <p:cNvPr id="59461" name="Text Box 24">
              <a:extLst>
                <a:ext uri="{FF2B5EF4-FFF2-40B4-BE49-F238E27FC236}">
                  <a16:creationId xmlns:a16="http://schemas.microsoft.com/office/drawing/2014/main" id="{260FBA30-3B59-C52C-FDB9-97EC5089E9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</a:p>
          </p:txBody>
        </p:sp>
        <p:sp>
          <p:nvSpPr>
            <p:cNvPr id="59462" name="Text Box 25">
              <a:extLst>
                <a:ext uri="{FF2B5EF4-FFF2-40B4-BE49-F238E27FC236}">
                  <a16:creationId xmlns:a16="http://schemas.microsoft.com/office/drawing/2014/main" id="{B0B6A769-77CD-11EB-D051-9662256152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</a:p>
          </p:txBody>
        </p:sp>
        <p:sp>
          <p:nvSpPr>
            <p:cNvPr id="59463" name="Text Box 26">
              <a:extLst>
                <a:ext uri="{FF2B5EF4-FFF2-40B4-BE49-F238E27FC236}">
                  <a16:creationId xmlns:a16="http://schemas.microsoft.com/office/drawing/2014/main" id="{BD443A2D-E382-9A59-BA32-63887ABF95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</a:p>
          </p:txBody>
        </p:sp>
        <p:sp>
          <p:nvSpPr>
            <p:cNvPr id="59464" name="Rectangle 27">
              <a:extLst>
                <a:ext uri="{FF2B5EF4-FFF2-40B4-BE49-F238E27FC236}">
                  <a16:creationId xmlns:a16="http://schemas.microsoft.com/office/drawing/2014/main" id="{E63AA131-E77E-2374-62FB-55254364CB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59465" name="Rectangle 28">
              <a:extLst>
                <a:ext uri="{FF2B5EF4-FFF2-40B4-BE49-F238E27FC236}">
                  <a16:creationId xmlns:a16="http://schemas.microsoft.com/office/drawing/2014/main" id="{DF497104-32DD-1538-8647-00AE37C333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900"/>
              <a:ext cx="26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endParaRPr lang="en-US" altLang="zh-CN" sz="2400" b="1"/>
            </a:p>
          </p:txBody>
        </p:sp>
        <p:sp>
          <p:nvSpPr>
            <p:cNvPr id="59466" name="Rectangle 29">
              <a:extLst>
                <a:ext uri="{FF2B5EF4-FFF2-40B4-BE49-F238E27FC236}">
                  <a16:creationId xmlns:a16="http://schemas.microsoft.com/office/drawing/2014/main" id="{C4F7EA13-DBF7-33F7-E6F6-CA08E58CFD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9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9467" name="Rectangle 30">
              <a:extLst>
                <a:ext uri="{FF2B5EF4-FFF2-40B4-BE49-F238E27FC236}">
                  <a16:creationId xmlns:a16="http://schemas.microsoft.com/office/drawing/2014/main" id="{BE8BA249-CAFD-554B-BA43-63D468796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59468" name="Rectangle 31">
              <a:extLst>
                <a:ext uri="{FF2B5EF4-FFF2-40B4-BE49-F238E27FC236}">
                  <a16:creationId xmlns:a16="http://schemas.microsoft.com/office/drawing/2014/main" id="{9EB3887D-020C-220E-E9D4-D4307B8421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endParaRPr lang="en-US" altLang="zh-CN" sz="2400" b="1"/>
            </a:p>
          </p:txBody>
        </p:sp>
        <p:sp>
          <p:nvSpPr>
            <p:cNvPr id="59469" name="Rectangle 32">
              <a:extLst>
                <a:ext uri="{FF2B5EF4-FFF2-40B4-BE49-F238E27FC236}">
                  <a16:creationId xmlns:a16="http://schemas.microsoft.com/office/drawing/2014/main" id="{06CB8B9C-C1A5-899E-896F-BFD99AEFF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" y="3427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</a:p>
          </p:txBody>
        </p:sp>
        <p:sp>
          <p:nvSpPr>
            <p:cNvPr id="59470" name="Rectangle 33">
              <a:extLst>
                <a:ext uri="{FF2B5EF4-FFF2-40B4-BE49-F238E27FC236}">
                  <a16:creationId xmlns:a16="http://schemas.microsoft.com/office/drawing/2014/main" id="{42E83CF1-5D60-A59F-7E6A-6FC336BCA5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396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59471" name="Rectangle 34">
              <a:extLst>
                <a:ext uri="{FF2B5EF4-FFF2-40B4-BE49-F238E27FC236}">
                  <a16:creationId xmlns:a16="http://schemas.microsoft.com/office/drawing/2014/main" id="{400B0FCC-9BBB-279D-375D-0840A7264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36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4" name="Rectangle 36">
              <a:extLst>
                <a:ext uri="{FF2B5EF4-FFF2-40B4-BE49-F238E27FC236}">
                  <a16:creationId xmlns:a16="http://schemas.microsoft.com/office/drawing/2014/main" id="{492F93E1-9A8C-080B-88D3-30CCFF70F4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3792"/>
              <a:ext cx="549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2n+1</a:t>
              </a:r>
            </a:p>
          </p:txBody>
        </p:sp>
      </p:grpSp>
      <p:sp>
        <p:nvSpPr>
          <p:cNvPr id="38" name="矩形 37">
            <a:extLst>
              <a:ext uri="{FF2B5EF4-FFF2-40B4-BE49-F238E27FC236}">
                <a16:creationId xmlns:a16="http://schemas.microsoft.com/office/drawing/2014/main" id="{29A106DA-CC7E-8E14-2A58-F9B24BCB441F}"/>
              </a:ext>
            </a:extLst>
          </p:cNvPr>
          <p:cNvSpPr/>
          <p:nvPr/>
        </p:nvSpPr>
        <p:spPr>
          <a:xfrm>
            <a:off x="625475" y="239713"/>
            <a:ext cx="4054475" cy="5842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设计：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32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？，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32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en-US" altLang="zh-CN" sz="32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9" name="Group 39">
            <a:extLst>
              <a:ext uri="{FF2B5EF4-FFF2-40B4-BE49-F238E27FC236}">
                <a16:creationId xmlns:a16="http://schemas.microsoft.com/office/drawing/2014/main" id="{3FA9EFC0-5FE8-C728-2715-6F58061EFF8D}"/>
              </a:ext>
            </a:extLst>
          </p:cNvPr>
          <p:cNvGrpSpPr>
            <a:grpSpLocks/>
          </p:cNvGrpSpPr>
          <p:nvPr/>
        </p:nvGrpSpPr>
        <p:grpSpPr bwMode="auto">
          <a:xfrm>
            <a:off x="5594350" y="609600"/>
            <a:ext cx="2819400" cy="2852738"/>
            <a:chOff x="3888" y="2068"/>
            <a:chExt cx="1769" cy="1772"/>
          </a:xfrm>
        </p:grpSpPr>
        <p:grpSp>
          <p:nvGrpSpPr>
            <p:cNvPr id="59432" name="Group 40">
              <a:extLst>
                <a:ext uri="{FF2B5EF4-FFF2-40B4-BE49-F238E27FC236}">
                  <a16:creationId xmlns:a16="http://schemas.microsoft.com/office/drawing/2014/main" id="{3ADA32C5-F258-93A6-C7EC-F687AC63787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2388"/>
              <a:ext cx="1769" cy="1452"/>
              <a:chOff x="3559" y="2196"/>
              <a:chExt cx="1769" cy="1452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3683FCCE-6087-7427-F083-366B704E60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9" y="2513"/>
                <a:ext cx="499" cy="10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x</a:t>
                </a:r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x</a:t>
                </a:r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1</a:t>
                </a:r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0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AC6A475A-3751-09B4-4224-B4102DDA75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4" y="2514"/>
                <a:ext cx="1270" cy="10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marL="533400" indent="-5334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914400" indent="-4572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295400" indent="-3810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714500" indent="-342900"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171700" indent="-3429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6289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30861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5433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40005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0     0       0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0     1       1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1     0       x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1     1       x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F58A7EF0-3366-94EA-D53A-3A68AFFA87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9" y="2196"/>
                <a:ext cx="499" cy="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K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AA72553A-DE89-4892-F4C1-25E9432E11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9" y="2196"/>
                <a:ext cx="1270" cy="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Q</a:t>
                </a:r>
                <a:r>
                  <a:rPr lang="en-US" altLang="zh-CN" sz="2400" baseline="-25000"/>
                  <a:t>n    </a:t>
                </a:r>
                <a:r>
                  <a:rPr lang="en-US" altLang="zh-CN" sz="2400"/>
                  <a:t>Q</a:t>
                </a:r>
                <a:r>
                  <a:rPr lang="en-US" altLang="zh-CN" sz="2400" baseline="-25000"/>
                  <a:t>n+1</a:t>
                </a:r>
                <a:r>
                  <a:rPr lang="en-US" altLang="zh-CN" sz="2400"/>
                  <a:t> </a:t>
                </a:r>
                <a:r>
                  <a:rPr lang="en-US" altLang="zh-CN" sz="2400" baseline="-25000"/>
                  <a:t>  </a:t>
                </a:r>
                <a:r>
                  <a:rPr lang="en-US" altLang="zh-CN" sz="2400"/>
                  <a:t> J   </a:t>
                </a:r>
              </a:p>
            </p:txBody>
          </p:sp>
          <p:sp>
            <p:nvSpPr>
              <p:cNvPr id="59438" name="Line 45">
                <a:extLst>
                  <a:ext uri="{FF2B5EF4-FFF2-40B4-BE49-F238E27FC236}">
                    <a16:creationId xmlns:a16="http://schemas.microsoft.com/office/drawing/2014/main" id="{A0969583-488F-20CA-4898-B66609A98A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9" y="2196"/>
                <a:ext cx="176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439" name="Line 46">
                <a:extLst>
                  <a:ext uri="{FF2B5EF4-FFF2-40B4-BE49-F238E27FC236}">
                    <a16:creationId xmlns:a16="http://schemas.microsoft.com/office/drawing/2014/main" id="{7E4FBA22-E777-E7F3-3300-518F2203A1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9" y="2559"/>
                <a:ext cx="17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440" name="Line 47">
                <a:extLst>
                  <a:ext uri="{FF2B5EF4-FFF2-40B4-BE49-F238E27FC236}">
                    <a16:creationId xmlns:a16="http://schemas.microsoft.com/office/drawing/2014/main" id="{271487A1-04EA-8482-78DB-52C289BB2A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9" y="3648"/>
                <a:ext cx="176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441" name="Line 48">
                <a:extLst>
                  <a:ext uri="{FF2B5EF4-FFF2-40B4-BE49-F238E27FC236}">
                    <a16:creationId xmlns:a16="http://schemas.microsoft.com/office/drawing/2014/main" id="{46011589-13C5-2928-8EFD-EDD671BCBD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9" y="2196"/>
                <a:ext cx="0" cy="14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442" name="Line 49">
                <a:extLst>
                  <a:ext uri="{FF2B5EF4-FFF2-40B4-BE49-F238E27FC236}">
                    <a16:creationId xmlns:a16="http://schemas.microsoft.com/office/drawing/2014/main" id="{C50D6F4B-9368-E6F2-CC7C-F707A973BB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6" y="2197"/>
                <a:ext cx="0" cy="140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443" name="Line 50">
                <a:extLst>
                  <a:ext uri="{FF2B5EF4-FFF2-40B4-BE49-F238E27FC236}">
                    <a16:creationId xmlns:a16="http://schemas.microsoft.com/office/drawing/2014/main" id="{2E5694D0-8A42-3D5B-F8EA-057B986DB8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8" y="2196"/>
                <a:ext cx="0" cy="14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" name="Rectangle 51">
              <a:extLst>
                <a:ext uri="{FF2B5EF4-FFF2-40B4-BE49-F238E27FC236}">
                  <a16:creationId xmlns:a16="http://schemas.microsoft.com/office/drawing/2014/main" id="{AD73EAD6-B6E8-F357-BDD1-FDD0B030E2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4" y="2068"/>
              <a:ext cx="1544" cy="3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marL="342900" indent="-3429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/>
                <a:t>JK</a:t>
              </a:r>
              <a:r>
                <a:rPr lang="zh-CN" altLang="en-US" sz="2400" b="1"/>
                <a:t>触发器激励表</a:t>
              </a:r>
            </a:p>
          </p:txBody>
        </p:sp>
      </p:grpSp>
      <p:grpSp>
        <p:nvGrpSpPr>
          <p:cNvPr id="18438" name="Group 4">
            <a:extLst>
              <a:ext uri="{FF2B5EF4-FFF2-40B4-BE49-F238E27FC236}">
                <a16:creationId xmlns:a16="http://schemas.microsoft.com/office/drawing/2014/main" id="{3FE037F9-D14E-9379-CB1C-2D751917ED13}"/>
              </a:ext>
            </a:extLst>
          </p:cNvPr>
          <p:cNvGrpSpPr>
            <a:grpSpLocks/>
          </p:cNvGrpSpPr>
          <p:nvPr/>
        </p:nvGrpSpPr>
        <p:grpSpPr bwMode="auto">
          <a:xfrm>
            <a:off x="165100" y="3409950"/>
            <a:ext cx="3952875" cy="3068638"/>
            <a:chOff x="6" y="2159"/>
            <a:chExt cx="2490" cy="1933"/>
          </a:xfrm>
        </p:grpSpPr>
        <p:sp>
          <p:nvSpPr>
            <p:cNvPr id="53" name="Rectangle 5">
              <a:extLst>
                <a:ext uri="{FF2B5EF4-FFF2-40B4-BE49-F238E27FC236}">
                  <a16:creationId xmlns:a16="http://schemas.microsoft.com/office/drawing/2014/main" id="{199F0551-4A85-88F0-C45B-463B0F8694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54" name="Rectangle 6">
              <a:extLst>
                <a:ext uri="{FF2B5EF4-FFF2-40B4-BE49-F238E27FC236}">
                  <a16:creationId xmlns:a16="http://schemas.microsoft.com/office/drawing/2014/main" id="{7E66148E-2EEC-E45D-09DB-00BEA36770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6" y="2808"/>
              <a:ext cx="326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</a:p>
          </p:txBody>
        </p:sp>
        <p:sp>
          <p:nvSpPr>
            <p:cNvPr id="55" name="Rectangle 7">
              <a:extLst>
                <a:ext uri="{FF2B5EF4-FFF2-40B4-BE49-F238E27FC236}">
                  <a16:creationId xmlns:a16="http://schemas.microsoft.com/office/drawing/2014/main" id="{E98ED58B-ED46-F91F-7E26-DC6D6C81F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59404" name="Line 8">
              <a:extLst>
                <a:ext uri="{FF2B5EF4-FFF2-40B4-BE49-F238E27FC236}">
                  <a16:creationId xmlns:a16="http://schemas.microsoft.com/office/drawing/2014/main" id="{91A648FE-8436-C3B2-32F4-1625AEF401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5" name="Line 9">
              <a:extLst>
                <a:ext uri="{FF2B5EF4-FFF2-40B4-BE49-F238E27FC236}">
                  <a16:creationId xmlns:a16="http://schemas.microsoft.com/office/drawing/2014/main" id="{F2515DFA-2616-1C77-302C-BD4F51FE3D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6" name="Line 10">
              <a:extLst>
                <a:ext uri="{FF2B5EF4-FFF2-40B4-BE49-F238E27FC236}">
                  <a16:creationId xmlns:a16="http://schemas.microsoft.com/office/drawing/2014/main" id="{18DE7CDB-7D5B-32EE-CA37-4B421C1151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7" name="Line 11">
              <a:extLst>
                <a:ext uri="{FF2B5EF4-FFF2-40B4-BE49-F238E27FC236}">
                  <a16:creationId xmlns:a16="http://schemas.microsoft.com/office/drawing/2014/main" id="{9DB2C0A9-43DB-C0E9-DC04-0B56D4CFAC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8" name="Line 12">
              <a:extLst>
                <a:ext uri="{FF2B5EF4-FFF2-40B4-BE49-F238E27FC236}">
                  <a16:creationId xmlns:a16="http://schemas.microsoft.com/office/drawing/2014/main" id="{F7DD7E5D-C1A1-A567-DF82-9041743469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09" name="Line 13">
              <a:extLst>
                <a:ext uri="{FF2B5EF4-FFF2-40B4-BE49-F238E27FC236}">
                  <a16:creationId xmlns:a16="http://schemas.microsoft.com/office/drawing/2014/main" id="{B61BD2E2-8259-75DA-FD50-48523BBBD7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0" name="Line 14">
              <a:extLst>
                <a:ext uri="{FF2B5EF4-FFF2-40B4-BE49-F238E27FC236}">
                  <a16:creationId xmlns:a16="http://schemas.microsoft.com/office/drawing/2014/main" id="{5FC2510B-60D7-9537-254C-C78AC3C311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1" name="Line 15">
              <a:extLst>
                <a:ext uri="{FF2B5EF4-FFF2-40B4-BE49-F238E27FC236}">
                  <a16:creationId xmlns:a16="http://schemas.microsoft.com/office/drawing/2014/main" id="{14ECD240-0BF0-7CED-3B8E-960EE98CB5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2" name="Line 16">
              <a:extLst>
                <a:ext uri="{FF2B5EF4-FFF2-40B4-BE49-F238E27FC236}">
                  <a16:creationId xmlns:a16="http://schemas.microsoft.com/office/drawing/2014/main" id="{7571927B-352C-817D-2563-28044E1499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413" name="Text Box 17">
              <a:extLst>
                <a:ext uri="{FF2B5EF4-FFF2-40B4-BE49-F238E27FC236}">
                  <a16:creationId xmlns:a16="http://schemas.microsoft.com/office/drawing/2014/main" id="{9EE20144-97EA-1171-41B2-5508858711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59414" name="Text Box 18">
              <a:extLst>
                <a:ext uri="{FF2B5EF4-FFF2-40B4-BE49-F238E27FC236}">
                  <a16:creationId xmlns:a16="http://schemas.microsoft.com/office/drawing/2014/main" id="{767ACAAA-6E11-31CA-C6F3-9A7D8C6E19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67" name="Text Box 19">
              <a:extLst>
                <a:ext uri="{FF2B5EF4-FFF2-40B4-BE49-F238E27FC236}">
                  <a16:creationId xmlns:a16="http://schemas.microsoft.com/office/drawing/2014/main" id="{AB1384B7-D962-737C-3846-47B1D60C1F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</a:p>
          </p:txBody>
        </p:sp>
        <p:grpSp>
          <p:nvGrpSpPr>
            <p:cNvPr id="59416" name="Group 20">
              <a:extLst>
                <a:ext uri="{FF2B5EF4-FFF2-40B4-BE49-F238E27FC236}">
                  <a16:creationId xmlns:a16="http://schemas.microsoft.com/office/drawing/2014/main" id="{9E342FD6-ACA9-F310-32AF-3AFF64E8B5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59430" name="Text Box 21">
                <a:extLst>
                  <a:ext uri="{FF2B5EF4-FFF2-40B4-BE49-F238E27FC236}">
                    <a16:creationId xmlns:a16="http://schemas.microsoft.com/office/drawing/2014/main" id="{22BD7022-52B6-88BF-A2DC-D1BA6D9303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</a:p>
            </p:txBody>
          </p:sp>
          <p:sp>
            <p:nvSpPr>
              <p:cNvPr id="59431" name="Text Box 22">
                <a:extLst>
                  <a:ext uri="{FF2B5EF4-FFF2-40B4-BE49-F238E27FC236}">
                    <a16:creationId xmlns:a16="http://schemas.microsoft.com/office/drawing/2014/main" id="{07206FD7-E59F-D992-BF58-97CA08F81A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</a:p>
            </p:txBody>
          </p:sp>
        </p:grpSp>
        <p:sp>
          <p:nvSpPr>
            <p:cNvPr id="59417" name="Text Box 23">
              <a:extLst>
                <a:ext uri="{FF2B5EF4-FFF2-40B4-BE49-F238E27FC236}">
                  <a16:creationId xmlns:a16="http://schemas.microsoft.com/office/drawing/2014/main" id="{B58B552D-400B-96F8-9958-0C4DD65588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</a:p>
          </p:txBody>
        </p:sp>
        <p:sp>
          <p:nvSpPr>
            <p:cNvPr id="59418" name="Text Box 24">
              <a:extLst>
                <a:ext uri="{FF2B5EF4-FFF2-40B4-BE49-F238E27FC236}">
                  <a16:creationId xmlns:a16="http://schemas.microsoft.com/office/drawing/2014/main" id="{28236453-7D9B-8199-D4D4-04370CF5EE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</a:p>
          </p:txBody>
        </p:sp>
        <p:sp>
          <p:nvSpPr>
            <p:cNvPr id="59419" name="Text Box 25">
              <a:extLst>
                <a:ext uri="{FF2B5EF4-FFF2-40B4-BE49-F238E27FC236}">
                  <a16:creationId xmlns:a16="http://schemas.microsoft.com/office/drawing/2014/main" id="{3E0F89D0-9B8E-0814-D0E3-FFCD95FF1F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</a:p>
          </p:txBody>
        </p:sp>
        <p:sp>
          <p:nvSpPr>
            <p:cNvPr id="59420" name="Text Box 26">
              <a:extLst>
                <a:ext uri="{FF2B5EF4-FFF2-40B4-BE49-F238E27FC236}">
                  <a16:creationId xmlns:a16="http://schemas.microsoft.com/office/drawing/2014/main" id="{FB391DE8-8B0C-C728-C13D-9B3C96E07C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</a:p>
          </p:txBody>
        </p:sp>
        <p:sp>
          <p:nvSpPr>
            <p:cNvPr id="59421" name="Rectangle 27">
              <a:extLst>
                <a:ext uri="{FF2B5EF4-FFF2-40B4-BE49-F238E27FC236}">
                  <a16:creationId xmlns:a16="http://schemas.microsoft.com/office/drawing/2014/main" id="{79B0FDC9-44E7-57F5-AFD9-8095F0FC64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913"/>
              <a:ext cx="3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59422" name="Rectangle 28">
              <a:extLst>
                <a:ext uri="{FF2B5EF4-FFF2-40B4-BE49-F238E27FC236}">
                  <a16:creationId xmlns:a16="http://schemas.microsoft.com/office/drawing/2014/main" id="{04E759CC-D785-B47D-36B9-52FC01EE7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" y="2900"/>
              <a:ext cx="39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 sz="2400" b="1"/>
            </a:p>
          </p:txBody>
        </p:sp>
        <p:sp>
          <p:nvSpPr>
            <p:cNvPr id="59423" name="Rectangle 29">
              <a:extLst>
                <a:ext uri="{FF2B5EF4-FFF2-40B4-BE49-F238E27FC236}">
                  <a16:creationId xmlns:a16="http://schemas.microsoft.com/office/drawing/2014/main" id="{D318518E-3F37-6715-F142-AABD62AE5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926"/>
              <a:ext cx="31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 sz="2400" b="1"/>
            </a:p>
          </p:txBody>
        </p:sp>
        <p:sp>
          <p:nvSpPr>
            <p:cNvPr id="59424" name="Rectangle 30">
              <a:extLst>
                <a:ext uri="{FF2B5EF4-FFF2-40B4-BE49-F238E27FC236}">
                  <a16:creationId xmlns:a16="http://schemas.microsoft.com/office/drawing/2014/main" id="{F6D48180-3F16-3CC1-A564-83979F90C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9" y="2921"/>
              <a:ext cx="3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59425" name="Rectangle 31">
              <a:extLst>
                <a:ext uri="{FF2B5EF4-FFF2-40B4-BE49-F238E27FC236}">
                  <a16:creationId xmlns:a16="http://schemas.microsoft.com/office/drawing/2014/main" id="{926EA360-F799-7819-88A3-9F2032DFDC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413"/>
              <a:ext cx="32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9426" name="Rectangle 32">
              <a:extLst>
                <a:ext uri="{FF2B5EF4-FFF2-40B4-BE49-F238E27FC236}">
                  <a16:creationId xmlns:a16="http://schemas.microsoft.com/office/drawing/2014/main" id="{0C686A4C-D6C2-D1D5-7C49-B40C8450DD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" y="3425"/>
              <a:ext cx="50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</a:p>
          </p:txBody>
        </p:sp>
        <p:sp>
          <p:nvSpPr>
            <p:cNvPr id="59427" name="Rectangle 33">
              <a:extLst>
                <a:ext uri="{FF2B5EF4-FFF2-40B4-BE49-F238E27FC236}">
                  <a16:creationId xmlns:a16="http://schemas.microsoft.com/office/drawing/2014/main" id="{0C1FFC5B-A4BA-C39F-59D6-8A521F46D7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395"/>
              <a:ext cx="3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59428" name="Rectangle 34">
              <a:extLst>
                <a:ext uri="{FF2B5EF4-FFF2-40B4-BE49-F238E27FC236}">
                  <a16:creationId xmlns:a16="http://schemas.microsoft.com/office/drawing/2014/main" id="{91531136-0A9F-221A-78B0-0A4B49477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1" y="3369"/>
              <a:ext cx="31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endParaRPr lang="en-US" altLang="zh-CN" sz="2400" b="1"/>
            </a:p>
          </p:txBody>
        </p:sp>
        <p:sp>
          <p:nvSpPr>
            <p:cNvPr id="81" name="Rectangle 36">
              <a:extLst>
                <a:ext uri="{FF2B5EF4-FFF2-40B4-BE49-F238E27FC236}">
                  <a16:creationId xmlns:a16="http://schemas.microsoft.com/office/drawing/2014/main" id="{8F951C7F-D2A4-5A13-0388-0080353E2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9" y="3801"/>
              <a:ext cx="761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J2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，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K2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D76502F0-2A51-4247-7027-ED551E07F665}"/>
              </a:ext>
            </a:extLst>
          </p:cNvPr>
          <p:cNvSpPr txBox="1"/>
          <p:nvPr/>
        </p:nvSpPr>
        <p:spPr>
          <a:xfrm>
            <a:off x="5724525" y="4160838"/>
            <a:ext cx="1201738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/>
              <a:t>J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A95108DB-F8D3-502E-07A2-2C824F0F89E7}"/>
              </a:ext>
            </a:extLst>
          </p:cNvPr>
          <p:cNvSpPr txBox="1"/>
          <p:nvPr/>
        </p:nvSpPr>
        <p:spPr>
          <a:xfrm>
            <a:off x="5741988" y="4840288"/>
            <a:ext cx="1201737" cy="5603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     —</a:t>
            </a:r>
          </a:p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K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2" grpId="0"/>
      <p:bldP spid="8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31A6A7-D399-C97D-C86F-1D2879656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7528850-5540-4B74-8522-D42064A9BF5D}" type="slidenum">
              <a:rPr lang="en-US" altLang="zh-CN" sz="1000" smtClean="0"/>
              <a:pPr>
                <a:defRPr/>
              </a:pPr>
              <a:t>61</a:t>
            </a:fld>
            <a:endParaRPr lang="en-US" altLang="zh-CN" sz="100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6154AD5-6B91-4498-57B8-5AFF44053219}"/>
              </a:ext>
            </a:extLst>
          </p:cNvPr>
          <p:cNvSpPr/>
          <p:nvPr/>
        </p:nvSpPr>
        <p:spPr>
          <a:xfrm>
            <a:off x="625475" y="239713"/>
            <a:ext cx="4054475" cy="5842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设计：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32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？，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32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en-US" altLang="zh-CN" sz="32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9" name="Group 39">
            <a:extLst>
              <a:ext uri="{FF2B5EF4-FFF2-40B4-BE49-F238E27FC236}">
                <a16:creationId xmlns:a16="http://schemas.microsoft.com/office/drawing/2014/main" id="{BBED9431-2563-2044-727C-C9D33F0B0A82}"/>
              </a:ext>
            </a:extLst>
          </p:cNvPr>
          <p:cNvGrpSpPr>
            <a:grpSpLocks/>
          </p:cNvGrpSpPr>
          <p:nvPr/>
        </p:nvGrpSpPr>
        <p:grpSpPr bwMode="auto">
          <a:xfrm>
            <a:off x="5594350" y="609600"/>
            <a:ext cx="2819400" cy="2852738"/>
            <a:chOff x="3888" y="2068"/>
            <a:chExt cx="1769" cy="1772"/>
          </a:xfrm>
        </p:grpSpPr>
        <p:grpSp>
          <p:nvGrpSpPr>
            <p:cNvPr id="60487" name="Group 40">
              <a:extLst>
                <a:ext uri="{FF2B5EF4-FFF2-40B4-BE49-F238E27FC236}">
                  <a16:creationId xmlns:a16="http://schemas.microsoft.com/office/drawing/2014/main" id="{A2D0A567-5352-4F63-5E91-D4F21CDC44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2388"/>
              <a:ext cx="1769" cy="1452"/>
              <a:chOff x="3559" y="2196"/>
              <a:chExt cx="1769" cy="1452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BEF1D956-45D9-0E72-A814-AAB4BDAFA7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9" y="2513"/>
                <a:ext cx="499" cy="10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x</a:t>
                </a:r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x</a:t>
                </a:r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1</a:t>
                </a:r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0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21F267A9-5C9A-DB5A-CFFE-F5C83AAAC3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4" y="2514"/>
                <a:ext cx="1270" cy="10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marL="533400" indent="-5334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914400" indent="-4572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295400" indent="-3810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714500" indent="-342900"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171700" indent="-3429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6289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30861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5433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40005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0     0       0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0     1       1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1     0       x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1     1       x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8288388-7AC2-31E0-8B6F-29AA9FF10B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9" y="2196"/>
                <a:ext cx="499" cy="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K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BCBEDE0C-2AB7-AE37-5FE2-4816658235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9" y="2196"/>
                <a:ext cx="1270" cy="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Q</a:t>
                </a:r>
                <a:r>
                  <a:rPr lang="en-US" altLang="zh-CN" sz="2400" baseline="-25000"/>
                  <a:t>n    </a:t>
                </a:r>
                <a:r>
                  <a:rPr lang="en-US" altLang="zh-CN" sz="2400"/>
                  <a:t>Q</a:t>
                </a:r>
                <a:r>
                  <a:rPr lang="en-US" altLang="zh-CN" sz="2400" baseline="-25000"/>
                  <a:t>n+1</a:t>
                </a:r>
                <a:r>
                  <a:rPr lang="en-US" altLang="zh-CN" sz="2400"/>
                  <a:t> </a:t>
                </a:r>
                <a:r>
                  <a:rPr lang="en-US" altLang="zh-CN" sz="2400" baseline="-25000"/>
                  <a:t>  </a:t>
                </a:r>
                <a:r>
                  <a:rPr lang="en-US" altLang="zh-CN" sz="2400"/>
                  <a:t> J   </a:t>
                </a:r>
              </a:p>
            </p:txBody>
          </p:sp>
          <p:sp>
            <p:nvSpPr>
              <p:cNvPr id="60493" name="Line 45">
                <a:extLst>
                  <a:ext uri="{FF2B5EF4-FFF2-40B4-BE49-F238E27FC236}">
                    <a16:creationId xmlns:a16="http://schemas.microsoft.com/office/drawing/2014/main" id="{35E226DF-878D-EF83-94EC-DB848615EF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9" y="2196"/>
                <a:ext cx="176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94" name="Line 46">
                <a:extLst>
                  <a:ext uri="{FF2B5EF4-FFF2-40B4-BE49-F238E27FC236}">
                    <a16:creationId xmlns:a16="http://schemas.microsoft.com/office/drawing/2014/main" id="{2D05E065-D0A2-DEEE-D165-417E5A88C0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9" y="2559"/>
                <a:ext cx="17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95" name="Line 47">
                <a:extLst>
                  <a:ext uri="{FF2B5EF4-FFF2-40B4-BE49-F238E27FC236}">
                    <a16:creationId xmlns:a16="http://schemas.microsoft.com/office/drawing/2014/main" id="{25434B8F-EC7A-1D96-7210-D41F1609F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9" y="3648"/>
                <a:ext cx="176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96" name="Line 48">
                <a:extLst>
                  <a:ext uri="{FF2B5EF4-FFF2-40B4-BE49-F238E27FC236}">
                    <a16:creationId xmlns:a16="http://schemas.microsoft.com/office/drawing/2014/main" id="{B72CE995-E9C8-D912-A7C7-2AB987F608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9" y="2196"/>
                <a:ext cx="0" cy="14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97" name="Line 49">
                <a:extLst>
                  <a:ext uri="{FF2B5EF4-FFF2-40B4-BE49-F238E27FC236}">
                    <a16:creationId xmlns:a16="http://schemas.microsoft.com/office/drawing/2014/main" id="{EC7681E7-388F-C353-DFE0-96DA01731E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6" y="2197"/>
                <a:ext cx="0" cy="140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0498" name="Line 50">
                <a:extLst>
                  <a:ext uri="{FF2B5EF4-FFF2-40B4-BE49-F238E27FC236}">
                    <a16:creationId xmlns:a16="http://schemas.microsoft.com/office/drawing/2014/main" id="{48694581-3A9E-3F95-78C6-05BF748EE5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8" y="2196"/>
                <a:ext cx="0" cy="14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" name="Rectangle 51">
              <a:extLst>
                <a:ext uri="{FF2B5EF4-FFF2-40B4-BE49-F238E27FC236}">
                  <a16:creationId xmlns:a16="http://schemas.microsoft.com/office/drawing/2014/main" id="{80CABE31-55EB-9DDF-B131-C3A4D5BA3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4" y="2068"/>
              <a:ext cx="1544" cy="3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marL="342900" indent="-3429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/>
                <a:t>JK</a:t>
              </a:r>
              <a:r>
                <a:rPr lang="zh-CN" altLang="en-US" sz="2400" b="1"/>
                <a:t>触发器激励表</a:t>
              </a:r>
            </a:p>
          </p:txBody>
        </p:sp>
      </p:grpSp>
      <p:grpSp>
        <p:nvGrpSpPr>
          <p:cNvPr id="19461" name="Group 4">
            <a:extLst>
              <a:ext uri="{FF2B5EF4-FFF2-40B4-BE49-F238E27FC236}">
                <a16:creationId xmlns:a16="http://schemas.microsoft.com/office/drawing/2014/main" id="{D7F80DFD-7080-ED83-6560-FA28C83EDED1}"/>
              </a:ext>
            </a:extLst>
          </p:cNvPr>
          <p:cNvGrpSpPr>
            <a:grpSpLocks/>
          </p:cNvGrpSpPr>
          <p:nvPr/>
        </p:nvGrpSpPr>
        <p:grpSpPr bwMode="auto">
          <a:xfrm>
            <a:off x="165100" y="3409950"/>
            <a:ext cx="3952875" cy="3068638"/>
            <a:chOff x="6" y="2159"/>
            <a:chExt cx="2490" cy="1933"/>
          </a:xfrm>
        </p:grpSpPr>
        <p:sp>
          <p:nvSpPr>
            <p:cNvPr id="53" name="Rectangle 5">
              <a:extLst>
                <a:ext uri="{FF2B5EF4-FFF2-40B4-BE49-F238E27FC236}">
                  <a16:creationId xmlns:a16="http://schemas.microsoft.com/office/drawing/2014/main" id="{C4B51DE0-BB1C-02FE-DCAE-19E8EF79A9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54" name="Rectangle 6">
              <a:extLst>
                <a:ext uri="{FF2B5EF4-FFF2-40B4-BE49-F238E27FC236}">
                  <a16:creationId xmlns:a16="http://schemas.microsoft.com/office/drawing/2014/main" id="{52CCA809-9AB1-210E-ED41-BAE07D5B01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6" y="2808"/>
              <a:ext cx="326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</a:p>
          </p:txBody>
        </p:sp>
        <p:sp>
          <p:nvSpPr>
            <p:cNvPr id="55" name="Rectangle 7">
              <a:extLst>
                <a:ext uri="{FF2B5EF4-FFF2-40B4-BE49-F238E27FC236}">
                  <a16:creationId xmlns:a16="http://schemas.microsoft.com/office/drawing/2014/main" id="{C7667759-3C4F-8529-E2DB-2EF8C2765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60459" name="Line 8">
              <a:extLst>
                <a:ext uri="{FF2B5EF4-FFF2-40B4-BE49-F238E27FC236}">
                  <a16:creationId xmlns:a16="http://schemas.microsoft.com/office/drawing/2014/main" id="{42B3C3DE-83C8-4506-D86F-7EC67AAC74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0" name="Line 9">
              <a:extLst>
                <a:ext uri="{FF2B5EF4-FFF2-40B4-BE49-F238E27FC236}">
                  <a16:creationId xmlns:a16="http://schemas.microsoft.com/office/drawing/2014/main" id="{BEDB4D60-732E-9FA4-F1E6-1C7A88B89B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1" name="Line 10">
              <a:extLst>
                <a:ext uri="{FF2B5EF4-FFF2-40B4-BE49-F238E27FC236}">
                  <a16:creationId xmlns:a16="http://schemas.microsoft.com/office/drawing/2014/main" id="{A7E3D49C-B038-8F54-F4CB-DD651A9E39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2" name="Line 11">
              <a:extLst>
                <a:ext uri="{FF2B5EF4-FFF2-40B4-BE49-F238E27FC236}">
                  <a16:creationId xmlns:a16="http://schemas.microsoft.com/office/drawing/2014/main" id="{96761CBB-FD98-434C-744B-E61DB4BC71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3" name="Line 12">
              <a:extLst>
                <a:ext uri="{FF2B5EF4-FFF2-40B4-BE49-F238E27FC236}">
                  <a16:creationId xmlns:a16="http://schemas.microsoft.com/office/drawing/2014/main" id="{1EEC99B1-BEAC-6191-0D32-C781C871FF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4" name="Line 13">
              <a:extLst>
                <a:ext uri="{FF2B5EF4-FFF2-40B4-BE49-F238E27FC236}">
                  <a16:creationId xmlns:a16="http://schemas.microsoft.com/office/drawing/2014/main" id="{869816DB-3124-A5C4-91EC-51C92843FC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5" name="Line 14">
              <a:extLst>
                <a:ext uri="{FF2B5EF4-FFF2-40B4-BE49-F238E27FC236}">
                  <a16:creationId xmlns:a16="http://schemas.microsoft.com/office/drawing/2014/main" id="{2A6C717B-66B3-6AC6-7C32-93C99CDB9D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6" name="Line 15">
              <a:extLst>
                <a:ext uri="{FF2B5EF4-FFF2-40B4-BE49-F238E27FC236}">
                  <a16:creationId xmlns:a16="http://schemas.microsoft.com/office/drawing/2014/main" id="{A7DF9770-325E-3150-5EE8-69025BCBBB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7" name="Line 16">
              <a:extLst>
                <a:ext uri="{FF2B5EF4-FFF2-40B4-BE49-F238E27FC236}">
                  <a16:creationId xmlns:a16="http://schemas.microsoft.com/office/drawing/2014/main" id="{EA2A3F27-9C91-C399-D25B-B237E5EAD4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68" name="Text Box 17">
              <a:extLst>
                <a:ext uri="{FF2B5EF4-FFF2-40B4-BE49-F238E27FC236}">
                  <a16:creationId xmlns:a16="http://schemas.microsoft.com/office/drawing/2014/main" id="{5EC5C0EA-2787-1586-E2F2-547B32E806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60469" name="Text Box 18">
              <a:extLst>
                <a:ext uri="{FF2B5EF4-FFF2-40B4-BE49-F238E27FC236}">
                  <a16:creationId xmlns:a16="http://schemas.microsoft.com/office/drawing/2014/main" id="{57EF0CB1-B4C1-9324-8245-40D4751E87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67" name="Text Box 19">
              <a:extLst>
                <a:ext uri="{FF2B5EF4-FFF2-40B4-BE49-F238E27FC236}">
                  <a16:creationId xmlns:a16="http://schemas.microsoft.com/office/drawing/2014/main" id="{B483F74E-6F62-8EF4-5D36-50F37E3692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</a:p>
          </p:txBody>
        </p:sp>
        <p:grpSp>
          <p:nvGrpSpPr>
            <p:cNvPr id="60471" name="Group 20">
              <a:extLst>
                <a:ext uri="{FF2B5EF4-FFF2-40B4-BE49-F238E27FC236}">
                  <a16:creationId xmlns:a16="http://schemas.microsoft.com/office/drawing/2014/main" id="{338FF3F3-8DF8-D11E-5987-4D54655BE7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60485" name="Text Box 21">
                <a:extLst>
                  <a:ext uri="{FF2B5EF4-FFF2-40B4-BE49-F238E27FC236}">
                    <a16:creationId xmlns:a16="http://schemas.microsoft.com/office/drawing/2014/main" id="{4A1E1145-D411-9252-F2BB-029AA4B67B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</a:p>
            </p:txBody>
          </p:sp>
          <p:sp>
            <p:nvSpPr>
              <p:cNvPr id="60486" name="Text Box 22">
                <a:extLst>
                  <a:ext uri="{FF2B5EF4-FFF2-40B4-BE49-F238E27FC236}">
                    <a16:creationId xmlns:a16="http://schemas.microsoft.com/office/drawing/2014/main" id="{6379B305-B912-B4AD-F96C-8DB6CA6631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</a:p>
            </p:txBody>
          </p:sp>
        </p:grpSp>
        <p:sp>
          <p:nvSpPr>
            <p:cNvPr id="60472" name="Text Box 23">
              <a:extLst>
                <a:ext uri="{FF2B5EF4-FFF2-40B4-BE49-F238E27FC236}">
                  <a16:creationId xmlns:a16="http://schemas.microsoft.com/office/drawing/2014/main" id="{9C34A3B6-9350-48C3-F024-8B26FA7791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</a:p>
          </p:txBody>
        </p:sp>
        <p:sp>
          <p:nvSpPr>
            <p:cNvPr id="60473" name="Text Box 24">
              <a:extLst>
                <a:ext uri="{FF2B5EF4-FFF2-40B4-BE49-F238E27FC236}">
                  <a16:creationId xmlns:a16="http://schemas.microsoft.com/office/drawing/2014/main" id="{F3BF27AA-D4DC-E311-B6C8-83232FC784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</a:p>
          </p:txBody>
        </p:sp>
        <p:sp>
          <p:nvSpPr>
            <p:cNvPr id="60474" name="Text Box 25">
              <a:extLst>
                <a:ext uri="{FF2B5EF4-FFF2-40B4-BE49-F238E27FC236}">
                  <a16:creationId xmlns:a16="http://schemas.microsoft.com/office/drawing/2014/main" id="{6BB19E48-AB1F-B4BE-A606-CF9E4F500A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</a:p>
          </p:txBody>
        </p:sp>
        <p:sp>
          <p:nvSpPr>
            <p:cNvPr id="60475" name="Text Box 26">
              <a:extLst>
                <a:ext uri="{FF2B5EF4-FFF2-40B4-BE49-F238E27FC236}">
                  <a16:creationId xmlns:a16="http://schemas.microsoft.com/office/drawing/2014/main" id="{745567E8-93AE-AA3A-50D8-0D228B916B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</a:p>
          </p:txBody>
        </p:sp>
        <p:sp>
          <p:nvSpPr>
            <p:cNvPr id="60476" name="Rectangle 27">
              <a:extLst>
                <a:ext uri="{FF2B5EF4-FFF2-40B4-BE49-F238E27FC236}">
                  <a16:creationId xmlns:a16="http://schemas.microsoft.com/office/drawing/2014/main" id="{79FA1D3B-49A0-B183-5139-9411B5581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913"/>
              <a:ext cx="3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0477" name="Rectangle 28">
              <a:extLst>
                <a:ext uri="{FF2B5EF4-FFF2-40B4-BE49-F238E27FC236}">
                  <a16:creationId xmlns:a16="http://schemas.microsoft.com/office/drawing/2014/main" id="{E9C57302-26F4-0CD1-CF78-B1301F5AB4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" y="2900"/>
              <a:ext cx="39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 sz="2400" b="1"/>
            </a:p>
          </p:txBody>
        </p:sp>
        <p:sp>
          <p:nvSpPr>
            <p:cNvPr id="60478" name="Rectangle 29">
              <a:extLst>
                <a:ext uri="{FF2B5EF4-FFF2-40B4-BE49-F238E27FC236}">
                  <a16:creationId xmlns:a16="http://schemas.microsoft.com/office/drawing/2014/main" id="{87506BBD-869F-D028-4005-5D6C2AE953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926"/>
              <a:ext cx="31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endParaRPr lang="en-US" altLang="zh-CN" sz="2400" b="1"/>
            </a:p>
          </p:txBody>
        </p:sp>
        <p:sp>
          <p:nvSpPr>
            <p:cNvPr id="60479" name="Rectangle 30">
              <a:extLst>
                <a:ext uri="{FF2B5EF4-FFF2-40B4-BE49-F238E27FC236}">
                  <a16:creationId xmlns:a16="http://schemas.microsoft.com/office/drawing/2014/main" id="{D1FC7C47-02AB-6E98-36D0-0FC42E8171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9" y="2921"/>
              <a:ext cx="3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0480" name="Rectangle 31">
              <a:extLst>
                <a:ext uri="{FF2B5EF4-FFF2-40B4-BE49-F238E27FC236}">
                  <a16:creationId xmlns:a16="http://schemas.microsoft.com/office/drawing/2014/main" id="{A91CDE80-9526-766F-40C2-FE2C583E8C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413"/>
              <a:ext cx="32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0481" name="Rectangle 32">
              <a:extLst>
                <a:ext uri="{FF2B5EF4-FFF2-40B4-BE49-F238E27FC236}">
                  <a16:creationId xmlns:a16="http://schemas.microsoft.com/office/drawing/2014/main" id="{3F9B4424-A8AB-92C8-BC95-8EA34D6FB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" y="3425"/>
              <a:ext cx="50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</a:p>
          </p:txBody>
        </p:sp>
        <p:sp>
          <p:nvSpPr>
            <p:cNvPr id="60482" name="Rectangle 33">
              <a:extLst>
                <a:ext uri="{FF2B5EF4-FFF2-40B4-BE49-F238E27FC236}">
                  <a16:creationId xmlns:a16="http://schemas.microsoft.com/office/drawing/2014/main" id="{E1E6F4D3-2A98-9930-37ED-1099EE3FDC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395"/>
              <a:ext cx="3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0483" name="Rectangle 34">
              <a:extLst>
                <a:ext uri="{FF2B5EF4-FFF2-40B4-BE49-F238E27FC236}">
                  <a16:creationId xmlns:a16="http://schemas.microsoft.com/office/drawing/2014/main" id="{805E145F-8C2D-CE5B-BA2C-2F62E12FCC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1" y="3369"/>
              <a:ext cx="31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lang="en-US" altLang="zh-CN" sz="2400" b="1"/>
            </a:p>
          </p:txBody>
        </p:sp>
        <p:sp>
          <p:nvSpPr>
            <p:cNvPr id="81" name="Rectangle 36">
              <a:extLst>
                <a:ext uri="{FF2B5EF4-FFF2-40B4-BE49-F238E27FC236}">
                  <a16:creationId xmlns:a16="http://schemas.microsoft.com/office/drawing/2014/main" id="{055ADE3F-2A21-CA27-F094-6790248CC4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9" y="3801"/>
              <a:ext cx="736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J1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，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K1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grpSp>
        <p:nvGrpSpPr>
          <p:cNvPr id="60422" name="Group 4">
            <a:extLst>
              <a:ext uri="{FF2B5EF4-FFF2-40B4-BE49-F238E27FC236}">
                <a16:creationId xmlns:a16="http://schemas.microsoft.com/office/drawing/2014/main" id="{6783AE61-E486-ED29-CBFD-A8A4030CB958}"/>
              </a:ext>
            </a:extLst>
          </p:cNvPr>
          <p:cNvGrpSpPr>
            <a:grpSpLocks/>
          </p:cNvGrpSpPr>
          <p:nvPr/>
        </p:nvGrpSpPr>
        <p:grpSpPr bwMode="auto">
          <a:xfrm>
            <a:off x="207963" y="682625"/>
            <a:ext cx="3952875" cy="3054350"/>
            <a:chOff x="6" y="2159"/>
            <a:chExt cx="2490" cy="1924"/>
          </a:xfrm>
        </p:grpSpPr>
        <p:sp>
          <p:nvSpPr>
            <p:cNvPr id="87" name="Rectangle 5">
              <a:extLst>
                <a:ext uri="{FF2B5EF4-FFF2-40B4-BE49-F238E27FC236}">
                  <a16:creationId xmlns:a16="http://schemas.microsoft.com/office/drawing/2014/main" id="{8C0F606B-4A68-DEC4-B45C-5AA1F9DDF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88" name="Rectangle 6">
              <a:extLst>
                <a:ext uri="{FF2B5EF4-FFF2-40B4-BE49-F238E27FC236}">
                  <a16:creationId xmlns:a16="http://schemas.microsoft.com/office/drawing/2014/main" id="{B5C3276E-69A4-0CCD-032D-B44511CC78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0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</a:p>
          </p:txBody>
        </p:sp>
        <p:sp>
          <p:nvSpPr>
            <p:cNvPr id="89" name="Rectangle 7">
              <a:extLst>
                <a:ext uri="{FF2B5EF4-FFF2-40B4-BE49-F238E27FC236}">
                  <a16:creationId xmlns:a16="http://schemas.microsoft.com/office/drawing/2014/main" id="{4DC3D9B1-0AC9-0387-1886-34A9A5FA87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60428" name="Line 8">
              <a:extLst>
                <a:ext uri="{FF2B5EF4-FFF2-40B4-BE49-F238E27FC236}">
                  <a16:creationId xmlns:a16="http://schemas.microsoft.com/office/drawing/2014/main" id="{35811FDC-18FC-4099-D1EA-D223E5464C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9" name="Line 9">
              <a:extLst>
                <a:ext uri="{FF2B5EF4-FFF2-40B4-BE49-F238E27FC236}">
                  <a16:creationId xmlns:a16="http://schemas.microsoft.com/office/drawing/2014/main" id="{93FF0FD7-E425-8439-E1A6-CC2A243D37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0" name="Line 10">
              <a:extLst>
                <a:ext uri="{FF2B5EF4-FFF2-40B4-BE49-F238E27FC236}">
                  <a16:creationId xmlns:a16="http://schemas.microsoft.com/office/drawing/2014/main" id="{4D61FC78-A4C3-5972-7CA6-AEB35ABF67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1" name="Line 11">
              <a:extLst>
                <a:ext uri="{FF2B5EF4-FFF2-40B4-BE49-F238E27FC236}">
                  <a16:creationId xmlns:a16="http://schemas.microsoft.com/office/drawing/2014/main" id="{DA1E4BF4-B7FA-1957-D1CC-05A34E8DF7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2" name="Line 12">
              <a:extLst>
                <a:ext uri="{FF2B5EF4-FFF2-40B4-BE49-F238E27FC236}">
                  <a16:creationId xmlns:a16="http://schemas.microsoft.com/office/drawing/2014/main" id="{6FF4D354-989F-B270-D5A3-F698567F57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3" name="Line 13">
              <a:extLst>
                <a:ext uri="{FF2B5EF4-FFF2-40B4-BE49-F238E27FC236}">
                  <a16:creationId xmlns:a16="http://schemas.microsoft.com/office/drawing/2014/main" id="{97E64C0E-F37F-15E0-07F0-A1F3824DC1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4" name="Line 14">
              <a:extLst>
                <a:ext uri="{FF2B5EF4-FFF2-40B4-BE49-F238E27FC236}">
                  <a16:creationId xmlns:a16="http://schemas.microsoft.com/office/drawing/2014/main" id="{F4636B8A-FDE7-0735-995F-199254944F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5" name="Line 15">
              <a:extLst>
                <a:ext uri="{FF2B5EF4-FFF2-40B4-BE49-F238E27FC236}">
                  <a16:creationId xmlns:a16="http://schemas.microsoft.com/office/drawing/2014/main" id="{7462B2B1-22DA-14DF-3C45-5B6B0172BF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6" name="Line 16">
              <a:extLst>
                <a:ext uri="{FF2B5EF4-FFF2-40B4-BE49-F238E27FC236}">
                  <a16:creationId xmlns:a16="http://schemas.microsoft.com/office/drawing/2014/main" id="{02C50113-9FC0-FB2B-A066-2A0A4BF61B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7" name="Text Box 17">
              <a:extLst>
                <a:ext uri="{FF2B5EF4-FFF2-40B4-BE49-F238E27FC236}">
                  <a16:creationId xmlns:a16="http://schemas.microsoft.com/office/drawing/2014/main" id="{62C1821E-5B10-02B8-0110-D3342229C3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60438" name="Text Box 18">
              <a:extLst>
                <a:ext uri="{FF2B5EF4-FFF2-40B4-BE49-F238E27FC236}">
                  <a16:creationId xmlns:a16="http://schemas.microsoft.com/office/drawing/2014/main" id="{A2B2A676-49F3-6440-12B5-6140A7C259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101" name="Text Box 19">
              <a:extLst>
                <a:ext uri="{FF2B5EF4-FFF2-40B4-BE49-F238E27FC236}">
                  <a16:creationId xmlns:a16="http://schemas.microsoft.com/office/drawing/2014/main" id="{A5A472BE-4DBA-22AC-F645-3915F170F5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</a:p>
          </p:txBody>
        </p:sp>
        <p:grpSp>
          <p:nvGrpSpPr>
            <p:cNvPr id="60440" name="Group 20">
              <a:extLst>
                <a:ext uri="{FF2B5EF4-FFF2-40B4-BE49-F238E27FC236}">
                  <a16:creationId xmlns:a16="http://schemas.microsoft.com/office/drawing/2014/main" id="{DCA6792E-9F72-13BA-A2C6-06C21281DA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60454" name="Text Box 21">
                <a:extLst>
                  <a:ext uri="{FF2B5EF4-FFF2-40B4-BE49-F238E27FC236}">
                    <a16:creationId xmlns:a16="http://schemas.microsoft.com/office/drawing/2014/main" id="{92BCE8D3-6F15-E5C3-E756-F0A43CEEA9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</a:p>
            </p:txBody>
          </p:sp>
          <p:sp>
            <p:nvSpPr>
              <p:cNvPr id="60455" name="Text Box 22">
                <a:extLst>
                  <a:ext uri="{FF2B5EF4-FFF2-40B4-BE49-F238E27FC236}">
                    <a16:creationId xmlns:a16="http://schemas.microsoft.com/office/drawing/2014/main" id="{9795E267-B290-D151-AA12-A763FBBD38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</a:p>
            </p:txBody>
          </p:sp>
        </p:grpSp>
        <p:sp>
          <p:nvSpPr>
            <p:cNvPr id="60441" name="Text Box 23">
              <a:extLst>
                <a:ext uri="{FF2B5EF4-FFF2-40B4-BE49-F238E27FC236}">
                  <a16:creationId xmlns:a16="http://schemas.microsoft.com/office/drawing/2014/main" id="{629C521F-3F01-3D75-CB0B-A2A031AE42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</a:p>
          </p:txBody>
        </p:sp>
        <p:sp>
          <p:nvSpPr>
            <p:cNvPr id="60442" name="Text Box 24">
              <a:extLst>
                <a:ext uri="{FF2B5EF4-FFF2-40B4-BE49-F238E27FC236}">
                  <a16:creationId xmlns:a16="http://schemas.microsoft.com/office/drawing/2014/main" id="{517F958E-F561-73E7-8581-2A25045937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</a:p>
          </p:txBody>
        </p:sp>
        <p:sp>
          <p:nvSpPr>
            <p:cNvPr id="60443" name="Text Box 25">
              <a:extLst>
                <a:ext uri="{FF2B5EF4-FFF2-40B4-BE49-F238E27FC236}">
                  <a16:creationId xmlns:a16="http://schemas.microsoft.com/office/drawing/2014/main" id="{94E59DD5-8193-FFCB-0E8D-376E612B1D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</a:p>
          </p:txBody>
        </p:sp>
        <p:sp>
          <p:nvSpPr>
            <p:cNvPr id="60444" name="Text Box 26">
              <a:extLst>
                <a:ext uri="{FF2B5EF4-FFF2-40B4-BE49-F238E27FC236}">
                  <a16:creationId xmlns:a16="http://schemas.microsoft.com/office/drawing/2014/main" id="{5DB56D41-8EB3-BC45-2769-6031E64709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</a:p>
          </p:txBody>
        </p:sp>
        <p:sp>
          <p:nvSpPr>
            <p:cNvPr id="60445" name="Rectangle 27">
              <a:extLst>
                <a:ext uri="{FF2B5EF4-FFF2-40B4-BE49-F238E27FC236}">
                  <a16:creationId xmlns:a16="http://schemas.microsoft.com/office/drawing/2014/main" id="{17BB58E1-3065-858F-B4EC-CA709378ED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0446" name="Rectangle 28">
              <a:extLst>
                <a:ext uri="{FF2B5EF4-FFF2-40B4-BE49-F238E27FC236}">
                  <a16:creationId xmlns:a16="http://schemas.microsoft.com/office/drawing/2014/main" id="{F0F26105-EA93-4D01-5FD2-4B4608A111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900"/>
              <a:ext cx="26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endParaRPr lang="en-US" altLang="zh-CN" sz="2400" b="1"/>
            </a:p>
          </p:txBody>
        </p:sp>
        <p:sp>
          <p:nvSpPr>
            <p:cNvPr id="60447" name="Rectangle 29">
              <a:extLst>
                <a:ext uri="{FF2B5EF4-FFF2-40B4-BE49-F238E27FC236}">
                  <a16:creationId xmlns:a16="http://schemas.microsoft.com/office/drawing/2014/main" id="{7869AEA9-92F5-A957-B973-505B55EA70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9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0448" name="Rectangle 30">
              <a:extLst>
                <a:ext uri="{FF2B5EF4-FFF2-40B4-BE49-F238E27FC236}">
                  <a16:creationId xmlns:a16="http://schemas.microsoft.com/office/drawing/2014/main" id="{36CCB993-CD7E-721C-C62F-29652C7F0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0449" name="Rectangle 31">
              <a:extLst>
                <a:ext uri="{FF2B5EF4-FFF2-40B4-BE49-F238E27FC236}">
                  <a16:creationId xmlns:a16="http://schemas.microsoft.com/office/drawing/2014/main" id="{B15B7FB5-E4A5-11FB-F5C5-50F1527BB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endParaRPr lang="en-US" altLang="zh-CN" sz="2400" b="1"/>
            </a:p>
          </p:txBody>
        </p:sp>
        <p:sp>
          <p:nvSpPr>
            <p:cNvPr id="60450" name="Rectangle 32">
              <a:extLst>
                <a:ext uri="{FF2B5EF4-FFF2-40B4-BE49-F238E27FC236}">
                  <a16:creationId xmlns:a16="http://schemas.microsoft.com/office/drawing/2014/main" id="{92E3396D-73EA-BCA1-CFEA-A5D6449DB7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" y="3427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</a:p>
          </p:txBody>
        </p:sp>
        <p:sp>
          <p:nvSpPr>
            <p:cNvPr id="60451" name="Rectangle 33">
              <a:extLst>
                <a:ext uri="{FF2B5EF4-FFF2-40B4-BE49-F238E27FC236}">
                  <a16:creationId xmlns:a16="http://schemas.microsoft.com/office/drawing/2014/main" id="{463ED342-DCBE-6768-288A-01B73BEB63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396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0452" name="Rectangle 34">
              <a:extLst>
                <a:ext uri="{FF2B5EF4-FFF2-40B4-BE49-F238E27FC236}">
                  <a16:creationId xmlns:a16="http://schemas.microsoft.com/office/drawing/2014/main" id="{6ABDF5B6-C727-701D-78D5-65056A3E80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36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15" name="Rectangle 36">
              <a:extLst>
                <a:ext uri="{FF2B5EF4-FFF2-40B4-BE49-F238E27FC236}">
                  <a16:creationId xmlns:a16="http://schemas.microsoft.com/office/drawing/2014/main" id="{C0213C62-21CE-BBD3-9318-72867F2DD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3792"/>
              <a:ext cx="531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1n+1</a:t>
              </a:r>
            </a:p>
          </p:txBody>
        </p:sp>
      </p:grpSp>
      <p:sp>
        <p:nvSpPr>
          <p:cNvPr id="83" name="文本框 82">
            <a:extLst>
              <a:ext uri="{FF2B5EF4-FFF2-40B4-BE49-F238E27FC236}">
                <a16:creationId xmlns:a16="http://schemas.microsoft.com/office/drawing/2014/main" id="{BABDFD49-754C-999E-45CE-A44585C34E4E}"/>
              </a:ext>
            </a:extLst>
          </p:cNvPr>
          <p:cNvSpPr txBox="1"/>
          <p:nvPr/>
        </p:nvSpPr>
        <p:spPr>
          <a:xfrm>
            <a:off x="6005513" y="4033838"/>
            <a:ext cx="1201737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/>
              <a:t>J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E62BB1E6-FF0E-0683-F06C-7CB256F45058}"/>
              </a:ext>
            </a:extLst>
          </p:cNvPr>
          <p:cNvSpPr txBox="1"/>
          <p:nvPr/>
        </p:nvSpPr>
        <p:spPr>
          <a:xfrm>
            <a:off x="5930900" y="4724400"/>
            <a:ext cx="1201738" cy="5603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     —</a:t>
            </a:r>
          </a:p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K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P spid="8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5EEB76-BCF0-A837-37A0-547D316F3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1A2E6F9C-B967-4DA6-89AF-BB728655C9C6}" type="slidenum">
              <a:rPr lang="en-US" altLang="zh-CN" sz="1000" smtClean="0"/>
              <a:pPr>
                <a:defRPr/>
              </a:pPr>
              <a:t>62</a:t>
            </a:fld>
            <a:endParaRPr lang="en-US" altLang="zh-CN" sz="100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40EEC69-819F-B805-FFDC-31AC7A53FD1B}"/>
              </a:ext>
            </a:extLst>
          </p:cNvPr>
          <p:cNvSpPr/>
          <p:nvPr/>
        </p:nvSpPr>
        <p:spPr>
          <a:xfrm>
            <a:off x="625475" y="239713"/>
            <a:ext cx="4054475" cy="5842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设计：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32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？，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32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en-US" altLang="zh-CN" sz="32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9" name="Group 39">
            <a:extLst>
              <a:ext uri="{FF2B5EF4-FFF2-40B4-BE49-F238E27FC236}">
                <a16:creationId xmlns:a16="http://schemas.microsoft.com/office/drawing/2014/main" id="{DA671991-C092-10E2-EE18-D16C4F0B10A2}"/>
              </a:ext>
            </a:extLst>
          </p:cNvPr>
          <p:cNvGrpSpPr>
            <a:grpSpLocks/>
          </p:cNvGrpSpPr>
          <p:nvPr/>
        </p:nvGrpSpPr>
        <p:grpSpPr bwMode="auto">
          <a:xfrm>
            <a:off x="5594350" y="609600"/>
            <a:ext cx="2819400" cy="2852738"/>
            <a:chOff x="3888" y="2068"/>
            <a:chExt cx="1769" cy="1772"/>
          </a:xfrm>
        </p:grpSpPr>
        <p:grpSp>
          <p:nvGrpSpPr>
            <p:cNvPr id="61511" name="Group 40">
              <a:extLst>
                <a:ext uri="{FF2B5EF4-FFF2-40B4-BE49-F238E27FC236}">
                  <a16:creationId xmlns:a16="http://schemas.microsoft.com/office/drawing/2014/main" id="{B3E8887B-CE95-75D9-3C61-2005041141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2388"/>
              <a:ext cx="1769" cy="1452"/>
              <a:chOff x="3559" y="2196"/>
              <a:chExt cx="1769" cy="1452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574190D0-A8EC-5E15-070D-402161123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9" y="2513"/>
                <a:ext cx="499" cy="10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x</a:t>
                </a:r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x</a:t>
                </a:r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1</a:t>
                </a:r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0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5A97DCB3-B548-CEA5-AFD9-64574825FC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4" y="2514"/>
                <a:ext cx="1270" cy="10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marL="533400" indent="-5334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914400" indent="-4572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295400" indent="-3810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714500" indent="-342900"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171700" indent="-3429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6289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30861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5433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40005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0     0       0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0     1       1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1     0       x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1     1       x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60AE8F0D-65F2-ED33-5E5E-F39D496AA5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9" y="2196"/>
                <a:ext cx="499" cy="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K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559AC416-E1EF-6AB7-11E6-B2FFF135A8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9" y="2196"/>
                <a:ext cx="1270" cy="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Q</a:t>
                </a:r>
                <a:r>
                  <a:rPr lang="en-US" altLang="zh-CN" sz="2400" baseline="-25000"/>
                  <a:t>n    </a:t>
                </a:r>
                <a:r>
                  <a:rPr lang="en-US" altLang="zh-CN" sz="2400"/>
                  <a:t>Q</a:t>
                </a:r>
                <a:r>
                  <a:rPr lang="en-US" altLang="zh-CN" sz="2400" baseline="-25000"/>
                  <a:t>n+1</a:t>
                </a:r>
                <a:r>
                  <a:rPr lang="en-US" altLang="zh-CN" sz="2400"/>
                  <a:t> </a:t>
                </a:r>
                <a:r>
                  <a:rPr lang="en-US" altLang="zh-CN" sz="2400" baseline="-25000"/>
                  <a:t>  </a:t>
                </a:r>
                <a:r>
                  <a:rPr lang="en-US" altLang="zh-CN" sz="2400"/>
                  <a:t> J   </a:t>
                </a:r>
              </a:p>
            </p:txBody>
          </p:sp>
          <p:sp>
            <p:nvSpPr>
              <p:cNvPr id="61517" name="Line 45">
                <a:extLst>
                  <a:ext uri="{FF2B5EF4-FFF2-40B4-BE49-F238E27FC236}">
                    <a16:creationId xmlns:a16="http://schemas.microsoft.com/office/drawing/2014/main" id="{FA05BA23-72A8-F663-97C7-E0FAD2E54E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9" y="2196"/>
                <a:ext cx="176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18" name="Line 46">
                <a:extLst>
                  <a:ext uri="{FF2B5EF4-FFF2-40B4-BE49-F238E27FC236}">
                    <a16:creationId xmlns:a16="http://schemas.microsoft.com/office/drawing/2014/main" id="{AE7A9D4A-7DD9-4F80-88EE-4CF5B05C70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9" y="2559"/>
                <a:ext cx="17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19" name="Line 47">
                <a:extLst>
                  <a:ext uri="{FF2B5EF4-FFF2-40B4-BE49-F238E27FC236}">
                    <a16:creationId xmlns:a16="http://schemas.microsoft.com/office/drawing/2014/main" id="{06452A67-9636-FCBA-7E60-7BCC6C0069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9" y="3648"/>
                <a:ext cx="176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20" name="Line 48">
                <a:extLst>
                  <a:ext uri="{FF2B5EF4-FFF2-40B4-BE49-F238E27FC236}">
                    <a16:creationId xmlns:a16="http://schemas.microsoft.com/office/drawing/2014/main" id="{4B8636FA-16F3-70CB-8629-1AB1D5C696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9" y="2196"/>
                <a:ext cx="0" cy="14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21" name="Line 49">
                <a:extLst>
                  <a:ext uri="{FF2B5EF4-FFF2-40B4-BE49-F238E27FC236}">
                    <a16:creationId xmlns:a16="http://schemas.microsoft.com/office/drawing/2014/main" id="{DCF3B289-4A52-1CAC-B940-7EBC317F4A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6" y="2197"/>
                <a:ext cx="0" cy="140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522" name="Line 50">
                <a:extLst>
                  <a:ext uri="{FF2B5EF4-FFF2-40B4-BE49-F238E27FC236}">
                    <a16:creationId xmlns:a16="http://schemas.microsoft.com/office/drawing/2014/main" id="{70422957-A61A-48C1-D17D-F525CB2203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8" y="2196"/>
                <a:ext cx="0" cy="14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" name="Rectangle 51">
              <a:extLst>
                <a:ext uri="{FF2B5EF4-FFF2-40B4-BE49-F238E27FC236}">
                  <a16:creationId xmlns:a16="http://schemas.microsoft.com/office/drawing/2014/main" id="{ADDC358E-4377-C51B-C7E8-3DEAB570B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4" y="2068"/>
              <a:ext cx="1544" cy="3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marL="342900" indent="-3429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/>
                <a:t>JK</a:t>
              </a:r>
              <a:r>
                <a:rPr lang="zh-CN" altLang="en-US" sz="2400" b="1"/>
                <a:t>触发器激励表</a:t>
              </a:r>
            </a:p>
          </p:txBody>
        </p:sp>
      </p:grpSp>
      <p:grpSp>
        <p:nvGrpSpPr>
          <p:cNvPr id="20485" name="Group 4">
            <a:extLst>
              <a:ext uri="{FF2B5EF4-FFF2-40B4-BE49-F238E27FC236}">
                <a16:creationId xmlns:a16="http://schemas.microsoft.com/office/drawing/2014/main" id="{3C5D9B29-5563-DE91-A025-7569CD167D52}"/>
              </a:ext>
            </a:extLst>
          </p:cNvPr>
          <p:cNvGrpSpPr>
            <a:grpSpLocks/>
          </p:cNvGrpSpPr>
          <p:nvPr/>
        </p:nvGrpSpPr>
        <p:grpSpPr bwMode="auto">
          <a:xfrm>
            <a:off x="165100" y="3409950"/>
            <a:ext cx="3952875" cy="3068638"/>
            <a:chOff x="6" y="2159"/>
            <a:chExt cx="2490" cy="1933"/>
          </a:xfrm>
        </p:grpSpPr>
        <p:sp>
          <p:nvSpPr>
            <p:cNvPr id="53" name="Rectangle 5">
              <a:extLst>
                <a:ext uri="{FF2B5EF4-FFF2-40B4-BE49-F238E27FC236}">
                  <a16:creationId xmlns:a16="http://schemas.microsoft.com/office/drawing/2014/main" id="{09F58930-12BC-55F8-EEAA-9959741D4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54" name="Rectangle 6">
              <a:extLst>
                <a:ext uri="{FF2B5EF4-FFF2-40B4-BE49-F238E27FC236}">
                  <a16:creationId xmlns:a16="http://schemas.microsoft.com/office/drawing/2014/main" id="{1BA9EE5E-8420-1DA5-89D0-CABF994AEF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6" y="2808"/>
              <a:ext cx="326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</a:p>
          </p:txBody>
        </p:sp>
        <p:sp>
          <p:nvSpPr>
            <p:cNvPr id="55" name="Rectangle 7">
              <a:extLst>
                <a:ext uri="{FF2B5EF4-FFF2-40B4-BE49-F238E27FC236}">
                  <a16:creationId xmlns:a16="http://schemas.microsoft.com/office/drawing/2014/main" id="{5F1C58C4-130C-49BD-3822-21109D8FE3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61483" name="Line 8">
              <a:extLst>
                <a:ext uri="{FF2B5EF4-FFF2-40B4-BE49-F238E27FC236}">
                  <a16:creationId xmlns:a16="http://schemas.microsoft.com/office/drawing/2014/main" id="{529DBC17-8DAF-CFEB-A245-4FC10BA28E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84" name="Line 9">
              <a:extLst>
                <a:ext uri="{FF2B5EF4-FFF2-40B4-BE49-F238E27FC236}">
                  <a16:creationId xmlns:a16="http://schemas.microsoft.com/office/drawing/2014/main" id="{E2C6C17F-FF2D-756E-C69B-0A0A3B68CC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85" name="Line 10">
              <a:extLst>
                <a:ext uri="{FF2B5EF4-FFF2-40B4-BE49-F238E27FC236}">
                  <a16:creationId xmlns:a16="http://schemas.microsoft.com/office/drawing/2014/main" id="{17250AC1-FC95-26A7-613B-CA871040D7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86" name="Line 11">
              <a:extLst>
                <a:ext uri="{FF2B5EF4-FFF2-40B4-BE49-F238E27FC236}">
                  <a16:creationId xmlns:a16="http://schemas.microsoft.com/office/drawing/2014/main" id="{620F2A55-9698-2AF0-85CC-614D4675C2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87" name="Line 12">
              <a:extLst>
                <a:ext uri="{FF2B5EF4-FFF2-40B4-BE49-F238E27FC236}">
                  <a16:creationId xmlns:a16="http://schemas.microsoft.com/office/drawing/2014/main" id="{12EB43A3-966F-9A34-DA42-95D6486632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88" name="Line 13">
              <a:extLst>
                <a:ext uri="{FF2B5EF4-FFF2-40B4-BE49-F238E27FC236}">
                  <a16:creationId xmlns:a16="http://schemas.microsoft.com/office/drawing/2014/main" id="{5A598647-FBFE-9A6B-77C6-2BF3333C67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89" name="Line 14">
              <a:extLst>
                <a:ext uri="{FF2B5EF4-FFF2-40B4-BE49-F238E27FC236}">
                  <a16:creationId xmlns:a16="http://schemas.microsoft.com/office/drawing/2014/main" id="{DEC3590C-4E9B-5B29-2B63-37416AC289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90" name="Line 15">
              <a:extLst>
                <a:ext uri="{FF2B5EF4-FFF2-40B4-BE49-F238E27FC236}">
                  <a16:creationId xmlns:a16="http://schemas.microsoft.com/office/drawing/2014/main" id="{13C04770-3571-F22E-0F9F-4A44BC5D27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91" name="Line 16">
              <a:extLst>
                <a:ext uri="{FF2B5EF4-FFF2-40B4-BE49-F238E27FC236}">
                  <a16:creationId xmlns:a16="http://schemas.microsoft.com/office/drawing/2014/main" id="{7C9F5256-5A6D-0D9E-A297-594668D896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92" name="Text Box 17">
              <a:extLst>
                <a:ext uri="{FF2B5EF4-FFF2-40B4-BE49-F238E27FC236}">
                  <a16:creationId xmlns:a16="http://schemas.microsoft.com/office/drawing/2014/main" id="{26AE7C40-1EDE-9754-6A26-C62BB70BD7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61493" name="Text Box 18">
              <a:extLst>
                <a:ext uri="{FF2B5EF4-FFF2-40B4-BE49-F238E27FC236}">
                  <a16:creationId xmlns:a16="http://schemas.microsoft.com/office/drawing/2014/main" id="{039065CE-572B-5FA4-A0D1-3AB3A73EF9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67" name="Text Box 19">
              <a:extLst>
                <a:ext uri="{FF2B5EF4-FFF2-40B4-BE49-F238E27FC236}">
                  <a16:creationId xmlns:a16="http://schemas.microsoft.com/office/drawing/2014/main" id="{013923A3-B1E4-3EDE-7DFE-498F2E4238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</a:p>
          </p:txBody>
        </p:sp>
        <p:grpSp>
          <p:nvGrpSpPr>
            <p:cNvPr id="61495" name="Group 20">
              <a:extLst>
                <a:ext uri="{FF2B5EF4-FFF2-40B4-BE49-F238E27FC236}">
                  <a16:creationId xmlns:a16="http://schemas.microsoft.com/office/drawing/2014/main" id="{B4B98ABB-3A42-F624-FEA2-84B7795268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61509" name="Text Box 21">
                <a:extLst>
                  <a:ext uri="{FF2B5EF4-FFF2-40B4-BE49-F238E27FC236}">
                    <a16:creationId xmlns:a16="http://schemas.microsoft.com/office/drawing/2014/main" id="{F88C70A7-B948-F758-4940-3F9DC81EA7C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</a:p>
            </p:txBody>
          </p:sp>
          <p:sp>
            <p:nvSpPr>
              <p:cNvPr id="61510" name="Text Box 22">
                <a:extLst>
                  <a:ext uri="{FF2B5EF4-FFF2-40B4-BE49-F238E27FC236}">
                    <a16:creationId xmlns:a16="http://schemas.microsoft.com/office/drawing/2014/main" id="{2642BC56-D1EE-F2D8-9F56-F12BA1D28D5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</a:p>
            </p:txBody>
          </p:sp>
        </p:grpSp>
        <p:sp>
          <p:nvSpPr>
            <p:cNvPr id="61496" name="Text Box 23">
              <a:extLst>
                <a:ext uri="{FF2B5EF4-FFF2-40B4-BE49-F238E27FC236}">
                  <a16:creationId xmlns:a16="http://schemas.microsoft.com/office/drawing/2014/main" id="{BD14A4F1-50ED-B690-D132-DC15D397EB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</a:p>
          </p:txBody>
        </p:sp>
        <p:sp>
          <p:nvSpPr>
            <p:cNvPr id="61497" name="Text Box 24">
              <a:extLst>
                <a:ext uri="{FF2B5EF4-FFF2-40B4-BE49-F238E27FC236}">
                  <a16:creationId xmlns:a16="http://schemas.microsoft.com/office/drawing/2014/main" id="{45BD3D16-C4CD-8B88-B9A0-D96AF9E74E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</a:p>
          </p:txBody>
        </p:sp>
        <p:sp>
          <p:nvSpPr>
            <p:cNvPr id="61498" name="Text Box 25">
              <a:extLst>
                <a:ext uri="{FF2B5EF4-FFF2-40B4-BE49-F238E27FC236}">
                  <a16:creationId xmlns:a16="http://schemas.microsoft.com/office/drawing/2014/main" id="{B829D969-3E9E-A6E7-4E31-DE757A309D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</a:p>
          </p:txBody>
        </p:sp>
        <p:sp>
          <p:nvSpPr>
            <p:cNvPr id="61499" name="Text Box 26">
              <a:extLst>
                <a:ext uri="{FF2B5EF4-FFF2-40B4-BE49-F238E27FC236}">
                  <a16:creationId xmlns:a16="http://schemas.microsoft.com/office/drawing/2014/main" id="{69BC6477-64D6-1F9D-F50F-B08E539DB6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</a:p>
          </p:txBody>
        </p:sp>
        <p:sp>
          <p:nvSpPr>
            <p:cNvPr id="61500" name="Rectangle 27">
              <a:extLst>
                <a:ext uri="{FF2B5EF4-FFF2-40B4-BE49-F238E27FC236}">
                  <a16:creationId xmlns:a16="http://schemas.microsoft.com/office/drawing/2014/main" id="{F3B76E8C-BE0C-6550-52E1-6A3439C15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913"/>
              <a:ext cx="3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1501" name="Rectangle 28">
              <a:extLst>
                <a:ext uri="{FF2B5EF4-FFF2-40B4-BE49-F238E27FC236}">
                  <a16:creationId xmlns:a16="http://schemas.microsoft.com/office/drawing/2014/main" id="{5F0DD67D-5B40-59F6-C145-9CFEB7453B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" y="2900"/>
              <a:ext cx="39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 sz="2400" b="1"/>
            </a:p>
          </p:txBody>
        </p:sp>
        <p:sp>
          <p:nvSpPr>
            <p:cNvPr id="61502" name="Rectangle 29">
              <a:extLst>
                <a:ext uri="{FF2B5EF4-FFF2-40B4-BE49-F238E27FC236}">
                  <a16:creationId xmlns:a16="http://schemas.microsoft.com/office/drawing/2014/main" id="{54A2A5EC-D028-EA91-18AA-3E61D96090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926"/>
              <a:ext cx="31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lang="en-US" altLang="zh-CN" sz="2400" b="1"/>
            </a:p>
          </p:txBody>
        </p:sp>
        <p:sp>
          <p:nvSpPr>
            <p:cNvPr id="61503" name="Rectangle 30">
              <a:extLst>
                <a:ext uri="{FF2B5EF4-FFF2-40B4-BE49-F238E27FC236}">
                  <a16:creationId xmlns:a16="http://schemas.microsoft.com/office/drawing/2014/main" id="{5EFFED6B-E983-C3F6-2030-4B8D025B91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9" y="2921"/>
              <a:ext cx="3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1504" name="Rectangle 31">
              <a:extLst>
                <a:ext uri="{FF2B5EF4-FFF2-40B4-BE49-F238E27FC236}">
                  <a16:creationId xmlns:a16="http://schemas.microsoft.com/office/drawing/2014/main" id="{FF455521-3099-1734-379B-BD1C4559C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413"/>
              <a:ext cx="32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1505" name="Rectangle 32">
              <a:extLst>
                <a:ext uri="{FF2B5EF4-FFF2-40B4-BE49-F238E27FC236}">
                  <a16:creationId xmlns:a16="http://schemas.microsoft.com/office/drawing/2014/main" id="{539D3346-8EF2-E494-AFA1-1F0685BCD8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" y="3425"/>
              <a:ext cx="50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</a:p>
          </p:txBody>
        </p:sp>
        <p:sp>
          <p:nvSpPr>
            <p:cNvPr id="61506" name="Rectangle 33">
              <a:extLst>
                <a:ext uri="{FF2B5EF4-FFF2-40B4-BE49-F238E27FC236}">
                  <a16:creationId xmlns:a16="http://schemas.microsoft.com/office/drawing/2014/main" id="{1CF2B0D7-A86D-60E3-8E4E-06B9C255DE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395"/>
              <a:ext cx="3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1507" name="Rectangle 34">
              <a:extLst>
                <a:ext uri="{FF2B5EF4-FFF2-40B4-BE49-F238E27FC236}">
                  <a16:creationId xmlns:a16="http://schemas.microsoft.com/office/drawing/2014/main" id="{0DDCA8A7-771A-D7EA-AEF7-47989226A5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1" y="3369"/>
              <a:ext cx="31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 sz="2400" b="1"/>
            </a:p>
          </p:txBody>
        </p:sp>
        <p:sp>
          <p:nvSpPr>
            <p:cNvPr id="81" name="Rectangle 36">
              <a:extLst>
                <a:ext uri="{FF2B5EF4-FFF2-40B4-BE49-F238E27FC236}">
                  <a16:creationId xmlns:a16="http://schemas.microsoft.com/office/drawing/2014/main" id="{DA23A953-C124-3A7A-8B93-DF281150D2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9" y="3801"/>
              <a:ext cx="716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J</a:t>
              </a:r>
              <a:r>
                <a:rPr lang="en-US" altLang="zh-CN" sz="32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，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K</a:t>
              </a:r>
              <a:r>
                <a:rPr lang="en-US" altLang="zh-CN" sz="32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</a:p>
          </p:txBody>
        </p:sp>
      </p:grpSp>
      <p:grpSp>
        <p:nvGrpSpPr>
          <p:cNvPr id="61446" name="Group 4">
            <a:extLst>
              <a:ext uri="{FF2B5EF4-FFF2-40B4-BE49-F238E27FC236}">
                <a16:creationId xmlns:a16="http://schemas.microsoft.com/office/drawing/2014/main" id="{F7E7248C-19F8-C1F6-0BF1-5B5B8F4E1BEA}"/>
              </a:ext>
            </a:extLst>
          </p:cNvPr>
          <p:cNvGrpSpPr>
            <a:grpSpLocks/>
          </p:cNvGrpSpPr>
          <p:nvPr/>
        </p:nvGrpSpPr>
        <p:grpSpPr bwMode="auto">
          <a:xfrm>
            <a:off x="339725" y="844550"/>
            <a:ext cx="3952875" cy="3054350"/>
            <a:chOff x="6" y="2159"/>
            <a:chExt cx="2490" cy="1924"/>
          </a:xfrm>
        </p:grpSpPr>
        <p:sp>
          <p:nvSpPr>
            <p:cNvPr id="119" name="Rectangle 5">
              <a:extLst>
                <a:ext uri="{FF2B5EF4-FFF2-40B4-BE49-F238E27FC236}">
                  <a16:creationId xmlns:a16="http://schemas.microsoft.com/office/drawing/2014/main" id="{3ED3AB48-3E6E-539C-9CB7-CB216F2783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120" name="Rectangle 6">
              <a:extLst>
                <a:ext uri="{FF2B5EF4-FFF2-40B4-BE49-F238E27FC236}">
                  <a16:creationId xmlns:a16="http://schemas.microsoft.com/office/drawing/2014/main" id="{CEC5D7B2-DC76-A757-60FE-0A96FFB15C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0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</a:p>
          </p:txBody>
        </p:sp>
        <p:sp>
          <p:nvSpPr>
            <p:cNvPr id="121" name="Rectangle 7">
              <a:extLst>
                <a:ext uri="{FF2B5EF4-FFF2-40B4-BE49-F238E27FC236}">
                  <a16:creationId xmlns:a16="http://schemas.microsoft.com/office/drawing/2014/main" id="{0F32FE14-95B7-BD1C-5C38-A959D467D4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61452" name="Line 8">
              <a:extLst>
                <a:ext uri="{FF2B5EF4-FFF2-40B4-BE49-F238E27FC236}">
                  <a16:creationId xmlns:a16="http://schemas.microsoft.com/office/drawing/2014/main" id="{362B0782-F937-1E75-3134-CBB68D7B33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3" name="Line 9">
              <a:extLst>
                <a:ext uri="{FF2B5EF4-FFF2-40B4-BE49-F238E27FC236}">
                  <a16:creationId xmlns:a16="http://schemas.microsoft.com/office/drawing/2014/main" id="{7768718E-E4A4-FFC4-65E5-00B32CF168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4" name="Line 10">
              <a:extLst>
                <a:ext uri="{FF2B5EF4-FFF2-40B4-BE49-F238E27FC236}">
                  <a16:creationId xmlns:a16="http://schemas.microsoft.com/office/drawing/2014/main" id="{2C033F02-D3C1-4E33-D58A-BB88AF1055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5" name="Line 11">
              <a:extLst>
                <a:ext uri="{FF2B5EF4-FFF2-40B4-BE49-F238E27FC236}">
                  <a16:creationId xmlns:a16="http://schemas.microsoft.com/office/drawing/2014/main" id="{FE17C12A-81E3-2C42-F3E7-956C6D9AB3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6" name="Line 12">
              <a:extLst>
                <a:ext uri="{FF2B5EF4-FFF2-40B4-BE49-F238E27FC236}">
                  <a16:creationId xmlns:a16="http://schemas.microsoft.com/office/drawing/2014/main" id="{8CDDD622-8F8B-D3F5-E093-9F0B8F33CF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7" name="Line 13">
              <a:extLst>
                <a:ext uri="{FF2B5EF4-FFF2-40B4-BE49-F238E27FC236}">
                  <a16:creationId xmlns:a16="http://schemas.microsoft.com/office/drawing/2014/main" id="{5FEAA440-1595-10B3-EA05-E22AFC275B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8" name="Line 14">
              <a:extLst>
                <a:ext uri="{FF2B5EF4-FFF2-40B4-BE49-F238E27FC236}">
                  <a16:creationId xmlns:a16="http://schemas.microsoft.com/office/drawing/2014/main" id="{388ABF8F-C86D-BBB0-C706-82C5DAAE32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59" name="Line 15">
              <a:extLst>
                <a:ext uri="{FF2B5EF4-FFF2-40B4-BE49-F238E27FC236}">
                  <a16:creationId xmlns:a16="http://schemas.microsoft.com/office/drawing/2014/main" id="{122C936C-921A-E7C7-488F-D6E7BF6DED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0" name="Line 16">
              <a:extLst>
                <a:ext uri="{FF2B5EF4-FFF2-40B4-BE49-F238E27FC236}">
                  <a16:creationId xmlns:a16="http://schemas.microsoft.com/office/drawing/2014/main" id="{89B477BA-3CD1-AC55-0916-6E05E6411D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461" name="Text Box 17">
              <a:extLst>
                <a:ext uri="{FF2B5EF4-FFF2-40B4-BE49-F238E27FC236}">
                  <a16:creationId xmlns:a16="http://schemas.microsoft.com/office/drawing/2014/main" id="{13ACD7CC-C32E-E7AC-F282-55998ACBC1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61462" name="Text Box 18">
              <a:extLst>
                <a:ext uri="{FF2B5EF4-FFF2-40B4-BE49-F238E27FC236}">
                  <a16:creationId xmlns:a16="http://schemas.microsoft.com/office/drawing/2014/main" id="{911175E9-66B5-0BBC-E484-AB707D4DE6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133" name="Text Box 19">
              <a:extLst>
                <a:ext uri="{FF2B5EF4-FFF2-40B4-BE49-F238E27FC236}">
                  <a16:creationId xmlns:a16="http://schemas.microsoft.com/office/drawing/2014/main" id="{2CB34AB8-78F6-3402-4738-E6CF293110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</a:p>
          </p:txBody>
        </p:sp>
        <p:grpSp>
          <p:nvGrpSpPr>
            <p:cNvPr id="61464" name="Group 20">
              <a:extLst>
                <a:ext uri="{FF2B5EF4-FFF2-40B4-BE49-F238E27FC236}">
                  <a16:creationId xmlns:a16="http://schemas.microsoft.com/office/drawing/2014/main" id="{A78A6886-7FBB-129A-1ADF-FE1DC22B86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61478" name="Text Box 21">
                <a:extLst>
                  <a:ext uri="{FF2B5EF4-FFF2-40B4-BE49-F238E27FC236}">
                    <a16:creationId xmlns:a16="http://schemas.microsoft.com/office/drawing/2014/main" id="{8F827941-C6EA-873E-4B85-753C22883F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</a:p>
            </p:txBody>
          </p:sp>
          <p:sp>
            <p:nvSpPr>
              <p:cNvPr id="61479" name="Text Box 22">
                <a:extLst>
                  <a:ext uri="{FF2B5EF4-FFF2-40B4-BE49-F238E27FC236}">
                    <a16:creationId xmlns:a16="http://schemas.microsoft.com/office/drawing/2014/main" id="{A433B6A4-23A5-DC6E-07DF-34710E198F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</a:p>
            </p:txBody>
          </p:sp>
        </p:grpSp>
        <p:sp>
          <p:nvSpPr>
            <p:cNvPr id="61465" name="Text Box 23">
              <a:extLst>
                <a:ext uri="{FF2B5EF4-FFF2-40B4-BE49-F238E27FC236}">
                  <a16:creationId xmlns:a16="http://schemas.microsoft.com/office/drawing/2014/main" id="{61E6E07D-C095-1809-63A1-89E520C2FF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</a:p>
          </p:txBody>
        </p:sp>
        <p:sp>
          <p:nvSpPr>
            <p:cNvPr id="61466" name="Text Box 24">
              <a:extLst>
                <a:ext uri="{FF2B5EF4-FFF2-40B4-BE49-F238E27FC236}">
                  <a16:creationId xmlns:a16="http://schemas.microsoft.com/office/drawing/2014/main" id="{409AE3C1-C4E2-DC62-0DB3-6540A64C35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</a:p>
          </p:txBody>
        </p:sp>
        <p:sp>
          <p:nvSpPr>
            <p:cNvPr id="61467" name="Text Box 25">
              <a:extLst>
                <a:ext uri="{FF2B5EF4-FFF2-40B4-BE49-F238E27FC236}">
                  <a16:creationId xmlns:a16="http://schemas.microsoft.com/office/drawing/2014/main" id="{A78A4C7D-948C-1673-38CD-186CCB0DF8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</a:p>
          </p:txBody>
        </p:sp>
        <p:sp>
          <p:nvSpPr>
            <p:cNvPr id="61468" name="Text Box 26">
              <a:extLst>
                <a:ext uri="{FF2B5EF4-FFF2-40B4-BE49-F238E27FC236}">
                  <a16:creationId xmlns:a16="http://schemas.microsoft.com/office/drawing/2014/main" id="{2080CF4D-1BC1-E0F9-BEF0-95937B0C2F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</a:p>
          </p:txBody>
        </p:sp>
        <p:sp>
          <p:nvSpPr>
            <p:cNvPr id="61469" name="Rectangle 27">
              <a:extLst>
                <a:ext uri="{FF2B5EF4-FFF2-40B4-BE49-F238E27FC236}">
                  <a16:creationId xmlns:a16="http://schemas.microsoft.com/office/drawing/2014/main" id="{20A48103-60B9-5E89-9EB1-73003141C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1470" name="Rectangle 28">
              <a:extLst>
                <a:ext uri="{FF2B5EF4-FFF2-40B4-BE49-F238E27FC236}">
                  <a16:creationId xmlns:a16="http://schemas.microsoft.com/office/drawing/2014/main" id="{252AC730-5537-CBA0-16CB-BDFCECD3E1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900"/>
              <a:ext cx="26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endParaRPr lang="en-US" altLang="zh-CN" sz="2400" b="1"/>
            </a:p>
          </p:txBody>
        </p:sp>
        <p:sp>
          <p:nvSpPr>
            <p:cNvPr id="61471" name="Rectangle 29">
              <a:extLst>
                <a:ext uri="{FF2B5EF4-FFF2-40B4-BE49-F238E27FC236}">
                  <a16:creationId xmlns:a16="http://schemas.microsoft.com/office/drawing/2014/main" id="{78E1F3FE-7F7E-E53E-5C49-E96FC6C11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9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1472" name="Rectangle 30">
              <a:extLst>
                <a:ext uri="{FF2B5EF4-FFF2-40B4-BE49-F238E27FC236}">
                  <a16:creationId xmlns:a16="http://schemas.microsoft.com/office/drawing/2014/main" id="{C2E37A4C-244E-A188-19C4-C05772D1E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1473" name="Rectangle 31">
              <a:extLst>
                <a:ext uri="{FF2B5EF4-FFF2-40B4-BE49-F238E27FC236}">
                  <a16:creationId xmlns:a16="http://schemas.microsoft.com/office/drawing/2014/main" id="{E2951E93-A598-3E85-4152-728136864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endParaRPr lang="en-US" altLang="zh-CN" sz="2400" b="1"/>
            </a:p>
          </p:txBody>
        </p:sp>
        <p:sp>
          <p:nvSpPr>
            <p:cNvPr id="61474" name="Rectangle 32">
              <a:extLst>
                <a:ext uri="{FF2B5EF4-FFF2-40B4-BE49-F238E27FC236}">
                  <a16:creationId xmlns:a16="http://schemas.microsoft.com/office/drawing/2014/main" id="{7AF0C9E8-DF5D-54D5-A4BA-596FF66572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" y="3427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</a:p>
          </p:txBody>
        </p:sp>
        <p:sp>
          <p:nvSpPr>
            <p:cNvPr id="61475" name="Rectangle 33">
              <a:extLst>
                <a:ext uri="{FF2B5EF4-FFF2-40B4-BE49-F238E27FC236}">
                  <a16:creationId xmlns:a16="http://schemas.microsoft.com/office/drawing/2014/main" id="{C5F3409C-BA5E-57CF-AFBD-72F34A6B3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396"/>
              <a:ext cx="3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1476" name="Rectangle 34">
              <a:extLst>
                <a:ext uri="{FF2B5EF4-FFF2-40B4-BE49-F238E27FC236}">
                  <a16:creationId xmlns:a16="http://schemas.microsoft.com/office/drawing/2014/main" id="{78F6E2E5-A46D-7DBB-889A-07757B4D3D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36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47" name="Rectangle 36">
              <a:extLst>
                <a:ext uri="{FF2B5EF4-FFF2-40B4-BE49-F238E27FC236}">
                  <a16:creationId xmlns:a16="http://schemas.microsoft.com/office/drawing/2014/main" id="{125E735E-B5DA-508F-1128-2D59542EA3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3792"/>
              <a:ext cx="556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0n+1</a:t>
              </a:r>
            </a:p>
          </p:txBody>
        </p:sp>
      </p:grpSp>
      <p:sp>
        <p:nvSpPr>
          <p:cNvPr id="83" name="文本框 82">
            <a:extLst>
              <a:ext uri="{FF2B5EF4-FFF2-40B4-BE49-F238E27FC236}">
                <a16:creationId xmlns:a16="http://schemas.microsoft.com/office/drawing/2014/main" id="{9D054F5F-22D1-AB4C-C484-BD61D3808BA4}"/>
              </a:ext>
            </a:extLst>
          </p:cNvPr>
          <p:cNvSpPr txBox="1"/>
          <p:nvPr/>
        </p:nvSpPr>
        <p:spPr>
          <a:xfrm>
            <a:off x="5837238" y="4227513"/>
            <a:ext cx="120332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/>
              <a:t>J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2310316C-F950-0078-A938-894E5F2EA1A1}"/>
              </a:ext>
            </a:extLst>
          </p:cNvPr>
          <p:cNvSpPr txBox="1"/>
          <p:nvPr/>
        </p:nvSpPr>
        <p:spPr>
          <a:xfrm>
            <a:off x="5868988" y="4868863"/>
            <a:ext cx="258127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/>
              <a:t>K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dirty="0"/>
              <a:t>= 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 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dirty="0"/>
              <a:t>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P spid="84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73F1E6-3EB5-5218-4EC1-A9C78FAB7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60BBDA-127F-DBC5-1630-3BA432094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53865574-757A-486A-A029-FF0B0E6B6C02}" type="slidenum">
              <a:rPr lang="en-US" altLang="zh-CN" sz="1000" smtClean="0"/>
              <a:pPr>
                <a:defRPr/>
              </a:pPr>
              <a:t>63</a:t>
            </a:fld>
            <a:endParaRPr lang="en-US" altLang="zh-CN" sz="100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B8AEC07-C446-60F8-6F08-FE872A720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550" y="1273175"/>
            <a:ext cx="7924800" cy="4648200"/>
          </a:xfrm>
        </p:spPr>
        <p:txBody>
          <a:bodyPr/>
          <a:lstStyle/>
          <a:p>
            <a:pPr>
              <a:defRPr/>
            </a:pP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触发器设计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脉冲序列信号发生器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378EEF4-A8BB-F28F-564D-56D67A751B53}"/>
              </a:ext>
            </a:extLst>
          </p:cNvPr>
          <p:cNvSpPr/>
          <p:nvPr/>
        </p:nvSpPr>
        <p:spPr>
          <a:xfrm>
            <a:off x="755650" y="1971675"/>
            <a:ext cx="2865438" cy="831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脉冲序列信号发生器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的激励函数：</a:t>
            </a:r>
            <a:endParaRPr lang="zh-CN" altLang="en-US" sz="24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A29F576-B827-B5F7-D59C-FCC3893B8EE9}"/>
              </a:ext>
            </a:extLst>
          </p:cNvPr>
          <p:cNvSpPr/>
          <p:nvPr/>
        </p:nvSpPr>
        <p:spPr>
          <a:xfrm>
            <a:off x="6227763" y="3517900"/>
            <a:ext cx="2347912" cy="46196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原理图略</a:t>
            </a:r>
            <a:endParaRPr lang="zh-CN" altLang="en-US" sz="2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72A2A93-73CC-8BD6-D613-3917E0C0B895}"/>
              </a:ext>
            </a:extLst>
          </p:cNvPr>
          <p:cNvSpPr txBox="1"/>
          <p:nvPr/>
        </p:nvSpPr>
        <p:spPr>
          <a:xfrm>
            <a:off x="506413" y="3321050"/>
            <a:ext cx="1201737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/>
              <a:t>J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7274D2A-D0E8-B082-20CD-6196614B7FA5}"/>
              </a:ext>
            </a:extLst>
          </p:cNvPr>
          <p:cNvSpPr txBox="1"/>
          <p:nvPr/>
        </p:nvSpPr>
        <p:spPr>
          <a:xfrm>
            <a:off x="523875" y="4002088"/>
            <a:ext cx="1201738" cy="5603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     —</a:t>
            </a:r>
          </a:p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K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A062815-1E4C-480C-D5F7-DF686138A0CD}"/>
              </a:ext>
            </a:extLst>
          </p:cNvPr>
          <p:cNvSpPr txBox="1"/>
          <p:nvPr/>
        </p:nvSpPr>
        <p:spPr>
          <a:xfrm>
            <a:off x="2362200" y="3357563"/>
            <a:ext cx="1201738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/>
              <a:t>J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78760C6-DD74-8BE8-76FC-B9AC5624B68B}"/>
              </a:ext>
            </a:extLst>
          </p:cNvPr>
          <p:cNvSpPr txBox="1"/>
          <p:nvPr/>
        </p:nvSpPr>
        <p:spPr>
          <a:xfrm>
            <a:off x="2287588" y="4048125"/>
            <a:ext cx="1201737" cy="5603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     —</a:t>
            </a:r>
          </a:p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K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1C494BC-7405-D40B-4A3B-B33AA7AF21CC}"/>
              </a:ext>
            </a:extLst>
          </p:cNvPr>
          <p:cNvSpPr txBox="1"/>
          <p:nvPr/>
        </p:nvSpPr>
        <p:spPr>
          <a:xfrm>
            <a:off x="4092575" y="3440113"/>
            <a:ext cx="1201738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/>
              <a:t>J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94DA9B6-66E6-5257-7608-A2B965F049D8}"/>
              </a:ext>
            </a:extLst>
          </p:cNvPr>
          <p:cNvSpPr txBox="1"/>
          <p:nvPr/>
        </p:nvSpPr>
        <p:spPr>
          <a:xfrm>
            <a:off x="4122738" y="4083050"/>
            <a:ext cx="2581275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/>
              <a:t>K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dirty="0"/>
              <a:t>= 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 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dirty="0"/>
              <a:t>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  <p:bldP spid="21" grpId="0"/>
      <p:bldP spid="22" grpId="0"/>
      <p:bldP spid="23" grpId="0"/>
      <p:bldP spid="24" grpId="0"/>
      <p:bldP spid="2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87B2AA-8A25-A3F3-5C56-6DBBE4542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检查能否自启动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40BC60-CE61-7608-AA37-B05D32D7A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2FBCB55-090A-41E7-9D88-62E980E75EC4}" type="slidenum">
              <a:rPr lang="en-US" altLang="zh-CN" sz="1000" smtClean="0"/>
              <a:pPr>
                <a:defRPr/>
              </a:pPr>
              <a:t>64</a:t>
            </a:fld>
            <a:endParaRPr lang="en-US" altLang="zh-CN" sz="1000"/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B114416A-F01D-B89F-196F-39A7E6FEAFC5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2565400"/>
            <a:ext cx="3952875" cy="3287713"/>
            <a:chOff x="6" y="2159"/>
            <a:chExt cx="2490" cy="2071"/>
          </a:xfrm>
        </p:grpSpPr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5B17AE42-8AE8-516E-900E-432524976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A3FE89AD-764C-E932-CFF8-54AEDE2CE8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0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</a:p>
          </p:txBody>
        </p:sp>
        <p:sp>
          <p:nvSpPr>
            <p:cNvPr id="14" name="Rectangle 7">
              <a:extLst>
                <a:ext uri="{FF2B5EF4-FFF2-40B4-BE49-F238E27FC236}">
                  <a16:creationId xmlns:a16="http://schemas.microsoft.com/office/drawing/2014/main" id="{862BA429-D6D6-4FD5-05B8-0D2229232C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63515" name="Line 8">
              <a:extLst>
                <a:ext uri="{FF2B5EF4-FFF2-40B4-BE49-F238E27FC236}">
                  <a16:creationId xmlns:a16="http://schemas.microsoft.com/office/drawing/2014/main" id="{F9A4E8E9-05A8-E30C-2953-35DA49042F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16" name="Line 9">
              <a:extLst>
                <a:ext uri="{FF2B5EF4-FFF2-40B4-BE49-F238E27FC236}">
                  <a16:creationId xmlns:a16="http://schemas.microsoft.com/office/drawing/2014/main" id="{0C7A6723-F063-D04F-8699-CDC90561AC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17" name="Line 10">
              <a:extLst>
                <a:ext uri="{FF2B5EF4-FFF2-40B4-BE49-F238E27FC236}">
                  <a16:creationId xmlns:a16="http://schemas.microsoft.com/office/drawing/2014/main" id="{AD682C3D-BDD7-48B5-E61B-7F27855324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18" name="Line 11">
              <a:extLst>
                <a:ext uri="{FF2B5EF4-FFF2-40B4-BE49-F238E27FC236}">
                  <a16:creationId xmlns:a16="http://schemas.microsoft.com/office/drawing/2014/main" id="{045EA950-1A31-0B1A-A0AB-DC3965C24C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19" name="Line 12">
              <a:extLst>
                <a:ext uri="{FF2B5EF4-FFF2-40B4-BE49-F238E27FC236}">
                  <a16:creationId xmlns:a16="http://schemas.microsoft.com/office/drawing/2014/main" id="{81D226BA-61B3-B7A2-8F0E-33308D9FFB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0" name="Line 13">
              <a:extLst>
                <a:ext uri="{FF2B5EF4-FFF2-40B4-BE49-F238E27FC236}">
                  <a16:creationId xmlns:a16="http://schemas.microsoft.com/office/drawing/2014/main" id="{1F7F4B8A-E395-2E70-5938-504A9AA73B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1" name="Line 14">
              <a:extLst>
                <a:ext uri="{FF2B5EF4-FFF2-40B4-BE49-F238E27FC236}">
                  <a16:creationId xmlns:a16="http://schemas.microsoft.com/office/drawing/2014/main" id="{513F6A7C-95D4-9F58-CAA7-F946FFE32F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2" name="Line 15">
              <a:extLst>
                <a:ext uri="{FF2B5EF4-FFF2-40B4-BE49-F238E27FC236}">
                  <a16:creationId xmlns:a16="http://schemas.microsoft.com/office/drawing/2014/main" id="{137A40CF-40E4-EC3E-E440-DBA88DF2EE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3" name="Line 16">
              <a:extLst>
                <a:ext uri="{FF2B5EF4-FFF2-40B4-BE49-F238E27FC236}">
                  <a16:creationId xmlns:a16="http://schemas.microsoft.com/office/drawing/2014/main" id="{EB13E747-2AEE-1BBD-F798-5F271AA9EF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524" name="Text Box 17">
              <a:extLst>
                <a:ext uri="{FF2B5EF4-FFF2-40B4-BE49-F238E27FC236}">
                  <a16:creationId xmlns:a16="http://schemas.microsoft.com/office/drawing/2014/main" id="{A0364CC3-A23A-561F-75E0-5B49552D28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63525" name="Text Box 18">
              <a:extLst>
                <a:ext uri="{FF2B5EF4-FFF2-40B4-BE49-F238E27FC236}">
                  <a16:creationId xmlns:a16="http://schemas.microsoft.com/office/drawing/2014/main" id="{9575826B-0694-84DA-8DDA-292E7C4DEF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26" name="Text Box 19">
              <a:extLst>
                <a:ext uri="{FF2B5EF4-FFF2-40B4-BE49-F238E27FC236}">
                  <a16:creationId xmlns:a16="http://schemas.microsoft.com/office/drawing/2014/main" id="{2143E280-CA3F-5988-5F59-DC23653117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</a:p>
          </p:txBody>
        </p:sp>
        <p:grpSp>
          <p:nvGrpSpPr>
            <p:cNvPr id="63527" name="Group 20">
              <a:extLst>
                <a:ext uri="{FF2B5EF4-FFF2-40B4-BE49-F238E27FC236}">
                  <a16:creationId xmlns:a16="http://schemas.microsoft.com/office/drawing/2014/main" id="{D3363F4D-7EBD-F178-7AC5-9D7068A6B2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63541" name="Text Box 21">
                <a:extLst>
                  <a:ext uri="{FF2B5EF4-FFF2-40B4-BE49-F238E27FC236}">
                    <a16:creationId xmlns:a16="http://schemas.microsoft.com/office/drawing/2014/main" id="{EBCE5270-2B7C-2929-B3B8-A568804A77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</a:p>
            </p:txBody>
          </p:sp>
          <p:sp>
            <p:nvSpPr>
              <p:cNvPr id="63542" name="Text Box 22">
                <a:extLst>
                  <a:ext uri="{FF2B5EF4-FFF2-40B4-BE49-F238E27FC236}">
                    <a16:creationId xmlns:a16="http://schemas.microsoft.com/office/drawing/2014/main" id="{9E98B745-70A7-8F5A-1167-55605D968C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</a:p>
            </p:txBody>
          </p:sp>
        </p:grpSp>
        <p:sp>
          <p:nvSpPr>
            <p:cNvPr id="63528" name="Text Box 23">
              <a:extLst>
                <a:ext uri="{FF2B5EF4-FFF2-40B4-BE49-F238E27FC236}">
                  <a16:creationId xmlns:a16="http://schemas.microsoft.com/office/drawing/2014/main" id="{13352FE9-5FC0-7A11-76F9-ADE2794210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</a:p>
          </p:txBody>
        </p:sp>
        <p:sp>
          <p:nvSpPr>
            <p:cNvPr id="63529" name="Text Box 24">
              <a:extLst>
                <a:ext uri="{FF2B5EF4-FFF2-40B4-BE49-F238E27FC236}">
                  <a16:creationId xmlns:a16="http://schemas.microsoft.com/office/drawing/2014/main" id="{FC1CE3D7-E6D9-05F7-070F-C69782C99B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</a:p>
          </p:txBody>
        </p:sp>
        <p:sp>
          <p:nvSpPr>
            <p:cNvPr id="63530" name="Text Box 25">
              <a:extLst>
                <a:ext uri="{FF2B5EF4-FFF2-40B4-BE49-F238E27FC236}">
                  <a16:creationId xmlns:a16="http://schemas.microsoft.com/office/drawing/2014/main" id="{6E394950-AA96-CDAA-5415-317248486E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</a:p>
          </p:txBody>
        </p:sp>
        <p:sp>
          <p:nvSpPr>
            <p:cNvPr id="63531" name="Text Box 26">
              <a:extLst>
                <a:ext uri="{FF2B5EF4-FFF2-40B4-BE49-F238E27FC236}">
                  <a16:creationId xmlns:a16="http://schemas.microsoft.com/office/drawing/2014/main" id="{D12C24EB-8052-8121-5EF0-7D00782BE7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</a:p>
          </p:txBody>
        </p:sp>
        <p:sp>
          <p:nvSpPr>
            <p:cNvPr id="63532" name="Rectangle 27">
              <a:extLst>
                <a:ext uri="{FF2B5EF4-FFF2-40B4-BE49-F238E27FC236}">
                  <a16:creationId xmlns:a16="http://schemas.microsoft.com/office/drawing/2014/main" id="{821E3425-A775-194C-4EB9-5846DAEF7A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" y="2899"/>
              <a:ext cx="45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011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3533" name="Rectangle 28">
              <a:extLst>
                <a:ext uri="{FF2B5EF4-FFF2-40B4-BE49-F238E27FC236}">
                  <a16:creationId xmlns:a16="http://schemas.microsoft.com/office/drawing/2014/main" id="{00B4CE50-A242-4FDA-F990-59480EC1B6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" y="2899"/>
              <a:ext cx="26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endParaRPr lang="en-US" altLang="zh-CN" sz="2400" b="1"/>
            </a:p>
          </p:txBody>
        </p:sp>
        <p:sp>
          <p:nvSpPr>
            <p:cNvPr id="63534" name="Rectangle 29">
              <a:extLst>
                <a:ext uri="{FF2B5EF4-FFF2-40B4-BE49-F238E27FC236}">
                  <a16:creationId xmlns:a16="http://schemas.microsoft.com/office/drawing/2014/main" id="{36101ECC-1E6C-5D79-34AC-9C7BC7AB2F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0" y="2924"/>
              <a:ext cx="43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110</a:t>
              </a:r>
            </a:p>
          </p:txBody>
        </p:sp>
        <p:sp>
          <p:nvSpPr>
            <p:cNvPr id="63535" name="Rectangle 30">
              <a:extLst>
                <a:ext uri="{FF2B5EF4-FFF2-40B4-BE49-F238E27FC236}">
                  <a16:creationId xmlns:a16="http://schemas.microsoft.com/office/drawing/2014/main" id="{66855626-F6A5-B841-DF52-D430C88E82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2" y="2904"/>
              <a:ext cx="46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100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3536" name="Rectangle 31">
              <a:extLst>
                <a:ext uri="{FF2B5EF4-FFF2-40B4-BE49-F238E27FC236}">
                  <a16:creationId xmlns:a16="http://schemas.microsoft.com/office/drawing/2014/main" id="{51377BB0-35F5-CD7F-4111-5ECA3CF70B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" y="3414"/>
              <a:ext cx="40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010</a:t>
              </a:r>
              <a:endParaRPr lang="en-US" altLang="zh-CN" sz="2400" b="1"/>
            </a:p>
          </p:txBody>
        </p:sp>
        <p:sp>
          <p:nvSpPr>
            <p:cNvPr id="63537" name="Rectangle 32">
              <a:extLst>
                <a:ext uri="{FF2B5EF4-FFF2-40B4-BE49-F238E27FC236}">
                  <a16:creationId xmlns:a16="http://schemas.microsoft.com/office/drawing/2014/main" id="{C9077F47-4FBD-0599-E35C-9E03848BBA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" y="3424"/>
              <a:ext cx="45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001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</a:p>
          </p:txBody>
        </p:sp>
        <p:sp>
          <p:nvSpPr>
            <p:cNvPr id="63538" name="Rectangle 33">
              <a:extLst>
                <a:ext uri="{FF2B5EF4-FFF2-40B4-BE49-F238E27FC236}">
                  <a16:creationId xmlns:a16="http://schemas.microsoft.com/office/drawing/2014/main" id="{5DB10954-CBBB-C828-9E09-3C4F83BE7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0" y="3400"/>
              <a:ext cx="42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3539" name="Rectangle 34">
              <a:extLst>
                <a:ext uri="{FF2B5EF4-FFF2-40B4-BE49-F238E27FC236}">
                  <a16:creationId xmlns:a16="http://schemas.microsoft.com/office/drawing/2014/main" id="{741D8FB8-3568-406E-5854-3A78FC1463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0" y="3414"/>
              <a:ext cx="40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101</a:t>
              </a:r>
            </a:p>
          </p:txBody>
        </p:sp>
        <p:sp>
          <p:nvSpPr>
            <p:cNvPr id="40" name="Rectangle 36">
              <a:extLst>
                <a:ext uri="{FF2B5EF4-FFF2-40B4-BE49-F238E27FC236}">
                  <a16:creationId xmlns:a16="http://schemas.microsoft.com/office/drawing/2014/main" id="{4475CEAE-A7BE-B954-84BE-418A86797A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" y="3784"/>
              <a:ext cx="1403" cy="44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2n+1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1n+1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0n+1</a:t>
              </a:r>
            </a:p>
            <a:p>
              <a:pPr eaLnBrk="1" hangingPunct="1">
                <a:defRPr/>
              </a:pP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9179B3F6-DE8F-C8A2-6B21-998B653789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2470150"/>
            <a:ext cx="3246438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检查两个状态：</a:t>
            </a:r>
            <a:r>
              <a:rPr lang="en-US" altLang="zh-CN" sz="2800"/>
              <a:t>000</a:t>
            </a:r>
            <a:r>
              <a:rPr lang="zh-CN" altLang="en-US" sz="2800"/>
              <a:t>和</a:t>
            </a:r>
            <a:r>
              <a:rPr lang="en-US" altLang="zh-CN" sz="2800"/>
              <a:t>111</a:t>
            </a:r>
            <a:r>
              <a:rPr lang="zh-CN" altLang="en-US" sz="2800"/>
              <a:t>的次态。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E81A13C-C1A9-24B0-9C27-3B7DFBC559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8100" y="3517900"/>
            <a:ext cx="32464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/>
              <a:t>现态</a:t>
            </a:r>
            <a:r>
              <a:rPr lang="en-US" altLang="zh-CN" sz="2400"/>
              <a:t>000</a:t>
            </a:r>
            <a:r>
              <a:rPr lang="zh-CN" altLang="en-US" sz="2400"/>
              <a:t>：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7376B25-EC52-F8E5-1F64-0CFC2230A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7625" y="3981450"/>
            <a:ext cx="36210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J</a:t>
            </a:r>
            <a:r>
              <a:rPr lang="en-US" altLang="zh-CN" sz="2400" baseline="-25000"/>
              <a:t>2</a:t>
            </a:r>
            <a:r>
              <a:rPr lang="en-US" altLang="zh-CN" sz="2400"/>
              <a:t>=0</a:t>
            </a:r>
            <a:r>
              <a:rPr lang="zh-CN" altLang="en-US" sz="2400"/>
              <a:t>，</a:t>
            </a:r>
            <a:r>
              <a:rPr lang="en-US" altLang="zh-CN" sz="2400"/>
              <a:t>K</a:t>
            </a:r>
            <a:r>
              <a:rPr lang="en-US" altLang="zh-CN" sz="2400" baseline="-25000"/>
              <a:t>2</a:t>
            </a:r>
            <a:r>
              <a:rPr lang="en-US" altLang="zh-CN" sz="2400"/>
              <a:t>=1</a:t>
            </a:r>
            <a:r>
              <a:rPr lang="zh-CN" altLang="en-US" sz="2400"/>
              <a:t>所以</a:t>
            </a:r>
            <a:r>
              <a:rPr lang="en-US" altLang="zh-CN" sz="2400"/>
              <a:t>Q</a:t>
            </a:r>
            <a:r>
              <a:rPr lang="en-US" altLang="zh-CN" sz="2400" baseline="-25000"/>
              <a:t>2n+1</a:t>
            </a:r>
            <a:r>
              <a:rPr lang="en-US" altLang="zh-CN" sz="2400"/>
              <a:t>=0</a:t>
            </a:r>
            <a:endParaRPr lang="zh-CN" altLang="en-US" sz="240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C420CD1-90DD-0349-DFD0-BC3D91475A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1913" y="4394200"/>
            <a:ext cx="36210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J</a:t>
            </a:r>
            <a:r>
              <a:rPr lang="en-US" altLang="zh-CN" sz="2400" baseline="-25000"/>
              <a:t>1</a:t>
            </a:r>
            <a:r>
              <a:rPr lang="en-US" altLang="zh-CN" sz="2400"/>
              <a:t>=0</a:t>
            </a:r>
            <a:r>
              <a:rPr lang="zh-CN" altLang="en-US" sz="2400"/>
              <a:t>，</a:t>
            </a:r>
            <a:r>
              <a:rPr lang="en-US" altLang="zh-CN" sz="2400"/>
              <a:t>K</a:t>
            </a:r>
            <a:r>
              <a:rPr lang="en-US" altLang="zh-CN" sz="2400" baseline="-25000"/>
              <a:t>1</a:t>
            </a:r>
            <a:r>
              <a:rPr lang="en-US" altLang="zh-CN" sz="2400"/>
              <a:t>=1</a:t>
            </a:r>
            <a:r>
              <a:rPr lang="zh-CN" altLang="en-US" sz="2400"/>
              <a:t>所以</a:t>
            </a:r>
            <a:r>
              <a:rPr lang="en-US" altLang="zh-CN" sz="2400"/>
              <a:t>Q</a:t>
            </a:r>
            <a:r>
              <a:rPr lang="en-US" altLang="zh-CN" sz="2400" baseline="-25000"/>
              <a:t>1n+1</a:t>
            </a:r>
            <a:r>
              <a:rPr lang="en-US" altLang="zh-CN" sz="2400"/>
              <a:t>=0</a:t>
            </a:r>
            <a:endParaRPr lang="zh-CN" altLang="en-US" sz="240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2FFAC34-2A21-80F0-83D7-956DCECAF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4840288"/>
            <a:ext cx="36210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J</a:t>
            </a:r>
            <a:r>
              <a:rPr lang="en-US" altLang="zh-CN" sz="2400" baseline="-25000"/>
              <a:t>0</a:t>
            </a:r>
            <a:r>
              <a:rPr lang="en-US" altLang="zh-CN" sz="2400"/>
              <a:t>=0</a:t>
            </a:r>
            <a:r>
              <a:rPr lang="zh-CN" altLang="en-US" sz="2400"/>
              <a:t>，</a:t>
            </a:r>
            <a:r>
              <a:rPr lang="en-US" altLang="zh-CN" sz="2400"/>
              <a:t>K</a:t>
            </a:r>
            <a:r>
              <a:rPr lang="en-US" altLang="zh-CN" sz="2400" baseline="-25000"/>
              <a:t>0</a:t>
            </a:r>
            <a:r>
              <a:rPr lang="en-US" altLang="zh-CN" sz="2400"/>
              <a:t>=0</a:t>
            </a:r>
            <a:r>
              <a:rPr lang="zh-CN" altLang="en-US" sz="2400"/>
              <a:t>所以</a:t>
            </a:r>
            <a:r>
              <a:rPr lang="en-US" altLang="zh-CN" sz="2400"/>
              <a:t>Q</a:t>
            </a:r>
            <a:r>
              <a:rPr lang="en-US" altLang="zh-CN" sz="2400" baseline="-25000"/>
              <a:t>0n+1</a:t>
            </a:r>
            <a:r>
              <a:rPr lang="en-US" altLang="zh-CN" sz="2400"/>
              <a:t>=0</a:t>
            </a:r>
            <a:endParaRPr lang="zh-CN" altLang="en-US" sz="2400"/>
          </a:p>
        </p:txBody>
      </p:sp>
      <p:grpSp>
        <p:nvGrpSpPr>
          <p:cNvPr id="48" name="组合 8">
            <a:extLst>
              <a:ext uri="{FF2B5EF4-FFF2-40B4-BE49-F238E27FC236}">
                <a16:creationId xmlns:a16="http://schemas.microsoft.com/office/drawing/2014/main" id="{A591D5AC-AF8B-8126-E05F-A783DD84A553}"/>
              </a:ext>
            </a:extLst>
          </p:cNvPr>
          <p:cNvGrpSpPr>
            <a:grpSpLocks/>
          </p:cNvGrpSpPr>
          <p:nvPr/>
        </p:nvGrpSpPr>
        <p:grpSpPr bwMode="auto">
          <a:xfrm>
            <a:off x="5657850" y="5624513"/>
            <a:ext cx="720725" cy="720725"/>
            <a:chOff x="4067944" y="4221088"/>
            <a:chExt cx="720080" cy="720080"/>
          </a:xfrm>
        </p:grpSpPr>
        <p:sp>
          <p:nvSpPr>
            <p:cNvPr id="63510" name="椭圆 9">
              <a:extLst>
                <a:ext uri="{FF2B5EF4-FFF2-40B4-BE49-F238E27FC236}">
                  <a16:creationId xmlns:a16="http://schemas.microsoft.com/office/drawing/2014/main" id="{536586C4-541B-3698-90A1-BE2BFEB506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881BA809-613B-0A6A-1AE0-FDCC47B6F34B}"/>
                </a:ext>
              </a:extLst>
            </p:cNvPr>
            <p:cNvSpPr txBox="1"/>
            <p:nvPr/>
          </p:nvSpPr>
          <p:spPr>
            <a:xfrm>
              <a:off x="4139318" y="4381282"/>
              <a:ext cx="648706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000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1" name="组合 11">
            <a:extLst>
              <a:ext uri="{FF2B5EF4-FFF2-40B4-BE49-F238E27FC236}">
                <a16:creationId xmlns:a16="http://schemas.microsoft.com/office/drawing/2014/main" id="{7710BB61-7ECE-DF12-1F3F-4B60905A5FCD}"/>
              </a:ext>
            </a:extLst>
          </p:cNvPr>
          <p:cNvGrpSpPr>
            <a:grpSpLocks/>
          </p:cNvGrpSpPr>
          <p:nvPr/>
        </p:nvGrpSpPr>
        <p:grpSpPr bwMode="auto">
          <a:xfrm>
            <a:off x="7019925" y="5588000"/>
            <a:ext cx="719138" cy="720725"/>
            <a:chOff x="4067944" y="4221088"/>
            <a:chExt cx="720080" cy="720080"/>
          </a:xfrm>
        </p:grpSpPr>
        <p:sp>
          <p:nvSpPr>
            <p:cNvPr id="63508" name="椭圆 12">
              <a:extLst>
                <a:ext uri="{FF2B5EF4-FFF2-40B4-BE49-F238E27FC236}">
                  <a16:creationId xmlns:a16="http://schemas.microsoft.com/office/drawing/2014/main" id="{BAD5BE22-39EA-158C-2AA5-F465C1DB6A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495931AD-59D4-946C-739E-CC050646B85D}"/>
                </a:ext>
              </a:extLst>
            </p:cNvPr>
            <p:cNvSpPr txBox="1"/>
            <p:nvPr/>
          </p:nvSpPr>
          <p:spPr>
            <a:xfrm>
              <a:off x="4139476" y="4381283"/>
              <a:ext cx="648548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000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54" name="直接箭头连接符 14">
            <a:extLst>
              <a:ext uri="{FF2B5EF4-FFF2-40B4-BE49-F238E27FC236}">
                <a16:creationId xmlns:a16="http://schemas.microsoft.com/office/drawing/2014/main" id="{3743A3C9-8AFF-F941-1D2A-99F849C26CD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370638" y="5948363"/>
            <a:ext cx="649287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3501" name="组合 4">
            <a:extLst>
              <a:ext uri="{FF2B5EF4-FFF2-40B4-BE49-F238E27FC236}">
                <a16:creationId xmlns:a16="http://schemas.microsoft.com/office/drawing/2014/main" id="{6BBE19A0-0C50-F77E-3939-976EB842352D}"/>
              </a:ext>
            </a:extLst>
          </p:cNvPr>
          <p:cNvGrpSpPr>
            <a:grpSpLocks/>
          </p:cNvGrpSpPr>
          <p:nvPr/>
        </p:nvGrpSpPr>
        <p:grpSpPr bwMode="auto">
          <a:xfrm>
            <a:off x="598488" y="1057275"/>
            <a:ext cx="5224462" cy="1273175"/>
            <a:chOff x="598903" y="1057402"/>
            <a:chExt cx="5224691" cy="1272789"/>
          </a:xfrm>
        </p:grpSpPr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8392092D-D919-D9C8-1C38-9B0B6AF10C6A}"/>
                </a:ext>
              </a:extLst>
            </p:cNvPr>
            <p:cNvSpPr txBox="1"/>
            <p:nvPr/>
          </p:nvSpPr>
          <p:spPr>
            <a:xfrm>
              <a:off x="598903" y="1057402"/>
              <a:ext cx="1201790" cy="46182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dirty="0"/>
                <a:t>J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dirty="0"/>
                <a:t>=Q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1n</a:t>
              </a:r>
              <a:endParaRPr lang="zh-CN" altLang="en-US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1F0B22A7-7B35-8968-F615-0B98BB5F9A38}"/>
                </a:ext>
              </a:extLst>
            </p:cNvPr>
            <p:cNvSpPr txBox="1"/>
            <p:nvPr/>
          </p:nvSpPr>
          <p:spPr>
            <a:xfrm>
              <a:off x="616366" y="1736646"/>
              <a:ext cx="1201791" cy="56021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lnSpc>
                  <a:spcPts val="1800"/>
                </a:lnSpc>
                <a:defRPr/>
              </a:pPr>
              <a:r>
                <a:rPr lang="en-US" altLang="zh-CN" sz="2400" dirty="0"/>
                <a:t>     —</a:t>
              </a:r>
            </a:p>
            <a:p>
              <a:pPr>
                <a:lnSpc>
                  <a:spcPts val="1800"/>
                </a:lnSpc>
                <a:defRPr/>
              </a:pPr>
              <a:r>
                <a:rPr lang="en-US" altLang="zh-CN" sz="2400" dirty="0"/>
                <a:t>K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dirty="0"/>
                <a:t>=Q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1n</a:t>
              </a:r>
              <a:endParaRPr lang="zh-CN" altLang="en-US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DAEF5031-FE09-B20B-B5F4-AEE041AC823B}"/>
                </a:ext>
              </a:extLst>
            </p:cNvPr>
            <p:cNvSpPr txBox="1"/>
            <p:nvPr/>
          </p:nvSpPr>
          <p:spPr>
            <a:xfrm>
              <a:off x="1897535" y="1081208"/>
              <a:ext cx="1201790" cy="46182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dirty="0"/>
                <a:t>J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dirty="0"/>
                <a:t>=Q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0n</a:t>
              </a:r>
              <a:endParaRPr lang="zh-CN" altLang="en-US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62A033C5-EF64-6812-CAD3-0119ED2F63C8}"/>
                </a:ext>
              </a:extLst>
            </p:cNvPr>
            <p:cNvSpPr txBox="1"/>
            <p:nvPr/>
          </p:nvSpPr>
          <p:spPr>
            <a:xfrm>
              <a:off x="1930873" y="1769974"/>
              <a:ext cx="1201791" cy="56021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lnSpc>
                  <a:spcPts val="1800"/>
                </a:lnSpc>
                <a:defRPr/>
              </a:pPr>
              <a:r>
                <a:rPr lang="en-US" altLang="zh-CN" sz="2400" dirty="0"/>
                <a:t>     —</a:t>
              </a:r>
            </a:p>
            <a:p>
              <a:pPr>
                <a:lnSpc>
                  <a:spcPts val="1800"/>
                </a:lnSpc>
                <a:defRPr/>
              </a:pPr>
              <a:r>
                <a:rPr lang="en-US" altLang="zh-CN" sz="2400" dirty="0"/>
                <a:t>K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dirty="0"/>
                <a:t>=Q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0n</a:t>
              </a:r>
              <a:endParaRPr lang="zh-CN" altLang="en-US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D9B35479-431B-46F9-1087-7087DDFB509E}"/>
                </a:ext>
              </a:extLst>
            </p:cNvPr>
            <p:cNvSpPr txBox="1"/>
            <p:nvPr/>
          </p:nvSpPr>
          <p:spPr>
            <a:xfrm>
              <a:off x="3242206" y="1100252"/>
              <a:ext cx="1201791" cy="46182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dirty="0"/>
                <a:t>J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400" dirty="0"/>
                <a:t>=Q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2n</a:t>
              </a:r>
              <a:endParaRPr lang="zh-CN" altLang="en-US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ADD4A6BE-4CB5-B339-6CAB-95D8929181FB}"/>
                </a:ext>
              </a:extLst>
            </p:cNvPr>
            <p:cNvSpPr txBox="1"/>
            <p:nvPr/>
          </p:nvSpPr>
          <p:spPr>
            <a:xfrm>
              <a:off x="3242206" y="1827107"/>
              <a:ext cx="2581388" cy="46182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dirty="0"/>
                <a:t>K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400" dirty="0"/>
                <a:t>= Q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2n </a:t>
              </a:r>
              <a:r>
                <a:rPr lang="en-US" altLang="zh-CN" sz="2400" kern="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400" dirty="0"/>
                <a:t>Q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1n</a:t>
              </a:r>
              <a:endParaRPr lang="zh-CN" altLang="en-US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  <p:bldP spid="46" grpId="0"/>
      <p:bldP spid="47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ABE6FA-4FBE-1BB4-10EB-A84F004F0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8763"/>
            <a:ext cx="8382000" cy="762000"/>
          </a:xfrm>
        </p:spPr>
        <p:txBody>
          <a:bodyPr/>
          <a:lstStyle/>
          <a:p>
            <a:pPr>
              <a:defRPr/>
            </a:pPr>
            <a:r>
              <a:rPr lang="zh-CN" altLang="en-US" dirty="0"/>
              <a:t>检查能否自启动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49C428-946E-CD8F-ADCF-ADE977E95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DF408A7-C49E-410A-AB6C-D303996FE764}" type="slidenum">
              <a:rPr lang="en-US" altLang="zh-CN" sz="1000" smtClean="0"/>
              <a:pPr>
                <a:defRPr/>
              </a:pPr>
              <a:t>65</a:t>
            </a:fld>
            <a:endParaRPr lang="en-US" altLang="zh-CN" sz="1000"/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16EFAB4-21A8-E829-E642-22E14BBCB883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2565400"/>
            <a:ext cx="3952875" cy="3287713"/>
            <a:chOff x="6" y="2159"/>
            <a:chExt cx="2490" cy="2071"/>
          </a:xfrm>
        </p:grpSpPr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375D3E65-C47D-D8CE-DCA6-88A89B7DD5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13" name="Rectangle 6">
              <a:extLst>
                <a:ext uri="{FF2B5EF4-FFF2-40B4-BE49-F238E27FC236}">
                  <a16:creationId xmlns:a16="http://schemas.microsoft.com/office/drawing/2014/main" id="{FF18E8A4-FDD6-8AD3-CB0F-D1477820E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0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</a:p>
          </p:txBody>
        </p:sp>
        <p:sp>
          <p:nvSpPr>
            <p:cNvPr id="14" name="Rectangle 7">
              <a:extLst>
                <a:ext uri="{FF2B5EF4-FFF2-40B4-BE49-F238E27FC236}">
                  <a16:creationId xmlns:a16="http://schemas.microsoft.com/office/drawing/2014/main" id="{61B62C4F-0D25-DA2F-ECC7-3ABD647DF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64539" name="Line 8">
              <a:extLst>
                <a:ext uri="{FF2B5EF4-FFF2-40B4-BE49-F238E27FC236}">
                  <a16:creationId xmlns:a16="http://schemas.microsoft.com/office/drawing/2014/main" id="{1DC06213-FF59-0AC1-6A92-76E23896AE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0" name="Line 9">
              <a:extLst>
                <a:ext uri="{FF2B5EF4-FFF2-40B4-BE49-F238E27FC236}">
                  <a16:creationId xmlns:a16="http://schemas.microsoft.com/office/drawing/2014/main" id="{BA035BA6-4876-AAD8-F78A-2EB6C5CCF5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1" name="Line 10">
              <a:extLst>
                <a:ext uri="{FF2B5EF4-FFF2-40B4-BE49-F238E27FC236}">
                  <a16:creationId xmlns:a16="http://schemas.microsoft.com/office/drawing/2014/main" id="{1AE5455B-59AA-C04D-DF89-2573E203DE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2" name="Line 11">
              <a:extLst>
                <a:ext uri="{FF2B5EF4-FFF2-40B4-BE49-F238E27FC236}">
                  <a16:creationId xmlns:a16="http://schemas.microsoft.com/office/drawing/2014/main" id="{E7F248F9-7395-B3E0-8EA1-4292524B6D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3" name="Line 12">
              <a:extLst>
                <a:ext uri="{FF2B5EF4-FFF2-40B4-BE49-F238E27FC236}">
                  <a16:creationId xmlns:a16="http://schemas.microsoft.com/office/drawing/2014/main" id="{4F95AF7B-FC1F-D18F-DD66-7F6E0C0E6C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4" name="Line 13">
              <a:extLst>
                <a:ext uri="{FF2B5EF4-FFF2-40B4-BE49-F238E27FC236}">
                  <a16:creationId xmlns:a16="http://schemas.microsoft.com/office/drawing/2014/main" id="{518E88FF-E2F7-E981-DCC1-1FF520244B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5" name="Line 14">
              <a:extLst>
                <a:ext uri="{FF2B5EF4-FFF2-40B4-BE49-F238E27FC236}">
                  <a16:creationId xmlns:a16="http://schemas.microsoft.com/office/drawing/2014/main" id="{3CCDE2D4-BFF1-5D0B-2FCB-36E3C03A8F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6" name="Line 15">
              <a:extLst>
                <a:ext uri="{FF2B5EF4-FFF2-40B4-BE49-F238E27FC236}">
                  <a16:creationId xmlns:a16="http://schemas.microsoft.com/office/drawing/2014/main" id="{1B0E93EB-98F5-D7E5-BC89-573EC9D450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7" name="Line 16">
              <a:extLst>
                <a:ext uri="{FF2B5EF4-FFF2-40B4-BE49-F238E27FC236}">
                  <a16:creationId xmlns:a16="http://schemas.microsoft.com/office/drawing/2014/main" id="{34D82991-4EBA-3954-2999-76F7FCF1D5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548" name="Text Box 17">
              <a:extLst>
                <a:ext uri="{FF2B5EF4-FFF2-40B4-BE49-F238E27FC236}">
                  <a16:creationId xmlns:a16="http://schemas.microsoft.com/office/drawing/2014/main" id="{DE8A9348-69EB-FC56-4858-9FF10B19BA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64549" name="Text Box 18">
              <a:extLst>
                <a:ext uri="{FF2B5EF4-FFF2-40B4-BE49-F238E27FC236}">
                  <a16:creationId xmlns:a16="http://schemas.microsoft.com/office/drawing/2014/main" id="{29E43C4A-EC23-C162-922E-948B8AA4B0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26" name="Text Box 19">
              <a:extLst>
                <a:ext uri="{FF2B5EF4-FFF2-40B4-BE49-F238E27FC236}">
                  <a16:creationId xmlns:a16="http://schemas.microsoft.com/office/drawing/2014/main" id="{A3D048AE-B553-0D1F-9512-5D8BCEE478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</a:p>
          </p:txBody>
        </p:sp>
        <p:grpSp>
          <p:nvGrpSpPr>
            <p:cNvPr id="64551" name="Group 20">
              <a:extLst>
                <a:ext uri="{FF2B5EF4-FFF2-40B4-BE49-F238E27FC236}">
                  <a16:creationId xmlns:a16="http://schemas.microsoft.com/office/drawing/2014/main" id="{3DE6C051-DDF8-A199-D926-75E5FEAF6A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64565" name="Text Box 21">
                <a:extLst>
                  <a:ext uri="{FF2B5EF4-FFF2-40B4-BE49-F238E27FC236}">
                    <a16:creationId xmlns:a16="http://schemas.microsoft.com/office/drawing/2014/main" id="{FA996DC1-FF74-E3BA-B387-5DF54091F5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</a:p>
            </p:txBody>
          </p:sp>
          <p:sp>
            <p:nvSpPr>
              <p:cNvPr id="64566" name="Text Box 22">
                <a:extLst>
                  <a:ext uri="{FF2B5EF4-FFF2-40B4-BE49-F238E27FC236}">
                    <a16:creationId xmlns:a16="http://schemas.microsoft.com/office/drawing/2014/main" id="{774A8FD7-7AA6-47F4-A296-36B5E55C700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</a:p>
            </p:txBody>
          </p:sp>
        </p:grpSp>
        <p:sp>
          <p:nvSpPr>
            <p:cNvPr id="64552" name="Text Box 23">
              <a:extLst>
                <a:ext uri="{FF2B5EF4-FFF2-40B4-BE49-F238E27FC236}">
                  <a16:creationId xmlns:a16="http://schemas.microsoft.com/office/drawing/2014/main" id="{276EC7E4-DCAE-860D-8D44-3E7575F7D2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</a:p>
          </p:txBody>
        </p:sp>
        <p:sp>
          <p:nvSpPr>
            <p:cNvPr id="64553" name="Text Box 24">
              <a:extLst>
                <a:ext uri="{FF2B5EF4-FFF2-40B4-BE49-F238E27FC236}">
                  <a16:creationId xmlns:a16="http://schemas.microsoft.com/office/drawing/2014/main" id="{F73AA932-B389-5DD6-BB83-818C40A6B1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</a:p>
          </p:txBody>
        </p:sp>
        <p:sp>
          <p:nvSpPr>
            <p:cNvPr id="64554" name="Text Box 25">
              <a:extLst>
                <a:ext uri="{FF2B5EF4-FFF2-40B4-BE49-F238E27FC236}">
                  <a16:creationId xmlns:a16="http://schemas.microsoft.com/office/drawing/2014/main" id="{77278DB8-FEEA-7E35-077B-8EC0818A52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</a:p>
          </p:txBody>
        </p:sp>
        <p:sp>
          <p:nvSpPr>
            <p:cNvPr id="64555" name="Text Box 26">
              <a:extLst>
                <a:ext uri="{FF2B5EF4-FFF2-40B4-BE49-F238E27FC236}">
                  <a16:creationId xmlns:a16="http://schemas.microsoft.com/office/drawing/2014/main" id="{0E3971A2-0C23-1B6E-17BA-C41765FC2D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</a:p>
          </p:txBody>
        </p:sp>
        <p:sp>
          <p:nvSpPr>
            <p:cNvPr id="64556" name="Rectangle 27">
              <a:extLst>
                <a:ext uri="{FF2B5EF4-FFF2-40B4-BE49-F238E27FC236}">
                  <a16:creationId xmlns:a16="http://schemas.microsoft.com/office/drawing/2014/main" id="{A0945571-CE62-A67E-EE1E-2B8E65772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" y="2899"/>
              <a:ext cx="45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011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4557" name="Rectangle 28">
              <a:extLst>
                <a:ext uri="{FF2B5EF4-FFF2-40B4-BE49-F238E27FC236}">
                  <a16:creationId xmlns:a16="http://schemas.microsoft.com/office/drawing/2014/main" id="{D9DD35BE-E88A-17E2-A29B-4DE8DD9E3A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" y="2899"/>
              <a:ext cx="26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endParaRPr lang="en-US" altLang="zh-CN" sz="2400" b="1"/>
            </a:p>
          </p:txBody>
        </p:sp>
        <p:sp>
          <p:nvSpPr>
            <p:cNvPr id="64558" name="Rectangle 29">
              <a:extLst>
                <a:ext uri="{FF2B5EF4-FFF2-40B4-BE49-F238E27FC236}">
                  <a16:creationId xmlns:a16="http://schemas.microsoft.com/office/drawing/2014/main" id="{29BA1DC5-081A-8508-37F2-8EFF96FB3F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0" y="2924"/>
              <a:ext cx="43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110</a:t>
              </a:r>
            </a:p>
          </p:txBody>
        </p:sp>
        <p:sp>
          <p:nvSpPr>
            <p:cNvPr id="64559" name="Rectangle 30">
              <a:extLst>
                <a:ext uri="{FF2B5EF4-FFF2-40B4-BE49-F238E27FC236}">
                  <a16:creationId xmlns:a16="http://schemas.microsoft.com/office/drawing/2014/main" id="{7065BDAF-7560-744C-C2B5-21148680D6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2" y="2904"/>
              <a:ext cx="46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100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4560" name="Rectangle 31">
              <a:extLst>
                <a:ext uri="{FF2B5EF4-FFF2-40B4-BE49-F238E27FC236}">
                  <a16:creationId xmlns:a16="http://schemas.microsoft.com/office/drawing/2014/main" id="{2BD8D7C9-E22E-82A8-603C-C50C6F8225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" y="3414"/>
              <a:ext cx="40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010</a:t>
              </a:r>
              <a:endParaRPr lang="en-US" altLang="zh-CN" sz="2400" b="1"/>
            </a:p>
          </p:txBody>
        </p:sp>
        <p:sp>
          <p:nvSpPr>
            <p:cNvPr id="64561" name="Rectangle 32">
              <a:extLst>
                <a:ext uri="{FF2B5EF4-FFF2-40B4-BE49-F238E27FC236}">
                  <a16:creationId xmlns:a16="http://schemas.microsoft.com/office/drawing/2014/main" id="{6DECF373-3091-D6BE-883A-889B700AA5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" y="3424"/>
              <a:ext cx="45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001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</a:p>
          </p:txBody>
        </p:sp>
        <p:sp>
          <p:nvSpPr>
            <p:cNvPr id="64562" name="Rectangle 33">
              <a:extLst>
                <a:ext uri="{FF2B5EF4-FFF2-40B4-BE49-F238E27FC236}">
                  <a16:creationId xmlns:a16="http://schemas.microsoft.com/office/drawing/2014/main" id="{349F91CD-7306-CB47-4E93-DB19D9D5B0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0" y="3400"/>
              <a:ext cx="42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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4563" name="Rectangle 34">
              <a:extLst>
                <a:ext uri="{FF2B5EF4-FFF2-40B4-BE49-F238E27FC236}">
                  <a16:creationId xmlns:a16="http://schemas.microsoft.com/office/drawing/2014/main" id="{5FCF9768-49B8-F0A8-D9C6-0379EA1DF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0" y="3414"/>
              <a:ext cx="40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101</a:t>
              </a:r>
            </a:p>
          </p:txBody>
        </p:sp>
        <p:sp>
          <p:nvSpPr>
            <p:cNvPr id="40" name="Rectangle 36">
              <a:extLst>
                <a:ext uri="{FF2B5EF4-FFF2-40B4-BE49-F238E27FC236}">
                  <a16:creationId xmlns:a16="http://schemas.microsoft.com/office/drawing/2014/main" id="{3C304075-9F63-A4C3-7990-2E54E4846E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" y="3784"/>
              <a:ext cx="1403" cy="44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2n+1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1n+1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0n+1</a:t>
              </a:r>
            </a:p>
            <a:p>
              <a:pPr eaLnBrk="1" hangingPunct="1">
                <a:defRPr/>
              </a:pP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648C22EF-73C6-F116-6943-6E69B71CF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2470150"/>
            <a:ext cx="3246438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检查两个状态：</a:t>
            </a:r>
            <a:r>
              <a:rPr lang="en-US" altLang="zh-CN" sz="2800"/>
              <a:t>000</a:t>
            </a:r>
            <a:r>
              <a:rPr lang="zh-CN" altLang="en-US" sz="2800"/>
              <a:t>和</a:t>
            </a:r>
            <a:r>
              <a:rPr lang="en-US" altLang="zh-CN" sz="2800"/>
              <a:t>111</a:t>
            </a:r>
            <a:r>
              <a:rPr lang="zh-CN" altLang="en-US" sz="2800"/>
              <a:t>的次态。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3AF8619-B3FE-273F-47F3-D49D5641A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8100" y="3517900"/>
            <a:ext cx="32464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/>
              <a:t>现态</a:t>
            </a:r>
            <a:r>
              <a:rPr lang="en-US" altLang="zh-CN" sz="2400"/>
              <a:t>111</a:t>
            </a:r>
            <a:r>
              <a:rPr lang="zh-CN" altLang="en-US" sz="2400"/>
              <a:t>：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64FA614-33BD-049A-7DA7-607C75EDDF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7625" y="3981450"/>
            <a:ext cx="36210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J</a:t>
            </a:r>
            <a:r>
              <a:rPr lang="en-US" altLang="zh-CN" sz="2400" baseline="-25000"/>
              <a:t>2</a:t>
            </a:r>
            <a:r>
              <a:rPr lang="en-US" altLang="zh-CN" sz="2400"/>
              <a:t>=1</a:t>
            </a:r>
            <a:r>
              <a:rPr lang="zh-CN" altLang="en-US" sz="2400"/>
              <a:t>，</a:t>
            </a:r>
            <a:r>
              <a:rPr lang="en-US" altLang="zh-CN" sz="2400"/>
              <a:t>K</a:t>
            </a:r>
            <a:r>
              <a:rPr lang="en-US" altLang="zh-CN" sz="2400" baseline="-25000"/>
              <a:t>2</a:t>
            </a:r>
            <a:r>
              <a:rPr lang="en-US" altLang="zh-CN" sz="2400"/>
              <a:t>=0</a:t>
            </a:r>
            <a:r>
              <a:rPr lang="zh-CN" altLang="en-US" sz="2400"/>
              <a:t>所以</a:t>
            </a:r>
            <a:r>
              <a:rPr lang="en-US" altLang="zh-CN" sz="2400"/>
              <a:t>Q</a:t>
            </a:r>
            <a:r>
              <a:rPr lang="en-US" altLang="zh-CN" sz="2400" baseline="-25000"/>
              <a:t>2n+1</a:t>
            </a:r>
            <a:r>
              <a:rPr lang="en-US" altLang="zh-CN" sz="2400"/>
              <a:t>=1</a:t>
            </a:r>
            <a:endParaRPr lang="zh-CN" altLang="en-US" sz="240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4C0E2D8A-270D-10E2-1208-3D32CFE99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1913" y="4394200"/>
            <a:ext cx="36210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J</a:t>
            </a:r>
            <a:r>
              <a:rPr lang="en-US" altLang="zh-CN" sz="2400" baseline="-25000"/>
              <a:t>1</a:t>
            </a:r>
            <a:r>
              <a:rPr lang="en-US" altLang="zh-CN" sz="2400"/>
              <a:t>=1</a:t>
            </a:r>
            <a:r>
              <a:rPr lang="zh-CN" altLang="en-US" sz="2400"/>
              <a:t>，</a:t>
            </a:r>
            <a:r>
              <a:rPr lang="en-US" altLang="zh-CN" sz="2400"/>
              <a:t>K</a:t>
            </a:r>
            <a:r>
              <a:rPr lang="en-US" altLang="zh-CN" sz="2400" baseline="-25000"/>
              <a:t>1</a:t>
            </a:r>
            <a:r>
              <a:rPr lang="en-US" altLang="zh-CN" sz="2400"/>
              <a:t>=0</a:t>
            </a:r>
            <a:r>
              <a:rPr lang="zh-CN" altLang="en-US" sz="2400"/>
              <a:t>所以</a:t>
            </a:r>
            <a:r>
              <a:rPr lang="en-US" altLang="zh-CN" sz="2400"/>
              <a:t>Q</a:t>
            </a:r>
            <a:r>
              <a:rPr lang="en-US" altLang="zh-CN" sz="2400" baseline="-25000"/>
              <a:t>1n+1</a:t>
            </a:r>
            <a:r>
              <a:rPr lang="en-US" altLang="zh-CN" sz="2400"/>
              <a:t>=1</a:t>
            </a:r>
            <a:endParaRPr lang="zh-CN" altLang="en-US" sz="240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6DA724CF-DCB7-DA6F-5A76-499E03BD6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4840288"/>
            <a:ext cx="36210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/>
              <a:t>J</a:t>
            </a:r>
            <a:r>
              <a:rPr lang="en-US" altLang="zh-CN" sz="2400" baseline="-25000"/>
              <a:t>0</a:t>
            </a:r>
            <a:r>
              <a:rPr lang="en-US" altLang="zh-CN" sz="2400"/>
              <a:t>=1</a:t>
            </a:r>
            <a:r>
              <a:rPr lang="zh-CN" altLang="en-US" sz="2400"/>
              <a:t>，</a:t>
            </a:r>
            <a:r>
              <a:rPr lang="en-US" altLang="zh-CN" sz="2400"/>
              <a:t>K</a:t>
            </a:r>
            <a:r>
              <a:rPr lang="en-US" altLang="zh-CN" sz="2400" baseline="-25000"/>
              <a:t>0</a:t>
            </a:r>
            <a:r>
              <a:rPr lang="en-US" altLang="zh-CN" sz="2400"/>
              <a:t>=1</a:t>
            </a:r>
            <a:r>
              <a:rPr lang="zh-CN" altLang="en-US" sz="2400"/>
              <a:t>所以</a:t>
            </a:r>
            <a:r>
              <a:rPr lang="en-US" altLang="zh-CN" sz="2400"/>
              <a:t>Q</a:t>
            </a:r>
            <a:r>
              <a:rPr lang="en-US" altLang="zh-CN" sz="2400" baseline="-25000"/>
              <a:t>0n+1</a:t>
            </a:r>
            <a:r>
              <a:rPr lang="en-US" altLang="zh-CN" sz="2400"/>
              <a:t>=0</a:t>
            </a:r>
            <a:endParaRPr lang="zh-CN" altLang="en-US" sz="2400"/>
          </a:p>
        </p:txBody>
      </p:sp>
      <p:grpSp>
        <p:nvGrpSpPr>
          <p:cNvPr id="48" name="组合 8">
            <a:extLst>
              <a:ext uri="{FF2B5EF4-FFF2-40B4-BE49-F238E27FC236}">
                <a16:creationId xmlns:a16="http://schemas.microsoft.com/office/drawing/2014/main" id="{063FE26B-C0BE-3BE5-B52C-5D74FAD3CE53}"/>
              </a:ext>
            </a:extLst>
          </p:cNvPr>
          <p:cNvGrpSpPr>
            <a:grpSpLocks/>
          </p:cNvGrpSpPr>
          <p:nvPr/>
        </p:nvGrpSpPr>
        <p:grpSpPr bwMode="auto">
          <a:xfrm>
            <a:off x="5586413" y="5641975"/>
            <a:ext cx="720725" cy="720725"/>
            <a:chOff x="4067944" y="4221088"/>
            <a:chExt cx="720080" cy="720080"/>
          </a:xfrm>
        </p:grpSpPr>
        <p:sp>
          <p:nvSpPr>
            <p:cNvPr id="64534" name="椭圆 9">
              <a:extLst>
                <a:ext uri="{FF2B5EF4-FFF2-40B4-BE49-F238E27FC236}">
                  <a16:creationId xmlns:a16="http://schemas.microsoft.com/office/drawing/2014/main" id="{154F0431-4D86-51C4-E749-5CBC1EE60B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490C741D-4518-6D2F-A639-FE2302FA75CA}"/>
                </a:ext>
              </a:extLst>
            </p:cNvPr>
            <p:cNvSpPr txBox="1"/>
            <p:nvPr/>
          </p:nvSpPr>
          <p:spPr>
            <a:xfrm>
              <a:off x="4139317" y="4381283"/>
              <a:ext cx="648707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111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51" name="组合 11">
            <a:extLst>
              <a:ext uri="{FF2B5EF4-FFF2-40B4-BE49-F238E27FC236}">
                <a16:creationId xmlns:a16="http://schemas.microsoft.com/office/drawing/2014/main" id="{92A73994-3574-F7A5-AF9A-2F02DA02095E}"/>
              </a:ext>
            </a:extLst>
          </p:cNvPr>
          <p:cNvGrpSpPr>
            <a:grpSpLocks/>
          </p:cNvGrpSpPr>
          <p:nvPr/>
        </p:nvGrpSpPr>
        <p:grpSpPr bwMode="auto">
          <a:xfrm>
            <a:off x="6948488" y="5605463"/>
            <a:ext cx="719137" cy="720725"/>
            <a:chOff x="4067944" y="4221088"/>
            <a:chExt cx="720080" cy="720080"/>
          </a:xfrm>
        </p:grpSpPr>
        <p:sp>
          <p:nvSpPr>
            <p:cNvPr id="64532" name="椭圆 12">
              <a:extLst>
                <a:ext uri="{FF2B5EF4-FFF2-40B4-BE49-F238E27FC236}">
                  <a16:creationId xmlns:a16="http://schemas.microsoft.com/office/drawing/2014/main" id="{7A15C790-19E1-A908-4BBE-9A9956A8EC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7944" y="4221088"/>
              <a:ext cx="720080" cy="720080"/>
            </a:xfrm>
            <a:prstGeom prst="ellipse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000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F8AC2F11-6803-329D-1870-43CD0806F46B}"/>
                </a:ext>
              </a:extLst>
            </p:cNvPr>
            <p:cNvSpPr txBox="1"/>
            <p:nvPr/>
          </p:nvSpPr>
          <p:spPr>
            <a:xfrm>
              <a:off x="4139475" y="4381282"/>
              <a:ext cx="648549" cy="39969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dirty="0">
                  <a:solidFill>
                    <a:schemeClr val="bg1">
                      <a:lumMod val="50000"/>
                    </a:schemeClr>
                  </a:solidFill>
                </a:rPr>
                <a:t>110</a:t>
              </a:r>
              <a:endParaRPr lang="zh-CN" altLang="en-US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54" name="直接箭头连接符 14">
            <a:extLst>
              <a:ext uri="{FF2B5EF4-FFF2-40B4-BE49-F238E27FC236}">
                <a16:creationId xmlns:a16="http://schemas.microsoft.com/office/drawing/2014/main" id="{5D3ECDD9-A067-2D7F-457A-97E8B5A939F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299200" y="5965825"/>
            <a:ext cx="649288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4525" name="组合 55">
            <a:extLst>
              <a:ext uri="{FF2B5EF4-FFF2-40B4-BE49-F238E27FC236}">
                <a16:creationId xmlns:a16="http://schemas.microsoft.com/office/drawing/2014/main" id="{B1A00083-D839-488A-6EE6-F25F655BE7C6}"/>
              </a:ext>
            </a:extLst>
          </p:cNvPr>
          <p:cNvGrpSpPr>
            <a:grpSpLocks/>
          </p:cNvGrpSpPr>
          <p:nvPr/>
        </p:nvGrpSpPr>
        <p:grpSpPr bwMode="auto">
          <a:xfrm>
            <a:off x="614363" y="1057275"/>
            <a:ext cx="5208587" cy="1273175"/>
            <a:chOff x="614363" y="1057402"/>
            <a:chExt cx="5209231" cy="1272789"/>
          </a:xfrm>
        </p:grpSpPr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140DB50A-E07F-C467-6C21-1CF11C972A91}"/>
                </a:ext>
              </a:extLst>
            </p:cNvPr>
            <p:cNvSpPr txBox="1"/>
            <p:nvPr/>
          </p:nvSpPr>
          <p:spPr>
            <a:xfrm>
              <a:off x="614363" y="1057402"/>
              <a:ext cx="1201886" cy="46182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dirty="0"/>
                <a:t>J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dirty="0"/>
                <a:t>=Q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1n</a:t>
              </a:r>
              <a:endParaRPr lang="zh-CN" altLang="en-US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C752BC38-F660-376F-B0F1-0404A555E16C}"/>
                </a:ext>
              </a:extLst>
            </p:cNvPr>
            <p:cNvSpPr txBox="1"/>
            <p:nvPr/>
          </p:nvSpPr>
          <p:spPr>
            <a:xfrm>
              <a:off x="631827" y="1736646"/>
              <a:ext cx="1201887" cy="56021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lnSpc>
                  <a:spcPts val="1800"/>
                </a:lnSpc>
                <a:defRPr/>
              </a:pPr>
              <a:r>
                <a:rPr lang="en-US" altLang="zh-CN" sz="2400" dirty="0"/>
                <a:t>     —</a:t>
              </a:r>
            </a:p>
            <a:p>
              <a:pPr>
                <a:lnSpc>
                  <a:spcPts val="1800"/>
                </a:lnSpc>
                <a:defRPr/>
              </a:pPr>
              <a:r>
                <a:rPr lang="en-US" altLang="zh-CN" sz="2400" dirty="0"/>
                <a:t>K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400" dirty="0"/>
                <a:t>=Q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1n</a:t>
              </a:r>
              <a:endParaRPr lang="zh-CN" altLang="en-US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3C351211-8D3B-7394-4512-BA1EE1593525}"/>
                </a:ext>
              </a:extLst>
            </p:cNvPr>
            <p:cNvSpPr txBox="1"/>
            <p:nvPr/>
          </p:nvSpPr>
          <p:spPr>
            <a:xfrm>
              <a:off x="1897222" y="1081208"/>
              <a:ext cx="1201886" cy="46182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dirty="0"/>
                <a:t>J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dirty="0"/>
                <a:t>=Q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0n</a:t>
              </a:r>
              <a:endParaRPr lang="zh-CN" altLang="en-US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10B84295-2196-25E9-06C2-203B6D528F65}"/>
                </a:ext>
              </a:extLst>
            </p:cNvPr>
            <p:cNvSpPr txBox="1"/>
            <p:nvPr/>
          </p:nvSpPr>
          <p:spPr>
            <a:xfrm>
              <a:off x="1930563" y="1769974"/>
              <a:ext cx="1201887" cy="56021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lnSpc>
                  <a:spcPts val="1800"/>
                </a:lnSpc>
                <a:defRPr/>
              </a:pPr>
              <a:r>
                <a:rPr lang="en-US" altLang="zh-CN" sz="2400" dirty="0"/>
                <a:t>     —</a:t>
              </a:r>
            </a:p>
            <a:p>
              <a:pPr>
                <a:lnSpc>
                  <a:spcPts val="1800"/>
                </a:lnSpc>
                <a:defRPr/>
              </a:pPr>
              <a:r>
                <a:rPr lang="en-US" altLang="zh-CN" sz="2400" dirty="0"/>
                <a:t>K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400" dirty="0"/>
                <a:t>=Q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0n</a:t>
              </a:r>
              <a:endParaRPr lang="zh-CN" altLang="en-US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69F529A0-98FD-1595-4329-449739C9B6D7}"/>
                </a:ext>
              </a:extLst>
            </p:cNvPr>
            <p:cNvSpPr txBox="1"/>
            <p:nvPr/>
          </p:nvSpPr>
          <p:spPr>
            <a:xfrm>
              <a:off x="3242000" y="1100252"/>
              <a:ext cx="1201887" cy="46182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dirty="0"/>
                <a:t>J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400" dirty="0"/>
                <a:t>=Q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2n</a:t>
              </a:r>
              <a:endParaRPr lang="zh-CN" altLang="en-US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99A227BC-8204-F65B-BFBC-474D435113E4}"/>
                </a:ext>
              </a:extLst>
            </p:cNvPr>
            <p:cNvSpPr txBox="1"/>
            <p:nvPr/>
          </p:nvSpPr>
          <p:spPr>
            <a:xfrm>
              <a:off x="3242000" y="1827107"/>
              <a:ext cx="2581594" cy="46182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altLang="zh-CN" sz="2400" dirty="0"/>
                <a:t>K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400" dirty="0"/>
                <a:t>= Q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2n </a:t>
              </a:r>
              <a:r>
                <a:rPr lang="en-US" altLang="zh-CN" sz="2400" kern="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400" dirty="0"/>
                <a:t>Q</a:t>
              </a:r>
              <a:r>
                <a:rPr lang="en-US" altLang="zh-CN" sz="24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1n</a:t>
              </a:r>
              <a:endParaRPr lang="zh-CN" altLang="en-US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4" grpId="0"/>
      <p:bldP spid="45" grpId="0"/>
      <p:bldP spid="46" grpId="0"/>
      <p:bldP spid="47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EE4091-3D5F-C438-5D04-2E3CA4C63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F36D1B8F-8E75-433F-8E47-1CAA0E3C41AB}" type="slidenum">
              <a:rPr lang="en-US" altLang="zh-CN" sz="1000" smtClean="0"/>
              <a:pPr>
                <a:defRPr/>
              </a:pPr>
              <a:t>66</a:t>
            </a:fld>
            <a:endParaRPr lang="en-US" altLang="zh-CN" sz="1000"/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2CEDFED1-6BAB-2056-2F3C-7DD54B11BB7C}"/>
              </a:ext>
            </a:extLst>
          </p:cNvPr>
          <p:cNvGrpSpPr>
            <a:grpSpLocks/>
          </p:cNvGrpSpPr>
          <p:nvPr/>
        </p:nvGrpSpPr>
        <p:grpSpPr bwMode="auto">
          <a:xfrm>
            <a:off x="2062163" y="1773238"/>
            <a:ext cx="4868862" cy="1973262"/>
            <a:chOff x="2512095" y="2450312"/>
            <a:chExt cx="4868862" cy="1973262"/>
          </a:xfrm>
        </p:grpSpPr>
        <p:grpSp>
          <p:nvGrpSpPr>
            <p:cNvPr id="65548" name="组合 25">
              <a:extLst>
                <a:ext uri="{FF2B5EF4-FFF2-40B4-BE49-F238E27FC236}">
                  <a16:creationId xmlns:a16="http://schemas.microsoft.com/office/drawing/2014/main" id="{EBB3ABA3-B84D-75BB-8671-9D642B6274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4495" y="2467775"/>
              <a:ext cx="720725" cy="719137"/>
              <a:chOff x="4067944" y="4221088"/>
              <a:chExt cx="720080" cy="720080"/>
            </a:xfrm>
          </p:grpSpPr>
          <p:sp>
            <p:nvSpPr>
              <p:cNvPr id="65574" name="椭圆 26">
                <a:extLst>
                  <a:ext uri="{FF2B5EF4-FFF2-40B4-BE49-F238E27FC236}">
                    <a16:creationId xmlns:a16="http://schemas.microsoft.com/office/drawing/2014/main" id="{8D4F8161-CE2F-E408-59EA-82AEA39467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E0D84BA9-DE7A-C297-BE82-524CF1EC0C50}"/>
                  </a:ext>
                </a:extLst>
              </p:cNvPr>
              <p:cNvSpPr txBox="1"/>
              <p:nvPr/>
            </p:nvSpPr>
            <p:spPr>
              <a:xfrm>
                <a:off x="4139317" y="4381635"/>
                <a:ext cx="648707" cy="398985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101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5549" name="组合 28">
              <a:extLst>
                <a:ext uri="{FF2B5EF4-FFF2-40B4-BE49-F238E27FC236}">
                  <a16:creationId xmlns:a16="http://schemas.microsoft.com/office/drawing/2014/main" id="{AA9CA06D-C6CE-6D46-3D27-6F1BFEB6C9D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02920" y="2450312"/>
              <a:ext cx="720725" cy="720725"/>
              <a:chOff x="4067944" y="4221088"/>
              <a:chExt cx="720080" cy="720080"/>
            </a:xfrm>
          </p:grpSpPr>
          <p:sp>
            <p:nvSpPr>
              <p:cNvPr id="65572" name="椭圆 29">
                <a:extLst>
                  <a:ext uri="{FF2B5EF4-FFF2-40B4-BE49-F238E27FC236}">
                    <a16:creationId xmlns:a16="http://schemas.microsoft.com/office/drawing/2014/main" id="{96AEBCD8-30B3-E35B-E089-FED3B3B009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42871A61-7F6B-BA64-DFD1-5813485FC5C5}"/>
                  </a:ext>
                </a:extLst>
              </p:cNvPr>
              <p:cNvSpPr txBox="1"/>
              <p:nvPr/>
            </p:nvSpPr>
            <p:spPr>
              <a:xfrm>
                <a:off x="4139317" y="4381282"/>
                <a:ext cx="648707" cy="39969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010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5550" name="组合 31">
              <a:extLst>
                <a:ext uri="{FF2B5EF4-FFF2-40B4-BE49-F238E27FC236}">
                  <a16:creationId xmlns:a16="http://schemas.microsoft.com/office/drawing/2014/main" id="{5BCD458E-E7A0-5D70-D71A-09DA7E8DF7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60232" y="2450312"/>
              <a:ext cx="720725" cy="720725"/>
              <a:chOff x="4067944" y="4221088"/>
              <a:chExt cx="720080" cy="720080"/>
            </a:xfrm>
          </p:grpSpPr>
          <p:sp>
            <p:nvSpPr>
              <p:cNvPr id="65570" name="椭圆 32">
                <a:extLst>
                  <a:ext uri="{FF2B5EF4-FFF2-40B4-BE49-F238E27FC236}">
                    <a16:creationId xmlns:a16="http://schemas.microsoft.com/office/drawing/2014/main" id="{73FEE2EC-5374-E9EE-3FA0-8AF7C3A1C7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87428717-667C-B500-CE4B-33B15EF1A20A}"/>
                  </a:ext>
                </a:extLst>
              </p:cNvPr>
              <p:cNvSpPr txBox="1"/>
              <p:nvPr/>
            </p:nvSpPr>
            <p:spPr>
              <a:xfrm>
                <a:off x="4139318" y="4381282"/>
                <a:ext cx="648706" cy="39969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100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5551" name="组合 34">
              <a:extLst>
                <a:ext uri="{FF2B5EF4-FFF2-40B4-BE49-F238E27FC236}">
                  <a16:creationId xmlns:a16="http://schemas.microsoft.com/office/drawing/2014/main" id="{A007767B-269A-60A1-66EB-9AB59E4787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60232" y="3672686"/>
              <a:ext cx="720725" cy="719138"/>
              <a:chOff x="4067944" y="4221088"/>
              <a:chExt cx="720080" cy="720080"/>
            </a:xfrm>
          </p:grpSpPr>
          <p:sp>
            <p:nvSpPr>
              <p:cNvPr id="65568" name="椭圆 35">
                <a:extLst>
                  <a:ext uri="{FF2B5EF4-FFF2-40B4-BE49-F238E27FC236}">
                    <a16:creationId xmlns:a16="http://schemas.microsoft.com/office/drawing/2014/main" id="{45F47799-EF1C-0480-5F40-B00640C9F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791AF554-FC37-B912-4686-56D7E7F6B6B5}"/>
                  </a:ext>
                </a:extLst>
              </p:cNvPr>
              <p:cNvSpPr txBox="1"/>
              <p:nvPr/>
            </p:nvSpPr>
            <p:spPr>
              <a:xfrm>
                <a:off x="4139318" y="4381636"/>
                <a:ext cx="648706" cy="398985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001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5552" name="组合 37">
              <a:extLst>
                <a:ext uri="{FF2B5EF4-FFF2-40B4-BE49-F238E27FC236}">
                  <a16:creationId xmlns:a16="http://schemas.microsoft.com/office/drawing/2014/main" id="{C9296B60-00BC-E171-495D-26B7156DF6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02920" y="3666336"/>
              <a:ext cx="720725" cy="720725"/>
              <a:chOff x="4067944" y="4221088"/>
              <a:chExt cx="720080" cy="720080"/>
            </a:xfrm>
          </p:grpSpPr>
          <p:sp>
            <p:nvSpPr>
              <p:cNvPr id="65566" name="椭圆 38">
                <a:extLst>
                  <a:ext uri="{FF2B5EF4-FFF2-40B4-BE49-F238E27FC236}">
                    <a16:creationId xmlns:a16="http://schemas.microsoft.com/office/drawing/2014/main" id="{15F1752B-6E3D-4A19-D460-65E313AD1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CA942386-3B21-4A05-E430-749DBEB3752F}"/>
                  </a:ext>
                </a:extLst>
              </p:cNvPr>
              <p:cNvSpPr txBox="1"/>
              <p:nvPr/>
            </p:nvSpPr>
            <p:spPr>
              <a:xfrm>
                <a:off x="4139317" y="4381283"/>
                <a:ext cx="648707" cy="39969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011</a:t>
                </a:r>
              </a:p>
            </p:txBody>
          </p:sp>
        </p:grpSp>
        <p:grpSp>
          <p:nvGrpSpPr>
            <p:cNvPr id="65553" name="组合 40">
              <a:extLst>
                <a:ext uri="{FF2B5EF4-FFF2-40B4-BE49-F238E27FC236}">
                  <a16:creationId xmlns:a16="http://schemas.microsoft.com/office/drawing/2014/main" id="{4D744BFC-32A3-9004-CAED-96FF51776A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458" y="3666336"/>
              <a:ext cx="720725" cy="720725"/>
              <a:chOff x="4067944" y="4221088"/>
              <a:chExt cx="720080" cy="720080"/>
            </a:xfrm>
          </p:grpSpPr>
          <p:sp>
            <p:nvSpPr>
              <p:cNvPr id="65564" name="椭圆 41">
                <a:extLst>
                  <a:ext uri="{FF2B5EF4-FFF2-40B4-BE49-F238E27FC236}">
                    <a16:creationId xmlns:a16="http://schemas.microsoft.com/office/drawing/2014/main" id="{09EE1B0D-F461-6C78-E36E-EC54797C31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3D11285F-73D4-0553-EDA8-3DED4AF134A4}"/>
                  </a:ext>
                </a:extLst>
              </p:cNvPr>
              <p:cNvSpPr txBox="1"/>
              <p:nvPr/>
            </p:nvSpPr>
            <p:spPr>
              <a:xfrm>
                <a:off x="4139317" y="4381283"/>
                <a:ext cx="648706" cy="39969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110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65554" name="直接箭头连接符 43">
              <a:extLst>
                <a:ext uri="{FF2B5EF4-FFF2-40B4-BE49-F238E27FC236}">
                  <a16:creationId xmlns:a16="http://schemas.microsoft.com/office/drawing/2014/main" id="{D3733E29-6A7B-0EB6-B848-BB07ABF80315}"/>
                </a:ext>
              </a:extLst>
            </p:cNvPr>
            <p:cNvCxnSpPr>
              <a:cxnSpLocks noChangeShapeType="1"/>
              <a:stCxn id="37" idx="3"/>
              <a:endCxn id="65572" idx="2"/>
            </p:cNvCxnSpPr>
            <p:nvPr/>
          </p:nvCxnSpPr>
          <p:spPr bwMode="auto">
            <a:xfrm flipV="1">
              <a:off x="4655220" y="2810675"/>
              <a:ext cx="647700" cy="17462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555" name="直接箭头连接符 44">
              <a:extLst>
                <a:ext uri="{FF2B5EF4-FFF2-40B4-BE49-F238E27FC236}">
                  <a16:creationId xmlns:a16="http://schemas.microsoft.com/office/drawing/2014/main" id="{D77C5C5A-25D1-6659-758B-FE9A70D82DE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6049044" y="2810675"/>
              <a:ext cx="647700" cy="17462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556" name="直接箭头连接符 45">
              <a:extLst>
                <a:ext uri="{FF2B5EF4-FFF2-40B4-BE49-F238E27FC236}">
                  <a16:creationId xmlns:a16="http://schemas.microsoft.com/office/drawing/2014/main" id="{F2B99779-AC97-9204-D895-600D922D2464}"/>
                </a:ext>
              </a:extLst>
            </p:cNvPr>
            <p:cNvCxnSpPr>
              <a:cxnSpLocks noChangeShapeType="1"/>
              <a:stCxn id="65570" idx="4"/>
              <a:endCxn id="65568" idx="0"/>
            </p:cNvCxnSpPr>
            <p:nvPr/>
          </p:nvCxnSpPr>
          <p:spPr bwMode="auto">
            <a:xfrm>
              <a:off x="7020594" y="3171037"/>
              <a:ext cx="0" cy="50165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557" name="直接箭头连接符 46">
              <a:extLst>
                <a:ext uri="{FF2B5EF4-FFF2-40B4-BE49-F238E27FC236}">
                  <a16:creationId xmlns:a16="http://schemas.microsoft.com/office/drawing/2014/main" id="{87505851-8834-9CBF-8489-F301AB92014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5995069" y="4017174"/>
              <a:ext cx="665163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558" name="直接箭头连接符 47">
              <a:extLst>
                <a:ext uri="{FF2B5EF4-FFF2-40B4-BE49-F238E27FC236}">
                  <a16:creationId xmlns:a16="http://schemas.microsoft.com/office/drawing/2014/main" id="{8288FBBF-5338-5A1C-4FB9-D4AF0073166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4623470" y="4026699"/>
              <a:ext cx="665163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5559" name="直接箭头连接符 48">
              <a:extLst>
                <a:ext uri="{FF2B5EF4-FFF2-40B4-BE49-F238E27FC236}">
                  <a16:creationId xmlns:a16="http://schemas.microsoft.com/office/drawing/2014/main" id="{F7792521-5004-C4FC-7AEE-7C3595E53A84}"/>
                </a:ext>
              </a:extLst>
            </p:cNvPr>
            <p:cNvCxnSpPr>
              <a:cxnSpLocks noChangeShapeType="1"/>
              <a:endCxn id="65574" idx="4"/>
            </p:cNvCxnSpPr>
            <p:nvPr/>
          </p:nvCxnSpPr>
          <p:spPr bwMode="auto">
            <a:xfrm flipV="1">
              <a:off x="4280570" y="3186912"/>
              <a:ext cx="14288" cy="492125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65560" name="组合 54">
              <a:extLst>
                <a:ext uri="{FF2B5EF4-FFF2-40B4-BE49-F238E27FC236}">
                  <a16:creationId xmlns:a16="http://schemas.microsoft.com/office/drawing/2014/main" id="{AE497A1F-4595-7BBB-E52A-4DAC49354F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2095" y="3702849"/>
              <a:ext cx="719138" cy="720725"/>
              <a:chOff x="4067944" y="4221088"/>
              <a:chExt cx="720080" cy="720080"/>
            </a:xfrm>
          </p:grpSpPr>
          <p:sp>
            <p:nvSpPr>
              <p:cNvPr id="65562" name="椭圆 55">
                <a:extLst>
                  <a:ext uri="{FF2B5EF4-FFF2-40B4-BE49-F238E27FC236}">
                    <a16:creationId xmlns:a16="http://schemas.microsoft.com/office/drawing/2014/main" id="{06683AB7-6279-754C-2F18-065414F15F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713FE1DE-00CF-C47B-6AE8-6825F567B4A0}"/>
                  </a:ext>
                </a:extLst>
              </p:cNvPr>
              <p:cNvSpPr txBox="1"/>
              <p:nvPr/>
            </p:nvSpPr>
            <p:spPr>
              <a:xfrm>
                <a:off x="4139475" y="4381283"/>
                <a:ext cx="648548" cy="39969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111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65561" name="直接箭头连接符 57">
              <a:extLst>
                <a:ext uri="{FF2B5EF4-FFF2-40B4-BE49-F238E27FC236}">
                  <a16:creationId xmlns:a16="http://schemas.microsoft.com/office/drawing/2014/main" id="{256150B1-995B-4263-581D-E23FEA95F5C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240758" y="4063211"/>
              <a:ext cx="647700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DFCA0097-D64C-17BE-6648-E472F432F267}"/>
              </a:ext>
            </a:extLst>
          </p:cNvPr>
          <p:cNvGrpSpPr>
            <a:grpSpLocks/>
          </p:cNvGrpSpPr>
          <p:nvPr/>
        </p:nvGrpSpPr>
        <p:grpSpPr bwMode="auto">
          <a:xfrm>
            <a:off x="2041525" y="1660525"/>
            <a:ext cx="1214438" cy="896938"/>
            <a:chOff x="3285207" y="4780831"/>
            <a:chExt cx="1214784" cy="896819"/>
          </a:xfrm>
        </p:grpSpPr>
        <p:grpSp>
          <p:nvGrpSpPr>
            <p:cNvPr id="65543" name="组合 49">
              <a:extLst>
                <a:ext uri="{FF2B5EF4-FFF2-40B4-BE49-F238E27FC236}">
                  <a16:creationId xmlns:a16="http://schemas.microsoft.com/office/drawing/2014/main" id="{DC0E5932-2A06-FFF1-2C02-25616C92C0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5207" y="4868175"/>
              <a:ext cx="720725" cy="720725"/>
              <a:chOff x="4067944" y="4221088"/>
              <a:chExt cx="720080" cy="720080"/>
            </a:xfrm>
          </p:grpSpPr>
          <p:sp>
            <p:nvSpPr>
              <p:cNvPr id="65546" name="椭圆 50">
                <a:extLst>
                  <a:ext uri="{FF2B5EF4-FFF2-40B4-BE49-F238E27FC236}">
                    <a16:creationId xmlns:a16="http://schemas.microsoft.com/office/drawing/2014/main" id="{AA322672-D937-1009-49A5-1984A89EA8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9D7F8C13-BF2D-BCE9-5B92-E4862EF24121}"/>
                  </a:ext>
                </a:extLst>
              </p:cNvPr>
              <p:cNvSpPr txBox="1"/>
              <p:nvPr/>
            </p:nvSpPr>
            <p:spPr>
              <a:xfrm>
                <a:off x="4139338" y="4381217"/>
                <a:ext cx="648890" cy="399639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000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41" name="弧形 40">
              <a:extLst>
                <a:ext uri="{FF2B5EF4-FFF2-40B4-BE49-F238E27FC236}">
                  <a16:creationId xmlns:a16="http://schemas.microsoft.com/office/drawing/2014/main" id="{0EFD568E-D347-40FF-6DD6-5BF1A5E8AA6F}"/>
                </a:ext>
              </a:extLst>
            </p:cNvPr>
            <p:cNvSpPr/>
            <p:nvPr/>
          </p:nvSpPr>
          <p:spPr bwMode="auto">
            <a:xfrm>
              <a:off x="3888629" y="4780831"/>
              <a:ext cx="611362" cy="647614"/>
            </a:xfrm>
            <a:prstGeom prst="arc">
              <a:avLst>
                <a:gd name="adj1" fmla="val 14181652"/>
                <a:gd name="adj2" fmla="val 8058530"/>
              </a:avLst>
            </a:prstGeom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42" name="弧形 41">
              <a:extLst>
                <a:ext uri="{FF2B5EF4-FFF2-40B4-BE49-F238E27FC236}">
                  <a16:creationId xmlns:a16="http://schemas.microsoft.com/office/drawing/2014/main" id="{33C0D343-CC48-7B6E-47B2-49B3D3149BEE}"/>
                </a:ext>
              </a:extLst>
            </p:cNvPr>
            <p:cNvSpPr/>
            <p:nvPr/>
          </p:nvSpPr>
          <p:spPr bwMode="auto">
            <a:xfrm>
              <a:off x="3867986" y="4812577"/>
              <a:ext cx="565311" cy="865073"/>
            </a:xfrm>
            <a:prstGeom prst="arc">
              <a:avLst>
                <a:gd name="adj1" fmla="val 13742887"/>
                <a:gd name="adj2" fmla="val 7846918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409E1F57-88DB-6980-3AB7-5586347CC1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7238" y="808038"/>
            <a:ext cx="32464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最终的状态图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DFB2188-09DA-3028-C549-663FC60FFC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4398963"/>
            <a:ext cx="3246437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/>
              <a:t>不能自启动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6118DF-86EE-A859-3B23-C4DB6484D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36A2A47E-F10A-462B-A986-66BB6917CA8B}" type="slidenum">
              <a:rPr lang="en-US" altLang="zh-CN" sz="1000" smtClean="0"/>
              <a:pPr>
                <a:defRPr/>
              </a:pPr>
              <a:t>67</a:t>
            </a:fld>
            <a:endParaRPr lang="en-US" altLang="zh-CN" sz="10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0C9C419-23E5-217E-E7B4-B7BFD39C88DA}"/>
              </a:ext>
            </a:extLst>
          </p:cNvPr>
          <p:cNvGrpSpPr>
            <a:grpSpLocks/>
          </p:cNvGrpSpPr>
          <p:nvPr/>
        </p:nvGrpSpPr>
        <p:grpSpPr bwMode="auto">
          <a:xfrm>
            <a:off x="1876425" y="2901950"/>
            <a:ext cx="3952875" cy="3287713"/>
            <a:chOff x="6" y="2159"/>
            <a:chExt cx="2490" cy="207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9B741AE-5F43-8F18-CFB7-30118CD5F2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9C2A987-E033-45C8-3870-BB493CFC0D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0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A9E0039-263D-A5A2-894E-72224EB7CB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66600" name="Line 8">
              <a:extLst>
                <a:ext uri="{FF2B5EF4-FFF2-40B4-BE49-F238E27FC236}">
                  <a16:creationId xmlns:a16="http://schemas.microsoft.com/office/drawing/2014/main" id="{B20FD8BA-578F-D649-D2DB-A9892AAF0D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01" name="Line 9">
              <a:extLst>
                <a:ext uri="{FF2B5EF4-FFF2-40B4-BE49-F238E27FC236}">
                  <a16:creationId xmlns:a16="http://schemas.microsoft.com/office/drawing/2014/main" id="{9F26F2DE-8F55-5788-A9BE-D39A21319D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02" name="Line 10">
              <a:extLst>
                <a:ext uri="{FF2B5EF4-FFF2-40B4-BE49-F238E27FC236}">
                  <a16:creationId xmlns:a16="http://schemas.microsoft.com/office/drawing/2014/main" id="{92E25248-E170-13A4-8E17-8CFA1CE662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03" name="Line 11">
              <a:extLst>
                <a:ext uri="{FF2B5EF4-FFF2-40B4-BE49-F238E27FC236}">
                  <a16:creationId xmlns:a16="http://schemas.microsoft.com/office/drawing/2014/main" id="{DB6C9B5B-8AFE-8229-BAFC-A625566ACC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04" name="Line 12">
              <a:extLst>
                <a:ext uri="{FF2B5EF4-FFF2-40B4-BE49-F238E27FC236}">
                  <a16:creationId xmlns:a16="http://schemas.microsoft.com/office/drawing/2014/main" id="{43898D3A-B805-36F3-DE25-02C9E44AF4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05" name="Line 13">
              <a:extLst>
                <a:ext uri="{FF2B5EF4-FFF2-40B4-BE49-F238E27FC236}">
                  <a16:creationId xmlns:a16="http://schemas.microsoft.com/office/drawing/2014/main" id="{873B3CC5-07CB-DC69-41DB-7934405D3A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06" name="Line 14">
              <a:extLst>
                <a:ext uri="{FF2B5EF4-FFF2-40B4-BE49-F238E27FC236}">
                  <a16:creationId xmlns:a16="http://schemas.microsoft.com/office/drawing/2014/main" id="{1F0BB665-6546-3C30-EA00-5237CE1001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07" name="Line 15">
              <a:extLst>
                <a:ext uri="{FF2B5EF4-FFF2-40B4-BE49-F238E27FC236}">
                  <a16:creationId xmlns:a16="http://schemas.microsoft.com/office/drawing/2014/main" id="{B77C6837-900C-4492-AEC8-C38A905686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08" name="Line 16">
              <a:extLst>
                <a:ext uri="{FF2B5EF4-FFF2-40B4-BE49-F238E27FC236}">
                  <a16:creationId xmlns:a16="http://schemas.microsoft.com/office/drawing/2014/main" id="{2CF32CF8-85AF-0FCD-6E6E-EC48027E1C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609" name="Text Box 17">
              <a:extLst>
                <a:ext uri="{FF2B5EF4-FFF2-40B4-BE49-F238E27FC236}">
                  <a16:creationId xmlns:a16="http://schemas.microsoft.com/office/drawing/2014/main" id="{F1AC7473-5729-10AE-B23C-0937BBC694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66610" name="Text Box 18">
              <a:extLst>
                <a:ext uri="{FF2B5EF4-FFF2-40B4-BE49-F238E27FC236}">
                  <a16:creationId xmlns:a16="http://schemas.microsoft.com/office/drawing/2014/main" id="{D137E79D-2AFB-0291-68EF-971F7DBC41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20" name="Text Box 19">
              <a:extLst>
                <a:ext uri="{FF2B5EF4-FFF2-40B4-BE49-F238E27FC236}">
                  <a16:creationId xmlns:a16="http://schemas.microsoft.com/office/drawing/2014/main" id="{B9643507-97DF-3AE5-38A9-A5F993CAC1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</a:p>
          </p:txBody>
        </p:sp>
        <p:grpSp>
          <p:nvGrpSpPr>
            <p:cNvPr id="66612" name="Group 20">
              <a:extLst>
                <a:ext uri="{FF2B5EF4-FFF2-40B4-BE49-F238E27FC236}">
                  <a16:creationId xmlns:a16="http://schemas.microsoft.com/office/drawing/2014/main" id="{BB1FD76F-59F8-E7C0-08A5-7045EBD3F39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66626" name="Text Box 21">
                <a:extLst>
                  <a:ext uri="{FF2B5EF4-FFF2-40B4-BE49-F238E27FC236}">
                    <a16:creationId xmlns:a16="http://schemas.microsoft.com/office/drawing/2014/main" id="{C9B20EAD-AEC2-FFE9-B99D-EEDDB5474F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</a:p>
            </p:txBody>
          </p:sp>
          <p:sp>
            <p:nvSpPr>
              <p:cNvPr id="66627" name="Text Box 22">
                <a:extLst>
                  <a:ext uri="{FF2B5EF4-FFF2-40B4-BE49-F238E27FC236}">
                    <a16:creationId xmlns:a16="http://schemas.microsoft.com/office/drawing/2014/main" id="{9723F466-2A3D-90E4-996A-CCD581AFE4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</a:p>
            </p:txBody>
          </p:sp>
        </p:grpSp>
        <p:sp>
          <p:nvSpPr>
            <p:cNvPr id="66613" name="Text Box 23">
              <a:extLst>
                <a:ext uri="{FF2B5EF4-FFF2-40B4-BE49-F238E27FC236}">
                  <a16:creationId xmlns:a16="http://schemas.microsoft.com/office/drawing/2014/main" id="{9437823D-6C3A-ED91-5F0E-334551A835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</a:p>
          </p:txBody>
        </p:sp>
        <p:sp>
          <p:nvSpPr>
            <p:cNvPr id="66614" name="Text Box 24">
              <a:extLst>
                <a:ext uri="{FF2B5EF4-FFF2-40B4-BE49-F238E27FC236}">
                  <a16:creationId xmlns:a16="http://schemas.microsoft.com/office/drawing/2014/main" id="{E31B2AD9-FB23-3D7D-281A-E5A6579108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</a:p>
          </p:txBody>
        </p:sp>
        <p:sp>
          <p:nvSpPr>
            <p:cNvPr id="66615" name="Text Box 25">
              <a:extLst>
                <a:ext uri="{FF2B5EF4-FFF2-40B4-BE49-F238E27FC236}">
                  <a16:creationId xmlns:a16="http://schemas.microsoft.com/office/drawing/2014/main" id="{A47EF82F-FB73-7CD0-11CF-1FBCC0F8B6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</a:p>
          </p:txBody>
        </p:sp>
        <p:sp>
          <p:nvSpPr>
            <p:cNvPr id="66616" name="Text Box 26">
              <a:extLst>
                <a:ext uri="{FF2B5EF4-FFF2-40B4-BE49-F238E27FC236}">
                  <a16:creationId xmlns:a16="http://schemas.microsoft.com/office/drawing/2014/main" id="{729B99B3-5FB3-1E5A-CA66-E67C9EBADA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</a:p>
          </p:txBody>
        </p:sp>
        <p:sp>
          <p:nvSpPr>
            <p:cNvPr id="66617" name="Rectangle 27">
              <a:extLst>
                <a:ext uri="{FF2B5EF4-FFF2-40B4-BE49-F238E27FC236}">
                  <a16:creationId xmlns:a16="http://schemas.microsoft.com/office/drawing/2014/main" id="{104ACC34-5D9E-7093-99D7-5E174DBC81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3" y="2899"/>
              <a:ext cx="45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011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6618" name="Rectangle 28">
              <a:extLst>
                <a:ext uri="{FF2B5EF4-FFF2-40B4-BE49-F238E27FC236}">
                  <a16:creationId xmlns:a16="http://schemas.microsoft.com/office/drawing/2014/main" id="{E7F9BFAF-FDD4-74F2-0DBB-585CD7E6FD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" y="2899"/>
              <a:ext cx="40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001</a:t>
              </a:r>
              <a:endParaRPr lang="en-US" altLang="zh-CN" sz="2400" b="1"/>
            </a:p>
          </p:txBody>
        </p:sp>
        <p:sp>
          <p:nvSpPr>
            <p:cNvPr id="66619" name="Rectangle 29">
              <a:extLst>
                <a:ext uri="{FF2B5EF4-FFF2-40B4-BE49-F238E27FC236}">
                  <a16:creationId xmlns:a16="http://schemas.microsoft.com/office/drawing/2014/main" id="{4F2131ED-B2BF-12A3-CFE9-646CB52426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0" y="2924"/>
              <a:ext cx="43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110</a:t>
              </a:r>
            </a:p>
          </p:txBody>
        </p:sp>
        <p:sp>
          <p:nvSpPr>
            <p:cNvPr id="66620" name="Rectangle 30">
              <a:extLst>
                <a:ext uri="{FF2B5EF4-FFF2-40B4-BE49-F238E27FC236}">
                  <a16:creationId xmlns:a16="http://schemas.microsoft.com/office/drawing/2014/main" id="{C7BBC502-E66A-F5B6-5BFB-DD53A59A56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2" y="2904"/>
              <a:ext cx="46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100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6621" name="Rectangle 31">
              <a:extLst>
                <a:ext uri="{FF2B5EF4-FFF2-40B4-BE49-F238E27FC236}">
                  <a16:creationId xmlns:a16="http://schemas.microsoft.com/office/drawing/2014/main" id="{2A71E3F2-A943-B746-1A0A-E0FA45ACAF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" y="3414"/>
              <a:ext cx="40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010</a:t>
              </a:r>
              <a:endParaRPr lang="en-US" altLang="zh-CN" sz="2400" b="1"/>
            </a:p>
          </p:txBody>
        </p:sp>
        <p:sp>
          <p:nvSpPr>
            <p:cNvPr id="66622" name="Rectangle 32">
              <a:extLst>
                <a:ext uri="{FF2B5EF4-FFF2-40B4-BE49-F238E27FC236}">
                  <a16:creationId xmlns:a16="http://schemas.microsoft.com/office/drawing/2014/main" id="{04ED8BBE-3E99-6146-BCAE-B39DAC2BE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3" y="3424"/>
              <a:ext cx="45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001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</a:p>
          </p:txBody>
        </p:sp>
        <p:sp>
          <p:nvSpPr>
            <p:cNvPr id="66623" name="Rectangle 33">
              <a:extLst>
                <a:ext uri="{FF2B5EF4-FFF2-40B4-BE49-F238E27FC236}">
                  <a16:creationId xmlns:a16="http://schemas.microsoft.com/office/drawing/2014/main" id="{264109E5-6C37-8C5E-A74F-C2F04212A4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0" y="3400"/>
              <a:ext cx="42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110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6624" name="Rectangle 34">
              <a:extLst>
                <a:ext uri="{FF2B5EF4-FFF2-40B4-BE49-F238E27FC236}">
                  <a16:creationId xmlns:a16="http://schemas.microsoft.com/office/drawing/2014/main" id="{82E55096-32CA-1A50-11A7-45E675039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0" y="3414"/>
              <a:ext cx="40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101</a:t>
              </a:r>
            </a:p>
          </p:txBody>
        </p:sp>
        <p:sp>
          <p:nvSpPr>
            <p:cNvPr id="34" name="Rectangle 36">
              <a:extLst>
                <a:ext uri="{FF2B5EF4-FFF2-40B4-BE49-F238E27FC236}">
                  <a16:creationId xmlns:a16="http://schemas.microsoft.com/office/drawing/2014/main" id="{28864F73-F654-B2DA-EC02-C33458369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" y="3784"/>
              <a:ext cx="1403" cy="44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2n+1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1n+1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0n+1</a:t>
              </a:r>
            </a:p>
            <a:p>
              <a:pPr eaLnBrk="1" hangingPunct="1">
                <a:defRPr/>
              </a:pP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grpSp>
        <p:nvGrpSpPr>
          <p:cNvPr id="66564" name="组合 68">
            <a:extLst>
              <a:ext uri="{FF2B5EF4-FFF2-40B4-BE49-F238E27FC236}">
                <a16:creationId xmlns:a16="http://schemas.microsoft.com/office/drawing/2014/main" id="{E5315FE5-34F7-B138-AE29-321706732194}"/>
              </a:ext>
            </a:extLst>
          </p:cNvPr>
          <p:cNvGrpSpPr>
            <a:grpSpLocks/>
          </p:cNvGrpSpPr>
          <p:nvPr/>
        </p:nvGrpSpPr>
        <p:grpSpPr bwMode="auto">
          <a:xfrm>
            <a:off x="960438" y="690563"/>
            <a:ext cx="6288087" cy="1973262"/>
            <a:chOff x="1565275" y="3946525"/>
            <a:chExt cx="6288088" cy="1973263"/>
          </a:xfrm>
        </p:grpSpPr>
        <p:grpSp>
          <p:nvGrpSpPr>
            <p:cNvPr id="66565" name="组合 25">
              <a:extLst>
                <a:ext uri="{FF2B5EF4-FFF2-40B4-BE49-F238E27FC236}">
                  <a16:creationId xmlns:a16="http://schemas.microsoft.com/office/drawing/2014/main" id="{6452A272-CFC0-7B7A-242C-273027A70C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7675" y="3963988"/>
              <a:ext cx="720725" cy="719137"/>
              <a:chOff x="4067944" y="4221088"/>
              <a:chExt cx="720080" cy="720080"/>
            </a:xfrm>
          </p:grpSpPr>
          <p:sp>
            <p:nvSpPr>
              <p:cNvPr id="66595" name="椭圆 26">
                <a:extLst>
                  <a:ext uri="{FF2B5EF4-FFF2-40B4-BE49-F238E27FC236}">
                    <a16:creationId xmlns:a16="http://schemas.microsoft.com/office/drawing/2014/main" id="{13C108E4-B297-9A21-A89F-73E74F22E3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54AC5E35-8928-AC9F-E23D-FC690F7181F5}"/>
                  </a:ext>
                </a:extLst>
              </p:cNvPr>
              <p:cNvSpPr txBox="1"/>
              <p:nvPr/>
            </p:nvSpPr>
            <p:spPr>
              <a:xfrm>
                <a:off x="4139317" y="4381635"/>
                <a:ext cx="648707" cy="398985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101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6566" name="组合 28">
              <a:extLst>
                <a:ext uri="{FF2B5EF4-FFF2-40B4-BE49-F238E27FC236}">
                  <a16:creationId xmlns:a16="http://schemas.microsoft.com/office/drawing/2014/main" id="{1305C4D1-8F4E-2382-190C-3563DEFC44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56100" y="3946525"/>
              <a:ext cx="720725" cy="720725"/>
              <a:chOff x="4067944" y="4221088"/>
              <a:chExt cx="720080" cy="720080"/>
            </a:xfrm>
          </p:grpSpPr>
          <p:sp>
            <p:nvSpPr>
              <p:cNvPr id="66593" name="椭圆 29">
                <a:extLst>
                  <a:ext uri="{FF2B5EF4-FFF2-40B4-BE49-F238E27FC236}">
                    <a16:creationId xmlns:a16="http://schemas.microsoft.com/office/drawing/2014/main" id="{15715516-8CC0-7EE7-FB02-E28C0EE257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5A541744-9FC5-2170-F0DA-1D6CAA518FD4}"/>
                  </a:ext>
                </a:extLst>
              </p:cNvPr>
              <p:cNvSpPr txBox="1"/>
              <p:nvPr/>
            </p:nvSpPr>
            <p:spPr>
              <a:xfrm>
                <a:off x="4139317" y="4381282"/>
                <a:ext cx="648707" cy="39969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010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6567" name="组合 31">
              <a:extLst>
                <a:ext uri="{FF2B5EF4-FFF2-40B4-BE49-F238E27FC236}">
                  <a16:creationId xmlns:a16="http://schemas.microsoft.com/office/drawing/2014/main" id="{B927B1DD-398A-FF0A-46F9-68F7395C4D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13413" y="3946525"/>
              <a:ext cx="720725" cy="720725"/>
              <a:chOff x="4067944" y="4221088"/>
              <a:chExt cx="720080" cy="720080"/>
            </a:xfrm>
          </p:grpSpPr>
          <p:sp>
            <p:nvSpPr>
              <p:cNvPr id="66591" name="椭圆 32">
                <a:extLst>
                  <a:ext uri="{FF2B5EF4-FFF2-40B4-BE49-F238E27FC236}">
                    <a16:creationId xmlns:a16="http://schemas.microsoft.com/office/drawing/2014/main" id="{D7026307-C80A-F8BA-1311-76A7EF39C2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202399E5-365A-837C-7D56-38E8F8857B72}"/>
                  </a:ext>
                </a:extLst>
              </p:cNvPr>
              <p:cNvSpPr txBox="1"/>
              <p:nvPr/>
            </p:nvSpPr>
            <p:spPr>
              <a:xfrm>
                <a:off x="4139318" y="4381282"/>
                <a:ext cx="648706" cy="39969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100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6568" name="组合 34">
              <a:extLst>
                <a:ext uri="{FF2B5EF4-FFF2-40B4-BE49-F238E27FC236}">
                  <a16:creationId xmlns:a16="http://schemas.microsoft.com/office/drawing/2014/main" id="{20AAC6F8-5B65-1541-ECD0-616F9A978A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13413" y="5168900"/>
              <a:ext cx="720725" cy="719138"/>
              <a:chOff x="4067944" y="4221088"/>
              <a:chExt cx="720080" cy="720080"/>
            </a:xfrm>
          </p:grpSpPr>
          <p:sp>
            <p:nvSpPr>
              <p:cNvPr id="66589" name="椭圆 35">
                <a:extLst>
                  <a:ext uri="{FF2B5EF4-FFF2-40B4-BE49-F238E27FC236}">
                    <a16:creationId xmlns:a16="http://schemas.microsoft.com/office/drawing/2014/main" id="{08F535A2-9126-6ACE-329D-24BB494C08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9039EE87-4191-408E-00A1-5237F2F644C9}"/>
                  </a:ext>
                </a:extLst>
              </p:cNvPr>
              <p:cNvSpPr txBox="1"/>
              <p:nvPr/>
            </p:nvSpPr>
            <p:spPr>
              <a:xfrm>
                <a:off x="4139318" y="4381636"/>
                <a:ext cx="648706" cy="398985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001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66569" name="组合 37">
              <a:extLst>
                <a:ext uri="{FF2B5EF4-FFF2-40B4-BE49-F238E27FC236}">
                  <a16:creationId xmlns:a16="http://schemas.microsoft.com/office/drawing/2014/main" id="{0CAAD9F8-EFC9-F0A6-D194-181ED600A3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56100" y="5162550"/>
              <a:ext cx="720725" cy="720725"/>
              <a:chOff x="4067944" y="4221088"/>
              <a:chExt cx="720080" cy="720080"/>
            </a:xfrm>
          </p:grpSpPr>
          <p:sp>
            <p:nvSpPr>
              <p:cNvPr id="66587" name="椭圆 38">
                <a:extLst>
                  <a:ext uri="{FF2B5EF4-FFF2-40B4-BE49-F238E27FC236}">
                    <a16:creationId xmlns:a16="http://schemas.microsoft.com/office/drawing/2014/main" id="{657CFEF4-56DC-7859-ABD1-17EA7B0D14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6D86B813-8FE5-AA1A-C1F8-8F1F28C4EB7E}"/>
                  </a:ext>
                </a:extLst>
              </p:cNvPr>
              <p:cNvSpPr txBox="1"/>
              <p:nvPr/>
            </p:nvSpPr>
            <p:spPr>
              <a:xfrm>
                <a:off x="4139317" y="4381283"/>
                <a:ext cx="648707" cy="39969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011</a:t>
                </a:r>
              </a:p>
            </p:txBody>
          </p:sp>
        </p:grpSp>
        <p:grpSp>
          <p:nvGrpSpPr>
            <p:cNvPr id="66570" name="组合 40">
              <a:extLst>
                <a:ext uri="{FF2B5EF4-FFF2-40B4-BE49-F238E27FC236}">
                  <a16:creationId xmlns:a16="http://schemas.microsoft.com/office/drawing/2014/main" id="{34173AE2-7CBF-D0EB-1984-3A3483B5E8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41638" y="5162550"/>
              <a:ext cx="720725" cy="720725"/>
              <a:chOff x="4067944" y="4221088"/>
              <a:chExt cx="720080" cy="720080"/>
            </a:xfrm>
          </p:grpSpPr>
          <p:sp>
            <p:nvSpPr>
              <p:cNvPr id="66585" name="椭圆 41">
                <a:extLst>
                  <a:ext uri="{FF2B5EF4-FFF2-40B4-BE49-F238E27FC236}">
                    <a16:creationId xmlns:a16="http://schemas.microsoft.com/office/drawing/2014/main" id="{A95580F6-28C5-A2A7-03D4-E9A2C9BE3C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C8F55038-D73F-9FAC-4E6E-9560BE14D984}"/>
                  </a:ext>
                </a:extLst>
              </p:cNvPr>
              <p:cNvSpPr txBox="1"/>
              <p:nvPr/>
            </p:nvSpPr>
            <p:spPr>
              <a:xfrm>
                <a:off x="4139317" y="4381283"/>
                <a:ext cx="648706" cy="39969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110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66571" name="直接箭头连接符 43">
              <a:extLst>
                <a:ext uri="{FF2B5EF4-FFF2-40B4-BE49-F238E27FC236}">
                  <a16:creationId xmlns:a16="http://schemas.microsoft.com/office/drawing/2014/main" id="{3FECD65E-BFE4-FBB6-275C-7F8F2F49CC91}"/>
                </a:ext>
              </a:extLst>
            </p:cNvPr>
            <p:cNvCxnSpPr>
              <a:cxnSpLocks noChangeShapeType="1"/>
              <a:stCxn id="39" idx="3"/>
              <a:endCxn id="66593" idx="2"/>
            </p:cNvCxnSpPr>
            <p:nvPr/>
          </p:nvCxnSpPr>
          <p:spPr bwMode="auto">
            <a:xfrm flipV="1">
              <a:off x="3708400" y="4306888"/>
              <a:ext cx="647700" cy="17462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572" name="直接箭头连接符 44">
              <a:extLst>
                <a:ext uri="{FF2B5EF4-FFF2-40B4-BE49-F238E27FC236}">
                  <a16:creationId xmlns:a16="http://schemas.microsoft.com/office/drawing/2014/main" id="{4FD1589B-139B-DE7F-D30C-EA40A210548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102225" y="4306888"/>
              <a:ext cx="647700" cy="17462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573" name="直接箭头连接符 45">
              <a:extLst>
                <a:ext uri="{FF2B5EF4-FFF2-40B4-BE49-F238E27FC236}">
                  <a16:creationId xmlns:a16="http://schemas.microsoft.com/office/drawing/2014/main" id="{2E8AB8BF-2260-6854-43C2-6BDBCB39CBD6}"/>
                </a:ext>
              </a:extLst>
            </p:cNvPr>
            <p:cNvCxnSpPr>
              <a:cxnSpLocks noChangeShapeType="1"/>
              <a:stCxn id="66591" idx="4"/>
              <a:endCxn id="66589" idx="0"/>
            </p:cNvCxnSpPr>
            <p:nvPr/>
          </p:nvCxnSpPr>
          <p:spPr bwMode="auto">
            <a:xfrm>
              <a:off x="6073775" y="4667250"/>
              <a:ext cx="0" cy="50165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574" name="直接箭头连接符 46">
              <a:extLst>
                <a:ext uri="{FF2B5EF4-FFF2-40B4-BE49-F238E27FC236}">
                  <a16:creationId xmlns:a16="http://schemas.microsoft.com/office/drawing/2014/main" id="{9DAA8C6E-1D96-A550-BBDC-4410C19230D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5048250" y="5513388"/>
              <a:ext cx="665163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575" name="直接箭头连接符 47">
              <a:extLst>
                <a:ext uri="{FF2B5EF4-FFF2-40B4-BE49-F238E27FC236}">
                  <a16:creationId xmlns:a16="http://schemas.microsoft.com/office/drawing/2014/main" id="{69995555-8891-2D2B-59B3-98FF8DC40D7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676650" y="5522913"/>
              <a:ext cx="665163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576" name="直接箭头连接符 48">
              <a:extLst>
                <a:ext uri="{FF2B5EF4-FFF2-40B4-BE49-F238E27FC236}">
                  <a16:creationId xmlns:a16="http://schemas.microsoft.com/office/drawing/2014/main" id="{DA03E698-58AD-BE67-F38C-B918EE7139D3}"/>
                </a:ext>
              </a:extLst>
            </p:cNvPr>
            <p:cNvCxnSpPr>
              <a:cxnSpLocks noChangeShapeType="1"/>
              <a:endCxn id="66595" idx="4"/>
            </p:cNvCxnSpPr>
            <p:nvPr/>
          </p:nvCxnSpPr>
          <p:spPr bwMode="auto">
            <a:xfrm flipV="1">
              <a:off x="3333750" y="4683125"/>
              <a:ext cx="14288" cy="492125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66577" name="组合 49">
              <a:extLst>
                <a:ext uri="{FF2B5EF4-FFF2-40B4-BE49-F238E27FC236}">
                  <a16:creationId xmlns:a16="http://schemas.microsoft.com/office/drawing/2014/main" id="{8A7809AB-B8FF-DAF7-AE02-6B1DC3D48B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32638" y="5151438"/>
              <a:ext cx="720725" cy="720725"/>
              <a:chOff x="4067944" y="4221088"/>
              <a:chExt cx="720080" cy="720080"/>
            </a:xfrm>
          </p:grpSpPr>
          <p:sp>
            <p:nvSpPr>
              <p:cNvPr id="66583" name="椭圆 50">
                <a:extLst>
                  <a:ext uri="{FF2B5EF4-FFF2-40B4-BE49-F238E27FC236}">
                    <a16:creationId xmlns:a16="http://schemas.microsoft.com/office/drawing/2014/main" id="{87E3DAC6-8BCD-0D68-6D6C-F853C250F3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44668F52-37E2-F287-7795-108394C3B61F}"/>
                  </a:ext>
                </a:extLst>
              </p:cNvPr>
              <p:cNvSpPr txBox="1"/>
              <p:nvPr/>
            </p:nvSpPr>
            <p:spPr>
              <a:xfrm>
                <a:off x="4139318" y="4381283"/>
                <a:ext cx="648706" cy="39969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000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66578" name="直接箭头连接符 52">
              <a:extLst>
                <a:ext uri="{FF2B5EF4-FFF2-40B4-BE49-F238E27FC236}">
                  <a16:creationId xmlns:a16="http://schemas.microsoft.com/office/drawing/2014/main" id="{C97ADFCC-8BA8-26D7-ACFE-8A178C5F9A2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6403975" y="5500688"/>
              <a:ext cx="723900" cy="11112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66579" name="组合 54">
              <a:extLst>
                <a:ext uri="{FF2B5EF4-FFF2-40B4-BE49-F238E27FC236}">
                  <a16:creationId xmlns:a16="http://schemas.microsoft.com/office/drawing/2014/main" id="{E0445A61-EAB4-6D24-B430-20958C3383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65275" y="5199063"/>
              <a:ext cx="719138" cy="720725"/>
              <a:chOff x="4067944" y="4221088"/>
              <a:chExt cx="720080" cy="720080"/>
            </a:xfrm>
          </p:grpSpPr>
          <p:sp>
            <p:nvSpPr>
              <p:cNvPr id="66581" name="椭圆 55">
                <a:extLst>
                  <a:ext uri="{FF2B5EF4-FFF2-40B4-BE49-F238E27FC236}">
                    <a16:creationId xmlns:a16="http://schemas.microsoft.com/office/drawing/2014/main" id="{402C2018-5BD8-0714-CD0C-E163913EE2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F0634E75-0747-A659-192E-98C50DDC2223}"/>
                  </a:ext>
                </a:extLst>
              </p:cNvPr>
              <p:cNvSpPr txBox="1"/>
              <p:nvPr/>
            </p:nvSpPr>
            <p:spPr>
              <a:xfrm>
                <a:off x="4139475" y="4381283"/>
                <a:ext cx="648548" cy="39969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</a:rPr>
                  <a:t>111</a:t>
                </a:r>
                <a:endParaRPr lang="zh-CN" altLang="en-US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66580" name="直接箭头连接符 57">
              <a:extLst>
                <a:ext uri="{FF2B5EF4-FFF2-40B4-BE49-F238E27FC236}">
                  <a16:creationId xmlns:a16="http://schemas.microsoft.com/office/drawing/2014/main" id="{6887645A-5B93-0522-9AC1-24744FC5848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84413" y="5522913"/>
              <a:ext cx="647700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327256-B7BE-C629-8765-7ECAA1EDE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7228923-D566-479D-816B-19F98D8172B0}" type="slidenum">
              <a:rPr lang="en-US" altLang="zh-CN" sz="1000" smtClean="0"/>
              <a:pPr>
                <a:defRPr/>
              </a:pPr>
              <a:t>68</a:t>
            </a:fld>
            <a:endParaRPr lang="en-US" altLang="zh-CN" sz="1000"/>
          </a:p>
        </p:txBody>
      </p:sp>
      <p:grpSp>
        <p:nvGrpSpPr>
          <p:cNvPr id="18435" name="Group 4">
            <a:extLst>
              <a:ext uri="{FF2B5EF4-FFF2-40B4-BE49-F238E27FC236}">
                <a16:creationId xmlns:a16="http://schemas.microsoft.com/office/drawing/2014/main" id="{95C8D673-D25D-AC8B-4881-EA88B6159D2E}"/>
              </a:ext>
            </a:extLst>
          </p:cNvPr>
          <p:cNvGrpSpPr>
            <a:grpSpLocks/>
          </p:cNvGrpSpPr>
          <p:nvPr/>
        </p:nvGrpSpPr>
        <p:grpSpPr bwMode="auto">
          <a:xfrm>
            <a:off x="241300" y="750888"/>
            <a:ext cx="3952875" cy="3054350"/>
            <a:chOff x="6" y="2159"/>
            <a:chExt cx="2490" cy="192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6DD5FA7-1EFA-7ED9-4F0E-D60F220328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DFA3661-B67B-F701-E3CD-A9CD4EFA73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0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3CFFB43-1278-1C29-55EF-7426E324A7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67639" name="Line 8">
              <a:extLst>
                <a:ext uri="{FF2B5EF4-FFF2-40B4-BE49-F238E27FC236}">
                  <a16:creationId xmlns:a16="http://schemas.microsoft.com/office/drawing/2014/main" id="{CA442879-FB5D-A3FB-5B34-C1F5E91628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0" name="Line 9">
              <a:extLst>
                <a:ext uri="{FF2B5EF4-FFF2-40B4-BE49-F238E27FC236}">
                  <a16:creationId xmlns:a16="http://schemas.microsoft.com/office/drawing/2014/main" id="{CDC9A9EF-6AF4-3159-E0E9-F7D7F46D1C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1" name="Line 10">
              <a:extLst>
                <a:ext uri="{FF2B5EF4-FFF2-40B4-BE49-F238E27FC236}">
                  <a16:creationId xmlns:a16="http://schemas.microsoft.com/office/drawing/2014/main" id="{9D7FA8FF-32EE-1D53-4243-17ECE6785F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2" name="Line 11">
              <a:extLst>
                <a:ext uri="{FF2B5EF4-FFF2-40B4-BE49-F238E27FC236}">
                  <a16:creationId xmlns:a16="http://schemas.microsoft.com/office/drawing/2014/main" id="{B2D02BBF-8F2F-C50F-9F0E-2A811204FE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3" name="Line 12">
              <a:extLst>
                <a:ext uri="{FF2B5EF4-FFF2-40B4-BE49-F238E27FC236}">
                  <a16:creationId xmlns:a16="http://schemas.microsoft.com/office/drawing/2014/main" id="{450F50CE-5E44-355D-A734-256F3E6363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4" name="Line 13">
              <a:extLst>
                <a:ext uri="{FF2B5EF4-FFF2-40B4-BE49-F238E27FC236}">
                  <a16:creationId xmlns:a16="http://schemas.microsoft.com/office/drawing/2014/main" id="{EEDBF942-55D6-DE45-C00F-CD7D897D78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5" name="Line 14">
              <a:extLst>
                <a:ext uri="{FF2B5EF4-FFF2-40B4-BE49-F238E27FC236}">
                  <a16:creationId xmlns:a16="http://schemas.microsoft.com/office/drawing/2014/main" id="{A913E715-E5ED-BE39-649E-ABF4B5D833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6" name="Line 15">
              <a:extLst>
                <a:ext uri="{FF2B5EF4-FFF2-40B4-BE49-F238E27FC236}">
                  <a16:creationId xmlns:a16="http://schemas.microsoft.com/office/drawing/2014/main" id="{DE2DA6A9-1107-FE63-B0BD-489C916397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7" name="Line 16">
              <a:extLst>
                <a:ext uri="{FF2B5EF4-FFF2-40B4-BE49-F238E27FC236}">
                  <a16:creationId xmlns:a16="http://schemas.microsoft.com/office/drawing/2014/main" id="{3D67A8C7-3EE1-AEA5-BCDB-7BBD525264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48" name="Text Box 17">
              <a:extLst>
                <a:ext uri="{FF2B5EF4-FFF2-40B4-BE49-F238E27FC236}">
                  <a16:creationId xmlns:a16="http://schemas.microsoft.com/office/drawing/2014/main" id="{F7271A59-B1C8-43C9-7E71-1997A72F80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67649" name="Text Box 18">
              <a:extLst>
                <a:ext uri="{FF2B5EF4-FFF2-40B4-BE49-F238E27FC236}">
                  <a16:creationId xmlns:a16="http://schemas.microsoft.com/office/drawing/2014/main" id="{25DA1D3E-CE41-6FD1-2013-58100A2C6A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20" name="Text Box 19">
              <a:extLst>
                <a:ext uri="{FF2B5EF4-FFF2-40B4-BE49-F238E27FC236}">
                  <a16:creationId xmlns:a16="http://schemas.microsoft.com/office/drawing/2014/main" id="{08E1A6A1-9A8E-544C-14D1-5AA72AB75C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</a:p>
          </p:txBody>
        </p:sp>
        <p:grpSp>
          <p:nvGrpSpPr>
            <p:cNvPr id="67651" name="Group 20">
              <a:extLst>
                <a:ext uri="{FF2B5EF4-FFF2-40B4-BE49-F238E27FC236}">
                  <a16:creationId xmlns:a16="http://schemas.microsoft.com/office/drawing/2014/main" id="{0E7086B0-D201-6F39-3B34-3ECFD2BADF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67665" name="Text Box 21">
                <a:extLst>
                  <a:ext uri="{FF2B5EF4-FFF2-40B4-BE49-F238E27FC236}">
                    <a16:creationId xmlns:a16="http://schemas.microsoft.com/office/drawing/2014/main" id="{FCAC1AEB-10A6-7BC1-82BB-CD074AF716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</a:p>
            </p:txBody>
          </p:sp>
          <p:sp>
            <p:nvSpPr>
              <p:cNvPr id="67666" name="Text Box 22">
                <a:extLst>
                  <a:ext uri="{FF2B5EF4-FFF2-40B4-BE49-F238E27FC236}">
                    <a16:creationId xmlns:a16="http://schemas.microsoft.com/office/drawing/2014/main" id="{F61F94D6-8BAE-8B62-3F26-8C989F7559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</a:p>
            </p:txBody>
          </p:sp>
        </p:grpSp>
        <p:sp>
          <p:nvSpPr>
            <p:cNvPr id="67652" name="Text Box 23">
              <a:extLst>
                <a:ext uri="{FF2B5EF4-FFF2-40B4-BE49-F238E27FC236}">
                  <a16:creationId xmlns:a16="http://schemas.microsoft.com/office/drawing/2014/main" id="{0A1190A6-7B1D-0018-7D6E-D4106BDC5A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</a:p>
          </p:txBody>
        </p:sp>
        <p:sp>
          <p:nvSpPr>
            <p:cNvPr id="67653" name="Text Box 24">
              <a:extLst>
                <a:ext uri="{FF2B5EF4-FFF2-40B4-BE49-F238E27FC236}">
                  <a16:creationId xmlns:a16="http://schemas.microsoft.com/office/drawing/2014/main" id="{052168EB-FB6D-1B0E-BCE5-5349214286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</a:p>
          </p:txBody>
        </p:sp>
        <p:sp>
          <p:nvSpPr>
            <p:cNvPr id="67654" name="Text Box 25">
              <a:extLst>
                <a:ext uri="{FF2B5EF4-FFF2-40B4-BE49-F238E27FC236}">
                  <a16:creationId xmlns:a16="http://schemas.microsoft.com/office/drawing/2014/main" id="{B4B84514-5650-D647-37EE-5B82459906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</a:p>
          </p:txBody>
        </p:sp>
        <p:sp>
          <p:nvSpPr>
            <p:cNvPr id="67655" name="Text Box 26">
              <a:extLst>
                <a:ext uri="{FF2B5EF4-FFF2-40B4-BE49-F238E27FC236}">
                  <a16:creationId xmlns:a16="http://schemas.microsoft.com/office/drawing/2014/main" id="{5A5A6408-17C3-4298-724F-42370B9717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</a:p>
          </p:txBody>
        </p:sp>
        <p:sp>
          <p:nvSpPr>
            <p:cNvPr id="67656" name="Rectangle 27">
              <a:extLst>
                <a:ext uri="{FF2B5EF4-FFF2-40B4-BE49-F238E27FC236}">
                  <a16:creationId xmlns:a16="http://schemas.microsoft.com/office/drawing/2014/main" id="{F0BE532B-5576-9C17-7A54-6EA37EAC9E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7657" name="Rectangle 28">
              <a:extLst>
                <a:ext uri="{FF2B5EF4-FFF2-40B4-BE49-F238E27FC236}">
                  <a16:creationId xmlns:a16="http://schemas.microsoft.com/office/drawing/2014/main" id="{9824507C-2C45-ADC0-012E-EAE2BD027C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900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endParaRPr lang="en-US" altLang="zh-CN" sz="2400" b="1"/>
            </a:p>
          </p:txBody>
        </p:sp>
        <p:sp>
          <p:nvSpPr>
            <p:cNvPr id="67658" name="Rectangle 29">
              <a:extLst>
                <a:ext uri="{FF2B5EF4-FFF2-40B4-BE49-F238E27FC236}">
                  <a16:creationId xmlns:a16="http://schemas.microsoft.com/office/drawing/2014/main" id="{3CB2ACA0-A24F-24FE-56C0-9B78B63CC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9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7659" name="Rectangle 30">
              <a:extLst>
                <a:ext uri="{FF2B5EF4-FFF2-40B4-BE49-F238E27FC236}">
                  <a16:creationId xmlns:a16="http://schemas.microsoft.com/office/drawing/2014/main" id="{A5CD45A1-54E1-E1ED-385B-6367D6E338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7660" name="Rectangle 31">
              <a:extLst>
                <a:ext uri="{FF2B5EF4-FFF2-40B4-BE49-F238E27FC236}">
                  <a16:creationId xmlns:a16="http://schemas.microsoft.com/office/drawing/2014/main" id="{A62415E4-8FB7-632C-2D39-38FCD93008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endParaRPr lang="en-US" altLang="zh-CN" sz="2400" b="1"/>
            </a:p>
          </p:txBody>
        </p:sp>
        <p:sp>
          <p:nvSpPr>
            <p:cNvPr id="67661" name="Rectangle 32">
              <a:extLst>
                <a:ext uri="{FF2B5EF4-FFF2-40B4-BE49-F238E27FC236}">
                  <a16:creationId xmlns:a16="http://schemas.microsoft.com/office/drawing/2014/main" id="{6B89A80E-7AC6-A19F-CDA1-87D78B90F0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" y="3427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</a:p>
          </p:txBody>
        </p:sp>
        <p:sp>
          <p:nvSpPr>
            <p:cNvPr id="67662" name="Rectangle 33">
              <a:extLst>
                <a:ext uri="{FF2B5EF4-FFF2-40B4-BE49-F238E27FC236}">
                  <a16:creationId xmlns:a16="http://schemas.microsoft.com/office/drawing/2014/main" id="{A5720766-37C0-EA8A-B690-3011958E8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396"/>
              <a:ext cx="27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7663" name="Rectangle 34">
              <a:extLst>
                <a:ext uri="{FF2B5EF4-FFF2-40B4-BE49-F238E27FC236}">
                  <a16:creationId xmlns:a16="http://schemas.microsoft.com/office/drawing/2014/main" id="{21B6FD71-6DF7-BE97-3A37-D44C773D7C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36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4" name="Rectangle 36">
              <a:extLst>
                <a:ext uri="{FF2B5EF4-FFF2-40B4-BE49-F238E27FC236}">
                  <a16:creationId xmlns:a16="http://schemas.microsoft.com/office/drawing/2014/main" id="{F90BEEEF-E669-0F12-2A88-2B0B4862FA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3792"/>
              <a:ext cx="549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2n+1</a:t>
              </a:r>
            </a:p>
          </p:txBody>
        </p:sp>
      </p:grpSp>
      <p:sp>
        <p:nvSpPr>
          <p:cNvPr id="38" name="矩形 37">
            <a:extLst>
              <a:ext uri="{FF2B5EF4-FFF2-40B4-BE49-F238E27FC236}">
                <a16:creationId xmlns:a16="http://schemas.microsoft.com/office/drawing/2014/main" id="{D9007E77-595D-DCD4-5673-8B0072707A71}"/>
              </a:ext>
            </a:extLst>
          </p:cNvPr>
          <p:cNvSpPr/>
          <p:nvPr/>
        </p:nvSpPr>
        <p:spPr>
          <a:xfrm>
            <a:off x="625475" y="239713"/>
            <a:ext cx="4054475" cy="5842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设计：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CN" sz="32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？，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32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en-US" altLang="zh-CN" sz="32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9" name="Group 39">
            <a:extLst>
              <a:ext uri="{FF2B5EF4-FFF2-40B4-BE49-F238E27FC236}">
                <a16:creationId xmlns:a16="http://schemas.microsoft.com/office/drawing/2014/main" id="{1DF1E892-8582-F3FF-267E-D3064F5A91F0}"/>
              </a:ext>
            </a:extLst>
          </p:cNvPr>
          <p:cNvGrpSpPr>
            <a:grpSpLocks/>
          </p:cNvGrpSpPr>
          <p:nvPr/>
        </p:nvGrpSpPr>
        <p:grpSpPr bwMode="auto">
          <a:xfrm>
            <a:off x="5594350" y="609600"/>
            <a:ext cx="2819400" cy="2852738"/>
            <a:chOff x="3888" y="2068"/>
            <a:chExt cx="1769" cy="1772"/>
          </a:xfrm>
        </p:grpSpPr>
        <p:grpSp>
          <p:nvGrpSpPr>
            <p:cNvPr id="67624" name="Group 40">
              <a:extLst>
                <a:ext uri="{FF2B5EF4-FFF2-40B4-BE49-F238E27FC236}">
                  <a16:creationId xmlns:a16="http://schemas.microsoft.com/office/drawing/2014/main" id="{1D47C9A1-6622-4E77-983E-E942AF3D56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2388"/>
              <a:ext cx="1769" cy="1452"/>
              <a:chOff x="3559" y="2196"/>
              <a:chExt cx="1769" cy="1452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287EE0FF-A293-6EAE-83CE-5BBEA9AB88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9" y="2513"/>
                <a:ext cx="499" cy="10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x</a:t>
                </a:r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x</a:t>
                </a:r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1</a:t>
                </a:r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0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54DC8854-D3EB-AE82-5ED7-3429983E75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4" y="2514"/>
                <a:ext cx="1270" cy="10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marL="533400" indent="-5334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914400" indent="-4572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295400" indent="-3810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714500" indent="-342900"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171700" indent="-3429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6289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30861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5433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40005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0     0       0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0     1       1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1     0       x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1     1       x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6AE296CF-70FB-1CD6-688D-E94624A47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9" y="2196"/>
                <a:ext cx="499" cy="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K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BA087D73-E840-4899-AD52-91E3A406C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9" y="2196"/>
                <a:ext cx="1270" cy="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Q</a:t>
                </a:r>
                <a:r>
                  <a:rPr lang="en-US" altLang="zh-CN" sz="2400" baseline="-25000"/>
                  <a:t>n    </a:t>
                </a:r>
                <a:r>
                  <a:rPr lang="en-US" altLang="zh-CN" sz="2400"/>
                  <a:t>Q</a:t>
                </a:r>
                <a:r>
                  <a:rPr lang="en-US" altLang="zh-CN" sz="2400" baseline="-25000"/>
                  <a:t>n+1</a:t>
                </a:r>
                <a:r>
                  <a:rPr lang="en-US" altLang="zh-CN" sz="2400"/>
                  <a:t> </a:t>
                </a:r>
                <a:r>
                  <a:rPr lang="en-US" altLang="zh-CN" sz="2400" baseline="-25000"/>
                  <a:t>  </a:t>
                </a:r>
                <a:r>
                  <a:rPr lang="en-US" altLang="zh-CN" sz="2400"/>
                  <a:t> J   </a:t>
                </a:r>
              </a:p>
            </p:txBody>
          </p:sp>
          <p:sp>
            <p:nvSpPr>
              <p:cNvPr id="67630" name="Line 45">
                <a:extLst>
                  <a:ext uri="{FF2B5EF4-FFF2-40B4-BE49-F238E27FC236}">
                    <a16:creationId xmlns:a16="http://schemas.microsoft.com/office/drawing/2014/main" id="{0D907EF9-6E73-4654-5ADD-97F4223D88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9" y="2196"/>
                <a:ext cx="176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31" name="Line 46">
                <a:extLst>
                  <a:ext uri="{FF2B5EF4-FFF2-40B4-BE49-F238E27FC236}">
                    <a16:creationId xmlns:a16="http://schemas.microsoft.com/office/drawing/2014/main" id="{25931FAE-D377-9796-0000-777CE53B3B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9" y="2559"/>
                <a:ext cx="17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32" name="Line 47">
                <a:extLst>
                  <a:ext uri="{FF2B5EF4-FFF2-40B4-BE49-F238E27FC236}">
                    <a16:creationId xmlns:a16="http://schemas.microsoft.com/office/drawing/2014/main" id="{42253C42-B8E3-C8CC-31A5-3B846B0CEF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9" y="3648"/>
                <a:ext cx="176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33" name="Line 48">
                <a:extLst>
                  <a:ext uri="{FF2B5EF4-FFF2-40B4-BE49-F238E27FC236}">
                    <a16:creationId xmlns:a16="http://schemas.microsoft.com/office/drawing/2014/main" id="{BE36D477-2FDF-F2F9-C217-62CD7DA176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9" y="2196"/>
                <a:ext cx="0" cy="14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34" name="Line 49">
                <a:extLst>
                  <a:ext uri="{FF2B5EF4-FFF2-40B4-BE49-F238E27FC236}">
                    <a16:creationId xmlns:a16="http://schemas.microsoft.com/office/drawing/2014/main" id="{3A01709A-64F3-CF3F-A883-2101B6FDDE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6" y="2197"/>
                <a:ext cx="0" cy="140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635" name="Line 50">
                <a:extLst>
                  <a:ext uri="{FF2B5EF4-FFF2-40B4-BE49-F238E27FC236}">
                    <a16:creationId xmlns:a16="http://schemas.microsoft.com/office/drawing/2014/main" id="{DF182CE9-1234-2404-F76E-EC48F9B6C9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8" y="2196"/>
                <a:ext cx="0" cy="14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" name="Rectangle 51">
              <a:extLst>
                <a:ext uri="{FF2B5EF4-FFF2-40B4-BE49-F238E27FC236}">
                  <a16:creationId xmlns:a16="http://schemas.microsoft.com/office/drawing/2014/main" id="{8C33F562-872C-877F-8BF6-C173C6B568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4" y="2068"/>
              <a:ext cx="1544" cy="3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marL="342900" indent="-3429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/>
                <a:t>JK</a:t>
              </a:r>
              <a:r>
                <a:rPr lang="zh-CN" altLang="en-US" sz="2400" b="1"/>
                <a:t>触发器激励表</a:t>
              </a:r>
            </a:p>
          </p:txBody>
        </p:sp>
      </p:grpSp>
      <p:grpSp>
        <p:nvGrpSpPr>
          <p:cNvPr id="18438" name="Group 4">
            <a:extLst>
              <a:ext uri="{FF2B5EF4-FFF2-40B4-BE49-F238E27FC236}">
                <a16:creationId xmlns:a16="http://schemas.microsoft.com/office/drawing/2014/main" id="{9E2A6F7E-D785-A36B-B1AC-8133703BD01E}"/>
              </a:ext>
            </a:extLst>
          </p:cNvPr>
          <p:cNvGrpSpPr>
            <a:grpSpLocks/>
          </p:cNvGrpSpPr>
          <p:nvPr/>
        </p:nvGrpSpPr>
        <p:grpSpPr bwMode="auto">
          <a:xfrm>
            <a:off x="165100" y="3409950"/>
            <a:ext cx="3952875" cy="3068638"/>
            <a:chOff x="6" y="2159"/>
            <a:chExt cx="2490" cy="1933"/>
          </a:xfrm>
        </p:grpSpPr>
        <p:sp>
          <p:nvSpPr>
            <p:cNvPr id="53" name="Rectangle 5">
              <a:extLst>
                <a:ext uri="{FF2B5EF4-FFF2-40B4-BE49-F238E27FC236}">
                  <a16:creationId xmlns:a16="http://schemas.microsoft.com/office/drawing/2014/main" id="{FD77EF0D-16F3-5C60-994E-B3E5772A77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54" name="Rectangle 6">
              <a:extLst>
                <a:ext uri="{FF2B5EF4-FFF2-40B4-BE49-F238E27FC236}">
                  <a16:creationId xmlns:a16="http://schemas.microsoft.com/office/drawing/2014/main" id="{6537BD4F-6881-1CB0-2DFC-0445DDA82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6" y="2808"/>
              <a:ext cx="326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</a:p>
          </p:txBody>
        </p:sp>
        <p:sp>
          <p:nvSpPr>
            <p:cNvPr id="55" name="Rectangle 7">
              <a:extLst>
                <a:ext uri="{FF2B5EF4-FFF2-40B4-BE49-F238E27FC236}">
                  <a16:creationId xmlns:a16="http://schemas.microsoft.com/office/drawing/2014/main" id="{C76D31E3-567C-A59A-5245-5BC189FBC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67596" name="Line 8">
              <a:extLst>
                <a:ext uri="{FF2B5EF4-FFF2-40B4-BE49-F238E27FC236}">
                  <a16:creationId xmlns:a16="http://schemas.microsoft.com/office/drawing/2014/main" id="{5F2F4BF6-CA3B-1133-2848-05CE1256E5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597" name="Line 9">
              <a:extLst>
                <a:ext uri="{FF2B5EF4-FFF2-40B4-BE49-F238E27FC236}">
                  <a16:creationId xmlns:a16="http://schemas.microsoft.com/office/drawing/2014/main" id="{D73802D7-924F-B744-C0E7-5C9835CE70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598" name="Line 10">
              <a:extLst>
                <a:ext uri="{FF2B5EF4-FFF2-40B4-BE49-F238E27FC236}">
                  <a16:creationId xmlns:a16="http://schemas.microsoft.com/office/drawing/2014/main" id="{F465F997-13F5-034D-B4E2-3BB8B6012A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599" name="Line 11">
              <a:extLst>
                <a:ext uri="{FF2B5EF4-FFF2-40B4-BE49-F238E27FC236}">
                  <a16:creationId xmlns:a16="http://schemas.microsoft.com/office/drawing/2014/main" id="{0E56AC2F-1A4F-3CDC-9FAA-6553425955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00" name="Line 12">
              <a:extLst>
                <a:ext uri="{FF2B5EF4-FFF2-40B4-BE49-F238E27FC236}">
                  <a16:creationId xmlns:a16="http://schemas.microsoft.com/office/drawing/2014/main" id="{4769480E-9765-63C9-C429-BF4B1AE10E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01" name="Line 13">
              <a:extLst>
                <a:ext uri="{FF2B5EF4-FFF2-40B4-BE49-F238E27FC236}">
                  <a16:creationId xmlns:a16="http://schemas.microsoft.com/office/drawing/2014/main" id="{47FB4863-179C-D8AF-808E-46C8BFB0F3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02" name="Line 14">
              <a:extLst>
                <a:ext uri="{FF2B5EF4-FFF2-40B4-BE49-F238E27FC236}">
                  <a16:creationId xmlns:a16="http://schemas.microsoft.com/office/drawing/2014/main" id="{7413CC78-0B19-3C27-CB5C-600916C599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03" name="Line 15">
              <a:extLst>
                <a:ext uri="{FF2B5EF4-FFF2-40B4-BE49-F238E27FC236}">
                  <a16:creationId xmlns:a16="http://schemas.microsoft.com/office/drawing/2014/main" id="{D87B5477-CDA1-4CFA-B02A-0095DC4ADE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04" name="Line 16">
              <a:extLst>
                <a:ext uri="{FF2B5EF4-FFF2-40B4-BE49-F238E27FC236}">
                  <a16:creationId xmlns:a16="http://schemas.microsoft.com/office/drawing/2014/main" id="{7C763724-E969-F635-01A7-CCB96CDD2F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05" name="Text Box 17">
              <a:extLst>
                <a:ext uri="{FF2B5EF4-FFF2-40B4-BE49-F238E27FC236}">
                  <a16:creationId xmlns:a16="http://schemas.microsoft.com/office/drawing/2014/main" id="{80F1806D-469A-F8C7-E59F-A439E39F3A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67606" name="Text Box 18">
              <a:extLst>
                <a:ext uri="{FF2B5EF4-FFF2-40B4-BE49-F238E27FC236}">
                  <a16:creationId xmlns:a16="http://schemas.microsoft.com/office/drawing/2014/main" id="{A6294AF7-FF75-EB08-4D61-004290E85C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67" name="Text Box 19">
              <a:extLst>
                <a:ext uri="{FF2B5EF4-FFF2-40B4-BE49-F238E27FC236}">
                  <a16:creationId xmlns:a16="http://schemas.microsoft.com/office/drawing/2014/main" id="{A87E1352-FD3D-AAB3-C9F3-E22CC74C66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</a:p>
          </p:txBody>
        </p:sp>
        <p:grpSp>
          <p:nvGrpSpPr>
            <p:cNvPr id="67608" name="Group 20">
              <a:extLst>
                <a:ext uri="{FF2B5EF4-FFF2-40B4-BE49-F238E27FC236}">
                  <a16:creationId xmlns:a16="http://schemas.microsoft.com/office/drawing/2014/main" id="{1A9034D3-6D09-31D7-43D6-0072D3D89E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67622" name="Text Box 21">
                <a:extLst>
                  <a:ext uri="{FF2B5EF4-FFF2-40B4-BE49-F238E27FC236}">
                    <a16:creationId xmlns:a16="http://schemas.microsoft.com/office/drawing/2014/main" id="{D1D91B03-B65E-2D9F-417D-55E8BAA9A2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</a:p>
            </p:txBody>
          </p:sp>
          <p:sp>
            <p:nvSpPr>
              <p:cNvPr id="67623" name="Text Box 22">
                <a:extLst>
                  <a:ext uri="{FF2B5EF4-FFF2-40B4-BE49-F238E27FC236}">
                    <a16:creationId xmlns:a16="http://schemas.microsoft.com/office/drawing/2014/main" id="{70D4040A-1D65-9A39-BBF5-4C5FF124BC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</a:p>
            </p:txBody>
          </p:sp>
        </p:grpSp>
        <p:sp>
          <p:nvSpPr>
            <p:cNvPr id="67609" name="Text Box 23">
              <a:extLst>
                <a:ext uri="{FF2B5EF4-FFF2-40B4-BE49-F238E27FC236}">
                  <a16:creationId xmlns:a16="http://schemas.microsoft.com/office/drawing/2014/main" id="{FF93FBBD-B2DA-5600-AED4-4045D775F3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</a:p>
          </p:txBody>
        </p:sp>
        <p:sp>
          <p:nvSpPr>
            <p:cNvPr id="67610" name="Text Box 24">
              <a:extLst>
                <a:ext uri="{FF2B5EF4-FFF2-40B4-BE49-F238E27FC236}">
                  <a16:creationId xmlns:a16="http://schemas.microsoft.com/office/drawing/2014/main" id="{FCB523AF-A6C0-6568-5F92-24EABF7E0F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</a:p>
          </p:txBody>
        </p:sp>
        <p:sp>
          <p:nvSpPr>
            <p:cNvPr id="67611" name="Text Box 25">
              <a:extLst>
                <a:ext uri="{FF2B5EF4-FFF2-40B4-BE49-F238E27FC236}">
                  <a16:creationId xmlns:a16="http://schemas.microsoft.com/office/drawing/2014/main" id="{4A8CB1AB-01DC-F0B1-133E-E0154ED895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</a:p>
          </p:txBody>
        </p:sp>
        <p:sp>
          <p:nvSpPr>
            <p:cNvPr id="67612" name="Text Box 26">
              <a:extLst>
                <a:ext uri="{FF2B5EF4-FFF2-40B4-BE49-F238E27FC236}">
                  <a16:creationId xmlns:a16="http://schemas.microsoft.com/office/drawing/2014/main" id="{5DBB0701-D7DD-D2D5-349D-F68A83BFCF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</a:p>
          </p:txBody>
        </p:sp>
        <p:sp>
          <p:nvSpPr>
            <p:cNvPr id="67613" name="Rectangle 27">
              <a:extLst>
                <a:ext uri="{FF2B5EF4-FFF2-40B4-BE49-F238E27FC236}">
                  <a16:creationId xmlns:a16="http://schemas.microsoft.com/office/drawing/2014/main" id="{4EDC417B-2C89-E544-A741-AC380A1A7C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913"/>
              <a:ext cx="3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7614" name="Rectangle 28">
              <a:extLst>
                <a:ext uri="{FF2B5EF4-FFF2-40B4-BE49-F238E27FC236}">
                  <a16:creationId xmlns:a16="http://schemas.microsoft.com/office/drawing/2014/main" id="{E943B003-9212-F33F-1B79-7331910FCA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" y="2900"/>
              <a:ext cx="39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 sz="2400" b="1"/>
            </a:p>
          </p:txBody>
        </p:sp>
        <p:sp>
          <p:nvSpPr>
            <p:cNvPr id="67615" name="Rectangle 29">
              <a:extLst>
                <a:ext uri="{FF2B5EF4-FFF2-40B4-BE49-F238E27FC236}">
                  <a16:creationId xmlns:a16="http://schemas.microsoft.com/office/drawing/2014/main" id="{D08675B7-4626-6F6E-4F42-570DB07DE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926"/>
              <a:ext cx="31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 sz="2400" b="1"/>
            </a:p>
          </p:txBody>
        </p:sp>
        <p:sp>
          <p:nvSpPr>
            <p:cNvPr id="67616" name="Rectangle 30">
              <a:extLst>
                <a:ext uri="{FF2B5EF4-FFF2-40B4-BE49-F238E27FC236}">
                  <a16:creationId xmlns:a16="http://schemas.microsoft.com/office/drawing/2014/main" id="{F1B2CFE9-7F11-A48E-F318-EFFCE80FA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9" y="2921"/>
              <a:ext cx="3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7617" name="Rectangle 31">
              <a:extLst>
                <a:ext uri="{FF2B5EF4-FFF2-40B4-BE49-F238E27FC236}">
                  <a16:creationId xmlns:a16="http://schemas.microsoft.com/office/drawing/2014/main" id="{6BB9A08A-4C68-01BA-8EA9-0068C00E7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413"/>
              <a:ext cx="32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7618" name="Rectangle 32">
              <a:extLst>
                <a:ext uri="{FF2B5EF4-FFF2-40B4-BE49-F238E27FC236}">
                  <a16:creationId xmlns:a16="http://schemas.microsoft.com/office/drawing/2014/main" id="{7B10B724-5626-8218-7AE2-C3EF9716F3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" y="3425"/>
              <a:ext cx="50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</a:p>
          </p:txBody>
        </p:sp>
        <p:sp>
          <p:nvSpPr>
            <p:cNvPr id="67619" name="Rectangle 33">
              <a:extLst>
                <a:ext uri="{FF2B5EF4-FFF2-40B4-BE49-F238E27FC236}">
                  <a16:creationId xmlns:a16="http://schemas.microsoft.com/office/drawing/2014/main" id="{A296B7FB-B4DD-C335-CBE8-95BF7B1A43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395"/>
              <a:ext cx="3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7620" name="Rectangle 34">
              <a:extLst>
                <a:ext uri="{FF2B5EF4-FFF2-40B4-BE49-F238E27FC236}">
                  <a16:creationId xmlns:a16="http://schemas.microsoft.com/office/drawing/2014/main" id="{E0069F99-8B15-8451-20C2-7F5E525A9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1" y="3369"/>
              <a:ext cx="31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endParaRPr lang="en-US" altLang="zh-CN" sz="2400" b="1"/>
            </a:p>
          </p:txBody>
        </p:sp>
        <p:sp>
          <p:nvSpPr>
            <p:cNvPr id="81" name="Rectangle 36">
              <a:extLst>
                <a:ext uri="{FF2B5EF4-FFF2-40B4-BE49-F238E27FC236}">
                  <a16:creationId xmlns:a16="http://schemas.microsoft.com/office/drawing/2014/main" id="{B8851573-E14E-9775-7EBC-A0F229BD74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9" y="3801"/>
              <a:ext cx="716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J</a:t>
              </a:r>
              <a:r>
                <a:rPr lang="en-US" altLang="zh-CN" sz="32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，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K</a:t>
              </a:r>
              <a:r>
                <a:rPr lang="en-US" altLang="zh-CN" sz="3200" kern="1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</p:grpSp>
      <p:sp>
        <p:nvSpPr>
          <p:cNvPr id="90" name="文本框 89">
            <a:extLst>
              <a:ext uri="{FF2B5EF4-FFF2-40B4-BE49-F238E27FC236}">
                <a16:creationId xmlns:a16="http://schemas.microsoft.com/office/drawing/2014/main" id="{93A32193-0A09-BBA9-1DED-31E4BB2E1310}"/>
              </a:ext>
            </a:extLst>
          </p:cNvPr>
          <p:cNvSpPr txBox="1"/>
          <p:nvPr/>
        </p:nvSpPr>
        <p:spPr>
          <a:xfrm>
            <a:off x="5957888" y="4338638"/>
            <a:ext cx="1201737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/>
              <a:t>J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2D0582B8-9542-1F11-643B-046144FFC2C6}"/>
              </a:ext>
            </a:extLst>
          </p:cNvPr>
          <p:cNvSpPr txBox="1"/>
          <p:nvPr/>
        </p:nvSpPr>
        <p:spPr>
          <a:xfrm>
            <a:off x="5975350" y="5018088"/>
            <a:ext cx="1201738" cy="5603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     —</a:t>
            </a:r>
          </a:p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K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90" grpId="0"/>
      <p:bldP spid="9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6DDC8E-7BBC-292D-943C-07E706081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A40A1C04-2338-4060-9C85-40849B8A19B7}" type="slidenum">
              <a:rPr lang="en-US" altLang="zh-CN" sz="1000" smtClean="0"/>
              <a:pPr>
                <a:defRPr/>
              </a:pPr>
              <a:t>69</a:t>
            </a:fld>
            <a:endParaRPr lang="en-US" altLang="zh-CN" sz="100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C7A353A-10CD-CFDB-9096-5D502BE3FB21}"/>
              </a:ext>
            </a:extLst>
          </p:cNvPr>
          <p:cNvSpPr/>
          <p:nvPr/>
        </p:nvSpPr>
        <p:spPr>
          <a:xfrm>
            <a:off x="625475" y="239713"/>
            <a:ext cx="4054475" cy="5842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设计：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J1=</a:t>
            </a: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？，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K1=</a:t>
            </a: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en-US" altLang="zh-CN" sz="32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9" name="Group 39">
            <a:extLst>
              <a:ext uri="{FF2B5EF4-FFF2-40B4-BE49-F238E27FC236}">
                <a16:creationId xmlns:a16="http://schemas.microsoft.com/office/drawing/2014/main" id="{E78FEA88-656C-056D-D02B-CC03AE5DE359}"/>
              </a:ext>
            </a:extLst>
          </p:cNvPr>
          <p:cNvGrpSpPr>
            <a:grpSpLocks/>
          </p:cNvGrpSpPr>
          <p:nvPr/>
        </p:nvGrpSpPr>
        <p:grpSpPr bwMode="auto">
          <a:xfrm>
            <a:off x="5594350" y="609600"/>
            <a:ext cx="2819400" cy="2852738"/>
            <a:chOff x="3888" y="2068"/>
            <a:chExt cx="1769" cy="1772"/>
          </a:xfrm>
        </p:grpSpPr>
        <p:grpSp>
          <p:nvGrpSpPr>
            <p:cNvPr id="68679" name="Group 40">
              <a:extLst>
                <a:ext uri="{FF2B5EF4-FFF2-40B4-BE49-F238E27FC236}">
                  <a16:creationId xmlns:a16="http://schemas.microsoft.com/office/drawing/2014/main" id="{A04EE1F5-EDB2-66E9-7287-AA52D762DC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2388"/>
              <a:ext cx="1769" cy="1452"/>
              <a:chOff x="3559" y="2196"/>
              <a:chExt cx="1769" cy="1452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0DE52433-3F6E-3B12-5582-489DA4D82E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9" y="2513"/>
                <a:ext cx="499" cy="10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x</a:t>
                </a:r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x</a:t>
                </a:r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1</a:t>
                </a:r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0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1F6C081A-9E85-2EB2-20D3-6B2D66B8F0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4" y="2514"/>
                <a:ext cx="1270" cy="10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marL="533400" indent="-5334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914400" indent="-4572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295400" indent="-3810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714500" indent="-342900"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171700" indent="-3429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6289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30861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5433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40005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0     0       0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0     1       1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1     0       x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1     1       x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BBA52F4C-D4DC-0AAF-868C-4CAD2D4511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9" y="2196"/>
                <a:ext cx="499" cy="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K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561FA14-AD94-BD17-4C6B-229B99E531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9" y="2196"/>
                <a:ext cx="1270" cy="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Q</a:t>
                </a:r>
                <a:r>
                  <a:rPr lang="en-US" altLang="zh-CN" sz="2400" baseline="-25000"/>
                  <a:t>n    </a:t>
                </a:r>
                <a:r>
                  <a:rPr lang="en-US" altLang="zh-CN" sz="2400"/>
                  <a:t>Q</a:t>
                </a:r>
                <a:r>
                  <a:rPr lang="en-US" altLang="zh-CN" sz="2400" baseline="-25000"/>
                  <a:t>n+1</a:t>
                </a:r>
                <a:r>
                  <a:rPr lang="en-US" altLang="zh-CN" sz="2400"/>
                  <a:t> </a:t>
                </a:r>
                <a:r>
                  <a:rPr lang="en-US" altLang="zh-CN" sz="2400" baseline="-25000"/>
                  <a:t>  </a:t>
                </a:r>
                <a:r>
                  <a:rPr lang="en-US" altLang="zh-CN" sz="2400"/>
                  <a:t> J   </a:t>
                </a:r>
              </a:p>
            </p:txBody>
          </p:sp>
          <p:sp>
            <p:nvSpPr>
              <p:cNvPr id="68685" name="Line 45">
                <a:extLst>
                  <a:ext uri="{FF2B5EF4-FFF2-40B4-BE49-F238E27FC236}">
                    <a16:creationId xmlns:a16="http://schemas.microsoft.com/office/drawing/2014/main" id="{08025C8A-D0C5-3A7F-176D-3149CF0397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9" y="2196"/>
                <a:ext cx="176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686" name="Line 46">
                <a:extLst>
                  <a:ext uri="{FF2B5EF4-FFF2-40B4-BE49-F238E27FC236}">
                    <a16:creationId xmlns:a16="http://schemas.microsoft.com/office/drawing/2014/main" id="{3A70DB28-813F-75F3-4933-9BE044F630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9" y="2559"/>
                <a:ext cx="17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687" name="Line 47">
                <a:extLst>
                  <a:ext uri="{FF2B5EF4-FFF2-40B4-BE49-F238E27FC236}">
                    <a16:creationId xmlns:a16="http://schemas.microsoft.com/office/drawing/2014/main" id="{3CA95958-ED0B-20AD-C08F-434DBE6DD7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9" y="3648"/>
                <a:ext cx="176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688" name="Line 48">
                <a:extLst>
                  <a:ext uri="{FF2B5EF4-FFF2-40B4-BE49-F238E27FC236}">
                    <a16:creationId xmlns:a16="http://schemas.microsoft.com/office/drawing/2014/main" id="{CA977DD9-DB47-ABB6-F71C-DFEB8CD801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9" y="2196"/>
                <a:ext cx="0" cy="14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689" name="Line 49">
                <a:extLst>
                  <a:ext uri="{FF2B5EF4-FFF2-40B4-BE49-F238E27FC236}">
                    <a16:creationId xmlns:a16="http://schemas.microsoft.com/office/drawing/2014/main" id="{E3EE58AD-446D-CD28-3CBA-1D2EC1AFA7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6" y="2197"/>
                <a:ext cx="0" cy="140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690" name="Line 50">
                <a:extLst>
                  <a:ext uri="{FF2B5EF4-FFF2-40B4-BE49-F238E27FC236}">
                    <a16:creationId xmlns:a16="http://schemas.microsoft.com/office/drawing/2014/main" id="{2C8BACF6-F6EC-69F8-87A0-C864E536A5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8" y="2196"/>
                <a:ext cx="0" cy="14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" name="Rectangle 51">
              <a:extLst>
                <a:ext uri="{FF2B5EF4-FFF2-40B4-BE49-F238E27FC236}">
                  <a16:creationId xmlns:a16="http://schemas.microsoft.com/office/drawing/2014/main" id="{7E0C5B9F-8675-5EC3-01F0-C3A895763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4" y="2068"/>
              <a:ext cx="1544" cy="3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marL="342900" indent="-3429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/>
                <a:t>JK</a:t>
              </a:r>
              <a:r>
                <a:rPr lang="zh-CN" altLang="en-US" sz="2400" b="1"/>
                <a:t>触发器激励表</a:t>
              </a:r>
            </a:p>
          </p:txBody>
        </p:sp>
      </p:grpSp>
      <p:grpSp>
        <p:nvGrpSpPr>
          <p:cNvPr id="19461" name="Group 4">
            <a:extLst>
              <a:ext uri="{FF2B5EF4-FFF2-40B4-BE49-F238E27FC236}">
                <a16:creationId xmlns:a16="http://schemas.microsoft.com/office/drawing/2014/main" id="{F569D325-F498-461C-FB6E-07FD07E88636}"/>
              </a:ext>
            </a:extLst>
          </p:cNvPr>
          <p:cNvGrpSpPr>
            <a:grpSpLocks/>
          </p:cNvGrpSpPr>
          <p:nvPr/>
        </p:nvGrpSpPr>
        <p:grpSpPr bwMode="auto">
          <a:xfrm>
            <a:off x="165100" y="3409950"/>
            <a:ext cx="3952875" cy="3068638"/>
            <a:chOff x="6" y="2159"/>
            <a:chExt cx="2490" cy="1933"/>
          </a:xfrm>
        </p:grpSpPr>
        <p:sp>
          <p:nvSpPr>
            <p:cNvPr id="53" name="Rectangle 5">
              <a:extLst>
                <a:ext uri="{FF2B5EF4-FFF2-40B4-BE49-F238E27FC236}">
                  <a16:creationId xmlns:a16="http://schemas.microsoft.com/office/drawing/2014/main" id="{658358B6-B360-B752-AA31-B293EBEE1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54" name="Rectangle 6">
              <a:extLst>
                <a:ext uri="{FF2B5EF4-FFF2-40B4-BE49-F238E27FC236}">
                  <a16:creationId xmlns:a16="http://schemas.microsoft.com/office/drawing/2014/main" id="{831FF251-F3DD-9624-F66F-FB291398BF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6" y="2808"/>
              <a:ext cx="326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</a:p>
          </p:txBody>
        </p:sp>
        <p:sp>
          <p:nvSpPr>
            <p:cNvPr id="55" name="Rectangle 7">
              <a:extLst>
                <a:ext uri="{FF2B5EF4-FFF2-40B4-BE49-F238E27FC236}">
                  <a16:creationId xmlns:a16="http://schemas.microsoft.com/office/drawing/2014/main" id="{8267C203-7840-F40F-2812-C3003B97CA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68651" name="Line 8">
              <a:extLst>
                <a:ext uri="{FF2B5EF4-FFF2-40B4-BE49-F238E27FC236}">
                  <a16:creationId xmlns:a16="http://schemas.microsoft.com/office/drawing/2014/main" id="{D1C38A2B-E4C9-1B11-F34E-6CAF2D7DDD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2" name="Line 9">
              <a:extLst>
                <a:ext uri="{FF2B5EF4-FFF2-40B4-BE49-F238E27FC236}">
                  <a16:creationId xmlns:a16="http://schemas.microsoft.com/office/drawing/2014/main" id="{C42F413C-2CA6-F8CE-AF09-9C52CFD87A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3" name="Line 10">
              <a:extLst>
                <a:ext uri="{FF2B5EF4-FFF2-40B4-BE49-F238E27FC236}">
                  <a16:creationId xmlns:a16="http://schemas.microsoft.com/office/drawing/2014/main" id="{7E430DB7-116E-D1F4-B333-548CDD19CF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4" name="Line 11">
              <a:extLst>
                <a:ext uri="{FF2B5EF4-FFF2-40B4-BE49-F238E27FC236}">
                  <a16:creationId xmlns:a16="http://schemas.microsoft.com/office/drawing/2014/main" id="{D2F32CC8-F60B-39C2-110A-3C98463F76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5" name="Line 12">
              <a:extLst>
                <a:ext uri="{FF2B5EF4-FFF2-40B4-BE49-F238E27FC236}">
                  <a16:creationId xmlns:a16="http://schemas.microsoft.com/office/drawing/2014/main" id="{77BD2AD0-C9BF-8B6A-4FA3-774CD0DF10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6" name="Line 13">
              <a:extLst>
                <a:ext uri="{FF2B5EF4-FFF2-40B4-BE49-F238E27FC236}">
                  <a16:creationId xmlns:a16="http://schemas.microsoft.com/office/drawing/2014/main" id="{89F7B4A6-B6F1-F59F-2348-22FD1C21A0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7" name="Line 14">
              <a:extLst>
                <a:ext uri="{FF2B5EF4-FFF2-40B4-BE49-F238E27FC236}">
                  <a16:creationId xmlns:a16="http://schemas.microsoft.com/office/drawing/2014/main" id="{419FDE66-62C0-9EC3-6B85-19AA0473F8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8" name="Line 15">
              <a:extLst>
                <a:ext uri="{FF2B5EF4-FFF2-40B4-BE49-F238E27FC236}">
                  <a16:creationId xmlns:a16="http://schemas.microsoft.com/office/drawing/2014/main" id="{18AA722A-DA0D-EB5C-CAB7-D8498FBFC5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59" name="Line 16">
              <a:extLst>
                <a:ext uri="{FF2B5EF4-FFF2-40B4-BE49-F238E27FC236}">
                  <a16:creationId xmlns:a16="http://schemas.microsoft.com/office/drawing/2014/main" id="{CFD31324-EB3C-C327-F547-1EADDCAED9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60" name="Text Box 17">
              <a:extLst>
                <a:ext uri="{FF2B5EF4-FFF2-40B4-BE49-F238E27FC236}">
                  <a16:creationId xmlns:a16="http://schemas.microsoft.com/office/drawing/2014/main" id="{1E521ACA-B5BB-712E-0A9E-9929D08DA3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68661" name="Text Box 18">
              <a:extLst>
                <a:ext uri="{FF2B5EF4-FFF2-40B4-BE49-F238E27FC236}">
                  <a16:creationId xmlns:a16="http://schemas.microsoft.com/office/drawing/2014/main" id="{971D5E34-6A3E-37B0-9B46-84C8B14AA7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67" name="Text Box 19">
              <a:extLst>
                <a:ext uri="{FF2B5EF4-FFF2-40B4-BE49-F238E27FC236}">
                  <a16:creationId xmlns:a16="http://schemas.microsoft.com/office/drawing/2014/main" id="{7976CBBC-F008-51EB-0673-C77063FC7E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</a:p>
          </p:txBody>
        </p:sp>
        <p:grpSp>
          <p:nvGrpSpPr>
            <p:cNvPr id="68663" name="Group 20">
              <a:extLst>
                <a:ext uri="{FF2B5EF4-FFF2-40B4-BE49-F238E27FC236}">
                  <a16:creationId xmlns:a16="http://schemas.microsoft.com/office/drawing/2014/main" id="{CAAE3CAD-7BEC-E86C-CDCD-788C9F04AB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68677" name="Text Box 21">
                <a:extLst>
                  <a:ext uri="{FF2B5EF4-FFF2-40B4-BE49-F238E27FC236}">
                    <a16:creationId xmlns:a16="http://schemas.microsoft.com/office/drawing/2014/main" id="{0F9322F0-525E-04C5-3CF5-108093BE1C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</a:p>
            </p:txBody>
          </p:sp>
          <p:sp>
            <p:nvSpPr>
              <p:cNvPr id="68678" name="Text Box 22">
                <a:extLst>
                  <a:ext uri="{FF2B5EF4-FFF2-40B4-BE49-F238E27FC236}">
                    <a16:creationId xmlns:a16="http://schemas.microsoft.com/office/drawing/2014/main" id="{FBA06D2F-D59E-B188-7F46-879993913E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</a:p>
            </p:txBody>
          </p:sp>
        </p:grpSp>
        <p:sp>
          <p:nvSpPr>
            <p:cNvPr id="68664" name="Text Box 23">
              <a:extLst>
                <a:ext uri="{FF2B5EF4-FFF2-40B4-BE49-F238E27FC236}">
                  <a16:creationId xmlns:a16="http://schemas.microsoft.com/office/drawing/2014/main" id="{B44EB3C3-4CB7-F227-AEEA-D2C61F3455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</a:p>
          </p:txBody>
        </p:sp>
        <p:sp>
          <p:nvSpPr>
            <p:cNvPr id="68665" name="Text Box 24">
              <a:extLst>
                <a:ext uri="{FF2B5EF4-FFF2-40B4-BE49-F238E27FC236}">
                  <a16:creationId xmlns:a16="http://schemas.microsoft.com/office/drawing/2014/main" id="{F0CA4A3D-4A03-929D-6F53-3A72BD5265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</a:p>
          </p:txBody>
        </p:sp>
        <p:sp>
          <p:nvSpPr>
            <p:cNvPr id="68666" name="Text Box 25">
              <a:extLst>
                <a:ext uri="{FF2B5EF4-FFF2-40B4-BE49-F238E27FC236}">
                  <a16:creationId xmlns:a16="http://schemas.microsoft.com/office/drawing/2014/main" id="{B678F877-010C-326D-D5F4-1A217A5D45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</a:p>
          </p:txBody>
        </p:sp>
        <p:sp>
          <p:nvSpPr>
            <p:cNvPr id="68667" name="Text Box 26">
              <a:extLst>
                <a:ext uri="{FF2B5EF4-FFF2-40B4-BE49-F238E27FC236}">
                  <a16:creationId xmlns:a16="http://schemas.microsoft.com/office/drawing/2014/main" id="{06EBBDF6-DA92-908F-B84E-81EBB3647C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</a:p>
          </p:txBody>
        </p:sp>
        <p:sp>
          <p:nvSpPr>
            <p:cNvPr id="68668" name="Rectangle 27">
              <a:extLst>
                <a:ext uri="{FF2B5EF4-FFF2-40B4-BE49-F238E27FC236}">
                  <a16:creationId xmlns:a16="http://schemas.microsoft.com/office/drawing/2014/main" id="{F710A566-55AA-D907-DA1A-B2A6F60CE6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913"/>
              <a:ext cx="3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8669" name="Rectangle 28">
              <a:extLst>
                <a:ext uri="{FF2B5EF4-FFF2-40B4-BE49-F238E27FC236}">
                  <a16:creationId xmlns:a16="http://schemas.microsoft.com/office/drawing/2014/main" id="{43E1066D-7D11-89D1-47C9-0753B72A18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" y="2900"/>
              <a:ext cx="39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 sz="2400" b="1"/>
            </a:p>
          </p:txBody>
        </p:sp>
        <p:sp>
          <p:nvSpPr>
            <p:cNvPr id="68670" name="Rectangle 29">
              <a:extLst>
                <a:ext uri="{FF2B5EF4-FFF2-40B4-BE49-F238E27FC236}">
                  <a16:creationId xmlns:a16="http://schemas.microsoft.com/office/drawing/2014/main" id="{0DB41A71-97D8-1F01-2D20-45F5D0CBB4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926"/>
              <a:ext cx="31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endParaRPr lang="en-US" altLang="zh-CN" sz="2400" b="1"/>
            </a:p>
          </p:txBody>
        </p:sp>
        <p:sp>
          <p:nvSpPr>
            <p:cNvPr id="68671" name="Rectangle 30">
              <a:extLst>
                <a:ext uri="{FF2B5EF4-FFF2-40B4-BE49-F238E27FC236}">
                  <a16:creationId xmlns:a16="http://schemas.microsoft.com/office/drawing/2014/main" id="{3785C937-97FB-EF30-E399-9347C006E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9" y="2921"/>
              <a:ext cx="3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8672" name="Rectangle 31">
              <a:extLst>
                <a:ext uri="{FF2B5EF4-FFF2-40B4-BE49-F238E27FC236}">
                  <a16:creationId xmlns:a16="http://schemas.microsoft.com/office/drawing/2014/main" id="{9046F2F8-9E94-43E8-CAD1-276A5AE500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413"/>
              <a:ext cx="32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8673" name="Rectangle 32">
              <a:extLst>
                <a:ext uri="{FF2B5EF4-FFF2-40B4-BE49-F238E27FC236}">
                  <a16:creationId xmlns:a16="http://schemas.microsoft.com/office/drawing/2014/main" id="{716D548A-317C-EE00-D345-C50ACFD11B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" y="3425"/>
              <a:ext cx="50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</a:p>
          </p:txBody>
        </p:sp>
        <p:sp>
          <p:nvSpPr>
            <p:cNvPr id="68674" name="Rectangle 33">
              <a:extLst>
                <a:ext uri="{FF2B5EF4-FFF2-40B4-BE49-F238E27FC236}">
                  <a16:creationId xmlns:a16="http://schemas.microsoft.com/office/drawing/2014/main" id="{1ABB1B3F-7E55-B21F-D46B-8173629167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395"/>
              <a:ext cx="3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8675" name="Rectangle 34">
              <a:extLst>
                <a:ext uri="{FF2B5EF4-FFF2-40B4-BE49-F238E27FC236}">
                  <a16:creationId xmlns:a16="http://schemas.microsoft.com/office/drawing/2014/main" id="{0158D7EC-F7E7-03AC-1517-940CC1D4B7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1" y="3369"/>
              <a:ext cx="31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lang="en-US" altLang="zh-CN" sz="2400" b="1"/>
            </a:p>
          </p:txBody>
        </p:sp>
        <p:sp>
          <p:nvSpPr>
            <p:cNvPr id="81" name="Rectangle 36">
              <a:extLst>
                <a:ext uri="{FF2B5EF4-FFF2-40B4-BE49-F238E27FC236}">
                  <a16:creationId xmlns:a16="http://schemas.microsoft.com/office/drawing/2014/main" id="{2AB4CDDB-14EA-C777-29C8-F4585B1F4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9" y="3801"/>
              <a:ext cx="736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J1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，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K1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grpSp>
        <p:nvGrpSpPr>
          <p:cNvPr id="68614" name="Group 4">
            <a:extLst>
              <a:ext uri="{FF2B5EF4-FFF2-40B4-BE49-F238E27FC236}">
                <a16:creationId xmlns:a16="http://schemas.microsoft.com/office/drawing/2014/main" id="{C77F0B2A-1DCE-11C4-4B80-3195592FE39A}"/>
              </a:ext>
            </a:extLst>
          </p:cNvPr>
          <p:cNvGrpSpPr>
            <a:grpSpLocks/>
          </p:cNvGrpSpPr>
          <p:nvPr/>
        </p:nvGrpSpPr>
        <p:grpSpPr bwMode="auto">
          <a:xfrm>
            <a:off x="207963" y="682625"/>
            <a:ext cx="3952875" cy="3054350"/>
            <a:chOff x="6" y="2159"/>
            <a:chExt cx="2490" cy="1924"/>
          </a:xfrm>
        </p:grpSpPr>
        <p:sp>
          <p:nvSpPr>
            <p:cNvPr id="87" name="Rectangle 5">
              <a:extLst>
                <a:ext uri="{FF2B5EF4-FFF2-40B4-BE49-F238E27FC236}">
                  <a16:creationId xmlns:a16="http://schemas.microsoft.com/office/drawing/2014/main" id="{B412C839-39A6-C429-9C91-643BB9D40A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88" name="Rectangle 6">
              <a:extLst>
                <a:ext uri="{FF2B5EF4-FFF2-40B4-BE49-F238E27FC236}">
                  <a16:creationId xmlns:a16="http://schemas.microsoft.com/office/drawing/2014/main" id="{3C6EB1DA-A938-565F-BB6B-E3BA817A50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0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</a:p>
          </p:txBody>
        </p:sp>
        <p:sp>
          <p:nvSpPr>
            <p:cNvPr id="89" name="Rectangle 7">
              <a:extLst>
                <a:ext uri="{FF2B5EF4-FFF2-40B4-BE49-F238E27FC236}">
                  <a16:creationId xmlns:a16="http://schemas.microsoft.com/office/drawing/2014/main" id="{756BEBCA-AF87-6D7D-A141-5C8D2BA525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68620" name="Line 8">
              <a:extLst>
                <a:ext uri="{FF2B5EF4-FFF2-40B4-BE49-F238E27FC236}">
                  <a16:creationId xmlns:a16="http://schemas.microsoft.com/office/drawing/2014/main" id="{8972FD3B-221E-11B3-7BF6-A6E0AF97E9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1" name="Line 9">
              <a:extLst>
                <a:ext uri="{FF2B5EF4-FFF2-40B4-BE49-F238E27FC236}">
                  <a16:creationId xmlns:a16="http://schemas.microsoft.com/office/drawing/2014/main" id="{9EA97B8B-D86F-C8B2-DB48-1565146912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2" name="Line 10">
              <a:extLst>
                <a:ext uri="{FF2B5EF4-FFF2-40B4-BE49-F238E27FC236}">
                  <a16:creationId xmlns:a16="http://schemas.microsoft.com/office/drawing/2014/main" id="{4311BA7D-0A8E-1A0A-5A68-E5BF4D4878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3" name="Line 11">
              <a:extLst>
                <a:ext uri="{FF2B5EF4-FFF2-40B4-BE49-F238E27FC236}">
                  <a16:creationId xmlns:a16="http://schemas.microsoft.com/office/drawing/2014/main" id="{C0418F83-122F-0F0F-8A2C-6799368E02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4" name="Line 12">
              <a:extLst>
                <a:ext uri="{FF2B5EF4-FFF2-40B4-BE49-F238E27FC236}">
                  <a16:creationId xmlns:a16="http://schemas.microsoft.com/office/drawing/2014/main" id="{5A49A6C2-41AF-A97C-0DA9-845708F192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5" name="Line 13">
              <a:extLst>
                <a:ext uri="{FF2B5EF4-FFF2-40B4-BE49-F238E27FC236}">
                  <a16:creationId xmlns:a16="http://schemas.microsoft.com/office/drawing/2014/main" id="{19A94CCD-585D-9F3B-B3DD-9CC4CB52DC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6" name="Line 14">
              <a:extLst>
                <a:ext uri="{FF2B5EF4-FFF2-40B4-BE49-F238E27FC236}">
                  <a16:creationId xmlns:a16="http://schemas.microsoft.com/office/drawing/2014/main" id="{5D2B4C8B-9933-C994-6C0F-E0B2BBCF2C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7" name="Line 15">
              <a:extLst>
                <a:ext uri="{FF2B5EF4-FFF2-40B4-BE49-F238E27FC236}">
                  <a16:creationId xmlns:a16="http://schemas.microsoft.com/office/drawing/2014/main" id="{7B74BAB9-0591-7C54-6B9F-0769026D55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8" name="Line 16">
              <a:extLst>
                <a:ext uri="{FF2B5EF4-FFF2-40B4-BE49-F238E27FC236}">
                  <a16:creationId xmlns:a16="http://schemas.microsoft.com/office/drawing/2014/main" id="{683C8BA3-F517-174D-67BA-2F12596EA7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629" name="Text Box 17">
              <a:extLst>
                <a:ext uri="{FF2B5EF4-FFF2-40B4-BE49-F238E27FC236}">
                  <a16:creationId xmlns:a16="http://schemas.microsoft.com/office/drawing/2014/main" id="{DFD10F19-339F-BB26-F3C7-9999941E3C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68630" name="Text Box 18">
              <a:extLst>
                <a:ext uri="{FF2B5EF4-FFF2-40B4-BE49-F238E27FC236}">
                  <a16:creationId xmlns:a16="http://schemas.microsoft.com/office/drawing/2014/main" id="{9740C5CC-5306-6765-97F0-35B159E845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101" name="Text Box 19">
              <a:extLst>
                <a:ext uri="{FF2B5EF4-FFF2-40B4-BE49-F238E27FC236}">
                  <a16:creationId xmlns:a16="http://schemas.microsoft.com/office/drawing/2014/main" id="{E2B41E0E-583A-3F57-624D-4098DBF688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</a:p>
          </p:txBody>
        </p:sp>
        <p:grpSp>
          <p:nvGrpSpPr>
            <p:cNvPr id="68632" name="Group 20">
              <a:extLst>
                <a:ext uri="{FF2B5EF4-FFF2-40B4-BE49-F238E27FC236}">
                  <a16:creationId xmlns:a16="http://schemas.microsoft.com/office/drawing/2014/main" id="{B6B1B1FC-AA33-2C4F-9ED0-5B3628300B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68646" name="Text Box 21">
                <a:extLst>
                  <a:ext uri="{FF2B5EF4-FFF2-40B4-BE49-F238E27FC236}">
                    <a16:creationId xmlns:a16="http://schemas.microsoft.com/office/drawing/2014/main" id="{A7FE2328-06F6-55F2-FAA4-97D441D8F7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</a:p>
            </p:txBody>
          </p:sp>
          <p:sp>
            <p:nvSpPr>
              <p:cNvPr id="68647" name="Text Box 22">
                <a:extLst>
                  <a:ext uri="{FF2B5EF4-FFF2-40B4-BE49-F238E27FC236}">
                    <a16:creationId xmlns:a16="http://schemas.microsoft.com/office/drawing/2014/main" id="{5F90D459-3F40-5B60-DF7D-85F47938EA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</a:p>
            </p:txBody>
          </p:sp>
        </p:grpSp>
        <p:sp>
          <p:nvSpPr>
            <p:cNvPr id="68633" name="Text Box 23">
              <a:extLst>
                <a:ext uri="{FF2B5EF4-FFF2-40B4-BE49-F238E27FC236}">
                  <a16:creationId xmlns:a16="http://schemas.microsoft.com/office/drawing/2014/main" id="{863E45D6-9677-AB91-1081-6F295ECF5E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</a:p>
          </p:txBody>
        </p:sp>
        <p:sp>
          <p:nvSpPr>
            <p:cNvPr id="68634" name="Text Box 24">
              <a:extLst>
                <a:ext uri="{FF2B5EF4-FFF2-40B4-BE49-F238E27FC236}">
                  <a16:creationId xmlns:a16="http://schemas.microsoft.com/office/drawing/2014/main" id="{B0E83E7B-2D66-7250-9DD4-CEC47B2492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</a:p>
          </p:txBody>
        </p:sp>
        <p:sp>
          <p:nvSpPr>
            <p:cNvPr id="68635" name="Text Box 25">
              <a:extLst>
                <a:ext uri="{FF2B5EF4-FFF2-40B4-BE49-F238E27FC236}">
                  <a16:creationId xmlns:a16="http://schemas.microsoft.com/office/drawing/2014/main" id="{6BC306F2-8396-F224-1FCA-19DD213045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</a:p>
          </p:txBody>
        </p:sp>
        <p:sp>
          <p:nvSpPr>
            <p:cNvPr id="68636" name="Text Box 26">
              <a:extLst>
                <a:ext uri="{FF2B5EF4-FFF2-40B4-BE49-F238E27FC236}">
                  <a16:creationId xmlns:a16="http://schemas.microsoft.com/office/drawing/2014/main" id="{6F90E452-D6DD-F901-E057-7329DF0B2D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</a:p>
          </p:txBody>
        </p:sp>
        <p:sp>
          <p:nvSpPr>
            <p:cNvPr id="68637" name="Rectangle 27">
              <a:extLst>
                <a:ext uri="{FF2B5EF4-FFF2-40B4-BE49-F238E27FC236}">
                  <a16:creationId xmlns:a16="http://schemas.microsoft.com/office/drawing/2014/main" id="{2A30EADB-84DB-E7A7-F999-BDA76FCE9A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8638" name="Rectangle 28">
              <a:extLst>
                <a:ext uri="{FF2B5EF4-FFF2-40B4-BE49-F238E27FC236}">
                  <a16:creationId xmlns:a16="http://schemas.microsoft.com/office/drawing/2014/main" id="{56C514B9-8F25-62C7-3CB7-968616FC66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900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endParaRPr lang="en-US" altLang="zh-CN" sz="2400" b="1"/>
            </a:p>
          </p:txBody>
        </p:sp>
        <p:sp>
          <p:nvSpPr>
            <p:cNvPr id="68639" name="Rectangle 29">
              <a:extLst>
                <a:ext uri="{FF2B5EF4-FFF2-40B4-BE49-F238E27FC236}">
                  <a16:creationId xmlns:a16="http://schemas.microsoft.com/office/drawing/2014/main" id="{BD0C596E-2CF0-09BB-EC93-99AA7FE609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9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8640" name="Rectangle 30">
              <a:extLst>
                <a:ext uri="{FF2B5EF4-FFF2-40B4-BE49-F238E27FC236}">
                  <a16:creationId xmlns:a16="http://schemas.microsoft.com/office/drawing/2014/main" id="{CB530F22-9AF9-4A00-1BB6-D5E1351992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8641" name="Rectangle 31">
              <a:extLst>
                <a:ext uri="{FF2B5EF4-FFF2-40B4-BE49-F238E27FC236}">
                  <a16:creationId xmlns:a16="http://schemas.microsoft.com/office/drawing/2014/main" id="{23D190F8-0C15-3047-4F72-4BBEE6C98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endParaRPr lang="en-US" altLang="zh-CN" sz="2400" b="1"/>
            </a:p>
          </p:txBody>
        </p:sp>
        <p:sp>
          <p:nvSpPr>
            <p:cNvPr id="68642" name="Rectangle 32">
              <a:extLst>
                <a:ext uri="{FF2B5EF4-FFF2-40B4-BE49-F238E27FC236}">
                  <a16:creationId xmlns:a16="http://schemas.microsoft.com/office/drawing/2014/main" id="{C6EABEE6-2FB3-075B-DEF5-DDB99EBD82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" y="3427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</a:p>
          </p:txBody>
        </p:sp>
        <p:sp>
          <p:nvSpPr>
            <p:cNvPr id="68643" name="Rectangle 33">
              <a:extLst>
                <a:ext uri="{FF2B5EF4-FFF2-40B4-BE49-F238E27FC236}">
                  <a16:creationId xmlns:a16="http://schemas.microsoft.com/office/drawing/2014/main" id="{34E9C4AB-3949-D652-3B93-EDF00F7708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396"/>
              <a:ext cx="27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8644" name="Rectangle 34">
              <a:extLst>
                <a:ext uri="{FF2B5EF4-FFF2-40B4-BE49-F238E27FC236}">
                  <a16:creationId xmlns:a16="http://schemas.microsoft.com/office/drawing/2014/main" id="{7E9E3BC9-4787-64B7-627D-8DF0286FB1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36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15" name="Rectangle 36">
              <a:extLst>
                <a:ext uri="{FF2B5EF4-FFF2-40B4-BE49-F238E27FC236}">
                  <a16:creationId xmlns:a16="http://schemas.microsoft.com/office/drawing/2014/main" id="{1DA93205-4364-4CD9-119F-6456F0DD6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3792"/>
              <a:ext cx="531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1n+1</a:t>
              </a:r>
            </a:p>
          </p:txBody>
        </p:sp>
      </p:grpSp>
      <p:sp>
        <p:nvSpPr>
          <p:cNvPr id="83" name="文本框 82">
            <a:extLst>
              <a:ext uri="{FF2B5EF4-FFF2-40B4-BE49-F238E27FC236}">
                <a16:creationId xmlns:a16="http://schemas.microsoft.com/office/drawing/2014/main" id="{A38735B3-3EE7-B91C-093F-E45A2F33C662}"/>
              </a:ext>
            </a:extLst>
          </p:cNvPr>
          <p:cNvSpPr txBox="1"/>
          <p:nvPr/>
        </p:nvSpPr>
        <p:spPr>
          <a:xfrm>
            <a:off x="5957888" y="4321175"/>
            <a:ext cx="1201737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/>
              <a:t>J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F2AEFF61-D4B3-CAA3-BCBA-49585FDCFFAB}"/>
              </a:ext>
            </a:extLst>
          </p:cNvPr>
          <p:cNvSpPr txBox="1"/>
          <p:nvPr/>
        </p:nvSpPr>
        <p:spPr>
          <a:xfrm>
            <a:off x="5959475" y="5030788"/>
            <a:ext cx="1201738" cy="5603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     —</a:t>
            </a:r>
          </a:p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K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P spid="84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61D24E-D87F-3D24-0902-6E36BB84B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1E1D54A-B42C-4110-8C9F-6FD6065AB9C9}" type="slidenum">
              <a:rPr lang="en-US" altLang="zh-CN" sz="1000" smtClean="0"/>
              <a:pPr>
                <a:defRPr/>
              </a:pPr>
              <a:t>70</a:t>
            </a:fld>
            <a:endParaRPr lang="en-US" altLang="zh-CN" sz="100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6EC643D-8FC9-2237-822E-204FD426D2C9}"/>
              </a:ext>
            </a:extLst>
          </p:cNvPr>
          <p:cNvSpPr/>
          <p:nvPr/>
        </p:nvSpPr>
        <p:spPr>
          <a:xfrm>
            <a:off x="625475" y="239713"/>
            <a:ext cx="4054475" cy="5842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设计：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J0=</a:t>
            </a: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？，</a:t>
            </a:r>
            <a:r>
              <a:rPr lang="en-US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K0=</a:t>
            </a: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lang="en-US" altLang="zh-CN" sz="32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9" name="Group 39">
            <a:extLst>
              <a:ext uri="{FF2B5EF4-FFF2-40B4-BE49-F238E27FC236}">
                <a16:creationId xmlns:a16="http://schemas.microsoft.com/office/drawing/2014/main" id="{9412B0F9-B3B1-5651-1599-2041E3974F25}"/>
              </a:ext>
            </a:extLst>
          </p:cNvPr>
          <p:cNvGrpSpPr>
            <a:grpSpLocks/>
          </p:cNvGrpSpPr>
          <p:nvPr/>
        </p:nvGrpSpPr>
        <p:grpSpPr bwMode="auto">
          <a:xfrm>
            <a:off x="5594350" y="609600"/>
            <a:ext cx="2819400" cy="2852738"/>
            <a:chOff x="3888" y="2068"/>
            <a:chExt cx="1769" cy="1772"/>
          </a:xfrm>
        </p:grpSpPr>
        <p:grpSp>
          <p:nvGrpSpPr>
            <p:cNvPr id="69703" name="Group 40">
              <a:extLst>
                <a:ext uri="{FF2B5EF4-FFF2-40B4-BE49-F238E27FC236}">
                  <a16:creationId xmlns:a16="http://schemas.microsoft.com/office/drawing/2014/main" id="{E68559CE-DDF1-FCB7-4459-09750C18BD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2388"/>
              <a:ext cx="1769" cy="1452"/>
              <a:chOff x="3559" y="2196"/>
              <a:chExt cx="1769" cy="1452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DC2A3E59-BBBE-21AB-BCA8-7D817CDCE0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9" y="2513"/>
                <a:ext cx="499" cy="10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x</a:t>
                </a:r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x</a:t>
                </a:r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1</a:t>
                </a:r>
              </a:p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0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795C179D-55F8-C283-C4D3-91B9F6864A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4" y="2514"/>
                <a:ext cx="1270" cy="108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marL="533400" indent="-5334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914400" indent="-4572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295400" indent="-3810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714500" indent="-342900"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171700" indent="-342900"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6289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30861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5433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4000500" indent="-34290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0     0       0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0     1       1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1     0       x</a:t>
                </a:r>
              </a:p>
              <a:p>
                <a:pPr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 dirty="0"/>
                  <a:t>1     1       x</a:t>
                </a: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07B085C4-0CFC-4AE4-BAEC-113F51425D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9" y="2196"/>
                <a:ext cx="499" cy="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K</a:t>
                </a:r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07447C9C-AA14-E263-1B23-947C4DFB8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9" y="2196"/>
                <a:ext cx="1270" cy="3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/>
              <a:lstStyle>
                <a:lvl1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28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algn="l">
                  <a:spcBef>
                    <a:spcPct val="20000"/>
                  </a:spcBef>
                  <a:buClr>
                    <a:srgbClr val="FFFF00"/>
                  </a:buClr>
                  <a:buChar char="–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algn="l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buFont typeface="Wingdings" panose="05000000000000000000" pitchFamily="2" charset="2"/>
                  <a:buNone/>
                  <a:defRPr/>
                </a:pPr>
                <a:r>
                  <a:rPr lang="en-US" altLang="zh-CN" sz="2400"/>
                  <a:t>Q</a:t>
                </a:r>
                <a:r>
                  <a:rPr lang="en-US" altLang="zh-CN" sz="2400" baseline="-25000"/>
                  <a:t>n    </a:t>
                </a:r>
                <a:r>
                  <a:rPr lang="en-US" altLang="zh-CN" sz="2400"/>
                  <a:t>Q</a:t>
                </a:r>
                <a:r>
                  <a:rPr lang="en-US" altLang="zh-CN" sz="2400" baseline="-25000"/>
                  <a:t>n+1</a:t>
                </a:r>
                <a:r>
                  <a:rPr lang="en-US" altLang="zh-CN" sz="2400"/>
                  <a:t> </a:t>
                </a:r>
                <a:r>
                  <a:rPr lang="en-US" altLang="zh-CN" sz="2400" baseline="-25000"/>
                  <a:t>  </a:t>
                </a:r>
                <a:r>
                  <a:rPr lang="en-US" altLang="zh-CN" sz="2400"/>
                  <a:t> J   </a:t>
                </a:r>
              </a:p>
            </p:txBody>
          </p:sp>
          <p:sp>
            <p:nvSpPr>
              <p:cNvPr id="69709" name="Line 45">
                <a:extLst>
                  <a:ext uri="{FF2B5EF4-FFF2-40B4-BE49-F238E27FC236}">
                    <a16:creationId xmlns:a16="http://schemas.microsoft.com/office/drawing/2014/main" id="{5397DF79-7622-F052-3B63-9AD8E11433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9" y="2196"/>
                <a:ext cx="176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710" name="Line 46">
                <a:extLst>
                  <a:ext uri="{FF2B5EF4-FFF2-40B4-BE49-F238E27FC236}">
                    <a16:creationId xmlns:a16="http://schemas.microsoft.com/office/drawing/2014/main" id="{C928FC0F-C654-2D9C-4D52-E7E5EE9A48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9" y="2559"/>
                <a:ext cx="17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711" name="Line 47">
                <a:extLst>
                  <a:ext uri="{FF2B5EF4-FFF2-40B4-BE49-F238E27FC236}">
                    <a16:creationId xmlns:a16="http://schemas.microsoft.com/office/drawing/2014/main" id="{84368912-9100-2D45-4E4F-BA45808A5A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9" y="3648"/>
                <a:ext cx="1769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712" name="Line 48">
                <a:extLst>
                  <a:ext uri="{FF2B5EF4-FFF2-40B4-BE49-F238E27FC236}">
                    <a16:creationId xmlns:a16="http://schemas.microsoft.com/office/drawing/2014/main" id="{05F07B59-74E2-5ACC-54C4-2CC9CCC3E4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9" y="2196"/>
                <a:ext cx="0" cy="14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713" name="Line 49">
                <a:extLst>
                  <a:ext uri="{FF2B5EF4-FFF2-40B4-BE49-F238E27FC236}">
                    <a16:creationId xmlns:a16="http://schemas.microsoft.com/office/drawing/2014/main" id="{F2E84C83-43FD-A706-6AC7-00DC85D5A7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6" y="2197"/>
                <a:ext cx="0" cy="1407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714" name="Line 50">
                <a:extLst>
                  <a:ext uri="{FF2B5EF4-FFF2-40B4-BE49-F238E27FC236}">
                    <a16:creationId xmlns:a16="http://schemas.microsoft.com/office/drawing/2014/main" id="{68E2AE5D-362B-17C2-F1C7-727D3D429B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8" y="2196"/>
                <a:ext cx="0" cy="1452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1" name="Rectangle 51">
              <a:extLst>
                <a:ext uri="{FF2B5EF4-FFF2-40B4-BE49-F238E27FC236}">
                  <a16:creationId xmlns:a16="http://schemas.microsoft.com/office/drawing/2014/main" id="{9E586F3C-8C1F-FB3E-FFB7-AD7AD08A1F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4" y="2068"/>
              <a:ext cx="1544" cy="32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marL="342900" indent="-3429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spcBef>
                  <a:spcPct val="20000"/>
                </a:spcBef>
                <a:buClr>
                  <a:srgbClr val="FFFF00"/>
                </a:buClr>
                <a:buChar char="–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/>
                <a:t>JK</a:t>
              </a:r>
              <a:r>
                <a:rPr lang="zh-CN" altLang="en-US" sz="2400" b="1"/>
                <a:t>触发器激励表</a:t>
              </a:r>
            </a:p>
          </p:txBody>
        </p:sp>
      </p:grpSp>
      <p:grpSp>
        <p:nvGrpSpPr>
          <p:cNvPr id="20485" name="Group 4">
            <a:extLst>
              <a:ext uri="{FF2B5EF4-FFF2-40B4-BE49-F238E27FC236}">
                <a16:creationId xmlns:a16="http://schemas.microsoft.com/office/drawing/2014/main" id="{D2CCA2EB-0D7E-83B3-2FD7-9A7DD9ADAA90}"/>
              </a:ext>
            </a:extLst>
          </p:cNvPr>
          <p:cNvGrpSpPr>
            <a:grpSpLocks/>
          </p:cNvGrpSpPr>
          <p:nvPr/>
        </p:nvGrpSpPr>
        <p:grpSpPr bwMode="auto">
          <a:xfrm>
            <a:off x="165100" y="3409950"/>
            <a:ext cx="3952875" cy="3068638"/>
            <a:chOff x="6" y="2159"/>
            <a:chExt cx="2490" cy="1933"/>
          </a:xfrm>
        </p:grpSpPr>
        <p:sp>
          <p:nvSpPr>
            <p:cNvPr id="53" name="Rectangle 5">
              <a:extLst>
                <a:ext uri="{FF2B5EF4-FFF2-40B4-BE49-F238E27FC236}">
                  <a16:creationId xmlns:a16="http://schemas.microsoft.com/office/drawing/2014/main" id="{37C3C104-57C1-1B95-8493-9C2E31C736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54" name="Rectangle 6">
              <a:extLst>
                <a:ext uri="{FF2B5EF4-FFF2-40B4-BE49-F238E27FC236}">
                  <a16:creationId xmlns:a16="http://schemas.microsoft.com/office/drawing/2014/main" id="{6D141ACD-DD4F-2F0F-313D-3D8E67F04D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56" y="2808"/>
              <a:ext cx="326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</a:p>
          </p:txBody>
        </p:sp>
        <p:sp>
          <p:nvSpPr>
            <p:cNvPr id="55" name="Rectangle 7">
              <a:extLst>
                <a:ext uri="{FF2B5EF4-FFF2-40B4-BE49-F238E27FC236}">
                  <a16:creationId xmlns:a16="http://schemas.microsoft.com/office/drawing/2014/main" id="{4C3468D8-6A2C-D361-D34E-CFAACFD551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69675" name="Line 8">
              <a:extLst>
                <a:ext uri="{FF2B5EF4-FFF2-40B4-BE49-F238E27FC236}">
                  <a16:creationId xmlns:a16="http://schemas.microsoft.com/office/drawing/2014/main" id="{DEA572F2-0A85-570C-EC1A-0DBF9C359A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6" name="Line 9">
              <a:extLst>
                <a:ext uri="{FF2B5EF4-FFF2-40B4-BE49-F238E27FC236}">
                  <a16:creationId xmlns:a16="http://schemas.microsoft.com/office/drawing/2014/main" id="{076F5B9D-EB03-7D1F-E022-C824714ADD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7" name="Line 10">
              <a:extLst>
                <a:ext uri="{FF2B5EF4-FFF2-40B4-BE49-F238E27FC236}">
                  <a16:creationId xmlns:a16="http://schemas.microsoft.com/office/drawing/2014/main" id="{A2FB2480-CB3E-47A5-91F2-28E6686929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8" name="Line 11">
              <a:extLst>
                <a:ext uri="{FF2B5EF4-FFF2-40B4-BE49-F238E27FC236}">
                  <a16:creationId xmlns:a16="http://schemas.microsoft.com/office/drawing/2014/main" id="{00020022-F964-64E1-8A16-9BB8F93857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79" name="Line 12">
              <a:extLst>
                <a:ext uri="{FF2B5EF4-FFF2-40B4-BE49-F238E27FC236}">
                  <a16:creationId xmlns:a16="http://schemas.microsoft.com/office/drawing/2014/main" id="{81B18BC3-1712-C212-D742-762B35A7F0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0" name="Line 13">
              <a:extLst>
                <a:ext uri="{FF2B5EF4-FFF2-40B4-BE49-F238E27FC236}">
                  <a16:creationId xmlns:a16="http://schemas.microsoft.com/office/drawing/2014/main" id="{8C99AC86-BD83-110F-6D1A-356CFCCBC1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1" name="Line 14">
              <a:extLst>
                <a:ext uri="{FF2B5EF4-FFF2-40B4-BE49-F238E27FC236}">
                  <a16:creationId xmlns:a16="http://schemas.microsoft.com/office/drawing/2014/main" id="{2352B8BA-35E6-DC4E-B27F-07A7393635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2" name="Line 15">
              <a:extLst>
                <a:ext uri="{FF2B5EF4-FFF2-40B4-BE49-F238E27FC236}">
                  <a16:creationId xmlns:a16="http://schemas.microsoft.com/office/drawing/2014/main" id="{F14DA618-EC9F-6E82-479A-6C7C9F731E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3" name="Line 16">
              <a:extLst>
                <a:ext uri="{FF2B5EF4-FFF2-40B4-BE49-F238E27FC236}">
                  <a16:creationId xmlns:a16="http://schemas.microsoft.com/office/drawing/2014/main" id="{B21FCFED-CF30-3D50-ED11-44B4D9B5B3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84" name="Text Box 17">
              <a:extLst>
                <a:ext uri="{FF2B5EF4-FFF2-40B4-BE49-F238E27FC236}">
                  <a16:creationId xmlns:a16="http://schemas.microsoft.com/office/drawing/2014/main" id="{C51323E5-D8C1-D5A0-F7AA-43F64E4747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69685" name="Text Box 18">
              <a:extLst>
                <a:ext uri="{FF2B5EF4-FFF2-40B4-BE49-F238E27FC236}">
                  <a16:creationId xmlns:a16="http://schemas.microsoft.com/office/drawing/2014/main" id="{8670523F-B03C-3087-9731-B3E1C130B5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67" name="Text Box 19">
              <a:extLst>
                <a:ext uri="{FF2B5EF4-FFF2-40B4-BE49-F238E27FC236}">
                  <a16:creationId xmlns:a16="http://schemas.microsoft.com/office/drawing/2014/main" id="{1E674E79-F753-5E12-491B-F0F620CB40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</a:p>
          </p:txBody>
        </p:sp>
        <p:grpSp>
          <p:nvGrpSpPr>
            <p:cNvPr id="69687" name="Group 20">
              <a:extLst>
                <a:ext uri="{FF2B5EF4-FFF2-40B4-BE49-F238E27FC236}">
                  <a16:creationId xmlns:a16="http://schemas.microsoft.com/office/drawing/2014/main" id="{C465A8C0-BDB2-3ECD-BED1-9926AED54F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69701" name="Text Box 21">
                <a:extLst>
                  <a:ext uri="{FF2B5EF4-FFF2-40B4-BE49-F238E27FC236}">
                    <a16:creationId xmlns:a16="http://schemas.microsoft.com/office/drawing/2014/main" id="{62ADF66B-4759-FDD5-5230-7624729E5F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</a:p>
            </p:txBody>
          </p:sp>
          <p:sp>
            <p:nvSpPr>
              <p:cNvPr id="69702" name="Text Box 22">
                <a:extLst>
                  <a:ext uri="{FF2B5EF4-FFF2-40B4-BE49-F238E27FC236}">
                    <a16:creationId xmlns:a16="http://schemas.microsoft.com/office/drawing/2014/main" id="{E6956704-659A-D243-C84A-D21DD894F16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</a:p>
            </p:txBody>
          </p:sp>
        </p:grpSp>
        <p:sp>
          <p:nvSpPr>
            <p:cNvPr id="69688" name="Text Box 23">
              <a:extLst>
                <a:ext uri="{FF2B5EF4-FFF2-40B4-BE49-F238E27FC236}">
                  <a16:creationId xmlns:a16="http://schemas.microsoft.com/office/drawing/2014/main" id="{D8B7F8AA-A748-3F6F-083C-C36D64D637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</a:p>
          </p:txBody>
        </p:sp>
        <p:sp>
          <p:nvSpPr>
            <p:cNvPr id="69689" name="Text Box 24">
              <a:extLst>
                <a:ext uri="{FF2B5EF4-FFF2-40B4-BE49-F238E27FC236}">
                  <a16:creationId xmlns:a16="http://schemas.microsoft.com/office/drawing/2014/main" id="{F7001CBF-2292-2D1E-C37C-E72A13CCD2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</a:p>
          </p:txBody>
        </p:sp>
        <p:sp>
          <p:nvSpPr>
            <p:cNvPr id="69690" name="Text Box 25">
              <a:extLst>
                <a:ext uri="{FF2B5EF4-FFF2-40B4-BE49-F238E27FC236}">
                  <a16:creationId xmlns:a16="http://schemas.microsoft.com/office/drawing/2014/main" id="{E33DAFA0-B49B-CF82-B232-B34577490D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</a:p>
          </p:txBody>
        </p:sp>
        <p:sp>
          <p:nvSpPr>
            <p:cNvPr id="69691" name="Text Box 26">
              <a:extLst>
                <a:ext uri="{FF2B5EF4-FFF2-40B4-BE49-F238E27FC236}">
                  <a16:creationId xmlns:a16="http://schemas.microsoft.com/office/drawing/2014/main" id="{E15FD975-A801-E0B5-48CA-C8F3926376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</a:p>
          </p:txBody>
        </p:sp>
        <p:sp>
          <p:nvSpPr>
            <p:cNvPr id="69692" name="Rectangle 27">
              <a:extLst>
                <a:ext uri="{FF2B5EF4-FFF2-40B4-BE49-F238E27FC236}">
                  <a16:creationId xmlns:a16="http://schemas.microsoft.com/office/drawing/2014/main" id="{2E9DBDC0-C2AA-5DE8-36B4-6622D054EA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913"/>
              <a:ext cx="3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9693" name="Rectangle 28">
              <a:extLst>
                <a:ext uri="{FF2B5EF4-FFF2-40B4-BE49-F238E27FC236}">
                  <a16:creationId xmlns:a16="http://schemas.microsoft.com/office/drawing/2014/main" id="{4ECC8DAB-4149-9E80-E365-2D62CA366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" y="2900"/>
              <a:ext cx="39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 sz="2400" b="1"/>
            </a:p>
          </p:txBody>
        </p:sp>
        <p:sp>
          <p:nvSpPr>
            <p:cNvPr id="69694" name="Rectangle 29">
              <a:extLst>
                <a:ext uri="{FF2B5EF4-FFF2-40B4-BE49-F238E27FC236}">
                  <a16:creationId xmlns:a16="http://schemas.microsoft.com/office/drawing/2014/main" id="{93A2B6BA-1149-CAD9-7FEF-8B755AEEF9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926"/>
              <a:ext cx="31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lang="en-US" altLang="zh-CN" sz="2400" b="1"/>
            </a:p>
          </p:txBody>
        </p:sp>
        <p:sp>
          <p:nvSpPr>
            <p:cNvPr id="69695" name="Rectangle 30">
              <a:extLst>
                <a:ext uri="{FF2B5EF4-FFF2-40B4-BE49-F238E27FC236}">
                  <a16:creationId xmlns:a16="http://schemas.microsoft.com/office/drawing/2014/main" id="{20624A55-CC90-1C29-1C91-9B6A59F4F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9" y="2921"/>
              <a:ext cx="37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9696" name="Rectangle 31">
              <a:extLst>
                <a:ext uri="{FF2B5EF4-FFF2-40B4-BE49-F238E27FC236}">
                  <a16:creationId xmlns:a16="http://schemas.microsoft.com/office/drawing/2014/main" id="{F3ABBA30-CF8B-EC1D-6231-3E7C2E722F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413"/>
              <a:ext cx="32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lang="en-US" altLang="zh-CN" sz="2400">
                <a:latin typeface="Times New Roman" panose="02020603050405020304" pitchFamily="18" charset="0"/>
              </a:endParaRPr>
            </a:p>
          </p:txBody>
        </p:sp>
        <p:sp>
          <p:nvSpPr>
            <p:cNvPr id="69697" name="Rectangle 32">
              <a:extLst>
                <a:ext uri="{FF2B5EF4-FFF2-40B4-BE49-F238E27FC236}">
                  <a16:creationId xmlns:a16="http://schemas.microsoft.com/office/drawing/2014/main" id="{48C6A3CB-8143-CD29-08F9-2D24AF1B6F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" y="3425"/>
              <a:ext cx="50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</a:p>
          </p:txBody>
        </p:sp>
        <p:sp>
          <p:nvSpPr>
            <p:cNvPr id="69698" name="Rectangle 33">
              <a:extLst>
                <a:ext uri="{FF2B5EF4-FFF2-40B4-BE49-F238E27FC236}">
                  <a16:creationId xmlns:a16="http://schemas.microsoft.com/office/drawing/2014/main" id="{A4199A55-AACF-E34F-2EAA-AE6B73FDB5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395"/>
              <a:ext cx="3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9699" name="Rectangle 34">
              <a:extLst>
                <a:ext uri="{FF2B5EF4-FFF2-40B4-BE49-F238E27FC236}">
                  <a16:creationId xmlns:a16="http://schemas.microsoft.com/office/drawing/2014/main" id="{C39D89ED-EDE9-3A41-A04F-132D8D8284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1" y="3369"/>
              <a:ext cx="31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lang="zh-CN" altLang="en-US" sz="2400">
                  <a:latin typeface="Times New Roman" panose="02020603050405020304" pitchFamily="18" charset="0"/>
                  <a:sym typeface="Symbol" panose="05050102010706020507" pitchFamily="18" charset="2"/>
                </a:rPr>
                <a:t></a:t>
              </a:r>
              <a:endParaRPr lang="en-US" altLang="zh-CN" sz="2400" b="1"/>
            </a:p>
          </p:txBody>
        </p:sp>
        <p:sp>
          <p:nvSpPr>
            <p:cNvPr id="81" name="Rectangle 36">
              <a:extLst>
                <a:ext uri="{FF2B5EF4-FFF2-40B4-BE49-F238E27FC236}">
                  <a16:creationId xmlns:a16="http://schemas.microsoft.com/office/drawing/2014/main" id="{8CDA6B77-105F-3BCA-280A-19CB2147B2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9" y="3801"/>
              <a:ext cx="783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J0</a:t>
              </a:r>
              <a:r>
                <a:rPr lang="zh-CN" altLang="en-US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，</a:t>
              </a: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K0</a:t>
              </a:r>
              <a:endParaRPr lang="en-US" altLang="zh-CN" sz="2400" baseline="-25000" dirty="0">
                <a:effectLst>
                  <a:outerShdw blurRad="38100" dist="38100" dir="2700000" algn="tl">
                    <a:srgbClr val="000000"/>
                  </a:outerShdw>
                </a:effectLst>
                <a:latin typeface="Georgia" panose="02040502050405020303" pitchFamily="18" charset="0"/>
              </a:endParaRPr>
            </a:p>
          </p:txBody>
        </p:sp>
      </p:grpSp>
      <p:grpSp>
        <p:nvGrpSpPr>
          <p:cNvPr id="69638" name="Group 4">
            <a:extLst>
              <a:ext uri="{FF2B5EF4-FFF2-40B4-BE49-F238E27FC236}">
                <a16:creationId xmlns:a16="http://schemas.microsoft.com/office/drawing/2014/main" id="{26D10391-9AB3-B145-2A44-BD2C63B4CA95}"/>
              </a:ext>
            </a:extLst>
          </p:cNvPr>
          <p:cNvGrpSpPr>
            <a:grpSpLocks/>
          </p:cNvGrpSpPr>
          <p:nvPr/>
        </p:nvGrpSpPr>
        <p:grpSpPr bwMode="auto">
          <a:xfrm>
            <a:off x="339725" y="844550"/>
            <a:ext cx="3952875" cy="3054350"/>
            <a:chOff x="6" y="2159"/>
            <a:chExt cx="2490" cy="1924"/>
          </a:xfrm>
        </p:grpSpPr>
        <p:sp>
          <p:nvSpPr>
            <p:cNvPr id="119" name="Rectangle 5">
              <a:extLst>
                <a:ext uri="{FF2B5EF4-FFF2-40B4-BE49-F238E27FC236}">
                  <a16:creationId xmlns:a16="http://schemas.microsoft.com/office/drawing/2014/main" id="{F3B26AB0-81A1-6151-A286-A291B448B8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3284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120" name="Rectangle 6">
              <a:extLst>
                <a:ext uri="{FF2B5EF4-FFF2-40B4-BE49-F238E27FC236}">
                  <a16:creationId xmlns:a16="http://schemas.microsoft.com/office/drawing/2014/main" id="{B613553B-25A0-2E6D-F353-F088264A81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0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r>
                <a:rPr lang="en-US" altLang="zh-CN" sz="2400" b="1">
                  <a:ea typeface="幼圆" panose="02010509060101010101" pitchFamily="49" charset="-122"/>
                </a:rPr>
                <a:t> </a:t>
              </a:r>
            </a:p>
          </p:txBody>
        </p:sp>
        <p:sp>
          <p:nvSpPr>
            <p:cNvPr id="121" name="Rectangle 7">
              <a:extLst>
                <a:ext uri="{FF2B5EF4-FFF2-40B4-BE49-F238E27FC236}">
                  <a16:creationId xmlns:a16="http://schemas.microsoft.com/office/drawing/2014/main" id="{257C0AB2-083D-AD00-DA30-26AC63364B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" y="2808"/>
              <a:ext cx="613" cy="47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/>
            <a:lstStyle>
              <a:lvl1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algn="l">
                <a:spcBef>
                  <a:spcPct val="20000"/>
                </a:spcBef>
                <a:buClr>
                  <a:srgbClr val="FFFF00"/>
                </a:buClr>
                <a:buChar char="–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algn="l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Wingdings" panose="05000000000000000000" pitchFamily="2" charset="2"/>
                <a:buNone/>
                <a:defRPr/>
              </a:pPr>
              <a:endParaRPr lang="zh-CN" altLang="zh-CN"/>
            </a:p>
          </p:txBody>
        </p:sp>
        <p:sp>
          <p:nvSpPr>
            <p:cNvPr id="69644" name="Line 8">
              <a:extLst>
                <a:ext uri="{FF2B5EF4-FFF2-40B4-BE49-F238E27FC236}">
                  <a16:creationId xmlns:a16="http://schemas.microsoft.com/office/drawing/2014/main" id="{32D1C6F4-5ED3-C4C4-9183-1D17156747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5" name="Line 9">
              <a:extLst>
                <a:ext uri="{FF2B5EF4-FFF2-40B4-BE49-F238E27FC236}">
                  <a16:creationId xmlns:a16="http://schemas.microsoft.com/office/drawing/2014/main" id="{DED181CF-689A-7AD0-FBE3-BCC751A54D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264"/>
              <a:ext cx="194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6" name="Line 10">
              <a:extLst>
                <a:ext uri="{FF2B5EF4-FFF2-40B4-BE49-F238E27FC236}">
                  <a16:creationId xmlns:a16="http://schemas.microsoft.com/office/drawing/2014/main" id="{BEEF5D70-68E9-88A1-9FB7-2C6E6DD66A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3744"/>
              <a:ext cx="1941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7" name="Line 11">
              <a:extLst>
                <a:ext uri="{FF2B5EF4-FFF2-40B4-BE49-F238E27FC236}">
                  <a16:creationId xmlns:a16="http://schemas.microsoft.com/office/drawing/2014/main" id="{2850275C-73FA-0116-5C12-2C2BB873FE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5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8" name="Line 12">
              <a:extLst>
                <a:ext uri="{FF2B5EF4-FFF2-40B4-BE49-F238E27FC236}">
                  <a16:creationId xmlns:a16="http://schemas.microsoft.com/office/drawing/2014/main" id="{08F931BF-9542-5C7E-3E0B-4D557543E2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92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49" name="Line 13">
              <a:extLst>
                <a:ext uri="{FF2B5EF4-FFF2-40B4-BE49-F238E27FC236}">
                  <a16:creationId xmlns:a16="http://schemas.microsoft.com/office/drawing/2014/main" id="{9FBF5354-C81B-A691-03A5-F1F6A81F21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50" name="Line 14">
              <a:extLst>
                <a:ext uri="{FF2B5EF4-FFF2-40B4-BE49-F238E27FC236}">
                  <a16:creationId xmlns:a16="http://schemas.microsoft.com/office/drawing/2014/main" id="{F503D2A9-324D-B489-B1D9-17E433362E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784"/>
              <a:ext cx="0" cy="9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51" name="Line 15">
              <a:extLst>
                <a:ext uri="{FF2B5EF4-FFF2-40B4-BE49-F238E27FC236}">
                  <a16:creationId xmlns:a16="http://schemas.microsoft.com/office/drawing/2014/main" id="{A1B39B5D-2D18-15EC-9B5A-CD4D91931E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2784"/>
              <a:ext cx="0" cy="95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52" name="Line 16">
              <a:extLst>
                <a:ext uri="{FF2B5EF4-FFF2-40B4-BE49-F238E27FC236}">
                  <a16:creationId xmlns:a16="http://schemas.microsoft.com/office/drawing/2014/main" id="{0B457A27-6A80-4DEA-7FB7-B596582D64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2400"/>
              <a:ext cx="363" cy="40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653" name="Text Box 17">
              <a:extLst>
                <a:ext uri="{FF2B5EF4-FFF2-40B4-BE49-F238E27FC236}">
                  <a16:creationId xmlns:a16="http://schemas.microsoft.com/office/drawing/2014/main" id="{7F4B142C-012E-B6CC-2EE7-A310177A3D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2159"/>
              <a:ext cx="42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1n</a:t>
              </a:r>
              <a:endParaRPr lang="zh-CN" altLang="en-US" sz="2400" baseline="-25000"/>
            </a:p>
          </p:txBody>
        </p:sp>
        <p:sp>
          <p:nvSpPr>
            <p:cNvPr id="69654" name="Text Box 18">
              <a:extLst>
                <a:ext uri="{FF2B5EF4-FFF2-40B4-BE49-F238E27FC236}">
                  <a16:creationId xmlns:a16="http://schemas.microsoft.com/office/drawing/2014/main" id="{63366BBB-D764-1C97-4918-84896EDB06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" y="2383"/>
              <a:ext cx="41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/>
                <a:t>Q</a:t>
              </a:r>
              <a:r>
                <a:rPr lang="en-US" altLang="zh-CN" sz="2400" baseline="-25000"/>
                <a:t>0n</a:t>
              </a:r>
              <a:endParaRPr lang="zh-CN" altLang="en-US" sz="2400" baseline="-25000"/>
            </a:p>
          </p:txBody>
        </p:sp>
        <p:sp>
          <p:nvSpPr>
            <p:cNvPr id="133" name="Text Box 19">
              <a:extLst>
                <a:ext uri="{FF2B5EF4-FFF2-40B4-BE49-F238E27FC236}">
                  <a16:creationId xmlns:a16="http://schemas.microsoft.com/office/drawing/2014/main" id="{C4B81EE6-8443-A08E-EA21-BE7D150B79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" y="2495"/>
              <a:ext cx="425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2n</a:t>
              </a:r>
            </a:p>
          </p:txBody>
        </p:sp>
        <p:grpSp>
          <p:nvGrpSpPr>
            <p:cNvPr id="69656" name="Group 20">
              <a:extLst>
                <a:ext uri="{FF2B5EF4-FFF2-40B4-BE49-F238E27FC236}">
                  <a16:creationId xmlns:a16="http://schemas.microsoft.com/office/drawing/2014/main" id="{C1C8FFD9-1FA9-D311-F2AA-0595A3F4CC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" y="2915"/>
              <a:ext cx="363" cy="787"/>
              <a:chOff x="1156" y="2205"/>
              <a:chExt cx="363" cy="787"/>
            </a:xfrm>
          </p:grpSpPr>
          <p:sp>
            <p:nvSpPr>
              <p:cNvPr id="69670" name="Text Box 21">
                <a:extLst>
                  <a:ext uri="{FF2B5EF4-FFF2-40B4-BE49-F238E27FC236}">
                    <a16:creationId xmlns:a16="http://schemas.microsoft.com/office/drawing/2014/main" id="{1739F273-A103-3BDB-8E0F-DD7626BF2E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704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1</a:t>
                </a:r>
              </a:p>
            </p:txBody>
          </p:sp>
          <p:sp>
            <p:nvSpPr>
              <p:cNvPr id="69671" name="Text Box 22">
                <a:extLst>
                  <a:ext uri="{FF2B5EF4-FFF2-40B4-BE49-F238E27FC236}">
                    <a16:creationId xmlns:a16="http://schemas.microsoft.com/office/drawing/2014/main" id="{4A8AD5E3-B724-FC12-9585-397F57E39F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6" y="2205"/>
                <a:ext cx="363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zh-CN" sz="2400"/>
                  <a:t>0</a:t>
                </a:r>
              </a:p>
            </p:txBody>
          </p:sp>
        </p:grpSp>
        <p:sp>
          <p:nvSpPr>
            <p:cNvPr id="69657" name="Text Box 23">
              <a:extLst>
                <a:ext uri="{FF2B5EF4-FFF2-40B4-BE49-F238E27FC236}">
                  <a16:creationId xmlns:a16="http://schemas.microsoft.com/office/drawing/2014/main" id="{FCD51457-C9FD-176C-70DF-6B6716A065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00</a:t>
              </a:r>
            </a:p>
          </p:txBody>
        </p:sp>
        <p:sp>
          <p:nvSpPr>
            <p:cNvPr id="69658" name="Text Box 24">
              <a:extLst>
                <a:ext uri="{FF2B5EF4-FFF2-40B4-BE49-F238E27FC236}">
                  <a16:creationId xmlns:a16="http://schemas.microsoft.com/office/drawing/2014/main" id="{9332ABEC-46E7-FAD4-4EF1-52D52E9D59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11</a:t>
              </a:r>
            </a:p>
          </p:txBody>
        </p:sp>
        <p:sp>
          <p:nvSpPr>
            <p:cNvPr id="69659" name="Text Box 25">
              <a:extLst>
                <a:ext uri="{FF2B5EF4-FFF2-40B4-BE49-F238E27FC236}">
                  <a16:creationId xmlns:a16="http://schemas.microsoft.com/office/drawing/2014/main" id="{BAAA19F7-049E-2400-E8A4-DAE303548E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01</a:t>
              </a:r>
            </a:p>
          </p:txBody>
        </p:sp>
        <p:sp>
          <p:nvSpPr>
            <p:cNvPr id="69660" name="Text Box 26">
              <a:extLst>
                <a:ext uri="{FF2B5EF4-FFF2-40B4-BE49-F238E27FC236}">
                  <a16:creationId xmlns:a16="http://schemas.microsoft.com/office/drawing/2014/main" id="{6D78549F-E002-0B6F-C6E5-0B1CF1B610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85" y="2507"/>
              <a:ext cx="36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/>
                <a:t>10</a:t>
              </a:r>
            </a:p>
          </p:txBody>
        </p:sp>
        <p:sp>
          <p:nvSpPr>
            <p:cNvPr id="69661" name="Rectangle 27">
              <a:extLst>
                <a:ext uri="{FF2B5EF4-FFF2-40B4-BE49-F238E27FC236}">
                  <a16:creationId xmlns:a16="http://schemas.microsoft.com/office/drawing/2014/main" id="{53B45681-3502-0F72-076E-C1A84923AA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9662" name="Rectangle 28">
              <a:extLst>
                <a:ext uri="{FF2B5EF4-FFF2-40B4-BE49-F238E27FC236}">
                  <a16:creationId xmlns:a16="http://schemas.microsoft.com/office/drawing/2014/main" id="{55741EB1-1D27-50AF-E8A0-4E3EFE6AE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" y="2900"/>
              <a:ext cx="21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lang="en-US" altLang="zh-CN" sz="2400" b="1"/>
            </a:p>
          </p:txBody>
        </p:sp>
        <p:sp>
          <p:nvSpPr>
            <p:cNvPr id="69663" name="Rectangle 29">
              <a:extLst>
                <a:ext uri="{FF2B5EF4-FFF2-40B4-BE49-F238E27FC236}">
                  <a16:creationId xmlns:a16="http://schemas.microsoft.com/office/drawing/2014/main" id="{4C7DBCFC-78AF-C2D3-2A33-55C3C984C6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92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69664" name="Rectangle 30">
              <a:extLst>
                <a:ext uri="{FF2B5EF4-FFF2-40B4-BE49-F238E27FC236}">
                  <a16:creationId xmlns:a16="http://schemas.microsoft.com/office/drawing/2014/main" id="{6BC35921-9633-3441-DEF5-5AEC05D56C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2915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9665" name="Rectangle 31">
              <a:extLst>
                <a:ext uri="{FF2B5EF4-FFF2-40B4-BE49-F238E27FC236}">
                  <a16:creationId xmlns:a16="http://schemas.microsoft.com/office/drawing/2014/main" id="{3747F5ED-F7AE-A202-7F71-DAE5AC9240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2" y="341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0</a:t>
              </a:r>
              <a:endParaRPr lang="en-US" altLang="zh-CN" sz="2400" b="1"/>
            </a:p>
          </p:txBody>
        </p:sp>
        <p:sp>
          <p:nvSpPr>
            <p:cNvPr id="69666" name="Rectangle 32">
              <a:extLst>
                <a:ext uri="{FF2B5EF4-FFF2-40B4-BE49-F238E27FC236}">
                  <a16:creationId xmlns:a16="http://schemas.microsoft.com/office/drawing/2014/main" id="{B62B92C4-EA8B-42DB-DB20-EEE75C55AE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" y="3427"/>
              <a:ext cx="26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  <a:r>
                <a:rPr lang="en-US" altLang="zh-CN" sz="2400" b="1">
                  <a:solidFill>
                    <a:schemeClr val="folHlink"/>
                  </a:solidFill>
                </a:rPr>
                <a:t> </a:t>
              </a:r>
            </a:p>
          </p:txBody>
        </p:sp>
        <p:sp>
          <p:nvSpPr>
            <p:cNvPr id="69667" name="Rectangle 33">
              <a:extLst>
                <a:ext uri="{FF2B5EF4-FFF2-40B4-BE49-F238E27FC236}">
                  <a16:creationId xmlns:a16="http://schemas.microsoft.com/office/drawing/2014/main" id="{A546DB39-2723-4D7F-DE45-5A475D4D8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3396"/>
              <a:ext cx="27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 typeface="Wingdings" panose="05000000000000000000" pitchFamily="2" charset="2"/>
                <a:buNone/>
              </a:pPr>
              <a:r>
                <a:rPr lang="en-US" altLang="zh-CN" sz="2400">
                  <a:latin typeface="Times New Roman" panose="02020603050405020304" pitchFamily="18" charset="0"/>
                  <a:sym typeface="Symbol" panose="05050102010706020507" pitchFamily="18" charset="2"/>
                </a:rPr>
                <a:t>0</a:t>
              </a:r>
              <a:r>
                <a:rPr lang="en-US" altLang="zh-CN" sz="2400" b="1"/>
                <a:t> </a:t>
              </a:r>
            </a:p>
          </p:txBody>
        </p:sp>
        <p:sp>
          <p:nvSpPr>
            <p:cNvPr id="69668" name="Rectangle 34">
              <a:extLst>
                <a:ext uri="{FF2B5EF4-FFF2-40B4-BE49-F238E27FC236}">
                  <a16:creationId xmlns:a16="http://schemas.microsoft.com/office/drawing/2014/main" id="{183EAC96-811C-C7DD-59B1-DED2B9637C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36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47" name="Rectangle 36">
              <a:extLst>
                <a:ext uri="{FF2B5EF4-FFF2-40B4-BE49-F238E27FC236}">
                  <a16:creationId xmlns:a16="http://schemas.microsoft.com/office/drawing/2014/main" id="{9D41F11D-E265-C3B8-3EE2-F4212C6011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2" y="3792"/>
              <a:ext cx="556" cy="29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defRPr/>
              </a:pPr>
              <a:r>
                <a:rPr lang="en-US" altLang="zh-CN" sz="24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Q</a:t>
              </a:r>
              <a:r>
                <a:rPr lang="en-US" altLang="zh-CN" sz="2400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Georgia" panose="02040502050405020303" pitchFamily="18" charset="0"/>
                </a:rPr>
                <a:t>0n+1</a:t>
              </a:r>
            </a:p>
          </p:txBody>
        </p:sp>
      </p:grpSp>
      <p:sp>
        <p:nvSpPr>
          <p:cNvPr id="83" name="文本框 82">
            <a:extLst>
              <a:ext uri="{FF2B5EF4-FFF2-40B4-BE49-F238E27FC236}">
                <a16:creationId xmlns:a16="http://schemas.microsoft.com/office/drawing/2014/main" id="{663AB051-5609-FDA2-9DA8-8DB5FBC20C29}"/>
              </a:ext>
            </a:extLst>
          </p:cNvPr>
          <p:cNvSpPr txBox="1"/>
          <p:nvPr/>
        </p:nvSpPr>
        <p:spPr>
          <a:xfrm>
            <a:off x="5364163" y="4060825"/>
            <a:ext cx="1916112" cy="5667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            —</a:t>
            </a:r>
          </a:p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J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dirty="0"/>
              <a:t> 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</a:t>
            </a:r>
            <a:endParaRPr lang="zh-CN" altLang="en-US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7D222125-F417-F7FF-C530-18939CBBB9FC}"/>
              </a:ext>
            </a:extLst>
          </p:cNvPr>
          <p:cNvSpPr txBox="1"/>
          <p:nvPr/>
        </p:nvSpPr>
        <p:spPr>
          <a:xfrm>
            <a:off x="5414963" y="4976813"/>
            <a:ext cx="2581275" cy="460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/>
              <a:t>K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dirty="0"/>
              <a:t>= 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 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dirty="0"/>
              <a:t>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P spid="84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A21E6F-52F5-3F0E-5D03-CB28495FC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C0D65A-91F2-9799-7A81-AEEDA20E8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310AA710-0DA3-4C82-97C4-E6099CB1E170}" type="slidenum">
              <a:rPr lang="en-US" altLang="zh-CN" sz="1000" smtClean="0"/>
              <a:pPr>
                <a:defRPr/>
              </a:pPr>
              <a:t>71</a:t>
            </a:fld>
            <a:endParaRPr lang="en-US" altLang="zh-CN" sz="100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38E97203-CF98-76EE-2D45-0D3A255EE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550" y="1270000"/>
            <a:ext cx="7924800" cy="4648200"/>
          </a:xfrm>
        </p:spPr>
        <p:txBody>
          <a:bodyPr/>
          <a:lstStyle/>
          <a:p>
            <a:pPr>
              <a:defRPr/>
            </a:pP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用</a:t>
            </a:r>
            <a:r>
              <a:rPr lang="en-US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触发器设计</a:t>
            </a:r>
            <a:r>
              <a:rPr lang="zh-CN" altLang="en-US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</a:t>
            </a:r>
            <a:r>
              <a:rPr lang="zh-CN" altLang="zh-CN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脉冲序列信号发生器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0E15E2-D03B-4433-CC5A-F2B64C8E3AFC}"/>
              </a:ext>
            </a:extLst>
          </p:cNvPr>
          <p:cNvSpPr/>
          <p:nvPr/>
        </p:nvSpPr>
        <p:spPr>
          <a:xfrm>
            <a:off x="755650" y="1971675"/>
            <a:ext cx="2865438" cy="831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脉冲序列信号发生器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的激励函数：</a:t>
            </a:r>
            <a:endParaRPr lang="zh-CN" altLang="en-US" sz="24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7F11115-259D-C0E1-7C4A-9D15A774F4E1}"/>
              </a:ext>
            </a:extLst>
          </p:cNvPr>
          <p:cNvSpPr/>
          <p:nvPr/>
        </p:nvSpPr>
        <p:spPr>
          <a:xfrm>
            <a:off x="2771775" y="5360988"/>
            <a:ext cx="2347913" cy="5842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原理图略</a:t>
            </a:r>
            <a:endParaRPr lang="zh-CN" altLang="en-US" sz="32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3C36323-5079-2CEA-F3AF-60E5A3FC29E3}"/>
              </a:ext>
            </a:extLst>
          </p:cNvPr>
          <p:cNvSpPr txBox="1"/>
          <p:nvPr/>
        </p:nvSpPr>
        <p:spPr>
          <a:xfrm>
            <a:off x="1431925" y="3376613"/>
            <a:ext cx="1201738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/>
              <a:t>J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79F027E-5767-0670-F555-3C510366F6CC}"/>
              </a:ext>
            </a:extLst>
          </p:cNvPr>
          <p:cNvSpPr txBox="1"/>
          <p:nvPr/>
        </p:nvSpPr>
        <p:spPr>
          <a:xfrm>
            <a:off x="1449388" y="4056063"/>
            <a:ext cx="1201737" cy="5603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     —</a:t>
            </a:r>
          </a:p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K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DBC0A02-C379-6305-634B-14F8404CB4D1}"/>
              </a:ext>
            </a:extLst>
          </p:cNvPr>
          <p:cNvSpPr txBox="1"/>
          <p:nvPr/>
        </p:nvSpPr>
        <p:spPr>
          <a:xfrm>
            <a:off x="2844800" y="3429000"/>
            <a:ext cx="1203325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/>
              <a:t>J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33EFEF5-4C0E-496D-3B9B-45C301A66FA7}"/>
              </a:ext>
            </a:extLst>
          </p:cNvPr>
          <p:cNvSpPr txBox="1"/>
          <p:nvPr/>
        </p:nvSpPr>
        <p:spPr>
          <a:xfrm>
            <a:off x="2844800" y="4056063"/>
            <a:ext cx="1203325" cy="5603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     —</a:t>
            </a:r>
          </a:p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K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4A9F706-A4A7-8D43-3E4C-53B3DB197FAB}"/>
              </a:ext>
            </a:extLst>
          </p:cNvPr>
          <p:cNvSpPr txBox="1"/>
          <p:nvPr/>
        </p:nvSpPr>
        <p:spPr>
          <a:xfrm>
            <a:off x="4552950" y="3370263"/>
            <a:ext cx="1916113" cy="5667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            —</a:t>
            </a:r>
          </a:p>
          <a:p>
            <a:pPr>
              <a:lnSpc>
                <a:spcPts val="1800"/>
              </a:lnSpc>
              <a:defRPr/>
            </a:pPr>
            <a:r>
              <a:rPr lang="en-US" altLang="zh-CN" sz="2400" dirty="0"/>
              <a:t>J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dirty="0"/>
              <a:t>=Q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dirty="0"/>
              <a:t> 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</a:t>
            </a:r>
            <a:endParaRPr lang="zh-CN" altLang="en-US" sz="2400" kern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8E7E7B2-EC3E-6B7F-69F4-D01ED4CF8826}"/>
              </a:ext>
            </a:extLst>
          </p:cNvPr>
          <p:cNvSpPr txBox="1"/>
          <p:nvPr/>
        </p:nvSpPr>
        <p:spPr>
          <a:xfrm>
            <a:off x="4552950" y="4164013"/>
            <a:ext cx="2581275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/>
              <a:t>K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400" dirty="0"/>
              <a:t>= 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2n 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dirty="0"/>
              <a:t>Q</a:t>
            </a:r>
            <a:r>
              <a:rPr lang="en-US" altLang="zh-CN" sz="2400" kern="1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1n</a:t>
            </a:r>
            <a:endParaRPr lang="zh-CN" altLang="en-US" sz="2400" kern="1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8" grpId="0"/>
      <p:bldP spid="21" grpId="0"/>
      <p:bldP spid="22" grpId="0"/>
      <p:bldP spid="23" grpId="0"/>
      <p:bldP spid="24" grpId="0"/>
      <p:bldP spid="25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674DE387-8F5A-145B-4802-8EDE33AB4C4C}"/>
              </a:ext>
            </a:extLst>
          </p:cNvPr>
          <p:cNvGrpSpPr>
            <a:grpSpLocks/>
          </p:cNvGrpSpPr>
          <p:nvPr/>
        </p:nvGrpSpPr>
        <p:grpSpPr bwMode="auto">
          <a:xfrm>
            <a:off x="781050" y="4176713"/>
            <a:ext cx="863600" cy="1154112"/>
            <a:chOff x="1306513" y="2936875"/>
            <a:chExt cx="863600" cy="1153395"/>
          </a:xfrm>
        </p:grpSpPr>
        <p:sp>
          <p:nvSpPr>
            <p:cNvPr id="71852" name="Line 3">
              <a:extLst>
                <a:ext uri="{FF2B5EF4-FFF2-40B4-BE49-F238E27FC236}">
                  <a16:creationId xmlns:a16="http://schemas.microsoft.com/office/drawing/2014/main" id="{002D7BB0-1207-4D05-1830-0DD769B695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06513" y="3225800"/>
              <a:ext cx="431800" cy="0"/>
            </a:xfrm>
            <a:prstGeom prst="line">
              <a:avLst/>
            </a:prstGeom>
            <a:noFill/>
            <a:ln w="19050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53" name="Line 5">
              <a:extLst>
                <a:ext uri="{FF2B5EF4-FFF2-40B4-BE49-F238E27FC236}">
                  <a16:creationId xmlns:a16="http://schemas.microsoft.com/office/drawing/2014/main" id="{BB540374-6E65-8A06-E82A-26369295E1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5931" y="2936875"/>
              <a:ext cx="0" cy="288925"/>
            </a:xfrm>
            <a:prstGeom prst="line">
              <a:avLst/>
            </a:prstGeom>
            <a:noFill/>
            <a:ln w="19050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54" name="Line 6">
              <a:extLst>
                <a:ext uri="{FF2B5EF4-FFF2-40B4-BE49-F238E27FC236}">
                  <a16:creationId xmlns:a16="http://schemas.microsoft.com/office/drawing/2014/main" id="{2EE27A8C-71CA-BB39-D7E6-B585FB52F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5931" y="2936875"/>
              <a:ext cx="433387" cy="0"/>
            </a:xfrm>
            <a:prstGeom prst="line">
              <a:avLst/>
            </a:prstGeom>
            <a:noFill/>
            <a:ln w="19050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55" name="Line 61">
              <a:extLst>
                <a:ext uri="{FF2B5EF4-FFF2-40B4-BE49-F238E27FC236}">
                  <a16:creationId xmlns:a16="http://schemas.microsoft.com/office/drawing/2014/main" id="{6BF4C110-4205-3981-89B2-F2A41D7E63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06513" y="3659188"/>
              <a:ext cx="863600" cy="0"/>
            </a:xfrm>
            <a:prstGeom prst="line">
              <a:avLst/>
            </a:prstGeom>
            <a:noFill/>
            <a:ln w="19050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856" name="Line 68">
              <a:extLst>
                <a:ext uri="{FF2B5EF4-FFF2-40B4-BE49-F238E27FC236}">
                  <a16:creationId xmlns:a16="http://schemas.microsoft.com/office/drawing/2014/main" id="{1D37EA6C-6C85-358C-5BB2-DF3445F9A8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20149" y="4090268"/>
              <a:ext cx="745207" cy="2"/>
            </a:xfrm>
            <a:prstGeom prst="line">
              <a:avLst/>
            </a:prstGeom>
            <a:noFill/>
            <a:ln w="19050">
              <a:solidFill>
                <a:srgbClr val="00B0F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057C5A2-8CE7-1081-D4CD-8310794512CA}"/>
              </a:ext>
            </a:extLst>
          </p:cNvPr>
          <p:cNvGrpSpPr>
            <a:grpSpLocks/>
          </p:cNvGrpSpPr>
          <p:nvPr/>
        </p:nvGrpSpPr>
        <p:grpSpPr bwMode="auto">
          <a:xfrm>
            <a:off x="158750" y="4033838"/>
            <a:ext cx="792163" cy="1322387"/>
            <a:chOff x="159354" y="4034439"/>
            <a:chExt cx="792162" cy="1322388"/>
          </a:xfrm>
        </p:grpSpPr>
        <p:sp>
          <p:nvSpPr>
            <p:cNvPr id="71849" name="Text Box 84">
              <a:extLst>
                <a:ext uri="{FF2B5EF4-FFF2-40B4-BE49-F238E27FC236}">
                  <a16:creationId xmlns:a16="http://schemas.microsoft.com/office/drawing/2014/main" id="{02D24624-8B88-C0BA-0ABF-B304198E3F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354" y="4034439"/>
              <a:ext cx="79216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latin typeface="Georgia" panose="02040502050405020303" pitchFamily="18" charset="0"/>
                </a:rPr>
                <a:t>Q</a:t>
              </a:r>
              <a:r>
                <a:rPr lang="en-US" altLang="zh-CN" sz="2400" b="1" baseline="-25000">
                  <a:latin typeface="Georgia" panose="02040502050405020303" pitchFamily="18" charset="0"/>
                </a:rPr>
                <a:t>0</a:t>
              </a:r>
            </a:p>
          </p:txBody>
        </p:sp>
        <p:sp>
          <p:nvSpPr>
            <p:cNvPr id="71850" name="Text Box 85">
              <a:extLst>
                <a:ext uri="{FF2B5EF4-FFF2-40B4-BE49-F238E27FC236}">
                  <a16:creationId xmlns:a16="http://schemas.microsoft.com/office/drawing/2014/main" id="{A49085F0-654B-17DE-ED7A-38F0CBBE1B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354" y="4466239"/>
              <a:ext cx="79216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latin typeface="Georgia" panose="02040502050405020303" pitchFamily="18" charset="0"/>
                </a:rPr>
                <a:t>Q</a:t>
              </a:r>
              <a:r>
                <a:rPr lang="en-US" altLang="zh-CN" sz="2400" b="1" baseline="-25000">
                  <a:latin typeface="Georgia" panose="02040502050405020303" pitchFamily="18" charset="0"/>
                </a:rPr>
                <a:t>1</a:t>
              </a:r>
            </a:p>
          </p:txBody>
        </p:sp>
        <p:sp>
          <p:nvSpPr>
            <p:cNvPr id="71851" name="Text Box 86">
              <a:extLst>
                <a:ext uri="{FF2B5EF4-FFF2-40B4-BE49-F238E27FC236}">
                  <a16:creationId xmlns:a16="http://schemas.microsoft.com/office/drawing/2014/main" id="{12A684BD-85D9-823C-C580-87C215D62F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354" y="4899627"/>
              <a:ext cx="792162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 sz="2400" b="1">
                  <a:latin typeface="Georgia" panose="02040502050405020303" pitchFamily="18" charset="0"/>
                </a:rPr>
                <a:t>Q</a:t>
              </a:r>
              <a:r>
                <a:rPr lang="en-US" altLang="zh-CN" sz="2400" b="1" baseline="-25000">
                  <a:latin typeface="Georgia" panose="02040502050405020303" pitchFamily="18" charset="0"/>
                </a:rPr>
                <a:t>2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0CE4B115-FADA-2B53-3514-53AD7C746E26}"/>
              </a:ext>
            </a:extLst>
          </p:cNvPr>
          <p:cNvGrpSpPr>
            <a:grpSpLocks/>
          </p:cNvGrpSpPr>
          <p:nvPr/>
        </p:nvGrpSpPr>
        <p:grpSpPr bwMode="auto">
          <a:xfrm>
            <a:off x="841375" y="3673475"/>
            <a:ext cx="5543550" cy="288925"/>
            <a:chOff x="1366838" y="2433638"/>
            <a:chExt cx="5543550" cy="288925"/>
          </a:xfrm>
        </p:grpSpPr>
        <p:grpSp>
          <p:nvGrpSpPr>
            <p:cNvPr id="71788" name="Group 89">
              <a:extLst>
                <a:ext uri="{FF2B5EF4-FFF2-40B4-BE49-F238E27FC236}">
                  <a16:creationId xmlns:a16="http://schemas.microsoft.com/office/drawing/2014/main" id="{81FE1D06-B2A9-E397-CCEA-C7541259DB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7200" y="2433638"/>
              <a:ext cx="431800" cy="288925"/>
              <a:chOff x="657" y="1570"/>
              <a:chExt cx="545" cy="182"/>
            </a:xfrm>
          </p:grpSpPr>
          <p:sp>
            <p:nvSpPr>
              <p:cNvPr id="71845" name="Line 90">
                <a:extLst>
                  <a:ext uri="{FF2B5EF4-FFF2-40B4-BE49-F238E27FC236}">
                    <a16:creationId xmlns:a16="http://schemas.microsoft.com/office/drawing/2014/main" id="{4A92E9A9-F952-CCC1-CD9C-8A13AB89C5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46" name="Line 91">
                <a:extLst>
                  <a:ext uri="{FF2B5EF4-FFF2-40B4-BE49-F238E27FC236}">
                    <a16:creationId xmlns:a16="http://schemas.microsoft.com/office/drawing/2014/main" id="{795830CB-9A54-6234-5D33-CAE084AD9A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47" name="Line 92">
                <a:extLst>
                  <a:ext uri="{FF2B5EF4-FFF2-40B4-BE49-F238E27FC236}">
                    <a16:creationId xmlns:a16="http://schemas.microsoft.com/office/drawing/2014/main" id="{895040B3-F711-96DF-4A61-F7BB11BE03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48" name="Line 93">
                <a:extLst>
                  <a:ext uri="{FF2B5EF4-FFF2-40B4-BE49-F238E27FC236}">
                    <a16:creationId xmlns:a16="http://schemas.microsoft.com/office/drawing/2014/main" id="{41B914D2-3B9E-AA35-45C5-EF1EA6A372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1789" name="Group 94">
              <a:extLst>
                <a:ext uri="{FF2B5EF4-FFF2-40B4-BE49-F238E27FC236}">
                  <a16:creationId xmlns:a16="http://schemas.microsoft.com/office/drawing/2014/main" id="{93D7A1E9-1718-D702-0AE2-5B2237CB4B0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9000" y="2433638"/>
              <a:ext cx="431800" cy="288925"/>
              <a:chOff x="657" y="1570"/>
              <a:chExt cx="545" cy="182"/>
            </a:xfrm>
          </p:grpSpPr>
          <p:sp>
            <p:nvSpPr>
              <p:cNvPr id="71841" name="Line 95">
                <a:extLst>
                  <a:ext uri="{FF2B5EF4-FFF2-40B4-BE49-F238E27FC236}">
                    <a16:creationId xmlns:a16="http://schemas.microsoft.com/office/drawing/2014/main" id="{5D411C15-2645-2DA1-DD92-89264BD931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42" name="Line 96">
                <a:extLst>
                  <a:ext uri="{FF2B5EF4-FFF2-40B4-BE49-F238E27FC236}">
                    <a16:creationId xmlns:a16="http://schemas.microsoft.com/office/drawing/2014/main" id="{71319328-32A8-1FE4-F815-952BA79117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43" name="Line 97">
                <a:extLst>
                  <a:ext uri="{FF2B5EF4-FFF2-40B4-BE49-F238E27FC236}">
                    <a16:creationId xmlns:a16="http://schemas.microsoft.com/office/drawing/2014/main" id="{9A1782AE-0243-AA5C-99C7-3A200440FA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44" name="Line 98">
                <a:extLst>
                  <a:ext uri="{FF2B5EF4-FFF2-40B4-BE49-F238E27FC236}">
                    <a16:creationId xmlns:a16="http://schemas.microsoft.com/office/drawing/2014/main" id="{2FAC70D5-7597-7749-FEBC-023254BB3A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1790" name="Group 99">
              <a:extLst>
                <a:ext uri="{FF2B5EF4-FFF2-40B4-BE49-F238E27FC236}">
                  <a16:creationId xmlns:a16="http://schemas.microsoft.com/office/drawing/2014/main" id="{C2D1C4BF-FB33-238A-955E-AAB578001B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92388" y="2433638"/>
              <a:ext cx="431800" cy="288925"/>
              <a:chOff x="657" y="1570"/>
              <a:chExt cx="545" cy="182"/>
            </a:xfrm>
          </p:grpSpPr>
          <p:sp>
            <p:nvSpPr>
              <p:cNvPr id="71837" name="Line 100">
                <a:extLst>
                  <a:ext uri="{FF2B5EF4-FFF2-40B4-BE49-F238E27FC236}">
                    <a16:creationId xmlns:a16="http://schemas.microsoft.com/office/drawing/2014/main" id="{074DF583-7148-7069-FB0E-CDFFB1336A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38" name="Line 101">
                <a:extLst>
                  <a:ext uri="{FF2B5EF4-FFF2-40B4-BE49-F238E27FC236}">
                    <a16:creationId xmlns:a16="http://schemas.microsoft.com/office/drawing/2014/main" id="{F8E39988-34D8-468C-B94B-6A04FC0B20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39" name="Line 102">
                <a:extLst>
                  <a:ext uri="{FF2B5EF4-FFF2-40B4-BE49-F238E27FC236}">
                    <a16:creationId xmlns:a16="http://schemas.microsoft.com/office/drawing/2014/main" id="{79CC6B68-5F74-F188-CCC5-DB34E8F5C9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40" name="Line 103">
                <a:extLst>
                  <a:ext uri="{FF2B5EF4-FFF2-40B4-BE49-F238E27FC236}">
                    <a16:creationId xmlns:a16="http://schemas.microsoft.com/office/drawing/2014/main" id="{F28AED9E-0D3D-4583-02EA-044B181550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1791" name="Group 104">
              <a:extLst>
                <a:ext uri="{FF2B5EF4-FFF2-40B4-BE49-F238E27FC236}">
                  <a16:creationId xmlns:a16="http://schemas.microsoft.com/office/drawing/2014/main" id="{F07D282E-A1F2-45FE-61F0-18B336C36E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188" y="2433638"/>
              <a:ext cx="431800" cy="288925"/>
              <a:chOff x="657" y="1570"/>
              <a:chExt cx="545" cy="182"/>
            </a:xfrm>
          </p:grpSpPr>
          <p:sp>
            <p:nvSpPr>
              <p:cNvPr id="71833" name="Line 105">
                <a:extLst>
                  <a:ext uri="{FF2B5EF4-FFF2-40B4-BE49-F238E27FC236}">
                    <a16:creationId xmlns:a16="http://schemas.microsoft.com/office/drawing/2014/main" id="{CD1FBD1E-3B41-3005-D20C-AF1A6B23FA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34" name="Line 106">
                <a:extLst>
                  <a:ext uri="{FF2B5EF4-FFF2-40B4-BE49-F238E27FC236}">
                    <a16:creationId xmlns:a16="http://schemas.microsoft.com/office/drawing/2014/main" id="{C26A2178-898E-7B2B-A31E-FEE542C6C5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35" name="Line 107">
                <a:extLst>
                  <a:ext uri="{FF2B5EF4-FFF2-40B4-BE49-F238E27FC236}">
                    <a16:creationId xmlns:a16="http://schemas.microsoft.com/office/drawing/2014/main" id="{A68DFB49-E1AF-2982-D0DB-CA9C05DCA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36" name="Line 108">
                <a:extLst>
                  <a:ext uri="{FF2B5EF4-FFF2-40B4-BE49-F238E27FC236}">
                    <a16:creationId xmlns:a16="http://schemas.microsoft.com/office/drawing/2014/main" id="{19E611A4-1223-AB78-254F-318D2CE99C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1792" name="Group 109">
              <a:extLst>
                <a:ext uri="{FF2B5EF4-FFF2-40B4-BE49-F238E27FC236}">
                  <a16:creationId xmlns:a16="http://schemas.microsoft.com/office/drawing/2014/main" id="{34256F69-F292-624D-F4C0-82EC437035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55988" y="2433638"/>
              <a:ext cx="431800" cy="288925"/>
              <a:chOff x="657" y="1570"/>
              <a:chExt cx="545" cy="182"/>
            </a:xfrm>
          </p:grpSpPr>
          <p:sp>
            <p:nvSpPr>
              <p:cNvPr id="71829" name="Line 110">
                <a:extLst>
                  <a:ext uri="{FF2B5EF4-FFF2-40B4-BE49-F238E27FC236}">
                    <a16:creationId xmlns:a16="http://schemas.microsoft.com/office/drawing/2014/main" id="{41225D5B-A6C7-DB7E-16D5-5D00A446F2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30" name="Line 111">
                <a:extLst>
                  <a:ext uri="{FF2B5EF4-FFF2-40B4-BE49-F238E27FC236}">
                    <a16:creationId xmlns:a16="http://schemas.microsoft.com/office/drawing/2014/main" id="{3FEB3457-28A5-4726-271D-3F3AB32794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31" name="Line 112">
                <a:extLst>
                  <a:ext uri="{FF2B5EF4-FFF2-40B4-BE49-F238E27FC236}">
                    <a16:creationId xmlns:a16="http://schemas.microsoft.com/office/drawing/2014/main" id="{F720900A-0108-C3EF-CC16-043ED3D980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32" name="Line 113">
                <a:extLst>
                  <a:ext uri="{FF2B5EF4-FFF2-40B4-BE49-F238E27FC236}">
                    <a16:creationId xmlns:a16="http://schemas.microsoft.com/office/drawing/2014/main" id="{C002E078-716A-F34C-CB8E-BC3F753359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1793" name="Group 114">
              <a:extLst>
                <a:ext uri="{FF2B5EF4-FFF2-40B4-BE49-F238E27FC236}">
                  <a16:creationId xmlns:a16="http://schemas.microsoft.com/office/drawing/2014/main" id="{6CDB901B-7E99-C39C-F4EC-FD5DE85A09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7788" y="2433638"/>
              <a:ext cx="431800" cy="288925"/>
              <a:chOff x="657" y="1570"/>
              <a:chExt cx="545" cy="182"/>
            </a:xfrm>
          </p:grpSpPr>
          <p:sp>
            <p:nvSpPr>
              <p:cNvPr id="71825" name="Line 115">
                <a:extLst>
                  <a:ext uri="{FF2B5EF4-FFF2-40B4-BE49-F238E27FC236}">
                    <a16:creationId xmlns:a16="http://schemas.microsoft.com/office/drawing/2014/main" id="{11C72D49-18D4-1163-B26F-89BCCD580A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26" name="Line 116">
                <a:extLst>
                  <a:ext uri="{FF2B5EF4-FFF2-40B4-BE49-F238E27FC236}">
                    <a16:creationId xmlns:a16="http://schemas.microsoft.com/office/drawing/2014/main" id="{ED9795FB-6CF6-DC21-2BFD-618E16F452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27" name="Line 117">
                <a:extLst>
                  <a:ext uri="{FF2B5EF4-FFF2-40B4-BE49-F238E27FC236}">
                    <a16:creationId xmlns:a16="http://schemas.microsoft.com/office/drawing/2014/main" id="{625DA364-29DD-7279-FDF6-FCC67F311A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28" name="Line 118">
                <a:extLst>
                  <a:ext uri="{FF2B5EF4-FFF2-40B4-BE49-F238E27FC236}">
                    <a16:creationId xmlns:a16="http://schemas.microsoft.com/office/drawing/2014/main" id="{E5FBCBA7-4790-A4F5-281F-BC2A901B24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1794" name="Group 119">
              <a:extLst>
                <a:ext uri="{FF2B5EF4-FFF2-40B4-BE49-F238E27FC236}">
                  <a16:creationId xmlns:a16="http://schemas.microsoft.com/office/drawing/2014/main" id="{2C1DDBA4-86D1-4947-7E46-B4E5822F43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1175" y="2433638"/>
              <a:ext cx="431800" cy="288925"/>
              <a:chOff x="657" y="1570"/>
              <a:chExt cx="545" cy="182"/>
            </a:xfrm>
          </p:grpSpPr>
          <p:sp>
            <p:nvSpPr>
              <p:cNvPr id="71821" name="Line 120">
                <a:extLst>
                  <a:ext uri="{FF2B5EF4-FFF2-40B4-BE49-F238E27FC236}">
                    <a16:creationId xmlns:a16="http://schemas.microsoft.com/office/drawing/2014/main" id="{9DB154DB-0803-A587-6786-60223ADF5B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22" name="Line 121">
                <a:extLst>
                  <a:ext uri="{FF2B5EF4-FFF2-40B4-BE49-F238E27FC236}">
                    <a16:creationId xmlns:a16="http://schemas.microsoft.com/office/drawing/2014/main" id="{4B79AE08-D74A-6E52-BE78-0A0CB03DD0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23" name="Line 122">
                <a:extLst>
                  <a:ext uri="{FF2B5EF4-FFF2-40B4-BE49-F238E27FC236}">
                    <a16:creationId xmlns:a16="http://schemas.microsoft.com/office/drawing/2014/main" id="{D341D4CB-C414-C189-9CB5-4B0B993251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24" name="Line 123">
                <a:extLst>
                  <a:ext uri="{FF2B5EF4-FFF2-40B4-BE49-F238E27FC236}">
                    <a16:creationId xmlns:a16="http://schemas.microsoft.com/office/drawing/2014/main" id="{A51931BE-96DB-04F9-52BE-5A21912F71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1795" name="Group 124">
              <a:extLst>
                <a:ext uri="{FF2B5EF4-FFF2-40B4-BE49-F238E27FC236}">
                  <a16:creationId xmlns:a16="http://schemas.microsoft.com/office/drawing/2014/main" id="{21CA8875-6736-E533-0C78-125BCE900D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52975" y="2433638"/>
              <a:ext cx="431800" cy="288925"/>
              <a:chOff x="657" y="1570"/>
              <a:chExt cx="545" cy="182"/>
            </a:xfrm>
          </p:grpSpPr>
          <p:sp>
            <p:nvSpPr>
              <p:cNvPr id="71817" name="Line 125">
                <a:extLst>
                  <a:ext uri="{FF2B5EF4-FFF2-40B4-BE49-F238E27FC236}">
                    <a16:creationId xmlns:a16="http://schemas.microsoft.com/office/drawing/2014/main" id="{12584786-092F-E7C7-85E3-4FCD00A36D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18" name="Line 126">
                <a:extLst>
                  <a:ext uri="{FF2B5EF4-FFF2-40B4-BE49-F238E27FC236}">
                    <a16:creationId xmlns:a16="http://schemas.microsoft.com/office/drawing/2014/main" id="{F85BB09D-91A3-EBBD-729C-10E61F11AC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19" name="Line 127">
                <a:extLst>
                  <a:ext uri="{FF2B5EF4-FFF2-40B4-BE49-F238E27FC236}">
                    <a16:creationId xmlns:a16="http://schemas.microsoft.com/office/drawing/2014/main" id="{D0C83DE1-3B82-BF87-F074-5200DA8BE0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20" name="Line 128">
                <a:extLst>
                  <a:ext uri="{FF2B5EF4-FFF2-40B4-BE49-F238E27FC236}">
                    <a16:creationId xmlns:a16="http://schemas.microsoft.com/office/drawing/2014/main" id="{33F63326-802D-A1A7-E56A-02DD0305FC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1796" name="Group 129">
              <a:extLst>
                <a:ext uri="{FF2B5EF4-FFF2-40B4-BE49-F238E27FC236}">
                  <a16:creationId xmlns:a16="http://schemas.microsoft.com/office/drawing/2014/main" id="{D9786CE6-DAF8-1E42-3B2F-1FA958EB78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81600" y="2433638"/>
              <a:ext cx="431800" cy="288925"/>
              <a:chOff x="657" y="1570"/>
              <a:chExt cx="545" cy="182"/>
            </a:xfrm>
          </p:grpSpPr>
          <p:sp>
            <p:nvSpPr>
              <p:cNvPr id="71813" name="Line 130">
                <a:extLst>
                  <a:ext uri="{FF2B5EF4-FFF2-40B4-BE49-F238E27FC236}">
                    <a16:creationId xmlns:a16="http://schemas.microsoft.com/office/drawing/2014/main" id="{5A58AAB1-66FE-1B46-9ACC-0AED873073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14" name="Line 131">
                <a:extLst>
                  <a:ext uri="{FF2B5EF4-FFF2-40B4-BE49-F238E27FC236}">
                    <a16:creationId xmlns:a16="http://schemas.microsoft.com/office/drawing/2014/main" id="{83A7DDA0-B2E9-2E6A-F797-E4F20F4277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15" name="Line 132">
                <a:extLst>
                  <a:ext uri="{FF2B5EF4-FFF2-40B4-BE49-F238E27FC236}">
                    <a16:creationId xmlns:a16="http://schemas.microsoft.com/office/drawing/2014/main" id="{C20C3699-3C12-D71A-2216-7B18EE837D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16" name="Line 133">
                <a:extLst>
                  <a:ext uri="{FF2B5EF4-FFF2-40B4-BE49-F238E27FC236}">
                    <a16:creationId xmlns:a16="http://schemas.microsoft.com/office/drawing/2014/main" id="{476C5489-4D77-4F64-0DEA-E230497CD5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1797" name="Group 134">
              <a:extLst>
                <a:ext uri="{FF2B5EF4-FFF2-40B4-BE49-F238E27FC236}">
                  <a16:creationId xmlns:a16="http://schemas.microsoft.com/office/drawing/2014/main" id="{C7BF01EB-8824-030E-43BB-B4AA1AD22B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13400" y="2433638"/>
              <a:ext cx="431800" cy="288925"/>
              <a:chOff x="657" y="1570"/>
              <a:chExt cx="545" cy="182"/>
            </a:xfrm>
          </p:grpSpPr>
          <p:sp>
            <p:nvSpPr>
              <p:cNvPr id="71809" name="Line 135">
                <a:extLst>
                  <a:ext uri="{FF2B5EF4-FFF2-40B4-BE49-F238E27FC236}">
                    <a16:creationId xmlns:a16="http://schemas.microsoft.com/office/drawing/2014/main" id="{71D90EF0-6D7A-AEFE-4F01-555A7437DF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10" name="Line 136">
                <a:extLst>
                  <a:ext uri="{FF2B5EF4-FFF2-40B4-BE49-F238E27FC236}">
                    <a16:creationId xmlns:a16="http://schemas.microsoft.com/office/drawing/2014/main" id="{6455BCC4-4792-B157-2778-E0DE9E57A7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11" name="Line 137">
                <a:extLst>
                  <a:ext uri="{FF2B5EF4-FFF2-40B4-BE49-F238E27FC236}">
                    <a16:creationId xmlns:a16="http://schemas.microsoft.com/office/drawing/2014/main" id="{6DD6E704-9254-49BA-179A-99E3B0B0CD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12" name="Line 138">
                <a:extLst>
                  <a:ext uri="{FF2B5EF4-FFF2-40B4-BE49-F238E27FC236}">
                    <a16:creationId xmlns:a16="http://schemas.microsoft.com/office/drawing/2014/main" id="{28C01CB6-9755-D5C7-29B0-A2143AE414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1798" name="Group 139">
              <a:extLst>
                <a:ext uri="{FF2B5EF4-FFF2-40B4-BE49-F238E27FC236}">
                  <a16:creationId xmlns:a16="http://schemas.microsoft.com/office/drawing/2014/main" id="{CC84D75C-8737-E83A-7213-641FFBCA1A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46788" y="2433638"/>
              <a:ext cx="431800" cy="288925"/>
              <a:chOff x="657" y="1570"/>
              <a:chExt cx="545" cy="182"/>
            </a:xfrm>
          </p:grpSpPr>
          <p:sp>
            <p:nvSpPr>
              <p:cNvPr id="71805" name="Line 140">
                <a:extLst>
                  <a:ext uri="{FF2B5EF4-FFF2-40B4-BE49-F238E27FC236}">
                    <a16:creationId xmlns:a16="http://schemas.microsoft.com/office/drawing/2014/main" id="{2129C8D4-3F4E-40FE-D6B3-E041451E29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06" name="Line 141">
                <a:extLst>
                  <a:ext uri="{FF2B5EF4-FFF2-40B4-BE49-F238E27FC236}">
                    <a16:creationId xmlns:a16="http://schemas.microsoft.com/office/drawing/2014/main" id="{E5BE5501-302F-4C7E-02BB-68F1A0AABD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07" name="Line 142">
                <a:extLst>
                  <a:ext uri="{FF2B5EF4-FFF2-40B4-BE49-F238E27FC236}">
                    <a16:creationId xmlns:a16="http://schemas.microsoft.com/office/drawing/2014/main" id="{4F6AE633-8DEB-D3AF-8C36-7DF7F2E1F9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08" name="Line 143">
                <a:extLst>
                  <a:ext uri="{FF2B5EF4-FFF2-40B4-BE49-F238E27FC236}">
                    <a16:creationId xmlns:a16="http://schemas.microsoft.com/office/drawing/2014/main" id="{54A95F6B-E3CC-4883-A187-628C86FE10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1799" name="Group 144">
              <a:extLst>
                <a:ext uri="{FF2B5EF4-FFF2-40B4-BE49-F238E27FC236}">
                  <a16:creationId xmlns:a16="http://schemas.microsoft.com/office/drawing/2014/main" id="{87F69D9F-2B33-DD09-78FB-9E7C3017BD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78588" y="2433638"/>
              <a:ext cx="431800" cy="288925"/>
              <a:chOff x="657" y="1570"/>
              <a:chExt cx="545" cy="182"/>
            </a:xfrm>
          </p:grpSpPr>
          <p:sp>
            <p:nvSpPr>
              <p:cNvPr id="71801" name="Line 145">
                <a:extLst>
                  <a:ext uri="{FF2B5EF4-FFF2-40B4-BE49-F238E27FC236}">
                    <a16:creationId xmlns:a16="http://schemas.microsoft.com/office/drawing/2014/main" id="{393EF350-4476-0436-DC26-C489A43D00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02" name="Line 146">
                <a:extLst>
                  <a:ext uri="{FF2B5EF4-FFF2-40B4-BE49-F238E27FC236}">
                    <a16:creationId xmlns:a16="http://schemas.microsoft.com/office/drawing/2014/main" id="{F98F1633-27D4-0796-3D4D-F026231779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7" y="1570"/>
                <a:ext cx="2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03" name="Line 147">
                <a:extLst>
                  <a:ext uri="{FF2B5EF4-FFF2-40B4-BE49-F238E27FC236}">
                    <a16:creationId xmlns:a16="http://schemas.microsoft.com/office/drawing/2014/main" id="{31FFC8FD-65FE-5A28-5E1B-AA246DF043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570"/>
                <a:ext cx="0" cy="18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804" name="Line 148">
                <a:extLst>
                  <a:ext uri="{FF2B5EF4-FFF2-40B4-BE49-F238E27FC236}">
                    <a16:creationId xmlns:a16="http://schemas.microsoft.com/office/drawing/2014/main" id="{73A2E117-0549-6B0D-7638-5AC4245992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0" y="1752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1800" name="Line 169">
              <a:extLst>
                <a:ext uri="{FF2B5EF4-FFF2-40B4-BE49-F238E27FC236}">
                  <a16:creationId xmlns:a16="http://schemas.microsoft.com/office/drawing/2014/main" id="{3E994B47-9482-F90E-6F3F-E2D43E2B31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66838" y="2722563"/>
              <a:ext cx="36036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712874" name="Rectangle 170">
            <a:extLst>
              <a:ext uri="{FF2B5EF4-FFF2-40B4-BE49-F238E27FC236}">
                <a16:creationId xmlns:a16="http://schemas.microsoft.com/office/drawing/2014/main" id="{BF57A1D7-9C1A-C588-C16A-4F8C4E0BDB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b="1" dirty="0"/>
              <a:t>信号发生器波形图</a:t>
            </a:r>
          </a:p>
        </p:txBody>
      </p:sp>
      <p:sp>
        <p:nvSpPr>
          <p:cNvPr id="173" name="灯片编号占位符 5">
            <a:extLst>
              <a:ext uri="{FF2B5EF4-FFF2-40B4-BE49-F238E27FC236}">
                <a16:creationId xmlns:a16="http://schemas.microsoft.com/office/drawing/2014/main" id="{B53533A8-E68B-ADE8-7C80-2C61E22AD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3A9D01F9-C926-4176-BC6F-5B7121ABF7CE}" type="slidenum">
              <a:rPr lang="en-US" altLang="zh-CN" sz="1000" smtClean="0"/>
              <a:pPr>
                <a:defRPr/>
              </a:pPr>
              <a:t>72</a:t>
            </a:fld>
            <a:endParaRPr lang="en-US" altLang="zh-CN" sz="1000"/>
          </a:p>
        </p:txBody>
      </p:sp>
      <p:grpSp>
        <p:nvGrpSpPr>
          <p:cNvPr id="174" name="组合 68">
            <a:extLst>
              <a:ext uri="{FF2B5EF4-FFF2-40B4-BE49-F238E27FC236}">
                <a16:creationId xmlns:a16="http://schemas.microsoft.com/office/drawing/2014/main" id="{485213F7-A46B-CFDE-7F16-9909EA5983C2}"/>
              </a:ext>
            </a:extLst>
          </p:cNvPr>
          <p:cNvGrpSpPr>
            <a:grpSpLocks/>
          </p:cNvGrpSpPr>
          <p:nvPr/>
        </p:nvGrpSpPr>
        <p:grpSpPr bwMode="auto">
          <a:xfrm>
            <a:off x="4673600" y="1144588"/>
            <a:ext cx="4103688" cy="1439862"/>
            <a:chOff x="1565275" y="3946525"/>
            <a:chExt cx="6288088" cy="1973263"/>
          </a:xfrm>
        </p:grpSpPr>
        <p:grpSp>
          <p:nvGrpSpPr>
            <p:cNvPr id="71756" name="组合 25">
              <a:extLst>
                <a:ext uri="{FF2B5EF4-FFF2-40B4-BE49-F238E27FC236}">
                  <a16:creationId xmlns:a16="http://schemas.microsoft.com/office/drawing/2014/main" id="{54E928DC-9EB4-4532-CEC6-49796B5767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87675" y="3963988"/>
              <a:ext cx="720725" cy="719137"/>
              <a:chOff x="4067944" y="4221088"/>
              <a:chExt cx="720080" cy="720080"/>
            </a:xfrm>
          </p:grpSpPr>
          <p:sp>
            <p:nvSpPr>
              <p:cNvPr id="71786" name="椭圆 26">
                <a:extLst>
                  <a:ext uri="{FF2B5EF4-FFF2-40B4-BE49-F238E27FC236}">
                    <a16:creationId xmlns:a16="http://schemas.microsoft.com/office/drawing/2014/main" id="{3EB4594B-6991-8F8E-B89B-598BA67331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06" name="文本框 205">
                <a:extLst>
                  <a:ext uri="{FF2B5EF4-FFF2-40B4-BE49-F238E27FC236}">
                    <a16:creationId xmlns:a16="http://schemas.microsoft.com/office/drawing/2014/main" id="{72DD702F-07AF-6A41-7E86-676DB96B7B97}"/>
                  </a:ext>
                </a:extLst>
              </p:cNvPr>
              <p:cNvSpPr txBox="1"/>
              <p:nvPr/>
            </p:nvSpPr>
            <p:spPr>
              <a:xfrm>
                <a:off x="4139053" y="4382234"/>
                <a:ext cx="648904" cy="359443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1100" dirty="0">
                    <a:solidFill>
                      <a:schemeClr val="bg1">
                        <a:lumMod val="50000"/>
                      </a:schemeClr>
                    </a:solidFill>
                  </a:rPr>
                  <a:t>101</a:t>
                </a:r>
                <a:endParaRPr lang="zh-CN" altLang="en-US" sz="11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71757" name="组合 28">
              <a:extLst>
                <a:ext uri="{FF2B5EF4-FFF2-40B4-BE49-F238E27FC236}">
                  <a16:creationId xmlns:a16="http://schemas.microsoft.com/office/drawing/2014/main" id="{0A653907-68BC-F77C-13B5-88F2026A45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56100" y="3946525"/>
              <a:ext cx="720725" cy="720725"/>
              <a:chOff x="4067944" y="4221088"/>
              <a:chExt cx="720080" cy="720080"/>
            </a:xfrm>
          </p:grpSpPr>
          <p:sp>
            <p:nvSpPr>
              <p:cNvPr id="71784" name="椭圆 29">
                <a:extLst>
                  <a:ext uri="{FF2B5EF4-FFF2-40B4-BE49-F238E27FC236}">
                    <a16:creationId xmlns:a16="http://schemas.microsoft.com/office/drawing/2014/main" id="{CAA02F80-2E0A-49C1-1CB1-C99448F866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04" name="文本框 203">
                <a:extLst>
                  <a:ext uri="{FF2B5EF4-FFF2-40B4-BE49-F238E27FC236}">
                    <a16:creationId xmlns:a16="http://schemas.microsoft.com/office/drawing/2014/main" id="{ED8885E9-2CCB-6E5B-A67C-101B941288E2}"/>
                  </a:ext>
                </a:extLst>
              </p:cNvPr>
              <p:cNvSpPr txBox="1"/>
              <p:nvPr/>
            </p:nvSpPr>
            <p:spPr>
              <a:xfrm>
                <a:off x="4137710" y="4381938"/>
                <a:ext cx="651334" cy="35647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1100" dirty="0">
                    <a:solidFill>
                      <a:schemeClr val="bg1">
                        <a:lumMod val="50000"/>
                      </a:schemeClr>
                    </a:solidFill>
                  </a:rPr>
                  <a:t>010</a:t>
                </a:r>
                <a:endParaRPr lang="zh-CN" altLang="en-US" sz="11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71758" name="组合 31">
              <a:extLst>
                <a:ext uri="{FF2B5EF4-FFF2-40B4-BE49-F238E27FC236}">
                  <a16:creationId xmlns:a16="http://schemas.microsoft.com/office/drawing/2014/main" id="{17285F4F-1CBA-061A-85C2-4A48C9C34F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28309" y="3954517"/>
              <a:ext cx="720725" cy="720725"/>
              <a:chOff x="4082827" y="4229073"/>
              <a:chExt cx="720080" cy="720080"/>
            </a:xfrm>
          </p:grpSpPr>
          <p:sp>
            <p:nvSpPr>
              <p:cNvPr id="71782" name="椭圆 32">
                <a:extLst>
                  <a:ext uri="{FF2B5EF4-FFF2-40B4-BE49-F238E27FC236}">
                    <a16:creationId xmlns:a16="http://schemas.microsoft.com/office/drawing/2014/main" id="{5BB0D777-4A52-E668-2F4A-2EF91EC799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2827" y="4229073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02" name="文本框 201">
                <a:extLst>
                  <a:ext uri="{FF2B5EF4-FFF2-40B4-BE49-F238E27FC236}">
                    <a16:creationId xmlns:a16="http://schemas.microsoft.com/office/drawing/2014/main" id="{A707AE1C-AC33-C7D9-B44C-ADE211CF633A}"/>
                  </a:ext>
                </a:extLst>
              </p:cNvPr>
              <p:cNvSpPr txBox="1"/>
              <p:nvPr/>
            </p:nvSpPr>
            <p:spPr>
              <a:xfrm>
                <a:off x="4137749" y="4381937"/>
                <a:ext cx="651334" cy="358651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1100" dirty="0">
                    <a:solidFill>
                      <a:schemeClr val="bg1">
                        <a:lumMod val="50000"/>
                      </a:schemeClr>
                    </a:solidFill>
                  </a:rPr>
                  <a:t>100</a:t>
                </a:r>
                <a:endParaRPr lang="zh-CN" altLang="en-US" sz="11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71759" name="组合 34">
              <a:extLst>
                <a:ext uri="{FF2B5EF4-FFF2-40B4-BE49-F238E27FC236}">
                  <a16:creationId xmlns:a16="http://schemas.microsoft.com/office/drawing/2014/main" id="{29045825-3041-5802-4485-0DD92C2A5F7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13413" y="5168900"/>
              <a:ext cx="720725" cy="719138"/>
              <a:chOff x="4067944" y="4221088"/>
              <a:chExt cx="720080" cy="720080"/>
            </a:xfrm>
          </p:grpSpPr>
          <p:sp>
            <p:nvSpPr>
              <p:cNvPr id="71780" name="椭圆 35">
                <a:extLst>
                  <a:ext uri="{FF2B5EF4-FFF2-40B4-BE49-F238E27FC236}">
                    <a16:creationId xmlns:a16="http://schemas.microsoft.com/office/drawing/2014/main" id="{769CD8F6-CC7C-F7E4-382D-6BE8CDC31E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200" name="文本框 199">
                <a:extLst>
                  <a:ext uri="{FF2B5EF4-FFF2-40B4-BE49-F238E27FC236}">
                    <a16:creationId xmlns:a16="http://schemas.microsoft.com/office/drawing/2014/main" id="{6BB92508-FB0A-6752-E097-47E868E0FD46}"/>
                  </a:ext>
                </a:extLst>
              </p:cNvPr>
              <p:cNvSpPr txBox="1"/>
              <p:nvPr/>
            </p:nvSpPr>
            <p:spPr>
              <a:xfrm>
                <a:off x="4137748" y="4382602"/>
                <a:ext cx="651334" cy="357265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1100" dirty="0">
                    <a:solidFill>
                      <a:schemeClr val="bg1">
                        <a:lumMod val="50000"/>
                      </a:schemeClr>
                    </a:solidFill>
                  </a:rPr>
                  <a:t>001</a:t>
                </a:r>
                <a:endParaRPr lang="zh-CN" altLang="en-US" sz="11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71760" name="组合 37">
              <a:extLst>
                <a:ext uri="{FF2B5EF4-FFF2-40B4-BE49-F238E27FC236}">
                  <a16:creationId xmlns:a16="http://schemas.microsoft.com/office/drawing/2014/main" id="{415B8D2F-A9CB-065F-489F-0022A8FE50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56100" y="5162550"/>
              <a:ext cx="720725" cy="720725"/>
              <a:chOff x="4067944" y="4221088"/>
              <a:chExt cx="720080" cy="720080"/>
            </a:xfrm>
          </p:grpSpPr>
          <p:sp>
            <p:nvSpPr>
              <p:cNvPr id="71778" name="椭圆 38">
                <a:extLst>
                  <a:ext uri="{FF2B5EF4-FFF2-40B4-BE49-F238E27FC236}">
                    <a16:creationId xmlns:a16="http://schemas.microsoft.com/office/drawing/2014/main" id="{7F35D411-50CC-2473-00C5-95170A002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98" name="文本框 197">
                <a:extLst>
                  <a:ext uri="{FF2B5EF4-FFF2-40B4-BE49-F238E27FC236}">
                    <a16:creationId xmlns:a16="http://schemas.microsoft.com/office/drawing/2014/main" id="{363D3A92-06F1-491F-049F-81DA97530779}"/>
                  </a:ext>
                </a:extLst>
              </p:cNvPr>
              <p:cNvSpPr txBox="1"/>
              <p:nvPr/>
            </p:nvSpPr>
            <p:spPr>
              <a:xfrm>
                <a:off x="4137710" y="4382069"/>
                <a:ext cx="651334" cy="35647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1100" dirty="0">
                    <a:solidFill>
                      <a:schemeClr val="bg1">
                        <a:lumMod val="50000"/>
                      </a:schemeClr>
                    </a:solidFill>
                  </a:rPr>
                  <a:t>011</a:t>
                </a:r>
              </a:p>
            </p:txBody>
          </p:sp>
        </p:grpSp>
        <p:grpSp>
          <p:nvGrpSpPr>
            <p:cNvPr id="71761" name="组合 40">
              <a:extLst>
                <a:ext uri="{FF2B5EF4-FFF2-40B4-BE49-F238E27FC236}">
                  <a16:creationId xmlns:a16="http://schemas.microsoft.com/office/drawing/2014/main" id="{C261F5EB-FA79-ECA2-9660-8A1BCE28CB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41638" y="5162550"/>
              <a:ext cx="720725" cy="720725"/>
              <a:chOff x="4067944" y="4221088"/>
              <a:chExt cx="720080" cy="720080"/>
            </a:xfrm>
          </p:grpSpPr>
          <p:sp>
            <p:nvSpPr>
              <p:cNvPr id="71776" name="椭圆 41">
                <a:extLst>
                  <a:ext uri="{FF2B5EF4-FFF2-40B4-BE49-F238E27FC236}">
                    <a16:creationId xmlns:a16="http://schemas.microsoft.com/office/drawing/2014/main" id="{E85EA317-B2FE-2529-DBE7-AFB180BDFA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96" name="文本框 195">
                <a:extLst>
                  <a:ext uri="{FF2B5EF4-FFF2-40B4-BE49-F238E27FC236}">
                    <a16:creationId xmlns:a16="http://schemas.microsoft.com/office/drawing/2014/main" id="{5B2E72A8-42C7-6DB4-4966-92823D243FEB}"/>
                  </a:ext>
                </a:extLst>
              </p:cNvPr>
              <p:cNvSpPr txBox="1"/>
              <p:nvPr/>
            </p:nvSpPr>
            <p:spPr>
              <a:xfrm>
                <a:off x="4138873" y="4382069"/>
                <a:ext cx="648903" cy="35647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1100" dirty="0">
                    <a:solidFill>
                      <a:schemeClr val="bg1">
                        <a:lumMod val="50000"/>
                      </a:schemeClr>
                    </a:solidFill>
                  </a:rPr>
                  <a:t>110</a:t>
                </a:r>
                <a:endParaRPr lang="zh-CN" altLang="en-US" sz="11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71762" name="直接箭头连接符 43">
              <a:extLst>
                <a:ext uri="{FF2B5EF4-FFF2-40B4-BE49-F238E27FC236}">
                  <a16:creationId xmlns:a16="http://schemas.microsoft.com/office/drawing/2014/main" id="{F65E2AF0-204D-9D0C-DFB3-B342CF8226D8}"/>
                </a:ext>
              </a:extLst>
            </p:cNvPr>
            <p:cNvCxnSpPr>
              <a:cxnSpLocks noChangeShapeType="1"/>
              <a:stCxn id="206" idx="3"/>
              <a:endCxn id="71784" idx="2"/>
            </p:cNvCxnSpPr>
            <p:nvPr/>
          </p:nvCxnSpPr>
          <p:spPr bwMode="auto">
            <a:xfrm>
              <a:off x="3708399" y="4303659"/>
              <a:ext cx="647700" cy="3229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763" name="直接箭头连接符 44">
              <a:extLst>
                <a:ext uri="{FF2B5EF4-FFF2-40B4-BE49-F238E27FC236}">
                  <a16:creationId xmlns:a16="http://schemas.microsoft.com/office/drawing/2014/main" id="{3DEF8619-2A5C-FB76-D05E-DC66C3C99D2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5102225" y="4306888"/>
              <a:ext cx="647700" cy="17462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764" name="直接箭头连接符 45">
              <a:extLst>
                <a:ext uri="{FF2B5EF4-FFF2-40B4-BE49-F238E27FC236}">
                  <a16:creationId xmlns:a16="http://schemas.microsoft.com/office/drawing/2014/main" id="{E9BF8171-7FB0-49BA-8C64-8F23D2B2D0F7}"/>
                </a:ext>
              </a:extLst>
            </p:cNvPr>
            <p:cNvCxnSpPr>
              <a:cxnSpLocks noChangeShapeType="1"/>
              <a:stCxn id="71782" idx="4"/>
              <a:endCxn id="71780" idx="0"/>
            </p:cNvCxnSpPr>
            <p:nvPr/>
          </p:nvCxnSpPr>
          <p:spPr bwMode="auto">
            <a:xfrm flipH="1">
              <a:off x="6073776" y="4675242"/>
              <a:ext cx="14896" cy="493657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765" name="直接箭头连接符 46">
              <a:extLst>
                <a:ext uri="{FF2B5EF4-FFF2-40B4-BE49-F238E27FC236}">
                  <a16:creationId xmlns:a16="http://schemas.microsoft.com/office/drawing/2014/main" id="{2503E228-AB77-8386-63E5-8B2D3868E14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5048250" y="5513388"/>
              <a:ext cx="665163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766" name="直接箭头连接符 47">
              <a:extLst>
                <a:ext uri="{FF2B5EF4-FFF2-40B4-BE49-F238E27FC236}">
                  <a16:creationId xmlns:a16="http://schemas.microsoft.com/office/drawing/2014/main" id="{949D3181-53F5-B563-75AE-20D335EDF2A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676650" y="5522913"/>
              <a:ext cx="665163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767" name="直接箭头连接符 48">
              <a:extLst>
                <a:ext uri="{FF2B5EF4-FFF2-40B4-BE49-F238E27FC236}">
                  <a16:creationId xmlns:a16="http://schemas.microsoft.com/office/drawing/2014/main" id="{F6D4CF08-09F4-F5EA-0540-54E8753EE068}"/>
                </a:ext>
              </a:extLst>
            </p:cNvPr>
            <p:cNvCxnSpPr>
              <a:cxnSpLocks noChangeShapeType="1"/>
              <a:endCxn id="71786" idx="4"/>
            </p:cNvCxnSpPr>
            <p:nvPr/>
          </p:nvCxnSpPr>
          <p:spPr bwMode="auto">
            <a:xfrm flipV="1">
              <a:off x="3333750" y="4683125"/>
              <a:ext cx="14288" cy="492125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71768" name="组合 49">
              <a:extLst>
                <a:ext uri="{FF2B5EF4-FFF2-40B4-BE49-F238E27FC236}">
                  <a16:creationId xmlns:a16="http://schemas.microsoft.com/office/drawing/2014/main" id="{F3EFA92D-6947-34EF-EBEA-65383E7094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32638" y="5151438"/>
              <a:ext cx="720725" cy="720725"/>
              <a:chOff x="4067944" y="4221088"/>
              <a:chExt cx="720080" cy="720080"/>
            </a:xfrm>
          </p:grpSpPr>
          <p:sp>
            <p:nvSpPr>
              <p:cNvPr id="71774" name="椭圆 50">
                <a:extLst>
                  <a:ext uri="{FF2B5EF4-FFF2-40B4-BE49-F238E27FC236}">
                    <a16:creationId xmlns:a16="http://schemas.microsoft.com/office/drawing/2014/main" id="{29917FCB-BCCF-CE54-3272-89260D1F6D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94" name="文本框 193">
                <a:extLst>
                  <a:ext uri="{FF2B5EF4-FFF2-40B4-BE49-F238E27FC236}">
                    <a16:creationId xmlns:a16="http://schemas.microsoft.com/office/drawing/2014/main" id="{91F371E7-33C6-658F-4738-91FBF0E090E7}"/>
                  </a:ext>
                </a:extLst>
              </p:cNvPr>
              <p:cNvSpPr txBox="1"/>
              <p:nvPr/>
            </p:nvSpPr>
            <p:spPr>
              <a:xfrm>
                <a:off x="4139120" y="4382303"/>
                <a:ext cx="648904" cy="35647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1100" dirty="0">
                    <a:solidFill>
                      <a:schemeClr val="bg1">
                        <a:lumMod val="50000"/>
                      </a:schemeClr>
                    </a:solidFill>
                  </a:rPr>
                  <a:t>000</a:t>
                </a:r>
                <a:endParaRPr lang="zh-CN" altLang="en-US" sz="11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71769" name="直接箭头连接符 52">
              <a:extLst>
                <a:ext uri="{FF2B5EF4-FFF2-40B4-BE49-F238E27FC236}">
                  <a16:creationId xmlns:a16="http://schemas.microsoft.com/office/drawing/2014/main" id="{5E7AF5C4-53E8-6559-8D3F-BA4F5475E51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6403975" y="5500688"/>
              <a:ext cx="723900" cy="11112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71770" name="组合 54">
              <a:extLst>
                <a:ext uri="{FF2B5EF4-FFF2-40B4-BE49-F238E27FC236}">
                  <a16:creationId xmlns:a16="http://schemas.microsoft.com/office/drawing/2014/main" id="{B918D518-089A-B219-46E8-760777577A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65275" y="5199063"/>
              <a:ext cx="719138" cy="720725"/>
              <a:chOff x="4067944" y="4221088"/>
              <a:chExt cx="720080" cy="720080"/>
            </a:xfrm>
          </p:grpSpPr>
          <p:sp>
            <p:nvSpPr>
              <p:cNvPr id="71772" name="椭圆 55">
                <a:extLst>
                  <a:ext uri="{FF2B5EF4-FFF2-40B4-BE49-F238E27FC236}">
                    <a16:creationId xmlns:a16="http://schemas.microsoft.com/office/drawing/2014/main" id="{DB0E48BC-DA53-FC3F-B488-6313BC11F0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7944" y="4221088"/>
                <a:ext cx="720080" cy="720080"/>
              </a:xfrm>
              <a:prstGeom prst="ellipse">
                <a:avLst/>
              </a:prstGeom>
              <a:solidFill>
                <a:schemeClr val="accent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000"/>
              </a:p>
            </p:txBody>
          </p:sp>
          <p:sp>
            <p:nvSpPr>
              <p:cNvPr id="192" name="文本框 191">
                <a:extLst>
                  <a:ext uri="{FF2B5EF4-FFF2-40B4-BE49-F238E27FC236}">
                    <a16:creationId xmlns:a16="http://schemas.microsoft.com/office/drawing/2014/main" id="{C3FB5873-43FC-B8BB-08E9-859BB6EC3A5F}"/>
                  </a:ext>
                </a:extLst>
              </p:cNvPr>
              <p:cNvSpPr txBox="1"/>
              <p:nvPr/>
            </p:nvSpPr>
            <p:spPr>
              <a:xfrm>
                <a:off x="4138580" y="4382542"/>
                <a:ext cx="650335" cy="35647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>
                  <a:defRPr/>
                </a:pPr>
                <a:r>
                  <a:rPr lang="en-US" altLang="zh-CN" sz="1100" dirty="0">
                    <a:solidFill>
                      <a:schemeClr val="bg1">
                        <a:lumMod val="50000"/>
                      </a:schemeClr>
                    </a:solidFill>
                  </a:rPr>
                  <a:t>111</a:t>
                </a:r>
                <a:endParaRPr lang="zh-CN" altLang="en-US" sz="11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cxnSp>
          <p:nvCxnSpPr>
            <p:cNvPr id="71771" name="直接箭头连接符 57">
              <a:extLst>
                <a:ext uri="{FF2B5EF4-FFF2-40B4-BE49-F238E27FC236}">
                  <a16:creationId xmlns:a16="http://schemas.microsoft.com/office/drawing/2014/main" id="{F37EA24C-27FC-3100-A4E4-8097D3FC939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84413" y="5522913"/>
              <a:ext cx="647700" cy="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7D88D62A-5262-DBC9-4C9D-2372ED950678}"/>
              </a:ext>
            </a:extLst>
          </p:cNvPr>
          <p:cNvGrpSpPr>
            <a:grpSpLocks/>
          </p:cNvGrpSpPr>
          <p:nvPr/>
        </p:nvGrpSpPr>
        <p:grpSpPr bwMode="auto">
          <a:xfrm>
            <a:off x="1166813" y="3148013"/>
            <a:ext cx="4767262" cy="2700337"/>
            <a:chOff x="1703567" y="2031481"/>
            <a:chExt cx="4779163" cy="2683395"/>
          </a:xfrm>
        </p:grpSpPr>
        <p:sp>
          <p:nvSpPr>
            <p:cNvPr id="71744" name="Line 12">
              <a:extLst>
                <a:ext uri="{FF2B5EF4-FFF2-40B4-BE49-F238E27FC236}">
                  <a16:creationId xmlns:a16="http://schemas.microsoft.com/office/drawing/2014/main" id="{F66F3F99-5ACB-9AC1-AE6F-6C23C30E2C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03567" y="2148284"/>
              <a:ext cx="38487" cy="2566592"/>
            </a:xfrm>
            <a:prstGeom prst="line">
              <a:avLst/>
            </a:prstGeom>
            <a:noFill/>
            <a:ln w="19050">
              <a:solidFill>
                <a:srgbClr val="FFC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45" name="Line 12">
              <a:extLst>
                <a:ext uri="{FF2B5EF4-FFF2-40B4-BE49-F238E27FC236}">
                  <a16:creationId xmlns:a16="http://schemas.microsoft.com/office/drawing/2014/main" id="{3B9742E7-0DBC-8DF9-F9DC-309B082A0D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24075" y="2148283"/>
              <a:ext cx="41446" cy="2566591"/>
            </a:xfrm>
            <a:prstGeom prst="line">
              <a:avLst/>
            </a:prstGeom>
            <a:noFill/>
            <a:ln w="19050">
              <a:solidFill>
                <a:srgbClr val="FFC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46" name="Line 12">
              <a:extLst>
                <a:ext uri="{FF2B5EF4-FFF2-40B4-BE49-F238E27FC236}">
                  <a16:creationId xmlns:a16="http://schemas.microsoft.com/office/drawing/2014/main" id="{BB62F89A-D5D2-6D97-5187-09DB11D1EB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77929" y="2124999"/>
              <a:ext cx="41446" cy="2566591"/>
            </a:xfrm>
            <a:prstGeom prst="line">
              <a:avLst/>
            </a:prstGeom>
            <a:noFill/>
            <a:ln w="19050">
              <a:solidFill>
                <a:srgbClr val="FFC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47" name="Line 12">
              <a:extLst>
                <a:ext uri="{FF2B5EF4-FFF2-40B4-BE49-F238E27FC236}">
                  <a16:creationId xmlns:a16="http://schemas.microsoft.com/office/drawing/2014/main" id="{D105DCF4-C4FA-945E-CED7-6C086D9174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92686" y="2122815"/>
              <a:ext cx="41446" cy="2566591"/>
            </a:xfrm>
            <a:prstGeom prst="line">
              <a:avLst/>
            </a:prstGeom>
            <a:noFill/>
            <a:ln w="19050">
              <a:solidFill>
                <a:srgbClr val="FFC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48" name="Line 12">
              <a:extLst>
                <a:ext uri="{FF2B5EF4-FFF2-40B4-BE49-F238E27FC236}">
                  <a16:creationId xmlns:a16="http://schemas.microsoft.com/office/drawing/2014/main" id="{921C37DD-F77B-90A9-618B-0CCFE8DB03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34546" y="2086967"/>
              <a:ext cx="41446" cy="2566591"/>
            </a:xfrm>
            <a:prstGeom prst="line">
              <a:avLst/>
            </a:prstGeom>
            <a:noFill/>
            <a:ln w="19050">
              <a:solidFill>
                <a:srgbClr val="FFC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49" name="Line 12">
              <a:extLst>
                <a:ext uri="{FF2B5EF4-FFF2-40B4-BE49-F238E27FC236}">
                  <a16:creationId xmlns:a16="http://schemas.microsoft.com/office/drawing/2014/main" id="{FDB2EE9D-149D-B33D-1DBF-B6BBD03CF5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53484" y="2086967"/>
              <a:ext cx="41446" cy="2566591"/>
            </a:xfrm>
            <a:prstGeom prst="line">
              <a:avLst/>
            </a:prstGeom>
            <a:noFill/>
            <a:ln w="19050">
              <a:solidFill>
                <a:srgbClr val="FFC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50" name="Line 12">
              <a:extLst>
                <a:ext uri="{FF2B5EF4-FFF2-40B4-BE49-F238E27FC236}">
                  <a16:creationId xmlns:a16="http://schemas.microsoft.com/office/drawing/2014/main" id="{A5F790F0-BEA9-EDA5-050E-BA7E6D3ABE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1369" y="2092798"/>
              <a:ext cx="41446" cy="2566591"/>
            </a:xfrm>
            <a:prstGeom prst="line">
              <a:avLst/>
            </a:prstGeom>
            <a:noFill/>
            <a:ln w="19050">
              <a:solidFill>
                <a:srgbClr val="FFC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51" name="Line 12">
              <a:extLst>
                <a:ext uri="{FF2B5EF4-FFF2-40B4-BE49-F238E27FC236}">
                  <a16:creationId xmlns:a16="http://schemas.microsoft.com/office/drawing/2014/main" id="{740EB6B5-BA14-8F74-0347-1E4ED08FFA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29735" y="2076847"/>
              <a:ext cx="41446" cy="2566591"/>
            </a:xfrm>
            <a:prstGeom prst="line">
              <a:avLst/>
            </a:prstGeom>
            <a:noFill/>
            <a:ln w="19050">
              <a:solidFill>
                <a:srgbClr val="FFC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52" name="Line 12">
              <a:extLst>
                <a:ext uri="{FF2B5EF4-FFF2-40B4-BE49-F238E27FC236}">
                  <a16:creationId xmlns:a16="http://schemas.microsoft.com/office/drawing/2014/main" id="{F119D209-0985-8C14-D327-0F3B0944C7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65731" y="2069513"/>
              <a:ext cx="41446" cy="2566591"/>
            </a:xfrm>
            <a:prstGeom prst="line">
              <a:avLst/>
            </a:prstGeom>
            <a:noFill/>
            <a:ln w="19050">
              <a:solidFill>
                <a:srgbClr val="FFC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53" name="Line 12">
              <a:extLst>
                <a:ext uri="{FF2B5EF4-FFF2-40B4-BE49-F238E27FC236}">
                  <a16:creationId xmlns:a16="http://schemas.microsoft.com/office/drawing/2014/main" id="{5865C0B6-BF45-0EBC-3B42-EFEA444E2E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86337" y="2094894"/>
              <a:ext cx="41446" cy="2566591"/>
            </a:xfrm>
            <a:prstGeom prst="line">
              <a:avLst/>
            </a:prstGeom>
            <a:noFill/>
            <a:ln w="19050">
              <a:solidFill>
                <a:srgbClr val="FFC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54" name="Line 12">
              <a:extLst>
                <a:ext uri="{FF2B5EF4-FFF2-40B4-BE49-F238E27FC236}">
                  <a16:creationId xmlns:a16="http://schemas.microsoft.com/office/drawing/2014/main" id="{A31EF228-BEDA-0DFE-921A-FA319571A2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22348" y="2031481"/>
              <a:ext cx="41446" cy="2566591"/>
            </a:xfrm>
            <a:prstGeom prst="line">
              <a:avLst/>
            </a:prstGeom>
            <a:noFill/>
            <a:ln w="19050">
              <a:solidFill>
                <a:srgbClr val="FFC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55" name="Line 12">
              <a:extLst>
                <a:ext uri="{FF2B5EF4-FFF2-40B4-BE49-F238E27FC236}">
                  <a16:creationId xmlns:a16="http://schemas.microsoft.com/office/drawing/2014/main" id="{1590B0DE-602D-78FE-F98F-A6EACC5CD2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49844" y="2031482"/>
              <a:ext cx="32886" cy="2621654"/>
            </a:xfrm>
            <a:prstGeom prst="line">
              <a:avLst/>
            </a:prstGeom>
            <a:noFill/>
            <a:ln w="19050">
              <a:solidFill>
                <a:srgbClr val="FFC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D6FF7EC8-C4EB-BCD2-1BF7-3F793889BA2D}"/>
              </a:ext>
            </a:extLst>
          </p:cNvPr>
          <p:cNvGrpSpPr>
            <a:grpSpLocks/>
          </p:cNvGrpSpPr>
          <p:nvPr/>
        </p:nvGrpSpPr>
        <p:grpSpPr bwMode="auto">
          <a:xfrm>
            <a:off x="1635125" y="4121150"/>
            <a:ext cx="4759325" cy="1208088"/>
            <a:chOff x="2159396" y="2881389"/>
            <a:chExt cx="4760694" cy="1208010"/>
          </a:xfrm>
        </p:grpSpPr>
        <p:sp>
          <p:nvSpPr>
            <p:cNvPr id="71692" name="Line 8">
              <a:extLst>
                <a:ext uri="{FF2B5EF4-FFF2-40B4-BE49-F238E27FC236}">
                  <a16:creationId xmlns:a16="http://schemas.microsoft.com/office/drawing/2014/main" id="{CFF64CE1-20C0-8FC8-1DBB-605241B31F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9318" y="2936875"/>
              <a:ext cx="43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3" name="Line 10">
              <a:extLst>
                <a:ext uri="{FF2B5EF4-FFF2-40B4-BE49-F238E27FC236}">
                  <a16:creationId xmlns:a16="http://schemas.microsoft.com/office/drawing/2014/main" id="{A8FBEC1E-332D-F477-83D8-3864166FE6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1913" y="2936875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4" name="Line 11">
              <a:extLst>
                <a:ext uri="{FF2B5EF4-FFF2-40B4-BE49-F238E27FC236}">
                  <a16:creationId xmlns:a16="http://schemas.microsoft.com/office/drawing/2014/main" id="{B9AD673B-3482-73B7-B708-C41F148FE6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1109" y="3225800"/>
              <a:ext cx="4333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5" name="Line 13">
              <a:extLst>
                <a:ext uri="{FF2B5EF4-FFF2-40B4-BE49-F238E27FC236}">
                  <a16:creationId xmlns:a16="http://schemas.microsoft.com/office/drawing/2014/main" id="{973ABF82-D482-9278-C568-1D3E62E896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584" y="2936875"/>
              <a:ext cx="43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6" name="Line 15">
              <a:extLst>
                <a:ext uri="{FF2B5EF4-FFF2-40B4-BE49-F238E27FC236}">
                  <a16:creationId xmlns:a16="http://schemas.microsoft.com/office/drawing/2014/main" id="{48D6FB0A-6275-E80B-5A70-A74A209063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6402" y="3800473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7" name="Line 16">
              <a:extLst>
                <a:ext uri="{FF2B5EF4-FFF2-40B4-BE49-F238E27FC236}">
                  <a16:creationId xmlns:a16="http://schemas.microsoft.com/office/drawing/2014/main" id="{615655AD-EF16-C63B-409E-997CEEAC0D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5960" y="3229379"/>
              <a:ext cx="4333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8" name="Line 17">
              <a:extLst>
                <a:ext uri="{FF2B5EF4-FFF2-40B4-BE49-F238E27FC236}">
                  <a16:creationId xmlns:a16="http://schemas.microsoft.com/office/drawing/2014/main" id="{A351DBF1-FB8F-C0C0-DC25-A16F2787F1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8510" y="2939646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699" name="Line 18">
              <a:extLst>
                <a:ext uri="{FF2B5EF4-FFF2-40B4-BE49-F238E27FC236}">
                  <a16:creationId xmlns:a16="http://schemas.microsoft.com/office/drawing/2014/main" id="{AFEE22A2-5C04-4762-D55D-26B338DD85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0488" y="3225800"/>
              <a:ext cx="43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0" name="Line 45">
              <a:extLst>
                <a:ext uri="{FF2B5EF4-FFF2-40B4-BE49-F238E27FC236}">
                  <a16:creationId xmlns:a16="http://schemas.microsoft.com/office/drawing/2014/main" id="{0DB09737-030E-A384-1B40-B368E445ED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8525" y="3370263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1" name="Line 46">
              <a:extLst>
                <a:ext uri="{FF2B5EF4-FFF2-40B4-BE49-F238E27FC236}">
                  <a16:creationId xmlns:a16="http://schemas.microsoft.com/office/drawing/2014/main" id="{587AC9C7-66B1-4B8A-0DDB-71FD59F26C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8525" y="3370263"/>
              <a:ext cx="8651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2" name="Line 47">
              <a:extLst>
                <a:ext uri="{FF2B5EF4-FFF2-40B4-BE49-F238E27FC236}">
                  <a16:creationId xmlns:a16="http://schemas.microsoft.com/office/drawing/2014/main" id="{9F9FA68A-373C-7A25-33F9-EC1D075392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3713" y="3370263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3" name="Line 48">
              <a:extLst>
                <a:ext uri="{FF2B5EF4-FFF2-40B4-BE49-F238E27FC236}">
                  <a16:creationId xmlns:a16="http://schemas.microsoft.com/office/drawing/2014/main" id="{94F84D0E-1533-20F9-874A-6059955C0D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33713" y="3656009"/>
              <a:ext cx="436731" cy="31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4" name="Line 50">
              <a:extLst>
                <a:ext uri="{FF2B5EF4-FFF2-40B4-BE49-F238E27FC236}">
                  <a16:creationId xmlns:a16="http://schemas.microsoft.com/office/drawing/2014/main" id="{C191E2CE-43CF-E34C-1E55-F78F853637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5988" y="3370263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5" name="Line 65">
              <a:extLst>
                <a:ext uri="{FF2B5EF4-FFF2-40B4-BE49-F238E27FC236}">
                  <a16:creationId xmlns:a16="http://schemas.microsoft.com/office/drawing/2014/main" id="{924BFC01-4933-357E-C518-8BF9FC3CD2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1118" y="3800474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6" name="Line 66">
              <a:extLst>
                <a:ext uri="{FF2B5EF4-FFF2-40B4-BE49-F238E27FC236}">
                  <a16:creationId xmlns:a16="http://schemas.microsoft.com/office/drawing/2014/main" id="{1DD8EBEE-E9C5-FB54-000F-30F8969A98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31331" y="3800473"/>
              <a:ext cx="385071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7" name="Line 11">
              <a:extLst>
                <a:ext uri="{FF2B5EF4-FFF2-40B4-BE49-F238E27FC236}">
                  <a16:creationId xmlns:a16="http://schemas.microsoft.com/office/drawing/2014/main" id="{4A38AC12-A303-5D47-4A4A-9490F8D33E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1118" y="3800474"/>
              <a:ext cx="4333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8" name="Line 16">
              <a:extLst>
                <a:ext uri="{FF2B5EF4-FFF2-40B4-BE49-F238E27FC236}">
                  <a16:creationId xmlns:a16="http://schemas.microsoft.com/office/drawing/2014/main" id="{4D7CD933-2AB3-FAF6-0BD0-D2E4584ABE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6402" y="4089398"/>
              <a:ext cx="4333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09" name="Line 16">
              <a:extLst>
                <a:ext uri="{FF2B5EF4-FFF2-40B4-BE49-F238E27FC236}">
                  <a16:creationId xmlns:a16="http://schemas.microsoft.com/office/drawing/2014/main" id="{18696FC0-2D59-B77D-C99B-E7C7AA8DB8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7100" y="3370263"/>
              <a:ext cx="4333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0" name="Line 18">
              <a:extLst>
                <a:ext uri="{FF2B5EF4-FFF2-40B4-BE49-F238E27FC236}">
                  <a16:creationId xmlns:a16="http://schemas.microsoft.com/office/drawing/2014/main" id="{28661EFD-6A9C-3AE4-BC1D-A371085167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1119" y="3788759"/>
              <a:ext cx="43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1" name="Line 18">
              <a:extLst>
                <a:ext uri="{FF2B5EF4-FFF2-40B4-BE49-F238E27FC236}">
                  <a16:creationId xmlns:a16="http://schemas.microsoft.com/office/drawing/2014/main" id="{BE4E2612-FB44-90E1-F816-54211F1A45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1749" y="3656009"/>
              <a:ext cx="43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2" name="Line 15">
              <a:extLst>
                <a:ext uri="{FF2B5EF4-FFF2-40B4-BE49-F238E27FC236}">
                  <a16:creationId xmlns:a16="http://schemas.microsoft.com/office/drawing/2014/main" id="{361FC7B9-FC10-EA57-16F6-20B69375F2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1749" y="3370263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3" name="Line 15">
              <a:extLst>
                <a:ext uri="{FF2B5EF4-FFF2-40B4-BE49-F238E27FC236}">
                  <a16:creationId xmlns:a16="http://schemas.microsoft.com/office/drawing/2014/main" id="{A1E1E18D-1FDD-65B4-5AAB-1CA004AAEF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3600" y="3783162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4" name="Line 5">
              <a:extLst>
                <a:ext uri="{FF2B5EF4-FFF2-40B4-BE49-F238E27FC236}">
                  <a16:creationId xmlns:a16="http://schemas.microsoft.com/office/drawing/2014/main" id="{06463FC7-BAC8-1BD3-E520-D810D1D65D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9588" y="2911475"/>
              <a:ext cx="4605" cy="29631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5" name="Line 6">
              <a:extLst>
                <a:ext uri="{FF2B5EF4-FFF2-40B4-BE49-F238E27FC236}">
                  <a16:creationId xmlns:a16="http://schemas.microsoft.com/office/drawing/2014/main" id="{746250D7-DBF1-B4BB-8393-282BE49D9C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3549" y="2896101"/>
              <a:ext cx="452482" cy="198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6" name="Line 8">
              <a:extLst>
                <a:ext uri="{FF2B5EF4-FFF2-40B4-BE49-F238E27FC236}">
                  <a16:creationId xmlns:a16="http://schemas.microsoft.com/office/drawing/2014/main" id="{F04D6670-AFCF-DD8A-68D0-62793E36EC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66031" y="2896101"/>
              <a:ext cx="43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7" name="Line 10">
              <a:extLst>
                <a:ext uri="{FF2B5EF4-FFF2-40B4-BE49-F238E27FC236}">
                  <a16:creationId xmlns:a16="http://schemas.microsoft.com/office/drawing/2014/main" id="{519B7DED-58E2-958C-2DE6-312E8882EF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8920" y="2896101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8" name="Line 11">
              <a:extLst>
                <a:ext uri="{FF2B5EF4-FFF2-40B4-BE49-F238E27FC236}">
                  <a16:creationId xmlns:a16="http://schemas.microsoft.com/office/drawing/2014/main" id="{C1D52DE5-45D1-25E7-0BDA-0563933181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8911" y="3170314"/>
              <a:ext cx="4333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19" name="Line 13">
              <a:extLst>
                <a:ext uri="{FF2B5EF4-FFF2-40B4-BE49-F238E27FC236}">
                  <a16:creationId xmlns:a16="http://schemas.microsoft.com/office/drawing/2014/main" id="{12688E92-B1E3-18C7-C0DD-D6D59F8A54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1990" y="2881389"/>
              <a:ext cx="43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0" name="Line 15">
              <a:extLst>
                <a:ext uri="{FF2B5EF4-FFF2-40B4-BE49-F238E27FC236}">
                  <a16:creationId xmlns:a16="http://schemas.microsoft.com/office/drawing/2014/main" id="{417BF9DD-7B31-E007-DB93-7FC5ED0D5C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99257" y="3783161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1" name="Line 16">
              <a:extLst>
                <a:ext uri="{FF2B5EF4-FFF2-40B4-BE49-F238E27FC236}">
                  <a16:creationId xmlns:a16="http://schemas.microsoft.com/office/drawing/2014/main" id="{A2523FBE-DE4B-4A14-B555-8B26351859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63762" y="3173893"/>
              <a:ext cx="4333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2" name="Line 17">
              <a:extLst>
                <a:ext uri="{FF2B5EF4-FFF2-40B4-BE49-F238E27FC236}">
                  <a16:creationId xmlns:a16="http://schemas.microsoft.com/office/drawing/2014/main" id="{1E19B118-2C39-7FEC-B5E6-0878764C54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54902" y="2881389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3" name="Line 18">
              <a:extLst>
                <a:ext uri="{FF2B5EF4-FFF2-40B4-BE49-F238E27FC236}">
                  <a16:creationId xmlns:a16="http://schemas.microsoft.com/office/drawing/2014/main" id="{253FCA2E-C088-17E3-CDBF-6894BEA740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88290" y="3170314"/>
              <a:ext cx="43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4" name="Line 45">
              <a:extLst>
                <a:ext uri="{FF2B5EF4-FFF2-40B4-BE49-F238E27FC236}">
                  <a16:creationId xmlns:a16="http://schemas.microsoft.com/office/drawing/2014/main" id="{93D416C5-3CAE-9D9C-0DB8-DF2035832A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6621" y="3314776"/>
              <a:ext cx="793" cy="3412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5" name="Line 46">
              <a:extLst>
                <a:ext uri="{FF2B5EF4-FFF2-40B4-BE49-F238E27FC236}">
                  <a16:creationId xmlns:a16="http://schemas.microsoft.com/office/drawing/2014/main" id="{C10F47CA-C995-3D50-24BA-2B1848EB31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6327" y="3314777"/>
              <a:ext cx="8651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6" name="Line 47">
              <a:extLst>
                <a:ext uri="{FF2B5EF4-FFF2-40B4-BE49-F238E27FC236}">
                  <a16:creationId xmlns:a16="http://schemas.microsoft.com/office/drawing/2014/main" id="{8C33BBA3-E6E8-9BBA-39E8-BCEDB85EBF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1515" y="3314777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7" name="Line 48">
              <a:extLst>
                <a:ext uri="{FF2B5EF4-FFF2-40B4-BE49-F238E27FC236}">
                  <a16:creationId xmlns:a16="http://schemas.microsoft.com/office/drawing/2014/main" id="{CAC743ED-65F8-ED28-EED5-168E5E4EF6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21515" y="3600523"/>
              <a:ext cx="436731" cy="31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8" name="Line 50">
              <a:extLst>
                <a:ext uri="{FF2B5EF4-FFF2-40B4-BE49-F238E27FC236}">
                  <a16:creationId xmlns:a16="http://schemas.microsoft.com/office/drawing/2014/main" id="{9E3BDEB8-9E26-6769-3E3B-50D56F2F7B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43790" y="3314777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29" name="Line 65">
              <a:extLst>
                <a:ext uri="{FF2B5EF4-FFF2-40B4-BE49-F238E27FC236}">
                  <a16:creationId xmlns:a16="http://schemas.microsoft.com/office/drawing/2014/main" id="{5EF8DE98-98BA-C623-C2A3-E898AB74DA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3288" y="3789882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0" name="Line 66">
              <a:extLst>
                <a:ext uri="{FF2B5EF4-FFF2-40B4-BE49-F238E27FC236}">
                  <a16:creationId xmlns:a16="http://schemas.microsoft.com/office/drawing/2014/main" id="{E938BC30-1C29-18E4-F81F-2FFD1AD87A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03893" y="3789882"/>
              <a:ext cx="385071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1" name="Line 11">
              <a:extLst>
                <a:ext uri="{FF2B5EF4-FFF2-40B4-BE49-F238E27FC236}">
                  <a16:creationId xmlns:a16="http://schemas.microsoft.com/office/drawing/2014/main" id="{706D86E6-BEAF-20D9-2F8E-E385A87EF4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3288" y="3793412"/>
              <a:ext cx="43338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2" name="Line 16">
              <a:extLst>
                <a:ext uri="{FF2B5EF4-FFF2-40B4-BE49-F238E27FC236}">
                  <a16:creationId xmlns:a16="http://schemas.microsoft.com/office/drawing/2014/main" id="{5AE38923-2D0F-DD8C-A56D-99FECB2BD0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97992" y="4054695"/>
              <a:ext cx="4333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3" name="Line 16">
              <a:extLst>
                <a:ext uri="{FF2B5EF4-FFF2-40B4-BE49-F238E27FC236}">
                  <a16:creationId xmlns:a16="http://schemas.microsoft.com/office/drawing/2014/main" id="{965B1CF7-9CF8-4E08-A4CC-371619CFA5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054902" y="3314777"/>
              <a:ext cx="4333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4" name="Line 18">
              <a:extLst>
                <a:ext uri="{FF2B5EF4-FFF2-40B4-BE49-F238E27FC236}">
                  <a16:creationId xmlns:a16="http://schemas.microsoft.com/office/drawing/2014/main" id="{332CA8AB-2B41-EFB1-94CC-76C03662BC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4440" y="3783808"/>
              <a:ext cx="43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5" name="Line 18">
              <a:extLst>
                <a:ext uri="{FF2B5EF4-FFF2-40B4-BE49-F238E27FC236}">
                  <a16:creationId xmlns:a16="http://schemas.microsoft.com/office/drawing/2014/main" id="{C34BD5D9-FA02-66BE-9255-825044CA73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69551" y="3600523"/>
              <a:ext cx="43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6" name="Line 15">
              <a:extLst>
                <a:ext uri="{FF2B5EF4-FFF2-40B4-BE49-F238E27FC236}">
                  <a16:creationId xmlns:a16="http://schemas.microsoft.com/office/drawing/2014/main" id="{B73731A1-B0C9-B559-72AF-90D3344E47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69551" y="3314777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7" name="Line 15">
              <a:extLst>
                <a:ext uri="{FF2B5EF4-FFF2-40B4-BE49-F238E27FC236}">
                  <a16:creationId xmlns:a16="http://schemas.microsoft.com/office/drawing/2014/main" id="{9DDBF0C2-A738-9FB3-6670-AD7B22E99F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4440" y="3783160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8" name="Line 18">
              <a:extLst>
                <a:ext uri="{FF2B5EF4-FFF2-40B4-BE49-F238E27FC236}">
                  <a16:creationId xmlns:a16="http://schemas.microsoft.com/office/drawing/2014/main" id="{4938E6D0-F6D9-BCFC-15B5-50994445C1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5514" y="4075924"/>
              <a:ext cx="86649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39" name="Line 18">
              <a:extLst>
                <a:ext uri="{FF2B5EF4-FFF2-40B4-BE49-F238E27FC236}">
                  <a16:creationId xmlns:a16="http://schemas.microsoft.com/office/drawing/2014/main" id="{2A4389A4-C862-45EA-F137-9118A8F3E5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961" y="3656009"/>
              <a:ext cx="43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40" name="Line 15">
              <a:extLst>
                <a:ext uri="{FF2B5EF4-FFF2-40B4-BE49-F238E27FC236}">
                  <a16:creationId xmlns:a16="http://schemas.microsoft.com/office/drawing/2014/main" id="{16AF86F5-8E58-5DBE-C196-1835EEEE79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1779" y="3783162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41" name="Line 15">
              <a:extLst>
                <a:ext uri="{FF2B5EF4-FFF2-40B4-BE49-F238E27FC236}">
                  <a16:creationId xmlns:a16="http://schemas.microsoft.com/office/drawing/2014/main" id="{6AA78E10-33F6-E7FC-5670-34203A4D88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2871" y="2881389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42" name="Line 17">
              <a:extLst>
                <a:ext uri="{FF2B5EF4-FFF2-40B4-BE49-F238E27FC236}">
                  <a16:creationId xmlns:a16="http://schemas.microsoft.com/office/drawing/2014/main" id="{D81F5301-EAF1-F53B-755B-CABF747725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24188" y="2936875"/>
              <a:ext cx="0" cy="2889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743" name="Line 3">
              <a:extLst>
                <a:ext uri="{FF2B5EF4-FFF2-40B4-BE49-F238E27FC236}">
                  <a16:creationId xmlns:a16="http://schemas.microsoft.com/office/drawing/2014/main" id="{2FC05F2C-73CE-99BC-EAFB-0F6D50014B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59396" y="4086256"/>
              <a:ext cx="4318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65" name="矩形 264">
            <a:extLst>
              <a:ext uri="{FF2B5EF4-FFF2-40B4-BE49-F238E27FC236}">
                <a16:creationId xmlns:a16="http://schemas.microsoft.com/office/drawing/2014/main" id="{3FF58EB9-0C72-466E-EEC0-26395BC1F909}"/>
              </a:ext>
            </a:extLst>
          </p:cNvPr>
          <p:cNvSpPr/>
          <p:nvPr/>
        </p:nvSpPr>
        <p:spPr>
          <a:xfrm>
            <a:off x="6402388" y="2987675"/>
            <a:ext cx="2533650" cy="15684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Q0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Q2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取均可。</a:t>
            </a:r>
            <a:r>
              <a:rPr lang="en-US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Q0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取脉冲进入工作循环快一些。</a:t>
            </a:r>
            <a:endParaRPr lang="zh-CN" altLang="en-US" sz="2400" dirty="0"/>
          </a:p>
        </p:txBody>
      </p:sp>
      <p:sp>
        <p:nvSpPr>
          <p:cNvPr id="266" name="矩形 265">
            <a:extLst>
              <a:ext uri="{FF2B5EF4-FFF2-40B4-BE49-F238E27FC236}">
                <a16:creationId xmlns:a16="http://schemas.microsoft.com/office/drawing/2014/main" id="{116C4394-DCFA-8A19-1903-D75A2AC5F33D}"/>
              </a:ext>
            </a:extLst>
          </p:cNvPr>
          <p:cNvSpPr/>
          <p:nvPr/>
        </p:nvSpPr>
        <p:spPr>
          <a:xfrm>
            <a:off x="6530975" y="4811713"/>
            <a:ext cx="2243138" cy="12001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zh-CN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脉冲序列</a:t>
            </a:r>
            <a:r>
              <a:rPr lang="zh-CN" altLang="en-US" sz="24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在时钟的上升沿之后才产生！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" grpId="0"/>
      <p:bldP spid="266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灯片编号占位符 5">
            <a:extLst>
              <a:ext uri="{FF2B5EF4-FFF2-40B4-BE49-F238E27FC236}">
                <a16:creationId xmlns:a16="http://schemas.microsoft.com/office/drawing/2014/main" id="{C410A172-668F-F79B-B889-7D1DE9090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ü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FF00"/>
              </a:buClr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fld id="{357C635C-C875-47D6-9F76-1D2D43FCCCC7}" type="slidenum">
              <a:rPr lang="en-US" altLang="zh-CN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ClrTx/>
                <a:buFontTx/>
                <a:buNone/>
                <a:defRPr/>
              </a:pPr>
              <a:t>73</a:t>
            </a:fld>
            <a:endParaRPr lang="en-US" altLang="zh-CN" sz="1000">
              <a:latin typeface="Times New Roman" panose="02020603050405020304" pitchFamily="18" charset="0"/>
            </a:endParaRPr>
          </a:p>
        </p:txBody>
      </p:sp>
      <p:sp>
        <p:nvSpPr>
          <p:cNvPr id="684034" name="Rectangle 2">
            <a:extLst>
              <a:ext uri="{FF2B5EF4-FFF2-40B4-BE49-F238E27FC236}">
                <a16:creationId xmlns:a16="http://schemas.microsoft.com/office/drawing/2014/main" id="{664AA3BD-D4CB-AFF3-0CFA-27ABFB7B7C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/>
              <a:t>计数器</a:t>
            </a:r>
          </a:p>
        </p:txBody>
      </p:sp>
      <p:sp>
        <p:nvSpPr>
          <p:cNvPr id="684035" name="Rectangle 3">
            <a:extLst>
              <a:ext uri="{FF2B5EF4-FFF2-40B4-BE49-F238E27FC236}">
                <a16:creationId xmlns:a16="http://schemas.microsoft.com/office/drawing/2014/main" id="{AEA2783B-F9B7-C460-D0F7-488E5A3DA7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defRPr/>
            </a:pPr>
            <a:r>
              <a:rPr lang="zh-CN" altLang="en-US" dirty="0"/>
              <a:t>问题：由于计数器一直不停的计数，如何将计数器的当前结果记录下来？（类似于钟表在不停地走动，如何记录当前的时间？）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311DA7EC-885C-7714-B406-1BD6DA7DDC62}"/>
              </a:ext>
            </a:extLst>
          </p:cNvPr>
          <p:cNvGrpSpPr>
            <a:grpSpLocks/>
          </p:cNvGrpSpPr>
          <p:nvPr/>
        </p:nvGrpSpPr>
        <p:grpSpPr bwMode="auto">
          <a:xfrm>
            <a:off x="1979613" y="3657600"/>
            <a:ext cx="5967412" cy="2897188"/>
            <a:chOff x="612" y="1344"/>
            <a:chExt cx="4491" cy="2257"/>
          </a:xfrm>
        </p:grpSpPr>
        <p:grpSp>
          <p:nvGrpSpPr>
            <p:cNvPr id="73737" name="Group 5">
              <a:extLst>
                <a:ext uri="{FF2B5EF4-FFF2-40B4-BE49-F238E27FC236}">
                  <a16:creationId xmlns:a16="http://schemas.microsoft.com/office/drawing/2014/main" id="{3EE6957A-2FEC-9B8D-147D-A3DF89A91B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2" y="2192"/>
              <a:ext cx="771" cy="502"/>
              <a:chOff x="1202" y="1885"/>
              <a:chExt cx="771" cy="502"/>
            </a:xfrm>
          </p:grpSpPr>
          <p:sp>
            <p:nvSpPr>
              <p:cNvPr id="73784" name="Rectangle 6">
                <a:extLst>
                  <a:ext uri="{FF2B5EF4-FFF2-40B4-BE49-F238E27FC236}">
                    <a16:creationId xmlns:a16="http://schemas.microsoft.com/office/drawing/2014/main" id="{E70E3659-257F-82FF-37B7-5A65A02D5D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2" y="1888"/>
                <a:ext cx="771" cy="49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          Q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CP     D</a:t>
                </a:r>
              </a:p>
            </p:txBody>
          </p:sp>
          <p:graphicFrame>
            <p:nvGraphicFramePr>
              <p:cNvPr id="73785" name="Object 7">
                <a:extLst>
                  <a:ext uri="{FF2B5EF4-FFF2-40B4-BE49-F238E27FC236}">
                    <a16:creationId xmlns:a16="http://schemas.microsoft.com/office/drawing/2014/main" id="{1466437D-88F0-E4C4-A4BC-D6E2B1E371F8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85" y="1885"/>
              <a:ext cx="338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19276" imgH="233489" progId="Equation.DSMT4">
                      <p:embed/>
                    </p:oleObj>
                  </mc:Choice>
                  <mc:Fallback>
                    <p:oleObj name="Equation" r:id="rId2" imgW="119276" imgH="233489" progId="Equation.DSMT4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85" y="1885"/>
                            <a:ext cx="338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3738" name="Line 8">
              <a:extLst>
                <a:ext uri="{FF2B5EF4-FFF2-40B4-BE49-F238E27FC236}">
                  <a16:creationId xmlns:a16="http://schemas.microsoft.com/office/drawing/2014/main" id="{C6AE4B86-5255-4631-0476-1A2541F1C5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2694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39" name="Line 9">
              <a:extLst>
                <a:ext uri="{FF2B5EF4-FFF2-40B4-BE49-F238E27FC236}">
                  <a16:creationId xmlns:a16="http://schemas.microsoft.com/office/drawing/2014/main" id="{A241A661-B60C-2E4E-4065-CA3C24E9D8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3" y="1787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3740" name="Group 10">
              <a:extLst>
                <a:ext uri="{FF2B5EF4-FFF2-40B4-BE49-F238E27FC236}">
                  <a16:creationId xmlns:a16="http://schemas.microsoft.com/office/drawing/2014/main" id="{8AAF94A5-BE4D-30BE-8ABE-3E035EE6CB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90" y="2195"/>
              <a:ext cx="771" cy="499"/>
              <a:chOff x="1202" y="1888"/>
              <a:chExt cx="771" cy="499"/>
            </a:xfrm>
          </p:grpSpPr>
          <p:sp>
            <p:nvSpPr>
              <p:cNvPr id="73782" name="Rectangle 11">
                <a:extLst>
                  <a:ext uri="{FF2B5EF4-FFF2-40B4-BE49-F238E27FC236}">
                    <a16:creationId xmlns:a16="http://schemas.microsoft.com/office/drawing/2014/main" id="{0A15AFD6-C810-1226-CB17-95EB12762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2" y="1888"/>
                <a:ext cx="771" cy="49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          Q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CP     D</a:t>
                </a:r>
              </a:p>
            </p:txBody>
          </p:sp>
          <p:graphicFrame>
            <p:nvGraphicFramePr>
              <p:cNvPr id="73783" name="Object 12">
                <a:extLst>
                  <a:ext uri="{FF2B5EF4-FFF2-40B4-BE49-F238E27FC236}">
                    <a16:creationId xmlns:a16="http://schemas.microsoft.com/office/drawing/2014/main" id="{E1EC556B-5B4B-A350-8BCE-A2D38434357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60" y="1897"/>
              <a:ext cx="366" cy="30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19276" imgH="233489" progId="Equation.DSMT4">
                      <p:embed/>
                    </p:oleObj>
                  </mc:Choice>
                  <mc:Fallback>
                    <p:oleObj name="Equation" r:id="rId4" imgW="119276" imgH="233489" progId="Equation.DSMT4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60" y="1897"/>
                            <a:ext cx="366" cy="30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3741" name="Line 13">
              <a:extLst>
                <a:ext uri="{FF2B5EF4-FFF2-40B4-BE49-F238E27FC236}">
                  <a16:creationId xmlns:a16="http://schemas.microsoft.com/office/drawing/2014/main" id="{C1D793F4-6A04-A232-478C-36F2B0F6BF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1" y="2694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2" name="Line 14">
              <a:extLst>
                <a:ext uri="{FF2B5EF4-FFF2-40B4-BE49-F238E27FC236}">
                  <a16:creationId xmlns:a16="http://schemas.microsoft.com/office/drawing/2014/main" id="{F087E441-50EC-6B44-71E8-324D9F7ABB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80" y="1651"/>
              <a:ext cx="0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3743" name="Group 15">
              <a:extLst>
                <a:ext uri="{FF2B5EF4-FFF2-40B4-BE49-F238E27FC236}">
                  <a16:creationId xmlns:a16="http://schemas.microsoft.com/office/drawing/2014/main" id="{EAFECE39-5E84-6D74-5C83-E67A236A8B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96" y="2187"/>
              <a:ext cx="771" cy="507"/>
              <a:chOff x="1202" y="1880"/>
              <a:chExt cx="771" cy="507"/>
            </a:xfrm>
          </p:grpSpPr>
          <p:sp>
            <p:nvSpPr>
              <p:cNvPr id="73780" name="Rectangle 16">
                <a:extLst>
                  <a:ext uri="{FF2B5EF4-FFF2-40B4-BE49-F238E27FC236}">
                    <a16:creationId xmlns:a16="http://schemas.microsoft.com/office/drawing/2014/main" id="{6B259736-D71D-6AE8-531A-BE2D081EC0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2" y="1888"/>
                <a:ext cx="771" cy="49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l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Ø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ü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v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FFFF00"/>
                  </a:buClr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          Q</a:t>
                </a:r>
              </a:p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>
                    <a:latin typeface="Georgia" panose="02040502050405020303" pitchFamily="18" charset="0"/>
                  </a:rPr>
                  <a:t>CP     D</a:t>
                </a:r>
              </a:p>
            </p:txBody>
          </p:sp>
          <p:graphicFrame>
            <p:nvGraphicFramePr>
              <p:cNvPr id="73781" name="Object 17">
                <a:extLst>
                  <a:ext uri="{FF2B5EF4-FFF2-40B4-BE49-F238E27FC236}">
                    <a16:creationId xmlns:a16="http://schemas.microsoft.com/office/drawing/2014/main" id="{2F2543DC-41AC-A550-76BB-4B29FEC9AA1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236" y="1880"/>
              <a:ext cx="385" cy="3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119276" imgH="233489" progId="Equation.DSMT4">
                      <p:embed/>
                    </p:oleObj>
                  </mc:Choice>
                  <mc:Fallback>
                    <p:oleObj name="Equation" r:id="rId6" imgW="119276" imgH="233489" progId="Equation.DSMT4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36" y="1880"/>
                            <a:ext cx="385" cy="3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3744" name="Line 18">
              <a:extLst>
                <a:ext uri="{FF2B5EF4-FFF2-40B4-BE49-F238E27FC236}">
                  <a16:creationId xmlns:a16="http://schemas.microsoft.com/office/drawing/2014/main" id="{9A775821-46B4-33E5-0AAD-70581A5FEB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7" y="2694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5" name="Line 19">
              <a:extLst>
                <a:ext uri="{FF2B5EF4-FFF2-40B4-BE49-F238E27FC236}">
                  <a16:creationId xmlns:a16="http://schemas.microsoft.com/office/drawing/2014/main" id="{FCEFC88A-7F3A-F81C-2438-6821E6F75B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86" y="1651"/>
              <a:ext cx="0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6" name="Line 20">
              <a:extLst>
                <a:ext uri="{FF2B5EF4-FFF2-40B4-BE49-F238E27FC236}">
                  <a16:creationId xmlns:a16="http://schemas.microsoft.com/office/drawing/2014/main" id="{AEA08D62-450B-8B3E-012A-F1B4FC331B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7" y="2059"/>
              <a:ext cx="12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7" name="Line 21">
              <a:extLst>
                <a:ext uri="{FF2B5EF4-FFF2-40B4-BE49-F238E27FC236}">
                  <a16:creationId xmlns:a16="http://schemas.microsoft.com/office/drawing/2014/main" id="{D6811A6C-FBE3-33FF-23A7-BC75144094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694"/>
              <a:ext cx="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8" name="Line 22">
              <a:extLst>
                <a:ext uri="{FF2B5EF4-FFF2-40B4-BE49-F238E27FC236}">
                  <a16:creationId xmlns:a16="http://schemas.microsoft.com/office/drawing/2014/main" id="{32740FEA-9C70-9C7F-3B71-9063CD2CF0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785"/>
              <a:ext cx="63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49" name="Line 23">
              <a:extLst>
                <a:ext uri="{FF2B5EF4-FFF2-40B4-BE49-F238E27FC236}">
                  <a16:creationId xmlns:a16="http://schemas.microsoft.com/office/drawing/2014/main" id="{11CF9EAA-7DC2-6094-FF90-C6E6C3BB9A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30" y="2875"/>
              <a:ext cx="29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0" name="Text Box 24">
              <a:extLst>
                <a:ext uri="{FF2B5EF4-FFF2-40B4-BE49-F238E27FC236}">
                  <a16:creationId xmlns:a16="http://schemas.microsoft.com/office/drawing/2014/main" id="{DF20C98C-2EEB-3C07-D246-8FC8B1C125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2" y="2723"/>
              <a:ext cx="425" cy="3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CP</a:t>
              </a:r>
            </a:p>
          </p:txBody>
        </p:sp>
        <p:sp>
          <p:nvSpPr>
            <p:cNvPr id="73751" name="Line 25">
              <a:extLst>
                <a:ext uri="{FF2B5EF4-FFF2-40B4-BE49-F238E27FC236}">
                  <a16:creationId xmlns:a16="http://schemas.microsoft.com/office/drawing/2014/main" id="{29E2247E-36BF-1D26-32F3-7B9BB4532C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8" y="2059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2" name="Rectangle 26">
              <a:extLst>
                <a:ext uri="{FF2B5EF4-FFF2-40B4-BE49-F238E27FC236}">
                  <a16:creationId xmlns:a16="http://schemas.microsoft.com/office/drawing/2014/main" id="{0B8AF7E9-3244-F5D4-ACC9-E7CFC2B31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0" y="2875"/>
              <a:ext cx="273" cy="18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73753" name="Line 27">
              <a:extLst>
                <a:ext uri="{FF2B5EF4-FFF2-40B4-BE49-F238E27FC236}">
                  <a16:creationId xmlns:a16="http://schemas.microsoft.com/office/drawing/2014/main" id="{40AB26A5-2234-5605-B260-977F9893D4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86" y="2694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73754" name="Picture 28" descr="与非门">
              <a:extLst>
                <a:ext uri="{FF2B5EF4-FFF2-40B4-BE49-F238E27FC236}">
                  <a16:creationId xmlns:a16="http://schemas.microsoft.com/office/drawing/2014/main" id="{17566919-76BE-6DA0-B2A3-268A0F5190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5" y="3238"/>
              <a:ext cx="29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3755" name="Line 29">
              <a:extLst>
                <a:ext uri="{FF2B5EF4-FFF2-40B4-BE49-F238E27FC236}">
                  <a16:creationId xmlns:a16="http://schemas.microsoft.com/office/drawing/2014/main" id="{B0BF6C7D-2B17-9A7F-90D4-9575BB1855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1" y="3057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6" name="Line 30">
              <a:extLst>
                <a:ext uri="{FF2B5EF4-FFF2-40B4-BE49-F238E27FC236}">
                  <a16:creationId xmlns:a16="http://schemas.microsoft.com/office/drawing/2014/main" id="{13CA21D9-9A4A-9B70-38D3-B57ADCDB27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1" y="2694"/>
              <a:ext cx="0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7" name="Line 31">
              <a:extLst>
                <a:ext uri="{FF2B5EF4-FFF2-40B4-BE49-F238E27FC236}">
                  <a16:creationId xmlns:a16="http://schemas.microsoft.com/office/drawing/2014/main" id="{CBCB0EF1-F9BE-84ED-B463-EEBE6F00EE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059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8" name="Line 32">
              <a:extLst>
                <a:ext uri="{FF2B5EF4-FFF2-40B4-BE49-F238E27FC236}">
                  <a16:creationId xmlns:a16="http://schemas.microsoft.com/office/drawing/2014/main" id="{A32C19A1-BE02-0FDC-710C-FD570E0BEF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2059"/>
              <a:ext cx="0" cy="15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59" name="Line 33">
              <a:extLst>
                <a:ext uri="{FF2B5EF4-FFF2-40B4-BE49-F238E27FC236}">
                  <a16:creationId xmlns:a16="http://schemas.microsoft.com/office/drawing/2014/main" id="{4BAA6A1F-F4F2-79A2-4FF6-D922DB2EEA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" y="3601"/>
              <a:ext cx="8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0" name="Line 34">
              <a:extLst>
                <a:ext uri="{FF2B5EF4-FFF2-40B4-BE49-F238E27FC236}">
                  <a16:creationId xmlns:a16="http://schemas.microsoft.com/office/drawing/2014/main" id="{597F90AF-F415-8C88-92E0-0FA6C136A7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50" y="3465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1" name="Line 35">
              <a:extLst>
                <a:ext uri="{FF2B5EF4-FFF2-40B4-BE49-F238E27FC236}">
                  <a16:creationId xmlns:a16="http://schemas.microsoft.com/office/drawing/2014/main" id="{12B32369-1826-2BD2-795C-DCCC258C8E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91" y="3011"/>
              <a:ext cx="149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2" name="Line 36">
              <a:extLst>
                <a:ext uri="{FF2B5EF4-FFF2-40B4-BE49-F238E27FC236}">
                  <a16:creationId xmlns:a16="http://schemas.microsoft.com/office/drawing/2014/main" id="{2B2F606B-8829-9306-7F17-66C8273641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2" y="3057"/>
              <a:ext cx="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3" name="Line 37">
              <a:extLst>
                <a:ext uri="{FF2B5EF4-FFF2-40B4-BE49-F238E27FC236}">
                  <a16:creationId xmlns:a16="http://schemas.microsoft.com/office/drawing/2014/main" id="{DF2AFDD5-79F3-010B-F446-A6025E8D5A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2" y="3147"/>
              <a:ext cx="4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4" name="Line 38">
              <a:extLst>
                <a:ext uri="{FF2B5EF4-FFF2-40B4-BE49-F238E27FC236}">
                  <a16:creationId xmlns:a16="http://schemas.microsoft.com/office/drawing/2014/main" id="{04D3069B-1701-2E2A-BDDA-370D4B309F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15" y="1923"/>
              <a:ext cx="0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5" name="Line 39">
              <a:extLst>
                <a:ext uri="{FF2B5EF4-FFF2-40B4-BE49-F238E27FC236}">
                  <a16:creationId xmlns:a16="http://schemas.microsoft.com/office/drawing/2014/main" id="{F0458D73-CE58-E398-D6B7-5C5AE88FE5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5" y="1923"/>
              <a:ext cx="7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6" name="Line 40">
              <a:extLst>
                <a:ext uri="{FF2B5EF4-FFF2-40B4-BE49-F238E27FC236}">
                  <a16:creationId xmlns:a16="http://schemas.microsoft.com/office/drawing/2014/main" id="{39ABCE58-A069-A376-9072-CFA73DB565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40" y="1787"/>
              <a:ext cx="0" cy="13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7" name="Line 41">
              <a:extLst>
                <a:ext uri="{FF2B5EF4-FFF2-40B4-BE49-F238E27FC236}">
                  <a16:creationId xmlns:a16="http://schemas.microsoft.com/office/drawing/2014/main" id="{417D477B-FDDE-9177-ED8F-36E2E88017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83" y="1787"/>
              <a:ext cx="33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8" name="Line 42">
              <a:extLst>
                <a:ext uri="{FF2B5EF4-FFF2-40B4-BE49-F238E27FC236}">
                  <a16:creationId xmlns:a16="http://schemas.microsoft.com/office/drawing/2014/main" id="{120AF8BF-81A4-55C2-2605-7391C4C5A9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37" y="1651"/>
              <a:ext cx="0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69" name="Line 43">
              <a:extLst>
                <a:ext uri="{FF2B5EF4-FFF2-40B4-BE49-F238E27FC236}">
                  <a16:creationId xmlns:a16="http://schemas.microsoft.com/office/drawing/2014/main" id="{57581E3E-DC3E-D8EF-3EBF-20ED5B4E7E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86" y="3465"/>
              <a:ext cx="0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70" name="Line 44">
              <a:extLst>
                <a:ext uri="{FF2B5EF4-FFF2-40B4-BE49-F238E27FC236}">
                  <a16:creationId xmlns:a16="http://schemas.microsoft.com/office/drawing/2014/main" id="{41930AEE-8C9A-33FA-5037-F97CC9D5AB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6" y="3601"/>
              <a:ext cx="8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771" name="Line 45">
              <a:extLst>
                <a:ext uri="{FF2B5EF4-FFF2-40B4-BE49-F238E27FC236}">
                  <a16:creationId xmlns:a16="http://schemas.microsoft.com/office/drawing/2014/main" id="{500CCF51-53FD-9874-3954-A4EAF63339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3" y="2059"/>
              <a:ext cx="0" cy="15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73772" name="Picture 46" descr="dot">
              <a:extLst>
                <a:ext uri="{FF2B5EF4-FFF2-40B4-BE49-F238E27FC236}">
                  <a16:creationId xmlns:a16="http://schemas.microsoft.com/office/drawing/2014/main" id="{219E8348-7382-8D51-0E6C-8DD7F4974E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5" y="2044"/>
              <a:ext cx="60" cy="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73" name="Picture 47" descr="dot">
              <a:extLst>
                <a:ext uri="{FF2B5EF4-FFF2-40B4-BE49-F238E27FC236}">
                  <a16:creationId xmlns:a16="http://schemas.microsoft.com/office/drawing/2014/main" id="{E10D7C78-DAF7-E023-E848-54D40B46A3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2" y="1908"/>
              <a:ext cx="60" cy="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74" name="Picture 48" descr="dot">
              <a:extLst>
                <a:ext uri="{FF2B5EF4-FFF2-40B4-BE49-F238E27FC236}">
                  <a16:creationId xmlns:a16="http://schemas.microsoft.com/office/drawing/2014/main" id="{6010E7D3-7871-B033-9190-0A790ECBDC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74" y="2997"/>
              <a:ext cx="60" cy="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75" name="Picture 49" descr="dot">
              <a:extLst>
                <a:ext uri="{FF2B5EF4-FFF2-40B4-BE49-F238E27FC236}">
                  <a16:creationId xmlns:a16="http://schemas.microsoft.com/office/drawing/2014/main" id="{15E7AE03-C7F8-DB1D-5ACE-32B485017B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57" y="2861"/>
              <a:ext cx="60" cy="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776" name="Picture 50" descr="dot">
              <a:extLst>
                <a:ext uri="{FF2B5EF4-FFF2-40B4-BE49-F238E27FC236}">
                  <a16:creationId xmlns:a16="http://schemas.microsoft.com/office/drawing/2014/main" id="{3B882222-9A0E-8E10-88C5-CA6D94DC37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69" y="2861"/>
              <a:ext cx="60" cy="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3777" name="Text Box 51">
              <a:extLst>
                <a:ext uri="{FF2B5EF4-FFF2-40B4-BE49-F238E27FC236}">
                  <a16:creationId xmlns:a16="http://schemas.microsoft.com/office/drawing/2014/main" id="{13677343-37B0-EE15-C4CF-5E0BF093F9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3" y="1344"/>
              <a:ext cx="437" cy="3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Q2</a:t>
              </a:r>
            </a:p>
          </p:txBody>
        </p:sp>
        <p:sp>
          <p:nvSpPr>
            <p:cNvPr id="73778" name="Text Box 52">
              <a:extLst>
                <a:ext uri="{FF2B5EF4-FFF2-40B4-BE49-F238E27FC236}">
                  <a16:creationId xmlns:a16="http://schemas.microsoft.com/office/drawing/2014/main" id="{F0361A9F-633E-4446-3744-D91DF34696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1" y="1344"/>
              <a:ext cx="409" cy="3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Q1</a:t>
              </a:r>
            </a:p>
          </p:txBody>
        </p:sp>
        <p:sp>
          <p:nvSpPr>
            <p:cNvPr id="73779" name="Text Box 53">
              <a:extLst>
                <a:ext uri="{FF2B5EF4-FFF2-40B4-BE49-F238E27FC236}">
                  <a16:creationId xmlns:a16="http://schemas.microsoft.com/office/drawing/2014/main" id="{8209E18A-C23A-954F-BFC5-4145406419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5" y="1344"/>
              <a:ext cx="451" cy="3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>
                  <a:latin typeface="Georgia" panose="02040502050405020303" pitchFamily="18" charset="0"/>
                </a:rPr>
                <a:t>Q0</a:t>
              </a:r>
            </a:p>
          </p:txBody>
        </p:sp>
      </p:grpSp>
      <p:grpSp>
        <p:nvGrpSpPr>
          <p:cNvPr id="6" name="Group 56">
            <a:extLst>
              <a:ext uri="{FF2B5EF4-FFF2-40B4-BE49-F238E27FC236}">
                <a16:creationId xmlns:a16="http://schemas.microsoft.com/office/drawing/2014/main" id="{734B7702-2C27-555A-0BBC-36E428308D84}"/>
              </a:ext>
            </a:extLst>
          </p:cNvPr>
          <p:cNvGrpSpPr>
            <a:grpSpLocks/>
          </p:cNvGrpSpPr>
          <p:nvPr/>
        </p:nvGrpSpPr>
        <p:grpSpPr bwMode="auto">
          <a:xfrm>
            <a:off x="2895600" y="2819400"/>
            <a:ext cx="4572000" cy="838200"/>
            <a:chOff x="1824" y="1776"/>
            <a:chExt cx="2880" cy="528"/>
          </a:xfrm>
        </p:grpSpPr>
        <p:sp>
          <p:nvSpPr>
            <p:cNvPr id="73735" name="Rectangle 54">
              <a:extLst>
                <a:ext uri="{FF2B5EF4-FFF2-40B4-BE49-F238E27FC236}">
                  <a16:creationId xmlns:a16="http://schemas.microsoft.com/office/drawing/2014/main" id="{623D5B38-AF66-0681-9326-15D9CDE8B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1776"/>
              <a:ext cx="2880" cy="528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73736" name="Text Box 55">
              <a:extLst>
                <a:ext uri="{FF2B5EF4-FFF2-40B4-BE49-F238E27FC236}">
                  <a16:creationId xmlns:a16="http://schemas.microsoft.com/office/drawing/2014/main" id="{D82A68E1-4E36-2654-BEE0-3C6CF5E435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1872"/>
              <a:ext cx="1632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Ø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ü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v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FF00"/>
                </a:buClr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zh-CN">
                  <a:solidFill>
                    <a:srgbClr val="FFFF00"/>
                  </a:solidFill>
                  <a:latin typeface="Times New Roman" panose="02020603050405020304" pitchFamily="18" charset="0"/>
                </a:rPr>
                <a:t>  </a:t>
              </a:r>
              <a:r>
                <a:rPr lang="zh-CN" altLang="en-US">
                  <a:solidFill>
                    <a:srgbClr val="FFFF00"/>
                  </a:solidFill>
                  <a:latin typeface="Times New Roman" panose="02020603050405020304" pitchFamily="18" charset="0"/>
                </a:rPr>
                <a:t>寄    存    器</a:t>
              </a: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Shimmer">
  <a:themeElements>
    <a:clrScheme name="Shimmer 2">
      <a:dk1>
        <a:srgbClr val="000099"/>
      </a:dk1>
      <a:lt1>
        <a:srgbClr val="FFFFFF"/>
      </a:lt1>
      <a:dk2>
        <a:srgbClr val="000066"/>
      </a:dk2>
      <a:lt2>
        <a:srgbClr val="EAEAEA"/>
      </a:lt2>
      <a:accent1>
        <a:srgbClr val="66CCFF"/>
      </a:accent1>
      <a:accent2>
        <a:srgbClr val="0066FF"/>
      </a:accent2>
      <a:accent3>
        <a:srgbClr val="AAAAB8"/>
      </a:accent3>
      <a:accent4>
        <a:srgbClr val="DADADA"/>
      </a:accent4>
      <a:accent5>
        <a:srgbClr val="B8E2FF"/>
      </a:accent5>
      <a:accent6>
        <a:srgbClr val="005CE7"/>
      </a:accent6>
      <a:hlink>
        <a:srgbClr val="FFFFCC"/>
      </a:hlink>
      <a:folHlink>
        <a:srgbClr val="99CC00"/>
      </a:folHlink>
    </a:clrScheme>
    <a:fontScheme name="Shimmer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blipFill>
          <a:blip xmlns:r="http://schemas.openxmlformats.org/officeDocument/2006/relationships" r:embed="rId1"/>
          <a:stretch>
            <a:fillRect/>
          </a:stretch>
        </a:blipFill>
      </a:spPr>
      <a:bodyPr rtlCol="0" anchor="ctr"/>
      <a:lstStyle>
        <a:defPPr algn="ctr">
          <a:defRPr sz="2400">
            <a:noFill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himmer 1">
        <a:dk1>
          <a:srgbClr val="BD3737"/>
        </a:dk1>
        <a:lt1>
          <a:srgbClr val="FFFFFF"/>
        </a:lt1>
        <a:dk2>
          <a:srgbClr val="721E1E"/>
        </a:dk2>
        <a:lt2>
          <a:srgbClr val="FFCC00"/>
        </a:lt2>
        <a:accent1>
          <a:srgbClr val="FF6600"/>
        </a:accent1>
        <a:accent2>
          <a:srgbClr val="CC3300"/>
        </a:accent2>
        <a:accent3>
          <a:srgbClr val="BCABAB"/>
        </a:accent3>
        <a:accent4>
          <a:srgbClr val="DADADA"/>
        </a:accent4>
        <a:accent5>
          <a:srgbClr val="FFB8AA"/>
        </a:accent5>
        <a:accent6>
          <a:srgbClr val="B92D00"/>
        </a:accent6>
        <a:hlink>
          <a:srgbClr val="F7CC2F"/>
        </a:hlink>
        <a:folHlink>
          <a:srgbClr val="C7C6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2">
        <a:dk1>
          <a:srgbClr val="000099"/>
        </a:dk1>
        <a:lt1>
          <a:srgbClr val="FFFFFF"/>
        </a:lt1>
        <a:dk2>
          <a:srgbClr val="000066"/>
        </a:dk2>
        <a:lt2>
          <a:srgbClr val="EAEAEA"/>
        </a:lt2>
        <a:accent1>
          <a:srgbClr val="66CCFF"/>
        </a:accent1>
        <a:accent2>
          <a:srgbClr val="0066FF"/>
        </a:accent2>
        <a:accent3>
          <a:srgbClr val="AAAAB8"/>
        </a:accent3>
        <a:accent4>
          <a:srgbClr val="DADADA"/>
        </a:accent4>
        <a:accent5>
          <a:srgbClr val="B8E2FF"/>
        </a:accent5>
        <a:accent6>
          <a:srgbClr val="005CE7"/>
        </a:accent6>
        <a:hlink>
          <a:srgbClr val="FFFFCC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3">
        <a:dk1>
          <a:srgbClr val="6600CC"/>
        </a:dk1>
        <a:lt1>
          <a:srgbClr val="FFFFFF"/>
        </a:lt1>
        <a:dk2>
          <a:srgbClr val="4B0096"/>
        </a:dk2>
        <a:lt2>
          <a:srgbClr val="CDD7DF"/>
        </a:lt2>
        <a:accent1>
          <a:srgbClr val="9999FF"/>
        </a:accent1>
        <a:accent2>
          <a:srgbClr val="7850BA"/>
        </a:accent2>
        <a:accent3>
          <a:srgbClr val="B1AAC9"/>
        </a:accent3>
        <a:accent4>
          <a:srgbClr val="DADADA"/>
        </a:accent4>
        <a:accent5>
          <a:srgbClr val="CACAFF"/>
        </a:accent5>
        <a:accent6>
          <a:srgbClr val="6C48A8"/>
        </a:accent6>
        <a:hlink>
          <a:srgbClr val="00CCFF"/>
        </a:hlink>
        <a:folHlink>
          <a:srgbClr val="0796B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4">
        <a:dk1>
          <a:srgbClr val="55863C"/>
        </a:dk1>
        <a:lt1>
          <a:srgbClr val="FFFFFF"/>
        </a:lt1>
        <a:dk2>
          <a:srgbClr val="375F2F"/>
        </a:dk2>
        <a:lt2>
          <a:srgbClr val="D1EFB3"/>
        </a:lt2>
        <a:accent1>
          <a:srgbClr val="00CC66"/>
        </a:accent1>
        <a:accent2>
          <a:srgbClr val="8EAC66"/>
        </a:accent2>
        <a:accent3>
          <a:srgbClr val="AEB6AD"/>
        </a:accent3>
        <a:accent4>
          <a:srgbClr val="DADADA"/>
        </a:accent4>
        <a:accent5>
          <a:srgbClr val="AAE2B8"/>
        </a:accent5>
        <a:accent6>
          <a:srgbClr val="809B5C"/>
        </a:accent6>
        <a:hlink>
          <a:srgbClr val="B4EF7F"/>
        </a:hlink>
        <a:folHlink>
          <a:srgbClr val="F8F6A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5">
        <a:dk1>
          <a:srgbClr val="588073"/>
        </a:dk1>
        <a:lt1>
          <a:srgbClr val="FFFFFF"/>
        </a:lt1>
        <a:dk2>
          <a:srgbClr val="486768"/>
        </a:dk2>
        <a:lt2>
          <a:srgbClr val="DDDDDD"/>
        </a:lt2>
        <a:accent1>
          <a:srgbClr val="33CCCC"/>
        </a:accent1>
        <a:accent2>
          <a:srgbClr val="008871"/>
        </a:accent2>
        <a:accent3>
          <a:srgbClr val="B1B8B9"/>
        </a:accent3>
        <a:accent4>
          <a:srgbClr val="DADADA"/>
        </a:accent4>
        <a:accent5>
          <a:srgbClr val="ADE2E2"/>
        </a:accent5>
        <a:accent6>
          <a:srgbClr val="007B66"/>
        </a:accent6>
        <a:hlink>
          <a:srgbClr val="00CC99"/>
        </a:hlink>
        <a:folHlink>
          <a:srgbClr val="A8A8A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6">
        <a:dk1>
          <a:srgbClr val="6B6C75"/>
        </a:dk1>
        <a:lt1>
          <a:srgbClr val="FFFFFF"/>
        </a:lt1>
        <a:dk2>
          <a:srgbClr val="575863"/>
        </a:dk2>
        <a:lt2>
          <a:srgbClr val="FFFFCC"/>
        </a:lt2>
        <a:accent1>
          <a:srgbClr val="677481"/>
        </a:accent1>
        <a:accent2>
          <a:srgbClr val="697E5E"/>
        </a:accent2>
        <a:accent3>
          <a:srgbClr val="B4B4B7"/>
        </a:accent3>
        <a:accent4>
          <a:srgbClr val="DADADA"/>
        </a:accent4>
        <a:accent5>
          <a:srgbClr val="B8BCC1"/>
        </a:accent5>
        <a:accent6>
          <a:srgbClr val="5E7254"/>
        </a:accent6>
        <a:hlink>
          <a:srgbClr val="E9E77F"/>
        </a:hlink>
        <a:folHlink>
          <a:srgbClr val="D3A44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7">
        <a:dk1>
          <a:srgbClr val="000000"/>
        </a:dk1>
        <a:lt1>
          <a:srgbClr val="C4D6BE"/>
        </a:lt1>
        <a:dk2>
          <a:srgbClr val="339966"/>
        </a:dk2>
        <a:lt2>
          <a:srgbClr val="EFFBF0"/>
        </a:lt2>
        <a:accent1>
          <a:srgbClr val="DDDDDD"/>
        </a:accent1>
        <a:accent2>
          <a:srgbClr val="CCFF99"/>
        </a:accent2>
        <a:accent3>
          <a:srgbClr val="DEE8DB"/>
        </a:accent3>
        <a:accent4>
          <a:srgbClr val="000000"/>
        </a:accent4>
        <a:accent5>
          <a:srgbClr val="EBEBEB"/>
        </a:accent5>
        <a:accent6>
          <a:srgbClr val="B9E78A"/>
        </a:accent6>
        <a:hlink>
          <a:srgbClr val="009900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immer 8">
        <a:dk1>
          <a:srgbClr val="000000"/>
        </a:dk1>
        <a:lt1>
          <a:srgbClr val="D6DAE4"/>
        </a:lt1>
        <a:dk2>
          <a:srgbClr val="000099"/>
        </a:dk2>
        <a:lt2>
          <a:srgbClr val="FFFFFF"/>
        </a:lt2>
        <a:accent1>
          <a:srgbClr val="BFDEE3"/>
        </a:accent1>
        <a:accent2>
          <a:srgbClr val="C0C0C0"/>
        </a:accent2>
        <a:accent3>
          <a:srgbClr val="E8EAEF"/>
        </a:accent3>
        <a:accent4>
          <a:srgbClr val="000000"/>
        </a:accent4>
        <a:accent5>
          <a:srgbClr val="DCECEF"/>
        </a:accent5>
        <a:accent6>
          <a:srgbClr val="AEAEAE"/>
        </a:accent6>
        <a:hlink>
          <a:srgbClr val="3333CC"/>
        </a:hlink>
        <a:folHlink>
          <a:srgbClr val="5E93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immer 9">
        <a:dk1>
          <a:srgbClr val="4A2500"/>
        </a:dk1>
        <a:lt1>
          <a:srgbClr val="C2C0BA"/>
        </a:lt1>
        <a:dk2>
          <a:srgbClr val="788569"/>
        </a:dk2>
        <a:lt2>
          <a:srgbClr val="F4F4EC"/>
        </a:lt2>
        <a:accent1>
          <a:srgbClr val="E1DFC1"/>
        </a:accent1>
        <a:accent2>
          <a:srgbClr val="A5A7AF"/>
        </a:accent2>
        <a:accent3>
          <a:srgbClr val="DDDCD9"/>
        </a:accent3>
        <a:accent4>
          <a:srgbClr val="3E1E00"/>
        </a:accent4>
        <a:accent5>
          <a:srgbClr val="EEECDD"/>
        </a:accent5>
        <a:accent6>
          <a:srgbClr val="95979E"/>
        </a:accent6>
        <a:hlink>
          <a:srgbClr val="9C98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Shimmer</Template>
  <TotalTime>8923</TotalTime>
  <Words>5214</Words>
  <Application>Microsoft Office PowerPoint</Application>
  <PresentationFormat>全屏显示(4:3)</PresentationFormat>
  <Paragraphs>2184</Paragraphs>
  <Slides>73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73</vt:i4>
      </vt:variant>
    </vt:vector>
  </HeadingPairs>
  <TitlesOfParts>
    <vt:vector size="84" baseType="lpstr">
      <vt:lpstr>宋体</vt:lpstr>
      <vt:lpstr>幼圆</vt:lpstr>
      <vt:lpstr>Arial</vt:lpstr>
      <vt:lpstr>Cambria Math</vt:lpstr>
      <vt:lpstr>Georgia</vt:lpstr>
      <vt:lpstr>Symbol</vt:lpstr>
      <vt:lpstr>Tahoma</vt:lpstr>
      <vt:lpstr>Times New Roman</vt:lpstr>
      <vt:lpstr>Wingdings</vt:lpstr>
      <vt:lpstr>Shimmer</vt:lpstr>
      <vt:lpstr>Equation</vt:lpstr>
      <vt:lpstr>PowerPoint 演示文稿</vt:lpstr>
      <vt:lpstr>PowerPoint 演示文稿</vt:lpstr>
      <vt:lpstr>计数器 </vt:lpstr>
      <vt:lpstr>4位二进制计数器的状态图</vt:lpstr>
      <vt:lpstr>4位二进制计数器的 状态方程和激励函数</vt:lpstr>
      <vt:lpstr>四位二进制计数器逻辑图 </vt:lpstr>
      <vt:lpstr>计数器</vt:lpstr>
      <vt:lpstr>计数器</vt:lpstr>
      <vt:lpstr>计数器</vt:lpstr>
      <vt:lpstr>计数器</vt:lpstr>
      <vt:lpstr>计数器</vt:lpstr>
      <vt:lpstr>计数器</vt:lpstr>
      <vt:lpstr>计数器</vt:lpstr>
      <vt:lpstr>计数器</vt:lpstr>
      <vt:lpstr>计数器</vt:lpstr>
      <vt:lpstr>PowerPoint 演示文稿</vt:lpstr>
      <vt:lpstr>计数器</vt:lpstr>
      <vt:lpstr>计数器</vt:lpstr>
      <vt:lpstr>PowerPoint 演示文稿</vt:lpstr>
      <vt:lpstr>计数器</vt:lpstr>
      <vt:lpstr>计数器</vt:lpstr>
      <vt:lpstr>PowerPoint 演示文稿</vt:lpstr>
      <vt:lpstr>计数器</vt:lpstr>
      <vt:lpstr>计数器</vt:lpstr>
      <vt:lpstr>计数器</vt:lpstr>
      <vt:lpstr>PowerPoint 演示文稿</vt:lpstr>
      <vt:lpstr>同步时序电路的分析与设计方法</vt:lpstr>
      <vt:lpstr>方法一：用74163计数器</vt:lpstr>
      <vt:lpstr>计数器</vt:lpstr>
      <vt:lpstr>计数器</vt:lpstr>
      <vt:lpstr>PowerPoint 演示文稿</vt:lpstr>
      <vt:lpstr>连接方式</vt:lpstr>
      <vt:lpstr>PowerPoint 演示文稿</vt:lpstr>
      <vt:lpstr>PowerPoint 演示文稿</vt:lpstr>
      <vt:lpstr>同步时序电路的分析与设计方法</vt:lpstr>
      <vt:lpstr>方法2——采用计数器的设计思想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方法3——循环移位方式设计思想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检查能否自启动</vt:lpstr>
      <vt:lpstr>检查能否自启动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计数器</vt:lpstr>
    </vt:vector>
  </TitlesOfParts>
  <Company>cs-lab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 据 选 择 器 </dc:title>
  <dc:creator>cs-lab23</dc:creator>
  <cp:lastModifiedBy>youjian zhao</cp:lastModifiedBy>
  <cp:revision>439</cp:revision>
  <dcterms:created xsi:type="dcterms:W3CDTF">2002-01-04T07:22:46Z</dcterms:created>
  <dcterms:modified xsi:type="dcterms:W3CDTF">2025-05-08T02:04:21Z</dcterms:modified>
</cp:coreProperties>
</file>