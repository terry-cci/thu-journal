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4"/>
  </p:notesMasterIdLst>
  <p:sldIdLst>
    <p:sldId id="600" r:id="rId2"/>
    <p:sldId id="771" r:id="rId3"/>
    <p:sldId id="809" r:id="rId4"/>
    <p:sldId id="805" r:id="rId5"/>
    <p:sldId id="660" r:id="rId6"/>
    <p:sldId id="806" r:id="rId7"/>
    <p:sldId id="807" r:id="rId8"/>
    <p:sldId id="808" r:id="rId9"/>
    <p:sldId id="810" r:id="rId10"/>
    <p:sldId id="843" r:id="rId11"/>
    <p:sldId id="846" r:id="rId12"/>
    <p:sldId id="845" r:id="rId13"/>
    <p:sldId id="811" r:id="rId14"/>
    <p:sldId id="727" r:id="rId15"/>
    <p:sldId id="716" r:id="rId16"/>
    <p:sldId id="666" r:id="rId17"/>
    <p:sldId id="667" r:id="rId18"/>
    <p:sldId id="813" r:id="rId19"/>
    <p:sldId id="814" r:id="rId20"/>
    <p:sldId id="815" r:id="rId21"/>
    <p:sldId id="816" r:id="rId22"/>
    <p:sldId id="817" r:id="rId23"/>
    <p:sldId id="844" r:id="rId24"/>
    <p:sldId id="819" r:id="rId25"/>
    <p:sldId id="820" r:id="rId26"/>
    <p:sldId id="821" r:id="rId27"/>
    <p:sldId id="822" r:id="rId28"/>
    <p:sldId id="825" r:id="rId29"/>
    <p:sldId id="842" r:id="rId30"/>
    <p:sldId id="827" r:id="rId31"/>
    <p:sldId id="828" r:id="rId32"/>
    <p:sldId id="829" r:id="rId33"/>
    <p:sldId id="830" r:id="rId34"/>
    <p:sldId id="831" r:id="rId35"/>
    <p:sldId id="832" r:id="rId36"/>
    <p:sldId id="756" r:id="rId37"/>
    <p:sldId id="679" r:id="rId38"/>
    <p:sldId id="840" r:id="rId39"/>
    <p:sldId id="680" r:id="rId40"/>
    <p:sldId id="838" r:id="rId41"/>
    <p:sldId id="681" r:id="rId42"/>
    <p:sldId id="682" r:id="rId43"/>
    <p:sldId id="739" r:id="rId44"/>
    <p:sldId id="722" r:id="rId45"/>
    <p:sldId id="693" r:id="rId46"/>
    <p:sldId id="834" r:id="rId47"/>
    <p:sldId id="695" r:id="rId48"/>
    <p:sldId id="696" r:id="rId49"/>
    <p:sldId id="697" r:id="rId50"/>
    <p:sldId id="773" r:id="rId51"/>
    <p:sldId id="774" r:id="rId52"/>
    <p:sldId id="775" r:id="rId53"/>
    <p:sldId id="776" r:id="rId54"/>
    <p:sldId id="777" r:id="rId55"/>
    <p:sldId id="778" r:id="rId56"/>
    <p:sldId id="779" r:id="rId57"/>
    <p:sldId id="780" r:id="rId58"/>
    <p:sldId id="781" r:id="rId59"/>
    <p:sldId id="782" r:id="rId60"/>
    <p:sldId id="783" r:id="rId61"/>
    <p:sldId id="784" r:id="rId62"/>
    <p:sldId id="801" r:id="rId6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FF00"/>
    <a:srgbClr val="FF66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6900" autoAdjust="0"/>
  </p:normalViewPr>
  <p:slideViewPr>
    <p:cSldViewPr>
      <p:cViewPr varScale="1">
        <p:scale>
          <a:sx n="83" d="100"/>
          <a:sy n="83" d="100"/>
        </p:scale>
        <p:origin x="1077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31.xml"/><Relationship Id="rId18" Type="http://schemas.openxmlformats.org/officeDocument/2006/relationships/slide" Target="slides/slide36.xml"/><Relationship Id="rId26" Type="http://schemas.openxmlformats.org/officeDocument/2006/relationships/slide" Target="slides/slide44.xml"/><Relationship Id="rId39" Type="http://schemas.openxmlformats.org/officeDocument/2006/relationships/slide" Target="slides/slide59.xml"/><Relationship Id="rId21" Type="http://schemas.openxmlformats.org/officeDocument/2006/relationships/slide" Target="slides/slide39.xml"/><Relationship Id="rId34" Type="http://schemas.openxmlformats.org/officeDocument/2006/relationships/slide" Target="slides/slide53.xml"/><Relationship Id="rId7" Type="http://schemas.openxmlformats.org/officeDocument/2006/relationships/slide" Target="slides/slide18.xml"/><Relationship Id="rId2" Type="http://schemas.openxmlformats.org/officeDocument/2006/relationships/slide" Target="slides/slide5.xml"/><Relationship Id="rId16" Type="http://schemas.openxmlformats.org/officeDocument/2006/relationships/slide" Target="slides/slide34.xml"/><Relationship Id="rId20" Type="http://schemas.openxmlformats.org/officeDocument/2006/relationships/slide" Target="slides/slide38.xml"/><Relationship Id="rId29" Type="http://schemas.openxmlformats.org/officeDocument/2006/relationships/slide" Target="slides/slide47.xml"/><Relationship Id="rId41" Type="http://schemas.openxmlformats.org/officeDocument/2006/relationships/slide" Target="slides/slide62.xml"/><Relationship Id="rId1" Type="http://schemas.openxmlformats.org/officeDocument/2006/relationships/slide" Target="slides/slide2.xml"/><Relationship Id="rId6" Type="http://schemas.openxmlformats.org/officeDocument/2006/relationships/slide" Target="slides/slide17.xml"/><Relationship Id="rId11" Type="http://schemas.openxmlformats.org/officeDocument/2006/relationships/slide" Target="slides/slide22.xml"/><Relationship Id="rId24" Type="http://schemas.openxmlformats.org/officeDocument/2006/relationships/slide" Target="slides/slide42.xml"/><Relationship Id="rId32" Type="http://schemas.openxmlformats.org/officeDocument/2006/relationships/slide" Target="slides/slide51.xml"/><Relationship Id="rId37" Type="http://schemas.openxmlformats.org/officeDocument/2006/relationships/slide" Target="slides/slide56.xml"/><Relationship Id="rId40" Type="http://schemas.openxmlformats.org/officeDocument/2006/relationships/slide" Target="slides/slide60.xml"/><Relationship Id="rId5" Type="http://schemas.openxmlformats.org/officeDocument/2006/relationships/slide" Target="slides/slide16.xml"/><Relationship Id="rId15" Type="http://schemas.openxmlformats.org/officeDocument/2006/relationships/slide" Target="slides/slide33.xml"/><Relationship Id="rId23" Type="http://schemas.openxmlformats.org/officeDocument/2006/relationships/slide" Target="slides/slide41.xml"/><Relationship Id="rId28" Type="http://schemas.openxmlformats.org/officeDocument/2006/relationships/slide" Target="slides/slide46.xml"/><Relationship Id="rId36" Type="http://schemas.openxmlformats.org/officeDocument/2006/relationships/slide" Target="slides/slide55.xml"/><Relationship Id="rId10" Type="http://schemas.openxmlformats.org/officeDocument/2006/relationships/slide" Target="slides/slide21.xml"/><Relationship Id="rId19" Type="http://schemas.openxmlformats.org/officeDocument/2006/relationships/slide" Target="slides/slide37.xml"/><Relationship Id="rId31" Type="http://schemas.openxmlformats.org/officeDocument/2006/relationships/slide" Target="slides/slide49.xml"/><Relationship Id="rId4" Type="http://schemas.openxmlformats.org/officeDocument/2006/relationships/slide" Target="slides/slide15.xml"/><Relationship Id="rId9" Type="http://schemas.openxmlformats.org/officeDocument/2006/relationships/slide" Target="slides/slide20.xml"/><Relationship Id="rId14" Type="http://schemas.openxmlformats.org/officeDocument/2006/relationships/slide" Target="slides/slide32.xml"/><Relationship Id="rId22" Type="http://schemas.openxmlformats.org/officeDocument/2006/relationships/slide" Target="slides/slide40.xml"/><Relationship Id="rId27" Type="http://schemas.openxmlformats.org/officeDocument/2006/relationships/slide" Target="slides/slide45.xml"/><Relationship Id="rId30" Type="http://schemas.openxmlformats.org/officeDocument/2006/relationships/slide" Target="slides/slide48.xml"/><Relationship Id="rId35" Type="http://schemas.openxmlformats.org/officeDocument/2006/relationships/slide" Target="slides/slide54.xml"/><Relationship Id="rId8" Type="http://schemas.openxmlformats.org/officeDocument/2006/relationships/slide" Target="slides/slide19.xml"/><Relationship Id="rId3" Type="http://schemas.openxmlformats.org/officeDocument/2006/relationships/slide" Target="slides/slide14.xml"/><Relationship Id="rId12" Type="http://schemas.openxmlformats.org/officeDocument/2006/relationships/slide" Target="slides/slide24.xml"/><Relationship Id="rId17" Type="http://schemas.openxmlformats.org/officeDocument/2006/relationships/slide" Target="slides/slide35.xml"/><Relationship Id="rId25" Type="http://schemas.openxmlformats.org/officeDocument/2006/relationships/slide" Target="slides/slide43.xml"/><Relationship Id="rId33" Type="http://schemas.openxmlformats.org/officeDocument/2006/relationships/slide" Target="slides/slide52.xml"/><Relationship Id="rId38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Noto Serif SC" panose="02020200000000000000" pitchFamily="18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Noto Serif SC" panose="02020200000000000000" pitchFamily="18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  <a:ea typeface="Noto Serif SC" panose="02020200000000000000" pitchFamily="18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Noto Serif SC" panose="02020200000000000000" pitchFamily="18" charset="-122"/>
              </a:defRPr>
            </a:lvl1pPr>
          </a:lstStyle>
          <a:p>
            <a:pPr>
              <a:defRPr/>
            </a:pPr>
            <a:fld id="{9F642BF3-9FE1-4F1B-A3F9-F753FFB5D90A}" type="slidenum">
              <a:rPr lang="en-US" altLang="zh-CN" smtClean="0"/>
              <a:pPr>
                <a:defRPr/>
              </a:pPr>
              <a:t>‹N°›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Noto Serif SC" panose="02020200000000000000" pitchFamily="18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Noto Serif SC" panose="02020200000000000000" pitchFamily="18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Noto Serif SC" panose="02020200000000000000" pitchFamily="18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Noto Serif SC" panose="02020200000000000000" pitchFamily="18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Noto Serif SC" panose="020202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642BF3-9FE1-4F1B-A3F9-F753FFB5D90A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3994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085665-CE47-4C95-B1C3-68B1A175031B}" type="slidenum">
              <a:rPr lang="en-US" altLang="zh-CN" sz="1200" smtClean="0">
                <a:latin typeface="Arial" panose="020B0604020202020204" pitchFamily="34" charset="0"/>
                <a:ea typeface="Noto Serif SC" panose="02020200000000000000" pitchFamily="18" charset="-122"/>
              </a:rPr>
              <a:pPr/>
              <a:t>42</a:t>
            </a:fld>
            <a:endParaRPr lang="en-US" altLang="zh-CN" sz="1200" dirty="0">
              <a:latin typeface="Arial" panose="020B0604020202020204" pitchFamily="34" charset="0"/>
              <a:ea typeface="Noto Serif SC" panose="02020200000000000000" pitchFamily="18" charset="-122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dirty="0"/>
              <a:t>JK</a:t>
            </a:r>
            <a:r>
              <a:rPr lang="zh-CN" altLang="en-US" dirty="0"/>
              <a:t>的輸入與時鐘的配合關係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4431B9-7B54-442D-83AC-47C6DE04A181}" type="slidenum">
              <a:rPr lang="en-US" altLang="zh-CN" sz="1200" smtClean="0">
                <a:latin typeface="Arial" panose="020B0604020202020204" pitchFamily="34" charset="0"/>
                <a:ea typeface="Noto Serif SC" panose="02020200000000000000" pitchFamily="18" charset="-122"/>
              </a:rPr>
              <a:pPr/>
              <a:t>52</a:t>
            </a:fld>
            <a:endParaRPr lang="en-US" altLang="zh-CN" sz="1200" dirty="0">
              <a:latin typeface="Arial" panose="020B0604020202020204" pitchFamily="34" charset="0"/>
              <a:ea typeface="Noto Serif SC" panose="02020200000000000000" pitchFamily="18" charset="-122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/>
              <a:t>同步時序電路的概念：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71F8773-4B22-4EC3-8A8D-BAC73DCE0FED}" type="slidenum">
              <a:rPr lang="en-US" altLang="zh-CN" sz="1200" smtClean="0">
                <a:latin typeface="Arial" panose="020B0604020202020204" pitchFamily="34" charset="0"/>
                <a:ea typeface="Noto Serif SC" panose="02020200000000000000" pitchFamily="18" charset="-122"/>
              </a:rPr>
              <a:pPr/>
              <a:t>61</a:t>
            </a:fld>
            <a:endParaRPr lang="en-US" altLang="zh-CN" sz="1200" dirty="0">
              <a:latin typeface="Arial" panose="020B0604020202020204" pitchFamily="34" charset="0"/>
              <a:ea typeface="Noto Serif SC" panose="02020200000000000000" pitchFamily="18" charset="-122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/>
              <a:t>同步時序電路的概念：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642BF3-9FE1-4F1B-A3F9-F753FFB5D90A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969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6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428 w 5184"/>
                  <a:gd name="T3" fmla="*/ 3159 h 3159"/>
                  <a:gd name="T4" fmla="*/ 5428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86 w 556"/>
                  <a:gd name="T5" fmla="*/ 3159 h 3159"/>
                  <a:gd name="T6" fmla="*/ 58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66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66 w 251"/>
                <a:gd name="T7" fmla="*/ 12 h 12"/>
                <a:gd name="T8" fmla="*/ 266 w 251"/>
                <a:gd name="T9" fmla="*/ 0 h 12"/>
                <a:gd name="T10" fmla="*/ 266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38430 w 251"/>
                <a:gd name="T5" fmla="*/ 12 h 12"/>
                <a:gd name="T6" fmla="*/ 38430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0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809AF-7EAB-4233-99CC-54667B0842D9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472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C378C-1576-432F-8291-B4F02C31ECA2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117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4C8258-5F20-48D5-B0C4-F5EA79B5E4E4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244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FDABB-77D1-4BF5-A988-0D0B03CF2724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662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EA89B-ADDE-407C-A217-CB36F7EFBE21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988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6B295-2549-43B4-8BDF-0E53080D3851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6739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1FD6F-4D96-4DC3-AA54-970898C62A9B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557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>
                <a:ea typeface="Noto Serif SC" panose="02020200000000000000" pitchFamily="18" charset="-122"/>
              </a:defRPr>
            </a:lvl4pPr>
            <a:lvl5pPr>
              <a:defRPr sz="2000">
                <a:ea typeface="Noto Serif SC" panose="02020200000000000000" pitchFamily="18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7AE40-7E65-41F4-ADDE-E11ABC90DDA5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798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7989F-7D3F-420A-9A9B-6C463452ECC0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636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F1852-91BB-43EE-A592-E689C9C7040E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312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D22894-E9CD-49E0-9978-73F64A1B2950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00265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7FAD4-B091-4BD0-B5AE-5209F607D623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3024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>
            <a:lvl4pPr>
              <a:defRPr>
                <a:ea typeface="Noto Serif SC" panose="02020200000000000000" pitchFamily="18" charset="-122"/>
              </a:defRPr>
            </a:lvl4pPr>
            <a:lvl5pPr>
              <a:defRPr>
                <a:ea typeface="Noto Serif SC" panose="02020200000000000000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9BD29-5506-44D4-9A93-CB86AE5A8B5A}" type="slidenum">
              <a:rPr lang="en-US" altLang="zh-CN"/>
              <a:pPr>
                <a:defRPr/>
              </a:pPr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486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428 w 5184"/>
                <a:gd name="T3" fmla="*/ 3159 h 3159"/>
                <a:gd name="T4" fmla="*/ 5428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033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86 w 556"/>
                <a:gd name="T5" fmla="*/ 3159 h 3159"/>
                <a:gd name="T6" fmla="*/ 58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34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6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7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9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2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1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38430 w 251"/>
                  <a:gd name="T5" fmla="*/ 12 h 12"/>
                  <a:gd name="T6" fmla="*/ 38430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2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66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66 w 251"/>
                  <a:gd name="T7" fmla="*/ 12 h 12"/>
                  <a:gd name="T8" fmla="*/ 266 w 251"/>
                  <a:gd name="T9" fmla="*/ 0 h 12"/>
                  <a:gd name="T10" fmla="*/ 266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2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sp>
        <p:nvSpPr>
          <p:cNvPr id="82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82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2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2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defRPr>
            </a:lvl1pPr>
          </a:lstStyle>
          <a:p>
            <a:pPr>
              <a:defRPr/>
            </a:pPr>
            <a:fld id="{20887997-3F13-4186-9579-3E0880E5A2FE}" type="slidenum">
              <a:rPr lang="en-US" altLang="zh-CN" smtClean="0"/>
              <a:pPr>
                <a:defRPr/>
              </a:pPr>
              <a:t>‹N°›</a:t>
            </a:fld>
            <a:endParaRPr lang="en-US" altLang="zh-CN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72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Noto Serif SC" panose="02020200000000000000" pitchFamily="18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Noto Serif SC" panose="02020200000000000000" pitchFamily="18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Noto Serif SC" panose="02020200000000000000" pitchFamily="18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Noto Serif SC" panose="02020200000000000000" pitchFamily="18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Char char="–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image" Target="../media/image22.emf"/><Relationship Id="rId3" Type="http://schemas.openxmlformats.org/officeDocument/2006/relationships/image" Target="../media/image16.emf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0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FC449-F76F-4390-B34D-C32E797804D8}" type="slidenum">
              <a:rPr lang="en-US" altLang="zh-CN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3360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第四章 同步時序電路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89D007-925A-45D0-8309-9997C36F9214}" type="slidenum">
              <a:rPr lang="en-US" altLang="zh-CN"/>
              <a:pPr>
                <a:defRPr/>
              </a:pPr>
              <a:t>2</a:t>
            </a:fld>
            <a:endParaRPr lang="en-US" altLang="zh-CN" dirty="0"/>
          </a:p>
        </p:txBody>
      </p:sp>
      <p:sp>
        <p:nvSpPr>
          <p:cNvPr id="57856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78563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電位觸發方式的觸發器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邊沿觸發方式的觸發器（負邊沿</a:t>
            </a:r>
            <a:r>
              <a:rPr lang="en-US" altLang="zh-CN" dirty="0">
                <a:solidFill>
                  <a:srgbClr val="FFFF00"/>
                </a:solidFill>
              </a:rPr>
              <a:t>JK</a:t>
            </a:r>
            <a:r>
              <a:rPr lang="zh-CN" altLang="en-US" dirty="0">
                <a:solidFill>
                  <a:srgbClr val="FFFF00"/>
                </a:solidFill>
              </a:rPr>
              <a:t>觸發器）</a:t>
            </a:r>
          </a:p>
          <a:p>
            <a:pPr lvl="1" eaLnBrk="1" hangingPunct="1">
              <a:defRPr/>
            </a:pPr>
            <a:r>
              <a:rPr lang="zh-CN" altLang="en-US" dirty="0"/>
              <a:t>主－從觸發器方式的觸發器</a:t>
            </a:r>
          </a:p>
        </p:txBody>
      </p:sp>
      <p:sp>
        <p:nvSpPr>
          <p:cNvPr id="578564" name="Rectangle 2052"/>
          <p:cNvSpPr>
            <a:spLocks noChangeArrowheads="1"/>
          </p:cNvSpPr>
          <p:nvPr/>
        </p:nvSpPr>
        <p:spPr bwMode="auto">
          <a:xfrm>
            <a:off x="457200" y="28194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Noto Serif SC" panose="02020200000000000000" pitchFamily="18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Noto Serif SC" panose="02020200000000000000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9694A3-7C8D-4E1D-9E03-CE8501278B2F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5" name="Text Box 65"/>
          <p:cNvSpPr txBox="1">
            <a:spLocks noChangeArrowheads="1"/>
          </p:cNvSpPr>
          <p:nvPr/>
        </p:nvSpPr>
        <p:spPr bwMode="auto">
          <a:xfrm>
            <a:off x="3387725" y="2268538"/>
            <a:ext cx="8715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非同步清</a:t>
            </a:r>
            <a:r>
              <a:rPr lang="zh-CN" altLang="en-US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“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en-US" altLang="zh-CN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”</a:t>
            </a:r>
            <a:endParaRPr lang="en-US" altLang="zh-CN" sz="2000" dirty="0">
              <a:ea typeface="Noto Serif SC" panose="02020200000000000000" pitchFamily="18" charset="-122"/>
            </a:endParaRPr>
          </a:p>
        </p:txBody>
      </p:sp>
      <p:sp>
        <p:nvSpPr>
          <p:cNvPr id="6" name="Text Box 66"/>
          <p:cNvSpPr txBox="1">
            <a:spLocks noChangeArrowheads="1"/>
          </p:cNvSpPr>
          <p:nvPr/>
        </p:nvSpPr>
        <p:spPr bwMode="auto">
          <a:xfrm>
            <a:off x="3352800" y="3022600"/>
            <a:ext cx="8794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非同步置</a:t>
            </a:r>
            <a:r>
              <a:rPr lang="zh-CN" altLang="en-US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“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en-US" altLang="zh-CN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”</a:t>
            </a:r>
            <a:endParaRPr lang="en-US" altLang="zh-CN" sz="2000" dirty="0">
              <a:ea typeface="Noto Serif SC" panose="02020200000000000000" pitchFamily="18" charset="-122"/>
            </a:endParaRPr>
          </a:p>
        </p:txBody>
      </p:sp>
      <p:sp>
        <p:nvSpPr>
          <p:cNvPr id="7" name="Text Box 67"/>
          <p:cNvSpPr txBox="1">
            <a:spLocks noChangeArrowheads="1"/>
          </p:cNvSpPr>
          <p:nvPr/>
        </p:nvSpPr>
        <p:spPr bwMode="auto">
          <a:xfrm>
            <a:off x="3327400" y="3870325"/>
            <a:ext cx="1030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置</a:t>
            </a:r>
            <a:r>
              <a:rPr lang="zh-CN" altLang="en-US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“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en-US" altLang="zh-CN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”</a:t>
            </a:r>
            <a:endParaRPr lang="en-US" altLang="zh-CN" sz="2000" dirty="0">
              <a:ea typeface="Noto Serif SC" panose="02020200000000000000" pitchFamily="18" charset="-122"/>
            </a:endParaRPr>
          </a:p>
        </p:txBody>
      </p:sp>
      <p:sp>
        <p:nvSpPr>
          <p:cNvPr id="8" name="Text Box 68"/>
          <p:cNvSpPr txBox="1">
            <a:spLocks noChangeArrowheads="1"/>
          </p:cNvSpPr>
          <p:nvPr/>
        </p:nvSpPr>
        <p:spPr bwMode="auto">
          <a:xfrm>
            <a:off x="3336925" y="4475163"/>
            <a:ext cx="1014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置</a:t>
            </a:r>
            <a:r>
              <a:rPr lang="zh-CN" altLang="en-US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“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en-US" altLang="zh-CN" sz="2000" dirty="0">
                <a:latin typeface="Arial" panose="020B0604020202020204" pitchFamily="34" charset="0"/>
                <a:ea typeface="Noto Serif SC" panose="02020200000000000000" pitchFamily="18" charset="-122"/>
              </a:rPr>
              <a:t>”</a:t>
            </a:r>
            <a:endParaRPr lang="en-US" altLang="zh-CN" sz="2000" dirty="0">
              <a:ea typeface="Noto Serif SC" panose="02020200000000000000" pitchFamily="18" charset="-122"/>
            </a:endParaRPr>
          </a:p>
        </p:txBody>
      </p:sp>
      <p:sp>
        <p:nvSpPr>
          <p:cNvPr id="9" name="Text Box 69"/>
          <p:cNvSpPr txBox="1">
            <a:spLocks noChangeArrowheads="1"/>
          </p:cNvSpPr>
          <p:nvPr/>
        </p:nvSpPr>
        <p:spPr bwMode="auto">
          <a:xfrm>
            <a:off x="3349625" y="4995863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保持</a:t>
            </a:r>
          </a:p>
        </p:txBody>
      </p:sp>
      <p:sp>
        <p:nvSpPr>
          <p:cNvPr id="10" name="Text Box 70"/>
          <p:cNvSpPr txBox="1">
            <a:spLocks noChangeArrowheads="1"/>
          </p:cNvSpPr>
          <p:nvPr/>
        </p:nvSpPr>
        <p:spPr bwMode="auto">
          <a:xfrm>
            <a:off x="3373438" y="5540375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翻轉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50838" y="2547938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387600" y="1989138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0" name="文本框 14"/>
          <p:cNvSpPr txBox="1">
            <a:spLocks noChangeArrowheads="1"/>
          </p:cNvSpPr>
          <p:nvPr/>
        </p:nvSpPr>
        <p:spPr bwMode="auto">
          <a:xfrm>
            <a:off x="350838" y="26082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0    1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7181" name="文本框 334"/>
          <p:cNvSpPr txBox="1">
            <a:spLocks noChangeArrowheads="1"/>
          </p:cNvSpPr>
          <p:nvPr/>
        </p:nvSpPr>
        <p:spPr bwMode="auto">
          <a:xfrm>
            <a:off x="355600" y="31543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0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7182" name="组合 14"/>
          <p:cNvGrpSpPr>
            <a:grpSpLocks/>
          </p:cNvGrpSpPr>
          <p:nvPr/>
        </p:nvGrpSpPr>
        <p:grpSpPr bwMode="auto">
          <a:xfrm>
            <a:off x="323850" y="1989138"/>
            <a:ext cx="3062288" cy="3984625"/>
            <a:chOff x="204788" y="2720975"/>
            <a:chExt cx="3062287" cy="3984625"/>
          </a:xfrm>
        </p:grpSpPr>
        <p:sp>
          <p:nvSpPr>
            <p:cNvPr id="16" name="矩形 15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199" name="组合 8"/>
            <p:cNvGrpSpPr>
              <a:grpSpLocks/>
            </p:cNvGrpSpPr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7211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30" name="直接连接符 29"/>
              <p:cNvCxnSpPr>
                <a:cxnSpLocks/>
              </p:cNvCxnSpPr>
              <p:nvPr/>
            </p:nvCxnSpPr>
            <p:spPr>
              <a:xfrm>
                <a:off x="204221" y="2276484"/>
                <a:ext cx="3411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00" name="组合 313"/>
            <p:cNvGrpSpPr>
              <a:grpSpLocks/>
            </p:cNvGrpSpPr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7209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8" name="直接连接符 27"/>
              <p:cNvCxnSpPr>
                <a:cxnSpLocks/>
              </p:cNvCxnSpPr>
              <p:nvPr/>
            </p:nvCxnSpPr>
            <p:spPr>
              <a:xfrm>
                <a:off x="204220" y="2276484"/>
                <a:ext cx="325530" cy="54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01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7202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7203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7204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7205" name="组合 12"/>
            <p:cNvGrpSpPr>
              <a:grpSpLocks/>
            </p:cNvGrpSpPr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7207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6" name="直接连接符 25"/>
              <p:cNvCxnSpPr>
                <a:cxnSpLocks/>
              </p:cNvCxnSpPr>
              <p:nvPr/>
            </p:nvCxnSpPr>
            <p:spPr>
              <a:xfrm>
                <a:off x="2820682" y="2858685"/>
                <a:ext cx="29364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连接符 23"/>
            <p:cNvCxnSpPr/>
            <p:nvPr/>
          </p:nvCxnSpPr>
          <p:spPr>
            <a:xfrm flipV="1">
              <a:off x="227013" y="4346575"/>
              <a:ext cx="3016249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83" name="文本框 338"/>
          <p:cNvSpPr txBox="1">
            <a:spLocks noChangeArrowheads="1"/>
          </p:cNvSpPr>
          <p:nvPr/>
        </p:nvSpPr>
        <p:spPr bwMode="auto">
          <a:xfrm>
            <a:off x="328613" y="38623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0   1    0    1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7184" name="文本框 339"/>
          <p:cNvSpPr txBox="1">
            <a:spLocks noChangeArrowheads="1"/>
          </p:cNvSpPr>
          <p:nvPr/>
        </p:nvSpPr>
        <p:spPr bwMode="auto">
          <a:xfrm>
            <a:off x="328613" y="4425950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1   0    1    0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7185" name="文本框 341"/>
          <p:cNvSpPr txBox="1">
            <a:spLocks noChangeArrowheads="1"/>
          </p:cNvSpPr>
          <p:nvPr/>
        </p:nvSpPr>
        <p:spPr bwMode="auto">
          <a:xfrm>
            <a:off x="2446338" y="4918075"/>
            <a:ext cx="51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ea typeface="Noto Serif SC" panose="02020200000000000000" pitchFamily="18" charset="-122"/>
            </a:endParaRPr>
          </a:p>
        </p:txBody>
      </p:sp>
      <p:grpSp>
        <p:nvGrpSpPr>
          <p:cNvPr id="7186" name="组合 17"/>
          <p:cNvGrpSpPr>
            <a:grpSpLocks/>
          </p:cNvGrpSpPr>
          <p:nvPr/>
        </p:nvGrpSpPr>
        <p:grpSpPr bwMode="auto">
          <a:xfrm>
            <a:off x="331788" y="4913313"/>
            <a:ext cx="3049587" cy="460375"/>
            <a:chOff x="213489" y="5644643"/>
            <a:chExt cx="3048294" cy="461665"/>
          </a:xfrm>
        </p:grpSpPr>
        <p:sp>
          <p:nvSpPr>
            <p:cNvPr id="7194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0   0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7195" name="组合 342"/>
            <p:cNvGrpSpPr>
              <a:grpSpLocks/>
            </p:cNvGrpSpPr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7196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 flipV="1">
                <a:off x="2820801" y="2847843"/>
                <a:ext cx="298324" cy="111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87" name="组合 18"/>
          <p:cNvGrpSpPr>
            <a:grpSpLocks/>
          </p:cNvGrpSpPr>
          <p:nvPr/>
        </p:nvGrpSpPr>
        <p:grpSpPr bwMode="auto">
          <a:xfrm>
            <a:off x="328613" y="5449888"/>
            <a:ext cx="3068637" cy="471487"/>
            <a:chOff x="209946" y="6181259"/>
            <a:chExt cx="3068766" cy="471449"/>
          </a:xfrm>
        </p:grpSpPr>
        <p:sp>
          <p:nvSpPr>
            <p:cNvPr id="7189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1   1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190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7191" name="组合 347"/>
            <p:cNvGrpSpPr>
              <a:grpSpLocks/>
            </p:cNvGrpSpPr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7192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44" name="直接连接符 43"/>
              <p:cNvCxnSpPr/>
              <p:nvPr/>
            </p:nvCxnSpPr>
            <p:spPr>
              <a:xfrm flipV="1">
                <a:off x="2820592" y="2847363"/>
                <a:ext cx="298463" cy="111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ctangle 3"/>
          <p:cNvSpPr txBox="1">
            <a:spLocks noChangeArrowheads="1"/>
          </p:cNvSpPr>
          <p:nvPr/>
        </p:nvSpPr>
        <p:spPr bwMode="auto">
          <a:xfrm>
            <a:off x="280988" y="949325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ea typeface="Noto Serif SC" panose="02020200000000000000" pitchFamily="18" charset="-122"/>
              </a:rPr>
              <a:t>負邊沿觸發的</a:t>
            </a:r>
            <a:r>
              <a:rPr lang="en-US" altLang="zh-CN" dirty="0">
                <a:ea typeface="Noto Serif SC" panose="02020200000000000000" pitchFamily="18" charset="-122"/>
              </a:rPr>
              <a:t>J-K</a:t>
            </a:r>
            <a:r>
              <a:rPr lang="zh-CN" altLang="en-US" dirty="0">
                <a:ea typeface="Noto Serif SC" panose="02020200000000000000" pitchFamily="18" charset="-122"/>
              </a:rPr>
              <a:t>觸發器原理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5218112" y="2140347"/>
            <a:ext cx="2376264" cy="3459956"/>
            <a:chOff x="5868144" y="2075657"/>
            <a:chExt cx="2376264" cy="3459956"/>
          </a:xfrm>
        </p:grpSpPr>
        <p:sp>
          <p:nvSpPr>
            <p:cNvPr id="3" name="矩形 2"/>
            <p:cNvSpPr/>
            <p:nvPr/>
          </p:nvSpPr>
          <p:spPr>
            <a:xfrm>
              <a:off x="6372200" y="2636912"/>
              <a:ext cx="1368152" cy="235260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5868144" y="306896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5868144" y="450912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372200" y="3556000"/>
              <a:ext cx="150813" cy="184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6370613" y="3740972"/>
              <a:ext cx="152400" cy="2246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5868144" y="3750089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V="1">
              <a:off x="7056276" y="2075657"/>
              <a:ext cx="0" cy="5468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V="1">
              <a:off x="7056276" y="4988720"/>
              <a:ext cx="0" cy="5468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7740352" y="306896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7740352" y="4509120"/>
              <a:ext cx="5040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308"/>
            <p:cNvSpPr txBox="1">
              <a:spLocks noChangeArrowheads="1"/>
            </p:cNvSpPr>
            <p:nvPr/>
          </p:nvSpPr>
          <p:spPr bwMode="auto">
            <a:xfrm>
              <a:off x="6876256" y="4541912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ea typeface="Noto Serif SC" panose="02020200000000000000" pitchFamily="18" charset="-122"/>
                </a:rPr>
                <a:t>d</a:t>
              </a: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 flipV="1">
              <a:off x="6911182" y="4595887"/>
              <a:ext cx="298450" cy="111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314"/>
            <p:cNvSpPr txBox="1">
              <a:spLocks noChangeArrowheads="1"/>
            </p:cNvSpPr>
            <p:nvPr/>
          </p:nvSpPr>
          <p:spPr bwMode="auto">
            <a:xfrm>
              <a:off x="6872126" y="2681976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 err="1"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 err="1">
                  <a:ea typeface="Noto Serif SC" panose="02020200000000000000" pitchFamily="18" charset="-122"/>
                </a:rPr>
                <a:t>d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67" name="直接连接符 66"/>
            <p:cNvCxnSpPr/>
            <p:nvPr/>
          </p:nvCxnSpPr>
          <p:spPr bwMode="auto">
            <a:xfrm flipV="1">
              <a:off x="6907051" y="2735951"/>
              <a:ext cx="298450" cy="111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327"/>
            <p:cNvSpPr txBox="1">
              <a:spLocks noChangeArrowheads="1"/>
            </p:cNvSpPr>
            <p:nvPr/>
          </p:nvSpPr>
          <p:spPr bwMode="auto">
            <a:xfrm>
              <a:off x="7308895" y="2894268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69" name="文本框 330"/>
            <p:cNvSpPr txBox="1">
              <a:spLocks noChangeArrowheads="1"/>
            </p:cNvSpPr>
            <p:nvPr/>
          </p:nvSpPr>
          <p:spPr bwMode="auto">
            <a:xfrm>
              <a:off x="7332143" y="4226174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70" name="直接连接符 69"/>
            <p:cNvCxnSpPr/>
            <p:nvPr/>
          </p:nvCxnSpPr>
          <p:spPr bwMode="auto">
            <a:xfrm flipV="1">
              <a:off x="7400405" y="4302374"/>
              <a:ext cx="298450" cy="111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322"/>
            <p:cNvSpPr txBox="1">
              <a:spLocks noChangeArrowheads="1"/>
            </p:cNvSpPr>
            <p:nvPr/>
          </p:nvSpPr>
          <p:spPr bwMode="auto">
            <a:xfrm>
              <a:off x="6523013" y="3509990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72" name="文本框 317"/>
            <p:cNvSpPr txBox="1">
              <a:spLocks noChangeArrowheads="1"/>
            </p:cNvSpPr>
            <p:nvPr/>
          </p:nvSpPr>
          <p:spPr bwMode="auto">
            <a:xfrm>
              <a:off x="6413560" y="287433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73" name="文本框 320"/>
            <p:cNvSpPr txBox="1">
              <a:spLocks noChangeArrowheads="1"/>
            </p:cNvSpPr>
            <p:nvPr/>
          </p:nvSpPr>
          <p:spPr bwMode="auto">
            <a:xfrm>
              <a:off x="6372200" y="426243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4"/>
          <p:cNvGrpSpPr>
            <a:grpSpLocks/>
          </p:cNvGrpSpPr>
          <p:nvPr/>
        </p:nvGrpSpPr>
        <p:grpSpPr bwMode="auto">
          <a:xfrm>
            <a:off x="4308475" y="1461665"/>
            <a:ext cx="4584700" cy="4919663"/>
            <a:chOff x="4030868" y="1463339"/>
            <a:chExt cx="4584665" cy="4920396"/>
          </a:xfrm>
        </p:grpSpPr>
        <p:grpSp>
          <p:nvGrpSpPr>
            <p:cNvPr id="135" name="组合 5"/>
            <p:cNvGrpSpPr>
              <a:grpSpLocks/>
            </p:cNvGrpSpPr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203" name="矩形 202"/>
              <p:cNvSpPr/>
              <p:nvPr/>
            </p:nvSpPr>
            <p:spPr>
              <a:xfrm>
                <a:off x="2441511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04" name="直接连接符 203"/>
              <p:cNvCxnSpPr>
                <a:stCxn id="203" idx="1"/>
                <a:endCxn id="203" idx="3"/>
              </p:cNvCxnSpPr>
              <p:nvPr/>
            </p:nvCxnSpPr>
            <p:spPr>
              <a:xfrm>
                <a:off x="2441511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>
                <a:endCxn id="203" idx="2"/>
              </p:cNvCxnSpPr>
              <p:nvPr/>
            </p:nvCxnSpPr>
            <p:spPr>
              <a:xfrm>
                <a:off x="3327329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6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7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C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8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D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9" name="椭圆 208"/>
              <p:cNvSpPr/>
              <p:nvPr/>
            </p:nvSpPr>
            <p:spPr>
              <a:xfrm>
                <a:off x="3228905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36" name="组合 6"/>
            <p:cNvGrpSpPr>
              <a:grpSpLocks/>
            </p:cNvGrpSpPr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196" name="矩形 195"/>
              <p:cNvSpPr/>
              <p:nvPr/>
            </p:nvSpPr>
            <p:spPr>
              <a:xfrm>
                <a:off x="2441753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97" name="直接连接符 196"/>
              <p:cNvCxnSpPr>
                <a:stCxn id="196" idx="1"/>
                <a:endCxn id="196" idx="3"/>
              </p:cNvCxnSpPr>
              <p:nvPr/>
            </p:nvCxnSpPr>
            <p:spPr>
              <a:xfrm>
                <a:off x="2441753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>
                <a:endCxn id="196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0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A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1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B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2" name="椭圆 201"/>
              <p:cNvSpPr/>
              <p:nvPr/>
            </p:nvSpPr>
            <p:spPr>
              <a:xfrm>
                <a:off x="3229147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37" name="组合 7"/>
            <p:cNvGrpSpPr>
              <a:grpSpLocks/>
            </p:cNvGrpSpPr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192" name="矩形 191"/>
              <p:cNvSpPr/>
              <p:nvPr/>
            </p:nvSpPr>
            <p:spPr>
              <a:xfrm>
                <a:off x="3348210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3" name="椭圆 192"/>
              <p:cNvSpPr/>
              <p:nvPr/>
            </p:nvSpPr>
            <p:spPr>
              <a:xfrm>
                <a:off x="3737144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5411944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5" name="椭圆 194"/>
              <p:cNvSpPr/>
              <p:nvPr/>
            </p:nvSpPr>
            <p:spPr>
              <a:xfrm>
                <a:off x="5800878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138" name="直接连接符 137"/>
            <p:cNvCxnSpPr>
              <a:endCxn id="193" idx="0"/>
            </p:cNvCxnSpPr>
            <p:nvPr/>
          </p:nvCxnSpPr>
          <p:spPr>
            <a:xfrm>
              <a:off x="5267522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7340781" y="3098708"/>
              <a:ext cx="7937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42" name="组合 12"/>
            <p:cNvGrpSpPr>
              <a:grpSpLocks/>
            </p:cNvGrpSpPr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182" name="直接连接符 181"/>
              <p:cNvCxnSpPr/>
              <p:nvPr/>
            </p:nvCxnSpPr>
            <p:spPr>
              <a:xfrm>
                <a:off x="6293108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5112017" y="960729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flipH="1">
                <a:off x="4597671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flipH="1">
                <a:off x="3294343" y="2283315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 flipH="1">
                <a:off x="4172224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椭圆 187"/>
              <p:cNvSpPr/>
              <p:nvPr/>
            </p:nvSpPr>
            <p:spPr>
              <a:xfrm>
                <a:off x="4070625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89" name="直接连接符 188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flipV="1">
                <a:off x="4188099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flipH="1">
                <a:off x="4207149" y="3925034"/>
                <a:ext cx="1587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组合 13"/>
            <p:cNvGrpSpPr>
              <a:grpSpLocks/>
            </p:cNvGrpSpPr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172" name="直接连接符 171"/>
              <p:cNvCxnSpPr>
                <a:endCxn id="202" idx="0"/>
              </p:cNvCxnSpPr>
              <p:nvPr/>
            </p:nvCxnSpPr>
            <p:spPr>
              <a:xfrm>
                <a:off x="3486929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>
                <a:off x="3486929" y="941980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>
                <a:off x="4691832" y="940391"/>
                <a:ext cx="436560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>
                <a:off x="5142678" y="2672612"/>
                <a:ext cx="1385878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flipH="1">
                <a:off x="6504743" y="2286792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flipH="1">
                <a:off x="5590350" y="2280441"/>
                <a:ext cx="4763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椭圆 177"/>
              <p:cNvSpPr/>
              <p:nvPr/>
            </p:nvSpPr>
            <p:spPr>
              <a:xfrm>
                <a:off x="5493514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79" name="直接连接符 178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5104579" y="4139681"/>
                <a:ext cx="373060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H="1">
                <a:off x="5464939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组合 14"/>
            <p:cNvGrpSpPr>
              <a:grpSpLocks/>
            </p:cNvGrpSpPr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163" name="直接连接符 162"/>
              <p:cNvCxnSpPr/>
              <p:nvPr/>
            </p:nvCxnSpPr>
            <p:spPr>
              <a:xfrm>
                <a:off x="3064050" y="3131122"/>
                <a:ext cx="369726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 flipH="1">
                <a:off x="6761310" y="2268982"/>
                <a:ext cx="1587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4849974" y="3121596"/>
                <a:ext cx="14287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椭圆 166"/>
              <p:cNvSpPr/>
              <p:nvPr/>
            </p:nvSpPr>
            <p:spPr>
              <a:xfrm>
                <a:off x="4757900" y="3029507"/>
                <a:ext cx="195261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68" name="直接连接符 167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 flipH="1">
                <a:off x="3962568" y="3975798"/>
                <a:ext cx="7938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 flipH="1">
                <a:off x="5686580" y="3951983"/>
                <a:ext cx="4763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椭圆 170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45" name="组合 15"/>
            <p:cNvGrpSpPr>
              <a:grpSpLocks/>
            </p:cNvGrpSpPr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156" name="直接连接符 155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>
                <a:stCxn id="159" idx="2"/>
              </p:cNvCxnSpPr>
              <p:nvPr/>
            </p:nvCxnSpPr>
            <p:spPr>
              <a:xfrm>
                <a:off x="2622728" y="2886611"/>
                <a:ext cx="969956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椭圆 158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60" name="直接连接符 159"/>
              <p:cNvCxnSpPr>
                <a:stCxn id="161" idx="6"/>
              </p:cNvCxnSpPr>
              <p:nvPr/>
            </p:nvCxnSpPr>
            <p:spPr>
              <a:xfrm>
                <a:off x="2827514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椭圆 160"/>
              <p:cNvSpPr/>
              <p:nvPr/>
            </p:nvSpPr>
            <p:spPr>
              <a:xfrm>
                <a:off x="2633841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62" name="直接连接符 161"/>
              <p:cNvCxnSpPr/>
              <p:nvPr/>
            </p:nvCxnSpPr>
            <p:spPr>
              <a:xfrm flipH="1">
                <a:off x="6000902" y="3953570"/>
                <a:ext cx="20638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直接连接符 145"/>
            <p:cNvCxnSpPr/>
            <p:nvPr/>
          </p:nvCxnSpPr>
          <p:spPr>
            <a:xfrm flipH="1">
              <a:off x="4870650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flipH="1">
              <a:off x="7729715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8"/>
            <p:cNvGrpSpPr>
              <a:grpSpLocks/>
            </p:cNvGrpSpPr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149" name="直接连接符 148"/>
              <p:cNvCxnSpPr/>
              <p:nvPr/>
            </p:nvCxnSpPr>
            <p:spPr>
              <a:xfrm>
                <a:off x="7075632" y="2286447"/>
                <a:ext cx="4762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6145364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椭圆 151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53" name="直接连接符 152"/>
              <p:cNvCxnSpPr/>
              <p:nvPr/>
            </p:nvCxnSpPr>
            <p:spPr>
              <a:xfrm>
                <a:off x="3753019" y="4806185"/>
                <a:ext cx="3328963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椭圆 153"/>
              <p:cNvSpPr/>
              <p:nvPr/>
            </p:nvSpPr>
            <p:spPr>
              <a:xfrm>
                <a:off x="6970857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55" name="直接连接符 154"/>
              <p:cNvCxnSpPr/>
              <p:nvPr/>
            </p:nvCxnSpPr>
            <p:spPr>
              <a:xfrm>
                <a:off x="3729207" y="3939281"/>
                <a:ext cx="17462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EA65B-8E5A-4219-9EE2-95E28C5A1487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cxnSp>
        <p:nvCxnSpPr>
          <p:cNvPr id="9" name="直接连接符 8"/>
          <p:cNvCxnSpPr>
            <a:endCxn id="64" idx="0"/>
          </p:cNvCxnSpPr>
          <p:nvPr/>
        </p:nvCxnSpPr>
        <p:spPr bwMode="auto">
          <a:xfrm>
            <a:off x="5545138" y="3085678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5004048" y="1475662"/>
            <a:ext cx="3018957" cy="3466598"/>
            <a:chOff x="6198143" y="4157692"/>
            <a:chExt cx="3018957" cy="3466598"/>
          </a:xfrm>
        </p:grpSpPr>
        <p:sp>
          <p:nvSpPr>
            <p:cNvPr id="11" name="椭圆 10"/>
            <p:cNvSpPr/>
            <p:nvPr/>
          </p:nvSpPr>
          <p:spPr bwMode="auto">
            <a:xfrm>
              <a:off x="7405626" y="6028723"/>
              <a:ext cx="193675" cy="203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9268" name="组合 12"/>
            <p:cNvGrpSpPr>
              <a:grpSpLocks/>
            </p:cNvGrpSpPr>
            <p:nvPr/>
          </p:nvGrpSpPr>
          <p:grpSpPr bwMode="auto">
            <a:xfrm>
              <a:off x="6198143" y="4157692"/>
              <a:ext cx="3018957" cy="3466598"/>
              <a:chOff x="3282248" y="657009"/>
              <a:chExt cx="3018934" cy="3467115"/>
            </a:xfrm>
            <a:solidFill>
              <a:srgbClr val="FF0000"/>
            </a:solidFill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8" y="657472"/>
                <a:ext cx="0" cy="600164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7" y="960729"/>
                <a:ext cx="1189028" cy="15877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1" y="968668"/>
                <a:ext cx="514346" cy="1689352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3" cy="37470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4" y="2280139"/>
                <a:ext cx="6350" cy="37470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5" y="2548466"/>
                <a:ext cx="193674" cy="203230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9" y="4117150"/>
                <a:ext cx="406397" cy="6351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9" y="3925034"/>
                <a:ext cx="1587" cy="19211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69" name="组合 13"/>
          <p:cNvGrpSpPr>
            <a:grpSpLocks/>
          </p:cNvGrpSpPr>
          <p:nvPr/>
        </p:nvGrpSpPr>
        <p:grpSpPr bwMode="auto">
          <a:xfrm>
            <a:off x="5206991" y="1460433"/>
            <a:ext cx="3041668" cy="3505746"/>
            <a:chOff x="3486323" y="641897"/>
            <a:chExt cx="3041645" cy="3506268"/>
          </a:xfrm>
          <a:solidFill>
            <a:srgbClr val="FFFF00"/>
          </a:solidFill>
        </p:grpSpPr>
        <p:cxnSp>
          <p:nvCxnSpPr>
            <p:cNvPr id="43" name="直接连接符 42"/>
            <p:cNvCxnSpPr>
              <a:endCxn id="73" idx="0"/>
            </p:cNvCxnSpPr>
            <p:nvPr/>
          </p:nvCxnSpPr>
          <p:spPr>
            <a:xfrm>
              <a:off x="3486929" y="641897"/>
              <a:ext cx="0" cy="60016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3486929" y="941980"/>
              <a:ext cx="1189028" cy="1587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4691832" y="940391"/>
              <a:ext cx="436560" cy="173857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5142678" y="2672612"/>
              <a:ext cx="1385878" cy="635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6504743" y="2286792"/>
              <a:ext cx="4763" cy="37470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H="1">
              <a:off x="5590350" y="2280441"/>
              <a:ext cx="4763" cy="37629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/>
            <p:cNvSpPr/>
            <p:nvPr/>
          </p:nvSpPr>
          <p:spPr>
            <a:xfrm>
              <a:off x="5493514" y="2570997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50" name="直接连接符 49"/>
            <p:cNvCxnSpPr/>
            <p:nvPr/>
          </p:nvCxnSpPr>
          <p:spPr>
            <a:xfrm flipH="1">
              <a:off x="5117279" y="2678963"/>
              <a:ext cx="9525" cy="146071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5104579" y="4139681"/>
              <a:ext cx="373060" cy="79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5464939" y="3939626"/>
              <a:ext cx="3175" cy="19052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71" name="组合 15"/>
          <p:cNvGrpSpPr>
            <a:grpSpLocks/>
          </p:cNvGrpSpPr>
          <p:nvPr/>
        </p:nvGrpSpPr>
        <p:grpSpPr bwMode="auto">
          <a:xfrm>
            <a:off x="4336456" y="3103444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27" name="直接连接符 26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30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31" name="直接连接符 30"/>
            <p:cNvCxnSpPr>
              <a:stCxn id="32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74" name="组合 18"/>
          <p:cNvGrpSpPr>
            <a:grpSpLocks/>
          </p:cNvGrpSpPr>
          <p:nvPr/>
        </p:nvGrpSpPr>
        <p:grpSpPr bwMode="auto">
          <a:xfrm>
            <a:off x="5442784" y="3102940"/>
            <a:ext cx="3436623" cy="3278388"/>
            <a:chOff x="3728453" y="2286247"/>
            <a:chExt cx="3436597" cy="3278876"/>
          </a:xfrm>
          <a:solidFill>
            <a:srgbClr val="FFFF00"/>
          </a:solidFill>
        </p:grpSpPr>
        <p:cxnSp>
          <p:nvCxnSpPr>
            <p:cNvPr id="20" name="直接连接符 19"/>
            <p:cNvCxnSpPr/>
            <p:nvPr/>
          </p:nvCxnSpPr>
          <p:spPr>
            <a:xfrm>
              <a:off x="7075632" y="2286447"/>
              <a:ext cx="4762" cy="3278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127901" y="2899313"/>
              <a:ext cx="920743" cy="31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145364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6962920" y="2816751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3753019" y="4806185"/>
              <a:ext cx="3328963" cy="635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6970857" y="472362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3729207" y="3939281"/>
              <a:ext cx="17462" cy="88595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3159125" y="2840038"/>
            <a:ext cx="1030288" cy="3668712"/>
            <a:chOff x="3159125" y="2840038"/>
            <a:chExt cx="1030288" cy="3668712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19450" y="2840038"/>
              <a:ext cx="871538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非同步清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184525" y="3594100"/>
              <a:ext cx="87947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159125" y="4441825"/>
              <a:ext cx="103028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168650" y="5046663"/>
              <a:ext cx="10144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181350" y="556736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保持</a:t>
              </a:r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05163" y="6111875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翻轉</a:t>
              </a:r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182563" y="3119438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19325" y="2560638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9" name="文本框 14"/>
          <p:cNvSpPr txBox="1">
            <a:spLocks noChangeArrowheads="1"/>
          </p:cNvSpPr>
          <p:nvPr/>
        </p:nvSpPr>
        <p:spPr bwMode="auto">
          <a:xfrm>
            <a:off x="182563" y="31797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</a:rPr>
              <a:t>0    1    X   </a:t>
            </a:r>
            <a:r>
              <a:rPr lang="en-US" altLang="zh-CN" sz="2000" dirty="0" err="1">
                <a:solidFill>
                  <a:srgbClr val="FF9933"/>
                </a:solidFill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solidFill>
                  <a:srgbClr val="FF9933"/>
                </a:solidFill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</a:rPr>
              <a:t>    0    1</a:t>
            </a:r>
            <a:endParaRPr lang="zh-CN" altLang="en-US" sz="2000" dirty="0">
              <a:solidFill>
                <a:srgbClr val="FF9933"/>
              </a:solidFill>
              <a:ea typeface="Noto Serif SC" panose="02020200000000000000" pitchFamily="18" charset="-122"/>
            </a:endParaRPr>
          </a:p>
        </p:txBody>
      </p:sp>
      <p:sp>
        <p:nvSpPr>
          <p:cNvPr id="9230" name="文本框 334"/>
          <p:cNvSpPr txBox="1">
            <a:spLocks noChangeArrowheads="1"/>
          </p:cNvSpPr>
          <p:nvPr/>
        </p:nvSpPr>
        <p:spPr bwMode="auto">
          <a:xfrm>
            <a:off x="187325" y="3725863"/>
            <a:ext cx="30384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0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9231" name="组合 90"/>
          <p:cNvGrpSpPr>
            <a:grpSpLocks/>
          </p:cNvGrpSpPr>
          <p:nvPr/>
        </p:nvGrpSpPr>
        <p:grpSpPr bwMode="auto">
          <a:xfrm>
            <a:off x="155575" y="2560638"/>
            <a:ext cx="3062288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9247" name="组合 8"/>
            <p:cNvGrpSpPr>
              <a:grpSpLocks/>
            </p:cNvGrpSpPr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9259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1" y="2265379"/>
                <a:ext cx="298402" cy="111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48" name="组合 313"/>
            <p:cNvGrpSpPr>
              <a:grpSpLocks/>
            </p:cNvGrpSpPr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9257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49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250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251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252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9253" name="组合 12"/>
            <p:cNvGrpSpPr>
              <a:grpSpLocks/>
            </p:cNvGrpSpPr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9255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2" y="2847580"/>
                <a:ext cx="298402" cy="1110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49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32" name="文本框 338"/>
          <p:cNvSpPr txBox="1">
            <a:spLocks noChangeArrowheads="1"/>
          </p:cNvSpPr>
          <p:nvPr/>
        </p:nvSpPr>
        <p:spPr bwMode="auto">
          <a:xfrm>
            <a:off x="160338" y="44338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0   1    0    1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9233" name="文本框 339"/>
          <p:cNvSpPr txBox="1">
            <a:spLocks noChangeArrowheads="1"/>
          </p:cNvSpPr>
          <p:nvPr/>
        </p:nvSpPr>
        <p:spPr bwMode="auto">
          <a:xfrm>
            <a:off x="160338" y="4997450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1   0    1    0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9234" name="文本框 341"/>
          <p:cNvSpPr txBox="1">
            <a:spLocks noChangeArrowheads="1"/>
          </p:cNvSpPr>
          <p:nvPr/>
        </p:nvSpPr>
        <p:spPr bwMode="auto">
          <a:xfrm>
            <a:off x="2278063" y="5489575"/>
            <a:ext cx="51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ea typeface="Noto Serif SC" panose="02020200000000000000" pitchFamily="18" charset="-122"/>
            </a:endParaRPr>
          </a:p>
        </p:txBody>
      </p:sp>
      <p:grpSp>
        <p:nvGrpSpPr>
          <p:cNvPr id="9235" name="组合 17"/>
          <p:cNvGrpSpPr>
            <a:grpSpLocks/>
          </p:cNvGrpSpPr>
          <p:nvPr/>
        </p:nvGrpSpPr>
        <p:grpSpPr bwMode="auto">
          <a:xfrm>
            <a:off x="163513" y="5484813"/>
            <a:ext cx="3049587" cy="460375"/>
            <a:chOff x="213489" y="5644643"/>
            <a:chExt cx="3048294" cy="461665"/>
          </a:xfrm>
        </p:grpSpPr>
        <p:sp>
          <p:nvSpPr>
            <p:cNvPr id="9242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0   0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9243" name="组合 342"/>
            <p:cNvGrpSpPr>
              <a:grpSpLocks/>
            </p:cNvGrpSpPr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9244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1" y="2847843"/>
                <a:ext cx="298324" cy="1114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36" name="组合 18"/>
          <p:cNvGrpSpPr>
            <a:grpSpLocks/>
          </p:cNvGrpSpPr>
          <p:nvPr/>
        </p:nvGrpSpPr>
        <p:grpSpPr bwMode="auto">
          <a:xfrm>
            <a:off x="160338" y="6021388"/>
            <a:ext cx="3068637" cy="471487"/>
            <a:chOff x="209946" y="6181259"/>
            <a:chExt cx="3068766" cy="471449"/>
          </a:xfrm>
        </p:grpSpPr>
        <p:sp>
          <p:nvSpPr>
            <p:cNvPr id="9237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1   1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9238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9239" name="组合 347"/>
            <p:cNvGrpSpPr>
              <a:grpSpLocks/>
            </p:cNvGrpSpPr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9240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2" y="2847363"/>
                <a:ext cx="298463" cy="1111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" name="Rectangle 3"/>
          <p:cNvSpPr txBox="1">
            <a:spLocks noChangeArrowheads="1"/>
          </p:cNvSpPr>
          <p:nvPr/>
        </p:nvSpPr>
        <p:spPr bwMode="auto">
          <a:xfrm>
            <a:off x="252307" y="835541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defRPr/>
            </a:pPr>
            <a:r>
              <a:rPr lang="zh-CN" altLang="en-US" dirty="0">
                <a:ea typeface="Noto Serif SC" panose="02020200000000000000" pitchFamily="18" charset="-122"/>
              </a:rPr>
              <a:t>該結構的基本要求：</a:t>
            </a:r>
            <a:r>
              <a:rPr lang="en-US" altLang="zh-CN" dirty="0" err="1">
                <a:ea typeface="Noto Serif SC" panose="02020200000000000000" pitchFamily="18" charset="-122"/>
              </a:rPr>
              <a:t>t</a:t>
            </a:r>
            <a:r>
              <a:rPr lang="en-US" altLang="zh-CN" baseline="-25000" dirty="0" err="1">
                <a:ea typeface="Noto Serif SC" panose="02020200000000000000" pitchFamily="18" charset="-122"/>
              </a:rPr>
              <a:t>pd</a:t>
            </a:r>
            <a:r>
              <a:rPr lang="zh-CN" altLang="en-US" baseline="-25000" dirty="0">
                <a:ea typeface="Noto Serif SC" panose="02020200000000000000" pitchFamily="18" charset="-122"/>
              </a:rPr>
              <a:t>反及閘</a:t>
            </a:r>
            <a:r>
              <a:rPr lang="en-US" altLang="zh-CN" dirty="0">
                <a:ea typeface="Noto Serif SC" panose="02020200000000000000" pitchFamily="18" charset="-122"/>
              </a:rPr>
              <a:t>&gt;</a:t>
            </a:r>
            <a:r>
              <a:rPr lang="en-US" altLang="zh-CN" dirty="0">
                <a:solidFill>
                  <a:srgbClr val="FFC000"/>
                </a:solidFill>
                <a:ea typeface="Noto Serif SC" panose="02020200000000000000" pitchFamily="18" charset="-122"/>
              </a:rPr>
              <a:t>2*</a:t>
            </a:r>
            <a:r>
              <a:rPr lang="en-US" altLang="zh-CN" dirty="0" err="1">
                <a:ea typeface="Noto Serif SC" panose="02020200000000000000" pitchFamily="18" charset="-122"/>
              </a:rPr>
              <a:t>t</a:t>
            </a:r>
            <a:r>
              <a:rPr lang="en-US" altLang="zh-CN" baseline="-25000" dirty="0" err="1">
                <a:ea typeface="Noto Serif SC" panose="02020200000000000000" pitchFamily="18" charset="-122"/>
              </a:rPr>
              <a:t>pd</a:t>
            </a:r>
            <a:r>
              <a:rPr lang="zh-CN" altLang="en-US" baseline="-25000" dirty="0">
                <a:ea typeface="Noto Serif SC" panose="02020200000000000000" pitchFamily="18" charset="-122"/>
              </a:rPr>
              <a:t>與反或閘</a:t>
            </a:r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11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7EE6583-D9A9-7C48-2D0C-98C8B7321C2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25371" y="253860"/>
            <a:ext cx="838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ea typeface="Noto Serif SC" panose="02020200000000000000" pitchFamily="18" charset="-122"/>
              </a:rPr>
              <a:t>負邊沿觸發的</a:t>
            </a:r>
            <a:r>
              <a:rPr lang="en-US" altLang="zh-CN" dirty="0">
                <a:ea typeface="Noto Serif SC" panose="02020200000000000000" pitchFamily="18" charset="-122"/>
              </a:rPr>
              <a:t>J-K</a:t>
            </a:r>
            <a:r>
              <a:rPr lang="zh-CN" altLang="en-US" dirty="0">
                <a:ea typeface="Noto Serif SC" panose="02020200000000000000" pitchFamily="18" charset="-122"/>
              </a:rPr>
              <a:t>觸發器原理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81C4034-48D0-1BEE-2AC2-EDAE4D73A50D}"/>
              </a:ext>
            </a:extLst>
          </p:cNvPr>
          <p:cNvCxnSpPr/>
          <p:nvPr/>
        </p:nvCxnSpPr>
        <p:spPr bwMode="auto">
          <a:xfrm>
            <a:off x="7609879" y="3098550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4"/>
          <p:cNvGrpSpPr>
            <a:grpSpLocks/>
          </p:cNvGrpSpPr>
          <p:nvPr/>
        </p:nvGrpSpPr>
        <p:grpSpPr bwMode="auto">
          <a:xfrm>
            <a:off x="4308475" y="1628800"/>
            <a:ext cx="4584700" cy="4919663"/>
            <a:chOff x="4030868" y="1463339"/>
            <a:chExt cx="4584665" cy="4920396"/>
          </a:xfrm>
        </p:grpSpPr>
        <p:grpSp>
          <p:nvGrpSpPr>
            <p:cNvPr id="138" name="组合 5"/>
            <p:cNvGrpSpPr>
              <a:grpSpLocks/>
            </p:cNvGrpSpPr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207" name="矩形 206"/>
              <p:cNvSpPr/>
              <p:nvPr/>
            </p:nvSpPr>
            <p:spPr>
              <a:xfrm>
                <a:off x="2441511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08" name="直接连接符 207"/>
              <p:cNvCxnSpPr>
                <a:stCxn id="207" idx="1"/>
                <a:endCxn id="207" idx="3"/>
              </p:cNvCxnSpPr>
              <p:nvPr/>
            </p:nvCxnSpPr>
            <p:spPr>
              <a:xfrm>
                <a:off x="2441511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>
                <a:endCxn id="207" idx="2"/>
              </p:cNvCxnSpPr>
              <p:nvPr/>
            </p:nvCxnSpPr>
            <p:spPr>
              <a:xfrm>
                <a:off x="3327329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1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C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2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D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3228905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39" name="组合 6"/>
            <p:cNvGrpSpPr>
              <a:grpSpLocks/>
            </p:cNvGrpSpPr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200" name="矩形 199"/>
              <p:cNvSpPr/>
              <p:nvPr/>
            </p:nvSpPr>
            <p:spPr>
              <a:xfrm>
                <a:off x="2441753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01" name="直接连接符 200"/>
              <p:cNvCxnSpPr>
                <a:stCxn id="200" idx="1"/>
                <a:endCxn id="200" idx="3"/>
              </p:cNvCxnSpPr>
              <p:nvPr/>
            </p:nvCxnSpPr>
            <p:spPr>
              <a:xfrm>
                <a:off x="2441753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>
                <a:endCxn id="200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4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A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5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B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6" name="椭圆 205"/>
              <p:cNvSpPr/>
              <p:nvPr/>
            </p:nvSpPr>
            <p:spPr>
              <a:xfrm>
                <a:off x="3229147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40" name="组合 7"/>
            <p:cNvGrpSpPr>
              <a:grpSpLocks/>
            </p:cNvGrpSpPr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196" name="矩形 195"/>
              <p:cNvSpPr/>
              <p:nvPr/>
            </p:nvSpPr>
            <p:spPr>
              <a:xfrm>
                <a:off x="3348210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7" name="椭圆 196"/>
              <p:cNvSpPr/>
              <p:nvPr/>
            </p:nvSpPr>
            <p:spPr>
              <a:xfrm>
                <a:off x="3737144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5411944" y="3555049"/>
                <a:ext cx="982655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9" name="椭圆 198"/>
              <p:cNvSpPr/>
              <p:nvPr/>
            </p:nvSpPr>
            <p:spPr>
              <a:xfrm>
                <a:off x="5800878" y="3342292"/>
                <a:ext cx="204786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141" name="直接连接符 140"/>
            <p:cNvCxnSpPr>
              <a:endCxn id="197" idx="0"/>
            </p:cNvCxnSpPr>
            <p:nvPr/>
          </p:nvCxnSpPr>
          <p:spPr>
            <a:xfrm>
              <a:off x="5267522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7340781" y="3098708"/>
              <a:ext cx="7937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椭圆 142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44" name="椭圆 143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45" name="组合 12"/>
            <p:cNvGrpSpPr>
              <a:grpSpLocks/>
            </p:cNvGrpSpPr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186" name="直接连接符 185"/>
              <p:cNvCxnSpPr/>
              <p:nvPr/>
            </p:nvCxnSpPr>
            <p:spPr>
              <a:xfrm>
                <a:off x="6293108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5112017" y="960729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 flipH="1">
                <a:off x="4597671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flipH="1">
                <a:off x="3294343" y="2283315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flipH="1">
                <a:off x="4172224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椭圆 191"/>
              <p:cNvSpPr/>
              <p:nvPr/>
            </p:nvSpPr>
            <p:spPr>
              <a:xfrm>
                <a:off x="4070625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93" name="直接连接符 192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 flipV="1">
                <a:off x="4188099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 flipH="1">
                <a:off x="4207149" y="3925034"/>
                <a:ext cx="1587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组合 13"/>
            <p:cNvGrpSpPr>
              <a:grpSpLocks/>
            </p:cNvGrpSpPr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176" name="直接连接符 175"/>
              <p:cNvCxnSpPr>
                <a:endCxn id="206" idx="0"/>
              </p:cNvCxnSpPr>
              <p:nvPr/>
            </p:nvCxnSpPr>
            <p:spPr>
              <a:xfrm>
                <a:off x="3486929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3486929" y="941980"/>
                <a:ext cx="1189028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>
                <a:off x="4691832" y="940391"/>
                <a:ext cx="436560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5142678" y="2672612"/>
                <a:ext cx="1385878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flipH="1">
                <a:off x="6504743" y="2286792"/>
                <a:ext cx="4763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H="1">
                <a:off x="5590350" y="2280441"/>
                <a:ext cx="4763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椭圆 181"/>
              <p:cNvSpPr/>
              <p:nvPr/>
            </p:nvSpPr>
            <p:spPr>
              <a:xfrm>
                <a:off x="5493514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83" name="直接连接符 182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>
                <a:off x="5104579" y="4139681"/>
                <a:ext cx="373060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flipH="1">
                <a:off x="5464939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组合 14"/>
            <p:cNvGrpSpPr>
              <a:grpSpLocks/>
            </p:cNvGrpSpPr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167" name="直接连接符 166"/>
              <p:cNvCxnSpPr/>
              <p:nvPr/>
            </p:nvCxnSpPr>
            <p:spPr>
              <a:xfrm>
                <a:off x="3064050" y="3131122"/>
                <a:ext cx="3697260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 flipH="1">
                <a:off x="6761310" y="2268982"/>
                <a:ext cx="1587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>
                <a:off x="4849974" y="3121596"/>
                <a:ext cx="14287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椭圆 170"/>
              <p:cNvSpPr/>
              <p:nvPr/>
            </p:nvSpPr>
            <p:spPr>
              <a:xfrm>
                <a:off x="4757900" y="3029507"/>
                <a:ext cx="195261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72" name="直接连接符 171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 flipH="1">
                <a:off x="3962568" y="3975798"/>
                <a:ext cx="7938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 flipH="1">
                <a:off x="5686580" y="3951983"/>
                <a:ext cx="4763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椭圆 174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49" name="组合 15"/>
            <p:cNvGrpSpPr>
              <a:grpSpLocks/>
            </p:cNvGrpSpPr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160" name="直接连接符 159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>
                <a:stCxn id="163" idx="2"/>
              </p:cNvCxnSpPr>
              <p:nvPr/>
            </p:nvCxnSpPr>
            <p:spPr>
              <a:xfrm>
                <a:off x="2622728" y="2886611"/>
                <a:ext cx="969956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椭圆 162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64" name="直接连接符 163"/>
              <p:cNvCxnSpPr>
                <a:stCxn id="165" idx="6"/>
              </p:cNvCxnSpPr>
              <p:nvPr/>
            </p:nvCxnSpPr>
            <p:spPr>
              <a:xfrm>
                <a:off x="2827514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椭圆 164"/>
              <p:cNvSpPr/>
              <p:nvPr/>
            </p:nvSpPr>
            <p:spPr>
              <a:xfrm>
                <a:off x="2633841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66" name="直接连接符 165"/>
              <p:cNvCxnSpPr/>
              <p:nvPr/>
            </p:nvCxnSpPr>
            <p:spPr>
              <a:xfrm flipH="1">
                <a:off x="6000902" y="3953570"/>
                <a:ext cx="20638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0" name="直接连接符 149"/>
            <p:cNvCxnSpPr/>
            <p:nvPr/>
          </p:nvCxnSpPr>
          <p:spPr>
            <a:xfrm flipH="1">
              <a:off x="4870650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 flipH="1">
              <a:off x="7729715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组合 18"/>
            <p:cNvGrpSpPr>
              <a:grpSpLocks/>
            </p:cNvGrpSpPr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153" name="直接连接符 152"/>
              <p:cNvCxnSpPr/>
              <p:nvPr/>
            </p:nvCxnSpPr>
            <p:spPr>
              <a:xfrm>
                <a:off x="7075632" y="2286447"/>
                <a:ext cx="4762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6145364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椭圆 155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57" name="直接连接符 156"/>
              <p:cNvCxnSpPr/>
              <p:nvPr/>
            </p:nvCxnSpPr>
            <p:spPr>
              <a:xfrm>
                <a:off x="3753019" y="4806185"/>
                <a:ext cx="3328963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椭圆 157"/>
              <p:cNvSpPr/>
              <p:nvPr/>
            </p:nvSpPr>
            <p:spPr>
              <a:xfrm>
                <a:off x="6970857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59" name="直接连接符 158"/>
              <p:cNvCxnSpPr/>
              <p:nvPr/>
            </p:nvCxnSpPr>
            <p:spPr>
              <a:xfrm>
                <a:off x="3729207" y="3939281"/>
                <a:ext cx="17462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组合 5"/>
          <p:cNvGrpSpPr/>
          <p:nvPr/>
        </p:nvGrpSpPr>
        <p:grpSpPr>
          <a:xfrm>
            <a:off x="4495242" y="1510161"/>
            <a:ext cx="4351283" cy="5108517"/>
            <a:chOff x="4506913" y="1560843"/>
            <a:chExt cx="4351283" cy="5108517"/>
          </a:xfrm>
        </p:grpSpPr>
        <p:grpSp>
          <p:nvGrpSpPr>
            <p:cNvPr id="2" name="组合 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2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23" name="直接连接符 12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24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25" name="直接连接符 124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9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30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31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32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949325"/>
            <a:ext cx="7924800" cy="825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負邊沿觸發的</a:t>
            </a:r>
            <a:r>
              <a:rPr lang="en-US" altLang="zh-CN" dirty="0"/>
              <a:t>J-K</a:t>
            </a:r>
            <a:r>
              <a:rPr lang="zh-CN" altLang="en-US" dirty="0"/>
              <a:t>觸發器原理</a:t>
            </a:r>
          </a:p>
        </p:txBody>
      </p:sp>
      <p:sp>
        <p:nvSpPr>
          <p:cNvPr id="8197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  <p:cxnSp>
        <p:nvCxnSpPr>
          <p:cNvPr id="217" name="直接连接符 216"/>
          <p:cNvCxnSpPr/>
          <p:nvPr/>
        </p:nvCxnSpPr>
        <p:spPr bwMode="auto">
          <a:xfrm>
            <a:off x="7620000" y="326231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椭圆 217"/>
          <p:cNvSpPr/>
          <p:nvPr/>
        </p:nvSpPr>
        <p:spPr bwMode="auto">
          <a:xfrm>
            <a:off x="6227763" y="3522663"/>
            <a:ext cx="193675" cy="203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8246" name="组合 219"/>
          <p:cNvGrpSpPr>
            <a:grpSpLocks/>
          </p:cNvGrpSpPr>
          <p:nvPr/>
        </p:nvGrpSpPr>
        <p:grpSpPr bwMode="auto">
          <a:xfrm>
            <a:off x="5002818" y="1634665"/>
            <a:ext cx="3018957" cy="3467717"/>
            <a:chOff x="3282248" y="657009"/>
            <a:chExt cx="3018934" cy="3467115"/>
          </a:xfrm>
          <a:solidFill>
            <a:srgbClr val="FFFF00"/>
          </a:solidFill>
        </p:grpSpPr>
        <p:cxnSp>
          <p:nvCxnSpPr>
            <p:cNvPr id="260" name="直接连接符 259"/>
            <p:cNvCxnSpPr/>
            <p:nvPr/>
          </p:nvCxnSpPr>
          <p:spPr>
            <a:xfrm>
              <a:off x="6293107" y="657469"/>
              <a:ext cx="0" cy="59997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>
              <a:off x="5112016" y="960629"/>
              <a:ext cx="1189029" cy="1587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flipH="1">
              <a:off x="4597670" y="968565"/>
              <a:ext cx="514346" cy="169039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>
              <a:off x="3281643" y="2641499"/>
              <a:ext cx="134301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flipH="1">
              <a:off x="3294343" y="2282787"/>
              <a:ext cx="4762" cy="37617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flipH="1">
              <a:off x="4172223" y="2279612"/>
              <a:ext cx="6350" cy="37617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椭圆 265"/>
            <p:cNvSpPr/>
            <p:nvPr/>
          </p:nvSpPr>
          <p:spPr>
            <a:xfrm>
              <a:off x="4070624" y="2547854"/>
              <a:ext cx="193674" cy="203165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67" name="直接连接符 266"/>
            <p:cNvCxnSpPr/>
            <p:nvPr/>
          </p:nvCxnSpPr>
          <p:spPr>
            <a:xfrm flipH="1">
              <a:off x="4596083" y="2657372"/>
              <a:ext cx="9525" cy="146024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flipV="1">
              <a:off x="4188098" y="4117618"/>
              <a:ext cx="406397" cy="6349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flipH="1">
              <a:off x="4207148" y="3925564"/>
              <a:ext cx="1588" cy="19205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5209570" y="1627188"/>
            <a:ext cx="3041668" cy="3506877"/>
            <a:chOff x="5209570" y="1627188"/>
            <a:chExt cx="3041668" cy="3506877"/>
          </a:xfrm>
          <a:solidFill>
            <a:srgbClr val="FF6600"/>
          </a:solidFill>
        </p:grpSpPr>
        <p:sp>
          <p:nvSpPr>
            <p:cNvPr id="219" name="椭圆 218"/>
            <p:cNvSpPr/>
            <p:nvPr/>
          </p:nvSpPr>
          <p:spPr bwMode="auto">
            <a:xfrm>
              <a:off x="6748463" y="3546475"/>
              <a:ext cx="193675" cy="201613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8247" name="组合 220"/>
            <p:cNvGrpSpPr>
              <a:grpSpLocks/>
            </p:cNvGrpSpPr>
            <p:nvPr/>
          </p:nvGrpSpPr>
          <p:grpSpPr bwMode="auto">
            <a:xfrm>
              <a:off x="5209570" y="1627188"/>
              <a:ext cx="3041668" cy="3506877"/>
              <a:chOff x="3486323" y="641897"/>
              <a:chExt cx="3041645" cy="3506268"/>
            </a:xfrm>
            <a:grpFill/>
          </p:grpSpPr>
          <p:cxnSp>
            <p:nvCxnSpPr>
              <p:cNvPr id="250" name="直接连接符 249"/>
              <p:cNvCxnSpPr>
                <a:endCxn id="280" idx="0"/>
              </p:cNvCxnSpPr>
              <p:nvPr/>
            </p:nvCxnSpPr>
            <p:spPr>
              <a:xfrm>
                <a:off x="3486928" y="641897"/>
                <a:ext cx="0" cy="599971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/>
            </p:nvCxnSpPr>
            <p:spPr>
              <a:xfrm>
                <a:off x="3486928" y="941882"/>
                <a:ext cx="1189029" cy="15872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/>
            </p:nvCxnSpPr>
            <p:spPr>
              <a:xfrm>
                <a:off x="4691832" y="941882"/>
                <a:ext cx="436559" cy="1738011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>
                <a:off x="5142678" y="2671956"/>
                <a:ext cx="1385877" cy="7937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 flipH="1">
                <a:off x="6504743" y="2286261"/>
                <a:ext cx="4762" cy="376172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 flipH="1">
                <a:off x="5590350" y="2281499"/>
                <a:ext cx="4762" cy="374585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椭圆 255"/>
              <p:cNvSpPr/>
              <p:nvPr/>
            </p:nvSpPr>
            <p:spPr>
              <a:xfrm>
                <a:off x="5493513" y="2570374"/>
                <a:ext cx="193674" cy="203165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57" name="直接连接符 256"/>
              <p:cNvCxnSpPr/>
              <p:nvPr/>
            </p:nvCxnSpPr>
            <p:spPr>
              <a:xfrm flipH="1">
                <a:off x="5117279" y="2679893"/>
                <a:ext cx="9525" cy="146024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/>
              <p:cNvCxnSpPr/>
              <p:nvPr/>
            </p:nvCxnSpPr>
            <p:spPr>
              <a:xfrm>
                <a:off x="5104579" y="4140139"/>
                <a:ext cx="373059" cy="7936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 flipH="1">
                <a:off x="5464938" y="3938561"/>
                <a:ext cx="3175" cy="192055"/>
              </a:xfrm>
              <a:prstGeom prst="line">
                <a:avLst/>
              </a:prstGeom>
              <a:grp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49" name="组合 222"/>
          <p:cNvGrpSpPr>
            <a:grpSpLocks/>
          </p:cNvGrpSpPr>
          <p:nvPr/>
        </p:nvGrpSpPr>
        <p:grpSpPr bwMode="auto">
          <a:xfrm>
            <a:off x="4338638" y="3270250"/>
            <a:ext cx="3398837" cy="3278188"/>
            <a:chOff x="2622728" y="2287504"/>
            <a:chExt cx="3398811" cy="3277619"/>
          </a:xfrm>
          <a:solidFill>
            <a:srgbClr val="FFFF00"/>
          </a:solidFill>
        </p:grpSpPr>
        <p:cxnSp>
          <p:nvCxnSpPr>
            <p:cNvPr id="234" name="直接连接符 233"/>
            <p:cNvCxnSpPr/>
            <p:nvPr/>
          </p:nvCxnSpPr>
          <p:spPr>
            <a:xfrm>
              <a:off x="2730677" y="2287504"/>
              <a:ext cx="3175" cy="3277619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>
              <a:stCxn id="237" idx="2"/>
            </p:cNvCxnSpPr>
            <p:nvPr/>
          </p:nvCxnSpPr>
          <p:spPr>
            <a:xfrm>
              <a:off x="2622728" y="2887475"/>
              <a:ext cx="969955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>
              <a:off x="3565696" y="2287504"/>
              <a:ext cx="3175" cy="599971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椭圆 236"/>
            <p:cNvSpPr/>
            <p:nvPr/>
          </p:nvSpPr>
          <p:spPr>
            <a:xfrm>
              <a:off x="2622728" y="2785892"/>
              <a:ext cx="193674" cy="203165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38" name="直接连接符 237"/>
            <p:cNvCxnSpPr>
              <a:stCxn id="239" idx="6"/>
            </p:cNvCxnSpPr>
            <p:nvPr/>
          </p:nvCxnSpPr>
          <p:spPr>
            <a:xfrm>
              <a:off x="2827513" y="4563584"/>
              <a:ext cx="3178151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椭圆 238"/>
            <p:cNvSpPr/>
            <p:nvPr/>
          </p:nvSpPr>
          <p:spPr>
            <a:xfrm>
              <a:off x="2633840" y="4462001"/>
              <a:ext cx="193674" cy="203165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40" name="直接连接符 239"/>
            <p:cNvCxnSpPr/>
            <p:nvPr/>
          </p:nvCxnSpPr>
          <p:spPr>
            <a:xfrm flipH="1">
              <a:off x="6000902" y="3954090"/>
              <a:ext cx="20637" cy="60949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52" name="组合 225"/>
          <p:cNvGrpSpPr>
            <a:grpSpLocks/>
          </p:cNvGrpSpPr>
          <p:nvPr/>
        </p:nvGrpSpPr>
        <p:grpSpPr bwMode="auto">
          <a:xfrm>
            <a:off x="5444372" y="3268993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227" name="直接连接符 226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椭圆 229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椭圆 231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33" name="直接连接符 232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300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非同步清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301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302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303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304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保持</a:t>
              </a:r>
            </a:p>
          </p:txBody>
        </p:sp>
        <p:sp>
          <p:nvSpPr>
            <p:cNvPr id="305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翻轉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04788" y="2720975"/>
            <a:ext cx="3086100" cy="3984625"/>
            <a:chOff x="204788" y="2720975"/>
            <a:chExt cx="3086100" cy="3984625"/>
          </a:xfrm>
        </p:grpSpPr>
        <p:cxnSp>
          <p:nvCxnSpPr>
            <p:cNvPr id="5" name="直接连接符 4"/>
            <p:cNvCxnSpPr/>
            <p:nvPr/>
          </p:nvCxnSpPr>
          <p:spPr>
            <a:xfrm flipV="1">
              <a:off x="231775" y="32797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2268538" y="2720975"/>
              <a:ext cx="0" cy="3984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07" name="文本框 14"/>
            <p:cNvSpPr txBox="1">
              <a:spLocks noChangeArrowheads="1"/>
            </p:cNvSpPr>
            <p:nvPr/>
          </p:nvSpPr>
          <p:spPr bwMode="auto">
            <a:xfrm>
              <a:off x="252413" y="3931115"/>
              <a:ext cx="3038475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1    0    X   </a:t>
              </a:r>
              <a:r>
                <a:rPr lang="en-US" altLang="zh-CN" sz="2000" dirty="0" err="1">
                  <a:solidFill>
                    <a:srgbClr val="FF9933"/>
                  </a:solidFill>
                  <a:ea typeface="Noto Serif SC" panose="02020200000000000000" pitchFamily="18" charset="-122"/>
                </a:rPr>
                <a:t>X</a:t>
              </a:r>
              <a:r>
                <a:rPr lang="en-US" altLang="zh-CN" sz="20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   </a:t>
              </a:r>
              <a:r>
                <a:rPr lang="en-US" altLang="zh-CN" sz="2000" dirty="0" err="1">
                  <a:solidFill>
                    <a:srgbClr val="FF9933"/>
                  </a:solidFill>
                  <a:ea typeface="Noto Serif SC" panose="02020200000000000000" pitchFamily="18" charset="-122"/>
                </a:rPr>
                <a:t>X</a:t>
              </a:r>
              <a:r>
                <a:rPr lang="en-US" altLang="zh-CN" sz="20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    1    0</a:t>
              </a:r>
              <a:endParaRPr lang="zh-CN" altLang="en-US" sz="2000" dirty="0">
                <a:solidFill>
                  <a:srgbClr val="FF9933"/>
                </a:solidFill>
                <a:ea typeface="Noto Serif SC" panose="02020200000000000000" pitchFamily="18" charset="-122"/>
              </a:endParaRPr>
            </a:p>
          </p:txBody>
        </p:sp>
        <p:sp>
          <p:nvSpPr>
            <p:cNvPr id="8208" name="文本框 334"/>
            <p:cNvSpPr txBox="1">
              <a:spLocks noChangeArrowheads="1"/>
            </p:cNvSpPr>
            <p:nvPr/>
          </p:nvSpPr>
          <p:spPr bwMode="auto">
            <a:xfrm>
              <a:off x="224873" y="3370263"/>
              <a:ext cx="3038475" cy="40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0    1    X   </a:t>
              </a:r>
              <a:r>
                <a:rPr lang="en-US" altLang="zh-CN" sz="2000" dirty="0" err="1">
                  <a:ea typeface="Noto Serif SC" panose="02020200000000000000" pitchFamily="18" charset="-122"/>
                </a:rPr>
                <a:t>X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</a:t>
              </a:r>
              <a:r>
                <a:rPr lang="en-US" altLang="zh-CN" sz="2000" dirty="0" err="1">
                  <a:ea typeface="Noto Serif SC" panose="02020200000000000000" pitchFamily="18" charset="-122"/>
                </a:rPr>
                <a:t>X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 0    1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8209" name="组合 1"/>
            <p:cNvGrpSpPr>
              <a:grpSpLocks/>
            </p:cNvGrpSpPr>
            <p:nvPr/>
          </p:nvGrpSpPr>
          <p:grpSpPr bwMode="auto">
            <a:xfrm>
              <a:off x="204788" y="2720975"/>
              <a:ext cx="3062287" cy="3984625"/>
              <a:chOff x="204788" y="2720975"/>
              <a:chExt cx="3062287" cy="3984625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204788" y="2720975"/>
                <a:ext cx="3055937" cy="398462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8225" name="组合 8"/>
              <p:cNvGrpSpPr>
                <a:grpSpLocks/>
              </p:cNvGrpSpPr>
              <p:nvPr/>
            </p:nvGrpSpPr>
            <p:grpSpPr bwMode="auto">
              <a:xfrm>
                <a:off x="260350" y="2832100"/>
                <a:ext cx="514350" cy="461963"/>
                <a:chOff x="169301" y="2211439"/>
                <a:chExt cx="514268" cy="461665"/>
              </a:xfrm>
            </p:grpSpPr>
            <p:sp>
              <p:nvSpPr>
                <p:cNvPr id="8237" name="文本框 308"/>
                <p:cNvSpPr txBox="1">
                  <a:spLocks noChangeArrowheads="1"/>
                </p:cNvSpPr>
                <p:nvPr/>
              </p:nvSpPr>
              <p:spPr bwMode="auto">
                <a:xfrm>
                  <a:off x="169301" y="221143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R</a:t>
                  </a:r>
                  <a:r>
                    <a:rPr lang="en-US" altLang="zh-CN" sz="2400" baseline="-25000" dirty="0">
                      <a:ea typeface="Noto Serif SC" panose="02020200000000000000" pitchFamily="18" charset="-122"/>
                    </a:rPr>
                    <a:t>d</a:t>
                  </a:r>
                </a:p>
              </p:txBody>
            </p:sp>
            <p:cxnSp>
              <p:nvCxnSpPr>
                <p:cNvPr id="7" name="直接连接符 6"/>
                <p:cNvCxnSpPr/>
                <p:nvPr/>
              </p:nvCxnSpPr>
              <p:spPr>
                <a:xfrm flipV="1">
                  <a:off x="204220" y="2265379"/>
                  <a:ext cx="298402" cy="1110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26" name="组合 313"/>
              <p:cNvGrpSpPr>
                <a:grpSpLocks/>
              </p:cNvGrpSpPr>
              <p:nvPr/>
            </p:nvGrpSpPr>
            <p:grpSpPr bwMode="auto">
              <a:xfrm>
                <a:off x="684213" y="2822575"/>
                <a:ext cx="514350" cy="461963"/>
                <a:chOff x="169301" y="2211439"/>
                <a:chExt cx="514268" cy="461665"/>
              </a:xfrm>
            </p:grpSpPr>
            <p:sp>
              <p:nvSpPr>
                <p:cNvPr id="8235" name="文本框 314"/>
                <p:cNvSpPr txBox="1">
                  <a:spLocks noChangeArrowheads="1"/>
                </p:cNvSpPr>
                <p:nvPr/>
              </p:nvSpPr>
              <p:spPr bwMode="auto">
                <a:xfrm>
                  <a:off x="169301" y="221143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 err="1">
                      <a:ea typeface="Noto Serif SC" panose="02020200000000000000" pitchFamily="18" charset="-122"/>
                    </a:rPr>
                    <a:t>S</a:t>
                  </a:r>
                  <a:r>
                    <a:rPr lang="en-US" altLang="zh-CN" sz="2400" baseline="-25000" dirty="0" err="1">
                      <a:ea typeface="Noto Serif SC" panose="02020200000000000000" pitchFamily="18" charset="-122"/>
                    </a:rPr>
                    <a:t>d</a:t>
                  </a:r>
                  <a:endParaRPr lang="en-US" altLang="zh-CN" sz="2400" baseline="-25000" dirty="0">
                    <a:ea typeface="Noto Serif SC" panose="02020200000000000000" pitchFamily="18" charset="-122"/>
                  </a:endParaRPr>
                </a:p>
              </p:txBody>
            </p:sp>
            <p:cxnSp>
              <p:nvCxnSpPr>
                <p:cNvPr id="316" name="直接连接符 315"/>
                <p:cNvCxnSpPr/>
                <p:nvPr/>
              </p:nvCxnSpPr>
              <p:spPr>
                <a:xfrm flipV="1">
                  <a:off x="204220" y="2265379"/>
                  <a:ext cx="298402" cy="1110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27" name="文本框 317"/>
              <p:cNvSpPr txBox="1">
                <a:spLocks noChangeArrowheads="1"/>
              </p:cNvSpPr>
              <p:nvPr/>
            </p:nvSpPr>
            <p:spPr bwMode="auto">
              <a:xfrm>
                <a:off x="1547813" y="2828925"/>
                <a:ext cx="352425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J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228" name="文本框 320"/>
              <p:cNvSpPr txBox="1">
                <a:spLocks noChangeArrowheads="1"/>
              </p:cNvSpPr>
              <p:nvPr/>
            </p:nvSpPr>
            <p:spPr bwMode="auto">
              <a:xfrm>
                <a:off x="1844675" y="282257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K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229" name="文本框 322"/>
              <p:cNvSpPr txBox="1">
                <a:spLocks noChangeArrowheads="1"/>
              </p:cNvSpPr>
              <p:nvPr/>
            </p:nvSpPr>
            <p:spPr bwMode="auto">
              <a:xfrm>
                <a:off x="1077913" y="2828925"/>
                <a:ext cx="598487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CP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230" name="文本框 327"/>
              <p:cNvSpPr txBox="1">
                <a:spLocks noChangeArrowheads="1"/>
              </p:cNvSpPr>
              <p:nvPr/>
            </p:nvSpPr>
            <p:spPr bwMode="auto">
              <a:xfrm>
                <a:off x="2332038" y="2786063"/>
                <a:ext cx="514350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8231" name="组合 12"/>
              <p:cNvGrpSpPr>
                <a:grpSpLocks/>
              </p:cNvGrpSpPr>
              <p:nvPr/>
            </p:nvGrpSpPr>
            <p:grpSpPr bwMode="auto">
              <a:xfrm>
                <a:off x="2752725" y="2781300"/>
                <a:ext cx="514350" cy="461963"/>
                <a:chOff x="2752431" y="2771429"/>
                <a:chExt cx="514268" cy="461665"/>
              </a:xfrm>
            </p:grpSpPr>
            <p:sp>
              <p:nvSpPr>
                <p:cNvPr id="8233" name="文本框 330"/>
                <p:cNvSpPr txBox="1">
                  <a:spLocks noChangeArrowheads="1"/>
                </p:cNvSpPr>
                <p:nvPr/>
              </p:nvSpPr>
              <p:spPr bwMode="auto">
                <a:xfrm>
                  <a:off x="2752431" y="277142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Q</a:t>
                  </a:r>
                  <a:endParaRPr lang="en-US" altLang="zh-CN" sz="2400" baseline="-25000" dirty="0">
                    <a:ea typeface="Noto Serif SC" panose="02020200000000000000" pitchFamily="18" charset="-122"/>
                  </a:endParaRPr>
                </a:p>
              </p:txBody>
            </p:sp>
            <p:cxnSp>
              <p:nvCxnSpPr>
                <p:cNvPr id="329" name="直接连接符 328"/>
                <p:cNvCxnSpPr/>
                <p:nvPr/>
              </p:nvCxnSpPr>
              <p:spPr>
                <a:xfrm flipV="1">
                  <a:off x="2820683" y="2847580"/>
                  <a:ext cx="298402" cy="1110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8" name="直接连接符 337"/>
              <p:cNvCxnSpPr/>
              <p:nvPr/>
            </p:nvCxnSpPr>
            <p:spPr>
              <a:xfrm flipV="1">
                <a:off x="221456" y="4479090"/>
                <a:ext cx="3016250" cy="9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10" name="文本框 338"/>
            <p:cNvSpPr txBox="1">
              <a:spLocks noChangeArrowheads="1"/>
            </p:cNvSpPr>
            <p:nvPr/>
          </p:nvSpPr>
          <p:spPr bwMode="auto">
            <a:xfrm>
              <a:off x="209550" y="4594225"/>
              <a:ext cx="30384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0   1    0    1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211" name="文本框 339"/>
            <p:cNvSpPr txBox="1">
              <a:spLocks noChangeArrowheads="1"/>
            </p:cNvSpPr>
            <p:nvPr/>
          </p:nvSpPr>
          <p:spPr bwMode="auto">
            <a:xfrm>
              <a:off x="209550" y="5157788"/>
              <a:ext cx="30384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1   0    1    0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212" name="文本框 341"/>
            <p:cNvSpPr txBox="1">
              <a:spLocks noChangeArrowheads="1"/>
            </p:cNvSpPr>
            <p:nvPr/>
          </p:nvSpPr>
          <p:spPr bwMode="auto">
            <a:xfrm>
              <a:off x="2327275" y="564991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8213" name="组合 17"/>
            <p:cNvGrpSpPr>
              <a:grpSpLocks/>
            </p:cNvGrpSpPr>
            <p:nvPr/>
          </p:nvGrpSpPr>
          <p:grpSpPr bwMode="auto">
            <a:xfrm>
              <a:off x="212725" y="5645150"/>
              <a:ext cx="3049588" cy="460375"/>
              <a:chOff x="213489" y="5644643"/>
              <a:chExt cx="3048294" cy="461665"/>
            </a:xfrm>
          </p:grpSpPr>
          <p:sp>
            <p:nvSpPr>
              <p:cNvPr id="8220" name="文本框 340"/>
              <p:cNvSpPr txBox="1">
                <a:spLocks noChangeArrowheads="1"/>
              </p:cNvSpPr>
              <p:nvPr/>
            </p:nvSpPr>
            <p:spPr bwMode="auto">
              <a:xfrm>
                <a:off x="213489" y="5702259"/>
                <a:ext cx="303864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ea typeface="Noto Serif SC" panose="02020200000000000000" pitchFamily="18" charset="-122"/>
                  </a:rPr>
                  <a:t>1    1    </a:t>
                </a:r>
                <a:r>
                  <a:rPr lang="en-US" altLang="zh-CN" sz="20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</a:t>
                </a:r>
                <a:r>
                  <a:rPr lang="en-US" altLang="zh-CN" sz="2000" dirty="0">
                    <a:ea typeface="Noto Serif SC" panose="02020200000000000000" pitchFamily="18" charset="-122"/>
                  </a:rPr>
                  <a:t>   0   0            </a:t>
                </a: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8221" name="组合 342"/>
              <p:cNvGrpSpPr>
                <a:grpSpLocks/>
              </p:cNvGrpSpPr>
              <p:nvPr/>
            </p:nvGrpSpPr>
            <p:grpSpPr bwMode="auto">
              <a:xfrm>
                <a:off x="2747515" y="5644643"/>
                <a:ext cx="514268" cy="461665"/>
                <a:chOff x="2752431" y="2771429"/>
                <a:chExt cx="514268" cy="461665"/>
              </a:xfrm>
            </p:grpSpPr>
            <p:sp>
              <p:nvSpPr>
                <p:cNvPr id="8222" name="文本框 343"/>
                <p:cNvSpPr txBox="1">
                  <a:spLocks noChangeArrowheads="1"/>
                </p:cNvSpPr>
                <p:nvPr/>
              </p:nvSpPr>
              <p:spPr bwMode="auto">
                <a:xfrm>
                  <a:off x="2752431" y="277142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Q</a:t>
                  </a:r>
                  <a:endParaRPr lang="en-US" altLang="zh-CN" sz="2400" baseline="-25000" dirty="0">
                    <a:ea typeface="Noto Serif SC" panose="02020200000000000000" pitchFamily="18" charset="-122"/>
                  </a:endParaRPr>
                </a:p>
              </p:txBody>
            </p:sp>
            <p:cxnSp>
              <p:nvCxnSpPr>
                <p:cNvPr id="345" name="直接连接符 344"/>
                <p:cNvCxnSpPr/>
                <p:nvPr/>
              </p:nvCxnSpPr>
              <p:spPr>
                <a:xfrm flipV="1">
                  <a:off x="2820800" y="2847843"/>
                  <a:ext cx="298324" cy="1114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14" name="组合 18"/>
            <p:cNvGrpSpPr>
              <a:grpSpLocks/>
            </p:cNvGrpSpPr>
            <p:nvPr/>
          </p:nvGrpSpPr>
          <p:grpSpPr bwMode="auto">
            <a:xfrm>
              <a:off x="209550" y="6181725"/>
              <a:ext cx="3068638" cy="471488"/>
              <a:chOff x="209946" y="6181259"/>
              <a:chExt cx="3068766" cy="471449"/>
            </a:xfrm>
          </p:grpSpPr>
          <p:sp>
            <p:nvSpPr>
              <p:cNvPr id="8215" name="文本框 345"/>
              <p:cNvSpPr txBox="1">
                <a:spLocks noChangeArrowheads="1"/>
              </p:cNvSpPr>
              <p:nvPr/>
            </p:nvSpPr>
            <p:spPr bwMode="auto">
              <a:xfrm>
                <a:off x="209946" y="6205844"/>
                <a:ext cx="303864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ea typeface="Noto Serif SC" panose="02020200000000000000" pitchFamily="18" charset="-122"/>
                  </a:rPr>
                  <a:t>1    1    </a:t>
                </a:r>
                <a:r>
                  <a:rPr lang="en-US" altLang="zh-CN" sz="20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</a:t>
                </a:r>
                <a:r>
                  <a:rPr lang="en-US" altLang="zh-CN" sz="2000" dirty="0">
                    <a:ea typeface="Noto Serif SC" panose="02020200000000000000" pitchFamily="18" charset="-122"/>
                  </a:rPr>
                  <a:t>   1   1            </a:t>
                </a: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216" name="文本框 346"/>
              <p:cNvSpPr txBox="1">
                <a:spLocks noChangeArrowheads="1"/>
              </p:cNvSpPr>
              <p:nvPr/>
            </p:nvSpPr>
            <p:spPr bwMode="auto">
              <a:xfrm>
                <a:off x="2764444" y="618125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8217" name="组合 347"/>
              <p:cNvGrpSpPr>
                <a:grpSpLocks/>
              </p:cNvGrpSpPr>
              <p:nvPr/>
            </p:nvGrpSpPr>
            <p:grpSpPr bwMode="auto">
              <a:xfrm>
                <a:off x="2323102" y="6191043"/>
                <a:ext cx="514268" cy="461665"/>
                <a:chOff x="2752431" y="2771429"/>
                <a:chExt cx="514268" cy="461665"/>
              </a:xfrm>
            </p:grpSpPr>
            <p:sp>
              <p:nvSpPr>
                <p:cNvPr id="8218" name="文本框 348"/>
                <p:cNvSpPr txBox="1">
                  <a:spLocks noChangeArrowheads="1"/>
                </p:cNvSpPr>
                <p:nvPr/>
              </p:nvSpPr>
              <p:spPr bwMode="auto">
                <a:xfrm>
                  <a:off x="2752431" y="2771429"/>
                  <a:ext cx="5142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Q</a:t>
                  </a:r>
                  <a:endParaRPr lang="en-US" altLang="zh-CN" sz="2400" baseline="-25000" dirty="0">
                    <a:ea typeface="Noto Serif SC" panose="02020200000000000000" pitchFamily="18" charset="-122"/>
                  </a:endParaRPr>
                </a:p>
              </p:txBody>
            </p:sp>
            <p:cxnSp>
              <p:nvCxnSpPr>
                <p:cNvPr id="350" name="直接连接符 349"/>
                <p:cNvCxnSpPr/>
                <p:nvPr/>
              </p:nvCxnSpPr>
              <p:spPr>
                <a:xfrm flipV="1">
                  <a:off x="2820591" y="2847363"/>
                  <a:ext cx="298462" cy="11112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047DDF0-A512-7575-5F85-00F257C7BC14}"/>
              </a:ext>
            </a:extLst>
          </p:cNvPr>
          <p:cNvCxnSpPr/>
          <p:nvPr/>
        </p:nvCxnSpPr>
        <p:spPr bwMode="auto">
          <a:xfrm>
            <a:off x="5553869" y="3273450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CC5AA4-4F7D-42B6-B039-017FB2DE2FDA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grpSp>
        <p:nvGrpSpPr>
          <p:cNvPr id="10244" name="组合 4"/>
          <p:cNvGrpSpPr>
            <a:grpSpLocks/>
          </p:cNvGrpSpPr>
          <p:nvPr/>
        </p:nvGrpSpPr>
        <p:grpSpPr bwMode="auto">
          <a:xfrm>
            <a:off x="4318000" y="1530288"/>
            <a:ext cx="4584700" cy="4919663"/>
            <a:chOff x="4030868" y="1463339"/>
            <a:chExt cx="4584665" cy="4920396"/>
          </a:xfrm>
        </p:grpSpPr>
        <p:grpSp>
          <p:nvGrpSpPr>
            <p:cNvPr id="10285" name="组合 5"/>
            <p:cNvGrpSpPr>
              <a:grpSpLocks/>
            </p:cNvGrpSpPr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75" name="直接连接符 74"/>
              <p:cNvCxnSpPr>
                <a:stCxn id="74" idx="1"/>
                <a:endCxn id="74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>
                <a:endCxn id="74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56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57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C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58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D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0286" name="组合 6"/>
            <p:cNvGrpSpPr>
              <a:grpSpLocks/>
            </p:cNvGrpSpPr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8" name="直接连接符 67"/>
              <p:cNvCxnSpPr>
                <a:stCxn id="67" idx="1"/>
                <a:endCxn id="67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>
                <a:endCxn id="67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49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50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A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51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B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0287" name="组合 7"/>
            <p:cNvGrpSpPr>
              <a:grpSpLocks/>
            </p:cNvGrpSpPr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9" name="直接连接符 8"/>
            <p:cNvCxnSpPr>
              <a:endCxn id="64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292" name="组合 12"/>
            <p:cNvGrpSpPr>
              <a:grpSpLocks/>
            </p:cNvGrpSpPr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93" name="组合 13"/>
            <p:cNvGrpSpPr>
              <a:grpSpLocks/>
            </p:cNvGrpSpPr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3" name="直接连接符 42"/>
              <p:cNvCxnSpPr>
                <a:endCxn id="73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椭圆 48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50" name="直接连接符 49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94" name="组合 14"/>
            <p:cNvGrpSpPr>
              <a:grpSpLocks/>
            </p:cNvGrpSpPr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0295" name="组合 15"/>
            <p:cNvGrpSpPr>
              <a:grpSpLocks/>
            </p:cNvGrpSpPr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30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1" name="直接连接符 30"/>
              <p:cNvCxnSpPr>
                <a:stCxn id="32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16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98" name="组合 18"/>
            <p:cNvGrpSpPr>
              <a:grpSpLocks/>
            </p:cNvGrpSpPr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非同步清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保持</a:t>
              </a:r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翻轉</a:t>
              </a:r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3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0    1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0254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0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10255" name="组合 90"/>
          <p:cNvGrpSpPr>
            <a:grpSpLocks/>
          </p:cNvGrpSpPr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271" name="组合 8"/>
            <p:cNvGrpSpPr>
              <a:grpSpLocks/>
            </p:cNvGrpSpPr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0283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72" name="组合 313"/>
            <p:cNvGrpSpPr>
              <a:grpSpLocks/>
            </p:cNvGrpSpPr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0281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73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0274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0275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0276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277" name="组合 12"/>
            <p:cNvGrpSpPr>
              <a:grpSpLocks/>
            </p:cNvGrpSpPr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0279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3" y="28475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6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</a:rPr>
              <a:t>   0   1    0    1</a:t>
            </a:r>
            <a:endParaRPr lang="zh-CN" altLang="en-US" sz="2000" dirty="0">
              <a:solidFill>
                <a:srgbClr val="FF9933"/>
              </a:solidFill>
              <a:ea typeface="Noto Serif SC" panose="02020200000000000000" pitchFamily="18" charset="-122"/>
            </a:endParaRPr>
          </a:p>
        </p:txBody>
      </p:sp>
      <p:sp>
        <p:nvSpPr>
          <p:cNvPr id="10257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1   0    1    0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0258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ea typeface="Noto Serif SC" panose="02020200000000000000" pitchFamily="18" charset="-122"/>
            </a:endParaRPr>
          </a:p>
        </p:txBody>
      </p:sp>
      <p:grpSp>
        <p:nvGrpSpPr>
          <p:cNvPr id="10259" name="组合 17"/>
          <p:cNvGrpSpPr>
            <a:grpSpLocks/>
          </p:cNvGrpSpPr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0266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0   0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267" name="组合 342"/>
            <p:cNvGrpSpPr>
              <a:grpSpLocks/>
            </p:cNvGrpSpPr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0268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60" name="组合 18"/>
          <p:cNvGrpSpPr>
            <a:grpSpLocks/>
          </p:cNvGrpSpPr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0261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1   1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10262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263" name="组合 347"/>
            <p:cNvGrpSpPr>
              <a:grpSpLocks/>
            </p:cNvGrpSpPr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0264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5"/>
          <p:cNvGrpSpPr>
            <a:grpSpLocks/>
          </p:cNvGrpSpPr>
          <p:nvPr/>
        </p:nvGrpSpPr>
        <p:grpSpPr bwMode="auto">
          <a:xfrm>
            <a:off x="4340483" y="3175452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5" name="直接连接符 134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138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39" name="直接连接符 138"/>
            <p:cNvCxnSpPr>
              <a:stCxn id="140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225"/>
          <p:cNvGrpSpPr>
            <a:grpSpLocks/>
          </p:cNvGrpSpPr>
          <p:nvPr/>
        </p:nvGrpSpPr>
        <p:grpSpPr bwMode="auto">
          <a:xfrm>
            <a:off x="5454650" y="3173891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3" name="直接连接符 142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7" name="直接连接符 146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直接连接符 149"/>
          <p:cNvCxnSpPr/>
          <p:nvPr/>
        </p:nvCxnSpPr>
        <p:spPr bwMode="auto">
          <a:xfrm flipH="1">
            <a:off x="5148064" y="4869160"/>
            <a:ext cx="4762" cy="16129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 bwMode="auto">
          <a:xfrm flipH="1">
            <a:off x="8023621" y="4823162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 bwMode="auto">
          <a:xfrm>
            <a:off x="5550820" y="3154091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4"/>
          <p:cNvGrpSpPr>
            <a:grpSpLocks/>
          </p:cNvGrpSpPr>
          <p:nvPr/>
        </p:nvGrpSpPr>
        <p:grpSpPr bwMode="auto">
          <a:xfrm>
            <a:off x="4778289" y="3146680"/>
            <a:ext cx="3710907" cy="3295139"/>
            <a:chOff x="3051494" y="2269493"/>
            <a:chExt cx="3710879" cy="3295630"/>
          </a:xfrm>
          <a:solidFill>
            <a:srgbClr val="FF0000"/>
          </a:solidFill>
        </p:grpSpPr>
        <p:cxnSp>
          <p:nvCxnSpPr>
            <p:cNvPr id="154" name="直接连接符 153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椭圆 157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椭圆 161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98718" y="3045998"/>
            <a:ext cx="923091" cy="1026229"/>
            <a:chOff x="6878638" y="3084251"/>
            <a:chExt cx="923091" cy="1026229"/>
          </a:xfrm>
        </p:grpSpPr>
        <p:sp>
          <p:nvSpPr>
            <p:cNvPr id="163" name="文本框 327"/>
            <p:cNvSpPr txBox="1">
              <a:spLocks noChangeArrowheads="1"/>
            </p:cNvSpPr>
            <p:nvPr/>
          </p:nvSpPr>
          <p:spPr bwMode="auto">
            <a:xfrm>
              <a:off x="6878638" y="3084251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  <a:ea typeface="Noto Serif SC" panose="02020200000000000000" pitchFamily="18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7287379" y="3648517"/>
              <a:ext cx="514350" cy="461963"/>
              <a:chOff x="2589213" y="1304580"/>
              <a:chExt cx="514350" cy="461963"/>
            </a:xfrm>
          </p:grpSpPr>
          <p:sp>
            <p:nvSpPr>
              <p:cNvPr id="164" name="文本框 330"/>
              <p:cNvSpPr txBox="1">
                <a:spLocks noChangeArrowheads="1"/>
              </p:cNvSpPr>
              <p:nvPr/>
            </p:nvSpPr>
            <p:spPr bwMode="auto">
              <a:xfrm>
                <a:off x="2589213" y="1304580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65" name="直接连接符 164"/>
              <p:cNvCxnSpPr/>
              <p:nvPr/>
            </p:nvCxnSpPr>
            <p:spPr bwMode="auto">
              <a:xfrm flipV="1">
                <a:off x="2657476" y="138077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直接连接符 168"/>
          <p:cNvCxnSpPr/>
          <p:nvPr/>
        </p:nvCxnSpPr>
        <p:spPr bwMode="auto">
          <a:xfrm flipV="1">
            <a:off x="6115001" y="3130001"/>
            <a:ext cx="298450" cy="11113"/>
          </a:xfrm>
          <a:prstGeom prst="line">
            <a:avLst/>
          </a:prstGeom>
          <a:ln w="254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组合 14"/>
          <p:cNvGrpSpPr>
            <a:grpSpLocks/>
          </p:cNvGrpSpPr>
          <p:nvPr/>
        </p:nvGrpSpPr>
        <p:grpSpPr bwMode="auto">
          <a:xfrm>
            <a:off x="4770292" y="3143239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72" name="直接连接符 171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椭圆 175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77" name="直接连接符 176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椭圆 179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5004048" y="1547664"/>
            <a:ext cx="3019425" cy="3465512"/>
            <a:chOff x="315843" y="6503"/>
            <a:chExt cx="3019425" cy="3465512"/>
          </a:xfrm>
          <a:solidFill>
            <a:srgbClr val="FF0000"/>
          </a:solidFill>
        </p:grpSpPr>
        <p:sp>
          <p:nvSpPr>
            <p:cNvPr id="193" name="椭圆 192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94" name="直接连接符 193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椭圆 199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01" name="直接连接符 200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组合 203"/>
          <p:cNvGrpSpPr/>
          <p:nvPr/>
        </p:nvGrpSpPr>
        <p:grpSpPr>
          <a:xfrm>
            <a:off x="5219283" y="1507976"/>
            <a:ext cx="3041650" cy="3505200"/>
            <a:chOff x="567735" y="2373805"/>
            <a:chExt cx="3041650" cy="3505200"/>
          </a:xfrm>
          <a:solidFill>
            <a:srgbClr val="FFFF00"/>
          </a:solidFill>
        </p:grpSpPr>
        <p:sp>
          <p:nvSpPr>
            <p:cNvPr id="205" name="椭圆 204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06" name="直接连接符 205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椭圆 211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13" name="直接连接符 212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6" name="Rectangle 3"/>
          <p:cNvSpPr txBox="1">
            <a:spLocks noChangeArrowheads="1"/>
          </p:cNvSpPr>
          <p:nvPr/>
        </p:nvSpPr>
        <p:spPr bwMode="auto">
          <a:xfrm>
            <a:off x="308889" y="922276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ea typeface="Noto Serif SC" panose="02020200000000000000" pitchFamily="18" charset="-122"/>
              </a:rPr>
              <a:t>負邊沿觸發的</a:t>
            </a:r>
            <a:r>
              <a:rPr lang="en-US" altLang="zh-CN" dirty="0">
                <a:ea typeface="Noto Serif SC" panose="02020200000000000000" pitchFamily="18" charset="-122"/>
              </a:rPr>
              <a:t>J-K</a:t>
            </a:r>
            <a:r>
              <a:rPr lang="zh-CN" altLang="en-US" dirty="0">
                <a:ea typeface="Noto Serif SC" panose="02020200000000000000" pitchFamily="18" charset="-122"/>
              </a:rPr>
              <a:t>觸發器原理</a:t>
            </a:r>
          </a:p>
        </p:txBody>
      </p:sp>
      <p:sp>
        <p:nvSpPr>
          <p:cNvPr id="217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  <p:grpSp>
        <p:nvGrpSpPr>
          <p:cNvPr id="10305" name="组合 10304"/>
          <p:cNvGrpSpPr/>
          <p:nvPr/>
        </p:nvGrpSpPr>
        <p:grpSpPr>
          <a:xfrm>
            <a:off x="5902340" y="3149926"/>
            <a:ext cx="514350" cy="461963"/>
            <a:chOff x="6875462" y="1273112"/>
            <a:chExt cx="514350" cy="461963"/>
          </a:xfrm>
        </p:grpSpPr>
        <p:sp>
          <p:nvSpPr>
            <p:cNvPr id="218" name="文本框 330"/>
            <p:cNvSpPr txBox="1">
              <a:spLocks noChangeArrowheads="1"/>
            </p:cNvSpPr>
            <p:nvPr/>
          </p:nvSpPr>
          <p:spPr bwMode="auto">
            <a:xfrm>
              <a:off x="6875462" y="1273112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  <a:ea typeface="Noto Serif SC" panose="02020200000000000000" pitchFamily="18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6916669" y="1335026"/>
              <a:ext cx="292168" cy="0"/>
            </a:xfrm>
            <a:prstGeom prst="line">
              <a:avLst/>
            </a:prstGeom>
            <a:ln w="25400">
              <a:solidFill>
                <a:srgbClr val="FF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6C3ED37-A4DC-6BFC-D998-BE3363D867F0}"/>
              </a:ext>
            </a:extLst>
          </p:cNvPr>
          <p:cNvCxnSpPr/>
          <p:nvPr/>
        </p:nvCxnSpPr>
        <p:spPr bwMode="auto">
          <a:xfrm>
            <a:off x="7622380" y="3165351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3"/>
          <p:cNvSpPr txBox="1">
            <a:spLocks noChangeArrowheads="1"/>
          </p:cNvSpPr>
          <p:nvPr/>
        </p:nvSpPr>
        <p:spPr bwMode="auto">
          <a:xfrm>
            <a:off x="280988" y="949325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ea typeface="Noto Serif SC" panose="02020200000000000000" pitchFamily="18" charset="-122"/>
              </a:rPr>
              <a:t>負邊沿觸發的</a:t>
            </a:r>
            <a:r>
              <a:rPr lang="en-US" altLang="zh-CN" dirty="0">
                <a:ea typeface="Noto Serif SC" panose="02020200000000000000" pitchFamily="18" charset="-122"/>
              </a:rPr>
              <a:t>J-K</a:t>
            </a:r>
            <a:r>
              <a:rPr lang="zh-CN" altLang="en-US" dirty="0">
                <a:ea typeface="Noto Serif SC" panose="02020200000000000000" pitchFamily="18" charset="-122"/>
              </a:rPr>
              <a:t>觸發器原理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4116" y="185161"/>
            <a:ext cx="8382000" cy="762000"/>
          </a:xfrm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45F681-1D57-4580-980F-6037C607211B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grpSp>
        <p:nvGrpSpPr>
          <p:cNvPr id="11268" name="组合 4"/>
          <p:cNvGrpSpPr>
            <a:grpSpLocks/>
          </p:cNvGrpSpPr>
          <p:nvPr/>
        </p:nvGrpSpPr>
        <p:grpSpPr bwMode="auto">
          <a:xfrm>
            <a:off x="4332289" y="1550987"/>
            <a:ext cx="4584700" cy="4919663"/>
            <a:chOff x="4030868" y="1463339"/>
            <a:chExt cx="4584665" cy="4920396"/>
          </a:xfrm>
        </p:grpSpPr>
        <p:grpSp>
          <p:nvGrpSpPr>
            <p:cNvPr id="11309" name="组合 5"/>
            <p:cNvGrpSpPr>
              <a:grpSpLocks/>
            </p:cNvGrpSpPr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75" name="直接连接符 74"/>
              <p:cNvCxnSpPr>
                <a:stCxn id="74" idx="1"/>
                <a:endCxn id="74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>
                <a:endCxn id="74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80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81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C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82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D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1310" name="组合 6"/>
            <p:cNvGrpSpPr>
              <a:grpSpLocks/>
            </p:cNvGrpSpPr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8" name="直接连接符 67"/>
              <p:cNvCxnSpPr>
                <a:stCxn id="67" idx="1"/>
                <a:endCxn id="67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>
                <a:endCxn id="67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73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74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A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75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B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1311" name="组合 7"/>
            <p:cNvGrpSpPr>
              <a:grpSpLocks/>
            </p:cNvGrpSpPr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9" name="直接连接符 8"/>
            <p:cNvCxnSpPr>
              <a:endCxn id="64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316" name="组合 12"/>
            <p:cNvGrpSpPr>
              <a:grpSpLocks/>
            </p:cNvGrpSpPr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17" name="组合 13"/>
            <p:cNvGrpSpPr>
              <a:grpSpLocks/>
            </p:cNvGrpSpPr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3" name="直接连接符 42"/>
              <p:cNvCxnSpPr>
                <a:endCxn id="73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椭圆 48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50" name="直接连接符 49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18" name="组合 14"/>
            <p:cNvGrpSpPr>
              <a:grpSpLocks/>
            </p:cNvGrpSpPr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1319" name="组合 15"/>
            <p:cNvGrpSpPr>
              <a:grpSpLocks/>
            </p:cNvGrpSpPr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30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1" name="直接连接符 30"/>
              <p:cNvCxnSpPr>
                <a:stCxn id="32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16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22" name="组合 18"/>
            <p:cNvGrpSpPr>
              <a:grpSpLocks/>
            </p:cNvGrpSpPr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非同步清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保持</a:t>
              </a:r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翻轉</a:t>
              </a:r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7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0    1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1278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0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11279" name="组合 90"/>
          <p:cNvGrpSpPr>
            <a:grpSpLocks/>
          </p:cNvGrpSpPr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295" name="组合 8"/>
            <p:cNvGrpSpPr>
              <a:grpSpLocks/>
            </p:cNvGrpSpPr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1307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296" name="组合 313"/>
            <p:cNvGrpSpPr>
              <a:grpSpLocks/>
            </p:cNvGrpSpPr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1305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297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1298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1299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1300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301" name="组合 12"/>
            <p:cNvGrpSpPr>
              <a:grpSpLocks/>
            </p:cNvGrpSpPr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1303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80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0   1    0    1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1281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solidFill>
                  <a:srgbClr val="FF9933"/>
                </a:solidFill>
                <a:ea typeface="Noto Serif SC" panose="02020200000000000000" pitchFamily="18" charset="-122"/>
              </a:rPr>
              <a:t>   1   0    1    0</a:t>
            </a:r>
            <a:endParaRPr lang="zh-CN" altLang="en-US" sz="2000" dirty="0">
              <a:solidFill>
                <a:srgbClr val="FF9933"/>
              </a:solidFill>
              <a:ea typeface="Noto Serif SC" panose="02020200000000000000" pitchFamily="18" charset="-122"/>
            </a:endParaRPr>
          </a:p>
        </p:txBody>
      </p:sp>
      <p:sp>
        <p:nvSpPr>
          <p:cNvPr id="11282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ea typeface="Noto Serif SC" panose="02020200000000000000" pitchFamily="18" charset="-122"/>
            </a:endParaRPr>
          </a:p>
        </p:txBody>
      </p:sp>
      <p:grpSp>
        <p:nvGrpSpPr>
          <p:cNvPr id="11283" name="组合 17"/>
          <p:cNvGrpSpPr>
            <a:grpSpLocks/>
          </p:cNvGrpSpPr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1290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0   0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291" name="组合 342"/>
            <p:cNvGrpSpPr>
              <a:grpSpLocks/>
            </p:cNvGrpSpPr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1292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284" name="组合 18"/>
          <p:cNvGrpSpPr>
            <a:grpSpLocks/>
          </p:cNvGrpSpPr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1285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1   1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11286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287" name="组合 347"/>
            <p:cNvGrpSpPr>
              <a:grpSpLocks/>
            </p:cNvGrpSpPr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1288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5"/>
          <p:cNvGrpSpPr>
            <a:grpSpLocks/>
          </p:cNvGrpSpPr>
          <p:nvPr/>
        </p:nvGrpSpPr>
        <p:grpSpPr bwMode="auto">
          <a:xfrm>
            <a:off x="4355894" y="3195955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5" name="直接连接符 134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138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39" name="直接连接符 138"/>
            <p:cNvCxnSpPr>
              <a:stCxn id="140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225"/>
          <p:cNvGrpSpPr>
            <a:grpSpLocks/>
          </p:cNvGrpSpPr>
          <p:nvPr/>
        </p:nvGrpSpPr>
        <p:grpSpPr bwMode="auto">
          <a:xfrm>
            <a:off x="5470061" y="3194394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3" name="直接连接符 142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7" name="直接连接符 146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直接连接符 149"/>
          <p:cNvCxnSpPr/>
          <p:nvPr/>
        </p:nvCxnSpPr>
        <p:spPr bwMode="auto">
          <a:xfrm flipH="1">
            <a:off x="8029963" y="4879975"/>
            <a:ext cx="4762" cy="16129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 bwMode="auto">
          <a:xfrm flipH="1">
            <a:off x="5175032" y="4869238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4"/>
          <p:cNvGrpSpPr>
            <a:grpSpLocks/>
          </p:cNvGrpSpPr>
          <p:nvPr/>
        </p:nvGrpSpPr>
        <p:grpSpPr bwMode="auto">
          <a:xfrm>
            <a:off x="4791076" y="3175000"/>
            <a:ext cx="3710907" cy="3295139"/>
            <a:chOff x="3051494" y="2269493"/>
            <a:chExt cx="3710879" cy="3295630"/>
          </a:xfrm>
          <a:solidFill>
            <a:srgbClr val="FF0000"/>
          </a:solidFill>
        </p:grpSpPr>
        <p:cxnSp>
          <p:nvCxnSpPr>
            <p:cNvPr id="154" name="直接连接符 153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椭圆 157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椭圆 161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cxnSp>
        <p:nvCxnSpPr>
          <p:cNvPr id="163" name="直接连接符 162"/>
          <p:cNvCxnSpPr/>
          <p:nvPr/>
        </p:nvCxnSpPr>
        <p:spPr bwMode="auto">
          <a:xfrm>
            <a:off x="7637879" y="3200992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组合 163"/>
          <p:cNvGrpSpPr/>
          <p:nvPr/>
        </p:nvGrpSpPr>
        <p:grpSpPr>
          <a:xfrm>
            <a:off x="5530850" y="3132782"/>
            <a:ext cx="911565" cy="933525"/>
            <a:chOff x="6910343" y="3334383"/>
            <a:chExt cx="911565" cy="933525"/>
          </a:xfrm>
        </p:grpSpPr>
        <p:sp>
          <p:nvSpPr>
            <p:cNvPr id="165" name="文本框 327"/>
            <p:cNvSpPr txBox="1">
              <a:spLocks noChangeArrowheads="1"/>
            </p:cNvSpPr>
            <p:nvPr/>
          </p:nvSpPr>
          <p:spPr bwMode="auto">
            <a:xfrm>
              <a:off x="6910343" y="3805946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  <a:ea typeface="Noto Serif SC" panose="02020200000000000000" pitchFamily="18" charset="-122"/>
              </a:endParaRPr>
            </a:p>
          </p:txBody>
        </p:sp>
        <p:grpSp>
          <p:nvGrpSpPr>
            <p:cNvPr id="166" name="组合 165"/>
            <p:cNvGrpSpPr/>
            <p:nvPr/>
          </p:nvGrpSpPr>
          <p:grpSpPr>
            <a:xfrm>
              <a:off x="7307558" y="3334383"/>
              <a:ext cx="514350" cy="461963"/>
              <a:chOff x="2609392" y="990446"/>
              <a:chExt cx="514350" cy="461963"/>
            </a:xfrm>
          </p:grpSpPr>
          <p:sp>
            <p:nvSpPr>
              <p:cNvPr id="167" name="文本框 330"/>
              <p:cNvSpPr txBox="1">
                <a:spLocks noChangeArrowheads="1"/>
              </p:cNvSpPr>
              <p:nvPr/>
            </p:nvSpPr>
            <p:spPr bwMode="auto">
              <a:xfrm>
                <a:off x="2609392" y="990446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68" name="直接连接符 167"/>
              <p:cNvCxnSpPr/>
              <p:nvPr/>
            </p:nvCxnSpPr>
            <p:spPr bwMode="auto">
              <a:xfrm flipV="1">
                <a:off x="2658705" y="108582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9" name="组合 14"/>
          <p:cNvGrpSpPr>
            <a:grpSpLocks/>
          </p:cNvGrpSpPr>
          <p:nvPr/>
        </p:nvGrpSpPr>
        <p:grpSpPr bwMode="auto">
          <a:xfrm>
            <a:off x="4789776" y="3183986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70" name="直接连接符 169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椭圆 173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75" name="直接连接符 174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椭圆 177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179" name="组合 178"/>
          <p:cNvGrpSpPr/>
          <p:nvPr/>
        </p:nvGrpSpPr>
        <p:grpSpPr>
          <a:xfrm>
            <a:off x="5220072" y="1556792"/>
            <a:ext cx="3041650" cy="3505200"/>
            <a:chOff x="567735" y="2373805"/>
            <a:chExt cx="3041650" cy="3505200"/>
          </a:xfrm>
          <a:solidFill>
            <a:srgbClr val="FF0000"/>
          </a:solidFill>
        </p:grpSpPr>
        <p:sp>
          <p:nvSpPr>
            <p:cNvPr id="180" name="椭圆 179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81" name="直接连接符 180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椭圆 186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88" name="直接连接符 187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组合 190"/>
          <p:cNvGrpSpPr/>
          <p:nvPr/>
        </p:nvGrpSpPr>
        <p:grpSpPr>
          <a:xfrm>
            <a:off x="5004048" y="1547664"/>
            <a:ext cx="3019425" cy="3465512"/>
            <a:chOff x="315843" y="6503"/>
            <a:chExt cx="3019425" cy="3465512"/>
          </a:xfrm>
          <a:solidFill>
            <a:srgbClr val="FFFF00"/>
          </a:solidFill>
        </p:grpSpPr>
        <p:sp>
          <p:nvSpPr>
            <p:cNvPr id="192" name="椭圆 191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93" name="直接连接符 192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00" name="直接连接符 199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F2E7EC4-1D39-1113-D44D-04F0550262AD}"/>
              </a:ext>
            </a:extLst>
          </p:cNvPr>
          <p:cNvCxnSpPr>
            <a:cxnSpLocks/>
            <a:endCxn id="64" idx="0"/>
          </p:cNvCxnSpPr>
          <p:nvPr/>
        </p:nvCxnSpPr>
        <p:spPr bwMode="auto">
          <a:xfrm flipH="1">
            <a:off x="5577683" y="3191951"/>
            <a:ext cx="7287" cy="10561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D5D903-F8E3-445E-B4C6-275FD8F00F84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grpSp>
        <p:nvGrpSpPr>
          <p:cNvPr id="12292" name="组合 4"/>
          <p:cNvGrpSpPr>
            <a:grpSpLocks/>
          </p:cNvGrpSpPr>
          <p:nvPr/>
        </p:nvGrpSpPr>
        <p:grpSpPr bwMode="auto">
          <a:xfrm>
            <a:off x="4355976" y="1556792"/>
            <a:ext cx="4584700" cy="4919663"/>
            <a:chOff x="4030868" y="1463339"/>
            <a:chExt cx="4584665" cy="4920396"/>
          </a:xfrm>
        </p:grpSpPr>
        <p:grpSp>
          <p:nvGrpSpPr>
            <p:cNvPr id="12333" name="组合 5"/>
            <p:cNvGrpSpPr>
              <a:grpSpLocks/>
            </p:cNvGrpSpPr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75" name="直接连接符 74"/>
              <p:cNvCxnSpPr>
                <a:stCxn id="74" idx="1"/>
                <a:endCxn id="74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>
                <a:endCxn id="74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04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405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C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406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D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2334" name="组合 6"/>
            <p:cNvGrpSpPr>
              <a:grpSpLocks/>
            </p:cNvGrpSpPr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8" name="直接连接符 67"/>
              <p:cNvCxnSpPr>
                <a:stCxn id="67" idx="1"/>
                <a:endCxn id="67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>
                <a:endCxn id="67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97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98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A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99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B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2335" name="组合 7"/>
            <p:cNvGrpSpPr>
              <a:grpSpLocks/>
            </p:cNvGrpSpPr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9" name="直接连接符 8"/>
            <p:cNvCxnSpPr>
              <a:endCxn id="64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2340" name="组合 12"/>
            <p:cNvGrpSpPr>
              <a:grpSpLocks/>
            </p:cNvGrpSpPr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3" name="直接连接符 52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41" name="组合 13"/>
            <p:cNvGrpSpPr>
              <a:grpSpLocks/>
            </p:cNvGrpSpPr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3" name="直接连接符 42"/>
              <p:cNvCxnSpPr>
                <a:endCxn id="73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椭圆 48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50" name="直接连接符 49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42" name="组合 14"/>
            <p:cNvGrpSpPr>
              <a:grpSpLocks/>
            </p:cNvGrpSpPr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2343" name="组合 15"/>
            <p:cNvGrpSpPr>
              <a:grpSpLocks/>
            </p:cNvGrpSpPr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30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1" name="直接连接符 30"/>
              <p:cNvCxnSpPr>
                <a:stCxn id="32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16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46" name="组合 18"/>
            <p:cNvGrpSpPr>
              <a:grpSpLocks/>
            </p:cNvGrpSpPr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1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非同步清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4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5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保持</a:t>
              </a:r>
            </a:p>
          </p:txBody>
        </p:sp>
        <p:sp>
          <p:nvSpPr>
            <p:cNvPr id="86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翻轉</a:t>
              </a:r>
            </a:p>
          </p:txBody>
        </p:sp>
      </p:grpSp>
      <p:cxnSp>
        <p:nvCxnSpPr>
          <p:cNvPr id="87" name="直接连接符 86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1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0    1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2302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0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12303" name="组合 90"/>
          <p:cNvGrpSpPr>
            <a:grpSpLocks/>
          </p:cNvGrpSpPr>
          <p:nvPr/>
        </p:nvGrpSpPr>
        <p:grpSpPr bwMode="auto">
          <a:xfrm>
            <a:off x="164666" y="2668796"/>
            <a:ext cx="3062287" cy="3984625"/>
            <a:chOff x="204788" y="2720975"/>
            <a:chExt cx="3062287" cy="3984625"/>
          </a:xfrm>
        </p:grpSpPr>
        <p:sp>
          <p:nvSpPr>
            <p:cNvPr id="92" name="矩形 91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2319" name="组合 8"/>
            <p:cNvGrpSpPr>
              <a:grpSpLocks/>
            </p:cNvGrpSpPr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2331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20" name="组合 313"/>
            <p:cNvGrpSpPr>
              <a:grpSpLocks/>
            </p:cNvGrpSpPr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2329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21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322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323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324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2325" name="组合 12"/>
            <p:cNvGrpSpPr>
              <a:grpSpLocks/>
            </p:cNvGrpSpPr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2327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04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0   1    0    1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2305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1   0    1    0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2306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ea typeface="Noto Serif SC" panose="02020200000000000000" pitchFamily="18" charset="-122"/>
            </a:endParaRPr>
          </a:p>
        </p:txBody>
      </p:sp>
      <p:grpSp>
        <p:nvGrpSpPr>
          <p:cNvPr id="12307" name="组合 17"/>
          <p:cNvGrpSpPr>
            <a:grpSpLocks/>
          </p:cNvGrpSpPr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2314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solidFill>
                    <a:srgbClr val="FF9933"/>
                  </a:solidFill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   0   0            </a:t>
              </a:r>
              <a:endParaRPr lang="zh-CN" altLang="en-US" sz="2000" dirty="0">
                <a:solidFill>
                  <a:srgbClr val="FF9933"/>
                </a:solidFill>
                <a:ea typeface="Noto Serif SC" panose="02020200000000000000" pitchFamily="18" charset="-122"/>
              </a:endParaRPr>
            </a:p>
          </p:txBody>
        </p:sp>
        <p:grpSp>
          <p:nvGrpSpPr>
            <p:cNvPr id="12315" name="组合 342"/>
            <p:cNvGrpSpPr>
              <a:grpSpLocks/>
            </p:cNvGrpSpPr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2316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14" name="直接连接符 113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08" name="组合 18"/>
          <p:cNvGrpSpPr>
            <a:grpSpLocks/>
          </p:cNvGrpSpPr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2309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1   1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12310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2311" name="组合 347"/>
            <p:cNvGrpSpPr>
              <a:grpSpLocks/>
            </p:cNvGrpSpPr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2312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组合 120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2" name="组合 121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2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33" name="直接连接符 132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0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31" name="直接连接符 130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5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6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7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8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5"/>
          <p:cNvGrpSpPr>
            <a:grpSpLocks/>
          </p:cNvGrpSpPr>
          <p:nvPr/>
        </p:nvGrpSpPr>
        <p:grpSpPr bwMode="auto">
          <a:xfrm>
            <a:off x="4381501" y="3198571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5" name="直接连接符 134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138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椭圆 137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39" name="直接连接符 138"/>
            <p:cNvCxnSpPr>
              <a:stCxn id="140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组合 225"/>
          <p:cNvGrpSpPr>
            <a:grpSpLocks/>
          </p:cNvGrpSpPr>
          <p:nvPr/>
        </p:nvGrpSpPr>
        <p:grpSpPr bwMode="auto">
          <a:xfrm>
            <a:off x="5495668" y="3197010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3" name="直接连接符 142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7" name="直接连接符 146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直接连接符 149"/>
          <p:cNvCxnSpPr/>
          <p:nvPr/>
        </p:nvCxnSpPr>
        <p:spPr bwMode="auto">
          <a:xfrm flipH="1">
            <a:off x="8049230" y="4860322"/>
            <a:ext cx="4762" cy="16129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 bwMode="auto">
          <a:xfrm flipH="1">
            <a:off x="5194299" y="4849585"/>
            <a:ext cx="4763" cy="177419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4"/>
          <p:cNvGrpSpPr>
            <a:grpSpLocks/>
          </p:cNvGrpSpPr>
          <p:nvPr/>
        </p:nvGrpSpPr>
        <p:grpSpPr bwMode="auto">
          <a:xfrm>
            <a:off x="4820493" y="3186253"/>
            <a:ext cx="3711575" cy="3295650"/>
            <a:chOff x="3051350" y="2268982"/>
            <a:chExt cx="3711547" cy="3296141"/>
          </a:xfrm>
          <a:solidFill>
            <a:srgbClr val="FF0000"/>
          </a:solidFill>
        </p:grpSpPr>
        <p:cxnSp>
          <p:nvCxnSpPr>
            <p:cNvPr id="163" name="直接连接符 162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椭圆 166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68" name="直接连接符 167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椭圆 170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cxnSp>
        <p:nvCxnSpPr>
          <p:cNvPr id="172" name="直接连接符 171"/>
          <p:cNvCxnSpPr/>
          <p:nvPr/>
        </p:nvCxnSpPr>
        <p:spPr bwMode="auto">
          <a:xfrm>
            <a:off x="5590322" y="3210077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 bwMode="auto">
          <a:xfrm>
            <a:off x="7664326" y="3185850"/>
            <a:ext cx="9525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4"/>
          <p:cNvGrpSpPr>
            <a:grpSpLocks/>
          </p:cNvGrpSpPr>
          <p:nvPr/>
        </p:nvGrpSpPr>
        <p:grpSpPr bwMode="auto">
          <a:xfrm>
            <a:off x="4806947" y="3191378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53" name="直接连接符 152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椭圆 156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58" name="直接连接符 157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椭圆 160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946209" y="3142326"/>
            <a:ext cx="1521889" cy="490070"/>
            <a:chOff x="5946209" y="3142326"/>
            <a:chExt cx="1521889" cy="490070"/>
          </a:xfrm>
        </p:grpSpPr>
        <p:sp>
          <p:nvSpPr>
            <p:cNvPr id="175" name="文本框 327"/>
            <p:cNvSpPr txBox="1">
              <a:spLocks noChangeArrowheads="1"/>
            </p:cNvSpPr>
            <p:nvPr/>
          </p:nvSpPr>
          <p:spPr bwMode="auto">
            <a:xfrm>
              <a:off x="6953748" y="3142326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  <a:ea typeface="Noto Serif SC" panose="02020200000000000000" pitchFamily="18" charset="-122"/>
              </a:endParaRPr>
            </a:p>
          </p:txBody>
        </p:sp>
        <p:grpSp>
          <p:nvGrpSpPr>
            <p:cNvPr id="176" name="组合 175"/>
            <p:cNvGrpSpPr/>
            <p:nvPr/>
          </p:nvGrpSpPr>
          <p:grpSpPr>
            <a:xfrm>
              <a:off x="5946209" y="3170433"/>
              <a:ext cx="514350" cy="461963"/>
              <a:chOff x="2589213" y="1304580"/>
              <a:chExt cx="514350" cy="461963"/>
            </a:xfrm>
          </p:grpSpPr>
          <p:sp>
            <p:nvSpPr>
              <p:cNvPr id="177" name="文本框 330"/>
              <p:cNvSpPr txBox="1">
                <a:spLocks noChangeArrowheads="1"/>
              </p:cNvSpPr>
              <p:nvPr/>
            </p:nvSpPr>
            <p:spPr bwMode="auto">
              <a:xfrm>
                <a:off x="2589213" y="1304580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78" name="直接连接符 177"/>
              <p:cNvCxnSpPr/>
              <p:nvPr/>
            </p:nvCxnSpPr>
            <p:spPr bwMode="auto">
              <a:xfrm flipV="1">
                <a:off x="2657476" y="138077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组合 5"/>
          <p:cNvGrpSpPr/>
          <p:nvPr/>
        </p:nvGrpSpPr>
        <p:grpSpPr>
          <a:xfrm>
            <a:off x="5465018" y="1336462"/>
            <a:ext cx="2559670" cy="462024"/>
            <a:chOff x="5465018" y="1336462"/>
            <a:chExt cx="2559670" cy="462024"/>
          </a:xfrm>
        </p:grpSpPr>
        <p:sp>
          <p:nvSpPr>
            <p:cNvPr id="181" name="文本框 327"/>
            <p:cNvSpPr txBox="1">
              <a:spLocks noChangeArrowheads="1"/>
            </p:cNvSpPr>
            <p:nvPr/>
          </p:nvSpPr>
          <p:spPr bwMode="auto">
            <a:xfrm>
              <a:off x="5465018" y="1336462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9933"/>
                  </a:solidFill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solidFill>
                  <a:srgbClr val="FF9933"/>
                </a:solidFill>
                <a:ea typeface="Noto Serif SC" panose="02020200000000000000" pitchFamily="18" charset="-122"/>
              </a:endParaRPr>
            </a:p>
          </p:txBody>
        </p:sp>
        <p:grpSp>
          <p:nvGrpSpPr>
            <p:cNvPr id="182" name="组合 181"/>
            <p:cNvGrpSpPr/>
            <p:nvPr/>
          </p:nvGrpSpPr>
          <p:grpSpPr>
            <a:xfrm>
              <a:off x="7510338" y="1336523"/>
              <a:ext cx="514350" cy="461963"/>
              <a:chOff x="2589213" y="1304580"/>
              <a:chExt cx="514350" cy="461963"/>
            </a:xfrm>
          </p:grpSpPr>
          <p:sp>
            <p:nvSpPr>
              <p:cNvPr id="183" name="文本框 330"/>
              <p:cNvSpPr txBox="1">
                <a:spLocks noChangeArrowheads="1"/>
              </p:cNvSpPr>
              <p:nvPr/>
            </p:nvSpPr>
            <p:spPr bwMode="auto">
              <a:xfrm>
                <a:off x="2589213" y="1304580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9933"/>
                    </a:solidFill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solidFill>
                    <a:srgbClr val="FF9933"/>
                  </a:solidFill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84" name="直接连接符 183"/>
              <p:cNvCxnSpPr/>
              <p:nvPr/>
            </p:nvCxnSpPr>
            <p:spPr bwMode="auto">
              <a:xfrm flipV="1">
                <a:off x="2657476" y="1380779"/>
                <a:ext cx="298450" cy="11113"/>
              </a:xfrm>
              <a:prstGeom prst="line">
                <a:avLst/>
              </a:prstGeom>
              <a:ln w="25400">
                <a:solidFill>
                  <a:srgbClr val="FF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5" name="Rectangle 3"/>
          <p:cNvSpPr txBox="1">
            <a:spLocks noChangeArrowheads="1"/>
          </p:cNvSpPr>
          <p:nvPr/>
        </p:nvSpPr>
        <p:spPr bwMode="auto">
          <a:xfrm>
            <a:off x="280988" y="949325"/>
            <a:ext cx="7924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ea typeface="Noto Serif SC" panose="02020200000000000000" pitchFamily="18" charset="-122"/>
              </a:rPr>
              <a:t>負邊沿觸發的</a:t>
            </a:r>
            <a:r>
              <a:rPr lang="en-US" altLang="zh-CN" dirty="0">
                <a:ea typeface="Noto Serif SC" panose="02020200000000000000" pitchFamily="18" charset="-122"/>
              </a:rPr>
              <a:t>J-K</a:t>
            </a:r>
            <a:r>
              <a:rPr lang="zh-CN" altLang="en-US" dirty="0">
                <a:ea typeface="Noto Serif SC" panose="02020200000000000000" pitchFamily="18" charset="-122"/>
              </a:rPr>
              <a:t>觸發器原理</a:t>
            </a:r>
          </a:p>
        </p:txBody>
      </p:sp>
      <p:sp>
        <p:nvSpPr>
          <p:cNvPr id="186" name="Rectangle 102"/>
          <p:cNvSpPr>
            <a:spLocks noChangeArrowheads="1"/>
          </p:cNvSpPr>
          <p:nvPr/>
        </p:nvSpPr>
        <p:spPr bwMode="auto">
          <a:xfrm>
            <a:off x="260350" y="1843088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5" name="灯片编号占位符 3"/>
          <p:cNvSpPr txBox="1">
            <a:spLocks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E7D5D903-F8E3-445E-B4C6-275FD8F00F84}" type="slidenum">
              <a:rPr lang="en-US" altLang="zh-CN" smtClean="0">
                <a:ea typeface="Noto Serif SC" panose="02020200000000000000" pitchFamily="18" charset="-122"/>
              </a:rPr>
              <a:pPr>
                <a:defRPr/>
              </a:pPr>
              <a:t>9</a:t>
            </a:fld>
            <a:endParaRPr lang="en-US" altLang="zh-CN" dirty="0">
              <a:ea typeface="Noto Serif SC" panose="02020200000000000000" pitchFamily="18" charset="-122"/>
            </a:endParaRPr>
          </a:p>
        </p:txBody>
      </p:sp>
      <p:grpSp>
        <p:nvGrpSpPr>
          <p:cNvPr id="6" name="组合 4"/>
          <p:cNvGrpSpPr>
            <a:grpSpLocks/>
          </p:cNvGrpSpPr>
          <p:nvPr/>
        </p:nvGrpSpPr>
        <p:grpSpPr bwMode="auto">
          <a:xfrm>
            <a:off x="4354513" y="1557337"/>
            <a:ext cx="4584700" cy="4919663"/>
            <a:chOff x="4030868" y="1463339"/>
            <a:chExt cx="4584665" cy="4920396"/>
          </a:xfrm>
        </p:grpSpPr>
        <p:grpSp>
          <p:nvGrpSpPr>
            <p:cNvPr id="7" name="组合 5"/>
            <p:cNvGrpSpPr>
              <a:grpSpLocks/>
            </p:cNvGrpSpPr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76" name="直接连接符 75"/>
              <p:cNvCxnSpPr>
                <a:stCxn id="75" idx="1"/>
                <a:endCxn id="75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>
                <a:endCxn id="75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9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C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D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8" name="组合 6"/>
            <p:cNvGrpSpPr>
              <a:grpSpLocks/>
            </p:cNvGrpSpPr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9" name="直接连接符 68"/>
              <p:cNvCxnSpPr>
                <a:stCxn id="68" idx="1"/>
                <a:endCxn id="68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>
                <a:endCxn id="68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A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B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9" name="组合 7"/>
            <p:cNvGrpSpPr>
              <a:grpSpLocks/>
            </p:cNvGrpSpPr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10" name="直接连接符 9"/>
            <p:cNvCxnSpPr>
              <a:endCxn id="65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4" name="组合 12"/>
            <p:cNvGrpSpPr>
              <a:grpSpLocks/>
            </p:cNvGrpSpPr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椭圆 59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1" name="直接连接符 60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3"/>
            <p:cNvGrpSpPr>
              <a:grpSpLocks/>
            </p:cNvGrpSpPr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4" name="直接连接符 43"/>
              <p:cNvCxnSpPr>
                <a:endCxn id="74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椭圆 49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4"/>
            <p:cNvGrpSpPr>
              <a:grpSpLocks/>
            </p:cNvGrpSpPr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7" name="组合 15"/>
            <p:cNvGrpSpPr>
              <a:grpSpLocks/>
            </p:cNvGrpSpPr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31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2" name="直接连接符 31"/>
              <p:cNvCxnSpPr>
                <a:stCxn id="33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8"/>
            <p:cNvGrpSpPr>
              <a:grpSpLocks/>
            </p:cNvGrpSpPr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5" name="组合 134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2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非同步清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3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4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5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6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保持</a:t>
              </a:r>
            </a:p>
          </p:txBody>
        </p:sp>
        <p:sp>
          <p:nvSpPr>
            <p:cNvPr id="87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翻轉</a:t>
              </a:r>
            </a:p>
          </p:txBody>
        </p:sp>
      </p:grpSp>
      <p:cxnSp>
        <p:nvCxnSpPr>
          <p:cNvPr id="88" name="直接连接符 87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0    1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91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0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92" name="组合 90"/>
          <p:cNvGrpSpPr>
            <a:grpSpLocks/>
          </p:cNvGrpSpPr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3" name="矩形 92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94" name="组合 8"/>
            <p:cNvGrpSpPr>
              <a:grpSpLocks/>
            </p:cNvGrpSpPr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06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7" name="直接连接符 106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组合 313"/>
            <p:cNvGrpSpPr>
              <a:grpSpLocks/>
            </p:cNvGrpSpPr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04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5" name="直接连接符 104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7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8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9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0" name="组合 12"/>
            <p:cNvGrpSpPr>
              <a:grpSpLocks/>
            </p:cNvGrpSpPr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02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03" name="直接连接符 102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接连接符 100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0   1    0    1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09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1   0    1    0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10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ea typeface="Noto Serif SC" panose="02020200000000000000" pitchFamily="18" charset="-122"/>
            </a:endParaRPr>
          </a:p>
        </p:txBody>
      </p:sp>
      <p:grpSp>
        <p:nvGrpSpPr>
          <p:cNvPr id="111" name="组合 17"/>
          <p:cNvGrpSpPr>
            <a:grpSpLocks/>
          </p:cNvGrpSpPr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12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0   0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3" name="组合 342"/>
            <p:cNvGrpSpPr>
              <a:grpSpLocks/>
            </p:cNvGrpSpPr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14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15" name="直接连接符 114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组合 18"/>
          <p:cNvGrpSpPr>
            <a:grpSpLocks/>
          </p:cNvGrpSpPr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17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C000"/>
                  </a:solidFill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solidFill>
                    <a:srgbClr val="FFC000"/>
                  </a:solidFill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solidFill>
                    <a:srgbClr val="FFC000"/>
                  </a:solidFill>
                  <a:ea typeface="Noto Serif SC" panose="02020200000000000000" pitchFamily="18" charset="-122"/>
                </a:rPr>
                <a:t>   1   1            </a:t>
              </a:r>
              <a:endParaRPr lang="zh-CN" altLang="en-US" sz="2000" dirty="0">
                <a:solidFill>
                  <a:srgbClr val="FFC000"/>
                </a:solidFill>
                <a:ea typeface="Noto Serif SC" panose="02020200000000000000" pitchFamily="18" charset="-122"/>
              </a:endParaRPr>
            </a:p>
          </p:txBody>
        </p:sp>
        <p:sp>
          <p:nvSpPr>
            <p:cNvPr id="118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9" name="组合 347"/>
            <p:cNvGrpSpPr>
              <a:grpSpLocks/>
            </p:cNvGrpSpPr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20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21" name="直接连接符 120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2" name="组合 121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3" name="组合 122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3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34" name="直接连接符 133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组合 123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1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32" name="直接连接符 131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6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7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8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9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5"/>
          <p:cNvGrpSpPr>
            <a:grpSpLocks/>
          </p:cNvGrpSpPr>
          <p:nvPr/>
        </p:nvGrpSpPr>
        <p:grpSpPr bwMode="auto">
          <a:xfrm>
            <a:off x="4381501" y="3198571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7" name="直接连接符 136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>
              <a:stCxn id="140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1" name="直接连接符 140"/>
            <p:cNvCxnSpPr>
              <a:stCxn id="142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椭圆 141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3" name="直接连接符 142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225"/>
          <p:cNvGrpSpPr>
            <a:grpSpLocks/>
          </p:cNvGrpSpPr>
          <p:nvPr/>
        </p:nvGrpSpPr>
        <p:grpSpPr bwMode="auto">
          <a:xfrm>
            <a:off x="5495668" y="3197010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5" name="直接连接符 144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椭圆 149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51" name="直接连接符 150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直接连接符 151"/>
          <p:cNvCxnSpPr/>
          <p:nvPr/>
        </p:nvCxnSpPr>
        <p:spPr bwMode="auto">
          <a:xfrm flipH="1">
            <a:off x="8049230" y="4860322"/>
            <a:ext cx="4762" cy="161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 bwMode="auto">
          <a:xfrm flipH="1">
            <a:off x="5194299" y="4849585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组合 14"/>
          <p:cNvGrpSpPr>
            <a:grpSpLocks/>
          </p:cNvGrpSpPr>
          <p:nvPr/>
        </p:nvGrpSpPr>
        <p:grpSpPr bwMode="auto">
          <a:xfrm>
            <a:off x="4820493" y="3186253"/>
            <a:ext cx="3711575" cy="3295650"/>
            <a:chOff x="3051350" y="2268982"/>
            <a:chExt cx="3711547" cy="3296141"/>
          </a:xfrm>
          <a:solidFill>
            <a:srgbClr val="FF0000"/>
          </a:solidFill>
        </p:grpSpPr>
        <p:cxnSp>
          <p:nvCxnSpPr>
            <p:cNvPr id="155" name="直接连接符 154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椭圆 158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60" name="直接连接符 159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椭圆 162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164" name="Rectangle 102"/>
          <p:cNvSpPr>
            <a:spLocks noChangeArrowheads="1"/>
          </p:cNvSpPr>
          <p:nvPr/>
        </p:nvSpPr>
        <p:spPr bwMode="auto">
          <a:xfrm>
            <a:off x="323866" y="512642"/>
            <a:ext cx="8493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此時，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或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非有一個是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，另一個是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。假設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Noto Serif SC" panose="02020200000000000000" pitchFamily="18" charset="-122"/>
              </a:rPr>
              <a:t>Q=1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非等於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。</a:t>
            </a:r>
          </a:p>
        </p:txBody>
      </p:sp>
      <p:sp>
        <p:nvSpPr>
          <p:cNvPr id="165" name="Rectangle 102"/>
          <p:cNvSpPr>
            <a:spLocks noChangeArrowheads="1"/>
          </p:cNvSpPr>
          <p:nvPr/>
        </p:nvSpPr>
        <p:spPr bwMode="auto">
          <a:xfrm>
            <a:off x="396730" y="1038214"/>
            <a:ext cx="307914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非都是求反。</a:t>
            </a:r>
          </a:p>
        </p:txBody>
      </p:sp>
      <p:grpSp>
        <p:nvGrpSpPr>
          <p:cNvPr id="166" name="组合 14"/>
          <p:cNvGrpSpPr>
            <a:grpSpLocks/>
          </p:cNvGrpSpPr>
          <p:nvPr/>
        </p:nvGrpSpPr>
        <p:grpSpPr bwMode="auto">
          <a:xfrm>
            <a:off x="4805957" y="3166715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67" name="直接连接符 166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椭圆 170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72" name="直接连接符 171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椭圆 174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5254625" y="1557337"/>
            <a:ext cx="3041650" cy="3505200"/>
            <a:chOff x="567735" y="2373805"/>
            <a:chExt cx="3041650" cy="3505200"/>
          </a:xfrm>
          <a:solidFill>
            <a:srgbClr val="FF0000"/>
          </a:solidFill>
        </p:grpSpPr>
        <p:sp>
          <p:nvSpPr>
            <p:cNvPr id="177" name="椭圆 176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78" name="直接连接符 177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85" name="直接连接符 184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组合 187"/>
          <p:cNvGrpSpPr/>
          <p:nvPr/>
        </p:nvGrpSpPr>
        <p:grpSpPr>
          <a:xfrm>
            <a:off x="5049347" y="1573792"/>
            <a:ext cx="3019425" cy="3465512"/>
            <a:chOff x="315843" y="6503"/>
            <a:chExt cx="3019425" cy="3465512"/>
          </a:xfrm>
          <a:solidFill>
            <a:srgbClr val="FFFF00"/>
          </a:solidFill>
        </p:grpSpPr>
        <p:sp>
          <p:nvSpPr>
            <p:cNvPr id="189" name="椭圆 188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90" name="直接连接符 189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0" name="直接连接符 199"/>
          <p:cNvCxnSpPr/>
          <p:nvPr/>
        </p:nvCxnSpPr>
        <p:spPr bwMode="auto">
          <a:xfrm>
            <a:off x="7661611" y="3193065"/>
            <a:ext cx="7938" cy="107315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组合 200"/>
          <p:cNvGrpSpPr/>
          <p:nvPr/>
        </p:nvGrpSpPr>
        <p:grpSpPr>
          <a:xfrm>
            <a:off x="5042694" y="1560727"/>
            <a:ext cx="3019425" cy="3465512"/>
            <a:chOff x="315843" y="6503"/>
            <a:chExt cx="3019425" cy="3465512"/>
          </a:xfrm>
          <a:solidFill>
            <a:srgbClr val="FF0000"/>
          </a:solidFill>
        </p:grpSpPr>
        <p:sp>
          <p:nvSpPr>
            <p:cNvPr id="202" name="椭圆 201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03" name="直接连接符 202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椭圆 208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10" name="直接连接符 209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组合 212"/>
          <p:cNvGrpSpPr/>
          <p:nvPr/>
        </p:nvGrpSpPr>
        <p:grpSpPr>
          <a:xfrm>
            <a:off x="5238857" y="1533501"/>
            <a:ext cx="3041650" cy="3505200"/>
            <a:chOff x="567735" y="2373805"/>
            <a:chExt cx="3041650" cy="3505200"/>
          </a:xfrm>
          <a:solidFill>
            <a:srgbClr val="FFFF00"/>
          </a:solidFill>
        </p:grpSpPr>
        <p:sp>
          <p:nvSpPr>
            <p:cNvPr id="214" name="椭圆 213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15" name="直接连接符 214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椭圆 220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22" name="直接连接符 221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5" name="直接连接符 224"/>
          <p:cNvCxnSpPr/>
          <p:nvPr/>
        </p:nvCxnSpPr>
        <p:spPr bwMode="auto">
          <a:xfrm>
            <a:off x="7655696" y="318625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 bwMode="auto">
          <a:xfrm>
            <a:off x="5595157" y="3171801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102"/>
          <p:cNvSpPr>
            <a:spLocks noChangeArrowheads="1"/>
          </p:cNvSpPr>
          <p:nvPr/>
        </p:nvSpPr>
        <p:spPr bwMode="auto">
          <a:xfrm>
            <a:off x="107200" y="2193925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</p:spTree>
    <p:extLst>
      <p:ext uri="{BB962C8B-B14F-4D97-AF65-F5344CB8AC3E}">
        <p14:creationId xmlns:p14="http://schemas.microsoft.com/office/powerpoint/2010/main" val="299619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4"/>
          <p:cNvGrpSpPr>
            <a:grpSpLocks/>
          </p:cNvGrpSpPr>
          <p:nvPr/>
        </p:nvGrpSpPr>
        <p:grpSpPr bwMode="auto">
          <a:xfrm>
            <a:off x="4354513" y="1561210"/>
            <a:ext cx="4584700" cy="4919663"/>
            <a:chOff x="4030868" y="1463339"/>
            <a:chExt cx="4584665" cy="4920396"/>
          </a:xfrm>
        </p:grpSpPr>
        <p:grpSp>
          <p:nvGrpSpPr>
            <p:cNvPr id="7" name="组合 5"/>
            <p:cNvGrpSpPr>
              <a:grpSpLocks/>
            </p:cNvGrpSpPr>
            <p:nvPr/>
          </p:nvGrpSpPr>
          <p:grpSpPr bwMode="auto">
            <a:xfrm>
              <a:off x="6845727" y="2061025"/>
              <a:ext cx="1769806" cy="1143348"/>
              <a:chOff x="2441753" y="1090013"/>
              <a:chExt cx="1769806" cy="1143348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2441510" y="1310012"/>
                <a:ext cx="1770049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76" name="直接连接符 75"/>
              <p:cNvCxnSpPr>
                <a:stCxn id="75" idx="1"/>
                <a:endCxn id="75" idx="3"/>
              </p:cNvCxnSpPr>
              <p:nvPr/>
            </p:nvCxnSpPr>
            <p:spPr>
              <a:xfrm>
                <a:off x="2441510" y="1713297"/>
                <a:ext cx="177004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>
                <a:endCxn id="75" idx="2"/>
              </p:cNvCxnSpPr>
              <p:nvPr/>
            </p:nvCxnSpPr>
            <p:spPr>
              <a:xfrm>
                <a:off x="3327328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6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9" name="文本框 77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C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" name="文本框 78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D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3228904" y="1089316"/>
                <a:ext cx="211136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8" name="组合 6"/>
            <p:cNvGrpSpPr>
              <a:grpSpLocks/>
            </p:cNvGrpSpPr>
            <p:nvPr/>
          </p:nvGrpSpPr>
          <p:grpSpPr bwMode="auto">
            <a:xfrm>
              <a:off x="4030868" y="2061025"/>
              <a:ext cx="1769806" cy="1143348"/>
              <a:chOff x="2441753" y="1090013"/>
              <a:chExt cx="1769806" cy="1143348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2441753" y="1310012"/>
                <a:ext cx="1770048" cy="8081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9" name="直接连接符 68"/>
              <p:cNvCxnSpPr>
                <a:stCxn id="68" idx="1"/>
                <a:endCxn id="68" idx="3"/>
              </p:cNvCxnSpPr>
              <p:nvPr/>
            </p:nvCxnSpPr>
            <p:spPr>
              <a:xfrm>
                <a:off x="2441753" y="1713297"/>
                <a:ext cx="1770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>
                <a:endCxn id="68" idx="2"/>
              </p:cNvCxnSpPr>
              <p:nvPr/>
            </p:nvCxnSpPr>
            <p:spPr>
              <a:xfrm>
                <a:off x="3327571" y="1713297"/>
                <a:ext cx="0" cy="4048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本框 69"/>
              <p:cNvSpPr txBox="1">
                <a:spLocks noChangeArrowheads="1"/>
              </p:cNvSpPr>
              <p:nvPr/>
            </p:nvSpPr>
            <p:spPr bwMode="auto">
              <a:xfrm>
                <a:off x="3129848" y="1168595"/>
                <a:ext cx="3936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+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" name="文本框 70"/>
              <p:cNvSpPr txBox="1">
                <a:spLocks noChangeArrowheads="1"/>
              </p:cNvSpPr>
              <p:nvPr/>
            </p:nvSpPr>
            <p:spPr bwMode="auto">
              <a:xfrm>
                <a:off x="2676278" y="1587030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A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" name="文本框 71"/>
              <p:cNvSpPr txBox="1">
                <a:spLocks noChangeArrowheads="1"/>
              </p:cNvSpPr>
              <p:nvPr/>
            </p:nvSpPr>
            <p:spPr bwMode="auto">
              <a:xfrm>
                <a:off x="3518010" y="1576907"/>
                <a:ext cx="55197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3600" dirty="0">
                    <a:ea typeface="Noto Serif SC" panose="02020200000000000000" pitchFamily="18" charset="-122"/>
                  </a:rPr>
                  <a:t>B</a:t>
                </a:r>
                <a:endParaRPr lang="zh-CN" altLang="en-US" sz="36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3229147" y="1089316"/>
                <a:ext cx="211135" cy="20799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9" name="组合 7"/>
            <p:cNvGrpSpPr>
              <a:grpSpLocks/>
            </p:cNvGrpSpPr>
            <p:nvPr/>
          </p:nvGrpSpPr>
          <p:grpSpPr bwMode="auto">
            <a:xfrm>
              <a:off x="4785579" y="4161319"/>
              <a:ext cx="3045879" cy="599508"/>
              <a:chOff x="3348864" y="3342707"/>
              <a:chExt cx="3045879" cy="599508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348209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3737144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5411943" y="3555049"/>
                <a:ext cx="982656" cy="387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5800878" y="3342292"/>
                <a:ext cx="204785" cy="2127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10" name="直接连接符 9"/>
            <p:cNvCxnSpPr>
              <a:endCxn id="65" idx="0"/>
            </p:cNvCxnSpPr>
            <p:nvPr/>
          </p:nvCxnSpPr>
          <p:spPr>
            <a:xfrm>
              <a:off x="5267521" y="3087594"/>
              <a:ext cx="9525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340780" y="3098708"/>
              <a:ext cx="7938" cy="10733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948553" y="3359096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469249" y="3381325"/>
              <a:ext cx="193674" cy="2032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4" name="组合 12"/>
            <p:cNvGrpSpPr>
              <a:grpSpLocks/>
            </p:cNvGrpSpPr>
            <p:nvPr/>
          </p:nvGrpSpPr>
          <p:grpSpPr bwMode="auto">
            <a:xfrm>
              <a:off x="4723618" y="1470815"/>
              <a:ext cx="3018934" cy="3467115"/>
              <a:chOff x="3282248" y="657009"/>
              <a:chExt cx="3018934" cy="3467115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6293107" y="657472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5112016" y="960729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>
                <a:off x="4597670" y="968668"/>
                <a:ext cx="514346" cy="16893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>
                <a:off x="3281643" y="2642143"/>
                <a:ext cx="134301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3294343" y="2283315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H="1">
                <a:off x="4172223" y="2280139"/>
                <a:ext cx="6350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椭圆 59"/>
              <p:cNvSpPr/>
              <p:nvPr/>
            </p:nvSpPr>
            <p:spPr>
              <a:xfrm>
                <a:off x="4070624" y="254846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61" name="直接连接符 60"/>
              <p:cNvCxnSpPr/>
              <p:nvPr/>
            </p:nvCxnSpPr>
            <p:spPr>
              <a:xfrm flipH="1">
                <a:off x="4596083" y="2656432"/>
                <a:ext cx="9525" cy="146071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flipV="1">
                <a:off x="4188098" y="4117150"/>
                <a:ext cx="40639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4207148" y="3925034"/>
                <a:ext cx="1588" cy="192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3"/>
            <p:cNvGrpSpPr>
              <a:grpSpLocks/>
            </p:cNvGrpSpPr>
            <p:nvPr/>
          </p:nvGrpSpPr>
          <p:grpSpPr bwMode="auto">
            <a:xfrm>
              <a:off x="4930368" y="1463339"/>
              <a:ext cx="3041645" cy="3506268"/>
              <a:chOff x="3486323" y="641897"/>
              <a:chExt cx="3041645" cy="3506268"/>
            </a:xfrm>
          </p:grpSpPr>
          <p:cxnSp>
            <p:nvCxnSpPr>
              <p:cNvPr id="44" name="直接连接符 43"/>
              <p:cNvCxnSpPr>
                <a:endCxn id="74" idx="0"/>
              </p:cNvCxnSpPr>
              <p:nvPr/>
            </p:nvCxnSpPr>
            <p:spPr>
              <a:xfrm>
                <a:off x="3486928" y="641897"/>
                <a:ext cx="0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486928" y="941980"/>
                <a:ext cx="1189029" cy="158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4691832" y="940391"/>
                <a:ext cx="436559" cy="17385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5142678" y="2672612"/>
                <a:ext cx="1385877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flipH="1">
                <a:off x="6504743" y="2286792"/>
                <a:ext cx="4762" cy="3747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H="1">
                <a:off x="5590350" y="2280441"/>
                <a:ext cx="4762" cy="3762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椭圆 49"/>
              <p:cNvSpPr/>
              <p:nvPr/>
            </p:nvSpPr>
            <p:spPr>
              <a:xfrm>
                <a:off x="5493513" y="2570997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 flipH="1">
                <a:off x="5117279" y="2678963"/>
                <a:ext cx="9525" cy="146071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5104579" y="4139681"/>
                <a:ext cx="373059" cy="793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H="1">
                <a:off x="5464938" y="3939626"/>
                <a:ext cx="3175" cy="19052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4"/>
            <p:cNvGrpSpPr>
              <a:grpSpLocks/>
            </p:cNvGrpSpPr>
            <p:nvPr/>
          </p:nvGrpSpPr>
          <p:grpSpPr bwMode="auto">
            <a:xfrm>
              <a:off x="4488209" y="3088105"/>
              <a:ext cx="3710879" cy="3295630"/>
              <a:chOff x="3051494" y="2269493"/>
              <a:chExt cx="3710879" cy="329563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3064050" y="3131122"/>
                <a:ext cx="3697259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3051350" y="2286447"/>
                <a:ext cx="3175" cy="844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H="1">
                <a:off x="6761309" y="2268982"/>
                <a:ext cx="1588" cy="8526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849973" y="3121596"/>
                <a:ext cx="14288" cy="244352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/>
              <p:cNvSpPr/>
              <p:nvPr/>
            </p:nvSpPr>
            <p:spPr>
              <a:xfrm>
                <a:off x="4757899" y="3029507"/>
                <a:ext cx="195262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 flipV="1">
                <a:off x="3953043" y="4313987"/>
                <a:ext cx="1733537" cy="111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3962568" y="3975798"/>
                <a:ext cx="7937" cy="34930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5686580" y="3951983"/>
                <a:ext cx="4762" cy="3762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椭圆 42"/>
              <p:cNvSpPr/>
              <p:nvPr/>
            </p:nvSpPr>
            <p:spPr>
              <a:xfrm>
                <a:off x="4753137" y="422507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7" name="组合 15"/>
            <p:cNvGrpSpPr>
              <a:grpSpLocks/>
            </p:cNvGrpSpPr>
            <p:nvPr/>
          </p:nvGrpSpPr>
          <p:grpSpPr bwMode="auto">
            <a:xfrm>
              <a:off x="4058849" y="3105363"/>
              <a:ext cx="3399843" cy="3278372"/>
              <a:chOff x="2622134" y="2286751"/>
              <a:chExt cx="3399843" cy="3278372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2730677" y="2286447"/>
                <a:ext cx="3175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31" idx="2"/>
              </p:cNvCxnSpPr>
              <p:nvPr/>
            </p:nvCxnSpPr>
            <p:spPr>
              <a:xfrm>
                <a:off x="2622728" y="2886611"/>
                <a:ext cx="969955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3565696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/>
              <p:cNvSpPr/>
              <p:nvPr/>
            </p:nvSpPr>
            <p:spPr>
              <a:xfrm>
                <a:off x="2622728" y="278499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2" name="直接连接符 31"/>
              <p:cNvCxnSpPr>
                <a:stCxn id="33" idx="6"/>
              </p:cNvCxnSpPr>
              <p:nvPr/>
            </p:nvCxnSpPr>
            <p:spPr>
              <a:xfrm>
                <a:off x="2827513" y="4563261"/>
                <a:ext cx="3178151" cy="7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/>
              <p:nvPr/>
            </p:nvSpPr>
            <p:spPr>
              <a:xfrm>
                <a:off x="2633840" y="4461646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 flipH="1">
                <a:off x="6000902" y="3953570"/>
                <a:ext cx="20637" cy="6096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>
            <a:xfrm flipH="1">
              <a:off x="4870649" y="4770595"/>
              <a:ext cx="4763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7729715" y="4770595"/>
              <a:ext cx="4762" cy="16131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8"/>
            <p:cNvGrpSpPr>
              <a:grpSpLocks/>
            </p:cNvGrpSpPr>
            <p:nvPr/>
          </p:nvGrpSpPr>
          <p:grpSpPr bwMode="auto">
            <a:xfrm>
              <a:off x="5165168" y="3104859"/>
              <a:ext cx="3436597" cy="3278876"/>
              <a:chOff x="3728453" y="2286247"/>
              <a:chExt cx="3436597" cy="3278876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7075631" y="2286447"/>
                <a:ext cx="4763" cy="327867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V="1">
                <a:off x="6127901" y="2899313"/>
                <a:ext cx="920743" cy="31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6145363" y="2286447"/>
                <a:ext cx="3175" cy="6001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>
                <a:off x="6962920" y="2816751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3753019" y="4806185"/>
                <a:ext cx="3328962" cy="635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/>
              <p:cNvSpPr/>
              <p:nvPr/>
            </p:nvSpPr>
            <p:spPr>
              <a:xfrm>
                <a:off x="6970856" y="4723623"/>
                <a:ext cx="193674" cy="20323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3729206" y="3939281"/>
                <a:ext cx="17463" cy="88595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grpSp>
        <p:nvGrpSpPr>
          <p:cNvPr id="213" name="组合 212"/>
          <p:cNvGrpSpPr/>
          <p:nvPr/>
        </p:nvGrpSpPr>
        <p:grpSpPr>
          <a:xfrm>
            <a:off x="5252564" y="1553773"/>
            <a:ext cx="3041650" cy="3505200"/>
            <a:chOff x="567735" y="2373805"/>
            <a:chExt cx="3041650" cy="3505200"/>
          </a:xfrm>
          <a:solidFill>
            <a:srgbClr val="FFFF00"/>
          </a:solidFill>
        </p:grpSpPr>
        <p:sp>
          <p:nvSpPr>
            <p:cNvPr id="214" name="椭圆 213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15" name="直接连接符 214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椭圆 220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22" name="直接连接符 221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灯片编号占位符 3"/>
          <p:cNvSpPr txBox="1">
            <a:spLocks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E7D5D903-F8E3-445E-B4C6-275FD8F00F84}" type="slidenum">
              <a:rPr lang="en-US" altLang="zh-CN" smtClean="0">
                <a:ea typeface="Noto Serif SC" panose="02020200000000000000" pitchFamily="18" charset="-122"/>
              </a:rPr>
              <a:pPr>
                <a:defRPr/>
              </a:pPr>
              <a:t>10</a:t>
            </a:fld>
            <a:endParaRPr lang="en-US" altLang="zh-CN" dirty="0">
              <a:ea typeface="Noto Serif SC" panose="02020200000000000000" pitchFamily="18" charset="-122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3208338" y="3000375"/>
            <a:ext cx="1030287" cy="3668713"/>
            <a:chOff x="3208338" y="3000375"/>
            <a:chExt cx="1030287" cy="3668713"/>
          </a:xfrm>
        </p:grpSpPr>
        <p:sp>
          <p:nvSpPr>
            <p:cNvPr id="82" name="Text Box 65"/>
            <p:cNvSpPr txBox="1">
              <a:spLocks noChangeArrowheads="1"/>
            </p:cNvSpPr>
            <p:nvPr/>
          </p:nvSpPr>
          <p:spPr bwMode="auto">
            <a:xfrm>
              <a:off x="3268663" y="3000375"/>
              <a:ext cx="87153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非同步清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3" name="Text Box 66"/>
            <p:cNvSpPr txBox="1">
              <a:spLocks noChangeArrowheads="1"/>
            </p:cNvSpPr>
            <p:nvPr/>
          </p:nvSpPr>
          <p:spPr bwMode="auto">
            <a:xfrm>
              <a:off x="3233738" y="3754438"/>
              <a:ext cx="879475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非同步置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4" name="Text Box 67"/>
            <p:cNvSpPr txBox="1">
              <a:spLocks noChangeArrowheads="1"/>
            </p:cNvSpPr>
            <p:nvPr/>
          </p:nvSpPr>
          <p:spPr bwMode="auto">
            <a:xfrm>
              <a:off x="3208338" y="4602163"/>
              <a:ext cx="103028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0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5" name="Text Box 68"/>
            <p:cNvSpPr txBox="1">
              <a:spLocks noChangeArrowheads="1"/>
            </p:cNvSpPr>
            <p:nvPr/>
          </p:nvSpPr>
          <p:spPr bwMode="auto">
            <a:xfrm>
              <a:off x="3217863" y="5207000"/>
              <a:ext cx="101441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置</a:t>
              </a:r>
              <a:r>
                <a:rPr lang="zh-CN" altLang="en-US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“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1</a:t>
              </a:r>
              <a:r>
                <a:rPr lang="en-US" altLang="zh-CN" sz="2000" dirty="0">
                  <a:latin typeface="Arial" panose="020B0604020202020204" pitchFamily="34" charset="0"/>
                  <a:ea typeface="Noto Serif SC" panose="02020200000000000000" pitchFamily="18" charset="-122"/>
                </a:rPr>
                <a:t>”</a:t>
              </a:r>
              <a:endParaRPr lang="en-US" altLang="zh-CN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86" name="Text Box 69"/>
            <p:cNvSpPr txBox="1">
              <a:spLocks noChangeArrowheads="1"/>
            </p:cNvSpPr>
            <p:nvPr/>
          </p:nvSpPr>
          <p:spPr bwMode="auto">
            <a:xfrm>
              <a:off x="3230563" y="572770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保持</a:t>
              </a:r>
            </a:p>
          </p:txBody>
        </p:sp>
        <p:sp>
          <p:nvSpPr>
            <p:cNvPr id="87" name="Text Box 70"/>
            <p:cNvSpPr txBox="1">
              <a:spLocks noChangeArrowheads="1"/>
            </p:cNvSpPr>
            <p:nvPr/>
          </p:nvSpPr>
          <p:spPr bwMode="auto">
            <a:xfrm>
              <a:off x="3254375" y="6272213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翻轉</a:t>
              </a:r>
            </a:p>
          </p:txBody>
        </p:sp>
      </p:grpSp>
      <p:cxnSp>
        <p:nvCxnSpPr>
          <p:cNvPr id="88" name="直接连接符 87"/>
          <p:cNvCxnSpPr/>
          <p:nvPr/>
        </p:nvCxnSpPr>
        <p:spPr>
          <a:xfrm flipV="1">
            <a:off x="231775" y="3279775"/>
            <a:ext cx="3016250" cy="9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68538" y="2720975"/>
            <a:ext cx="0" cy="3984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14"/>
          <p:cNvSpPr txBox="1">
            <a:spLocks noChangeArrowheads="1"/>
          </p:cNvSpPr>
          <p:nvPr/>
        </p:nvSpPr>
        <p:spPr bwMode="auto">
          <a:xfrm>
            <a:off x="231775" y="33401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0    1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91" name="文本框 334"/>
          <p:cNvSpPr txBox="1">
            <a:spLocks noChangeArrowheads="1"/>
          </p:cNvSpPr>
          <p:nvPr/>
        </p:nvSpPr>
        <p:spPr bwMode="auto">
          <a:xfrm>
            <a:off x="236538" y="3886200"/>
            <a:ext cx="3038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0    X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</a:t>
            </a:r>
            <a:r>
              <a:rPr lang="en-US" altLang="zh-CN" sz="2000" dirty="0" err="1">
                <a:ea typeface="Noto Serif SC" panose="02020200000000000000" pitchFamily="18" charset="-122"/>
              </a:rPr>
              <a:t>X</a:t>
            </a:r>
            <a:r>
              <a:rPr lang="en-US" altLang="zh-CN" sz="2000" dirty="0">
                <a:ea typeface="Noto Serif SC" panose="02020200000000000000" pitchFamily="18" charset="-122"/>
              </a:rPr>
              <a:t>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92" name="组合 90"/>
          <p:cNvGrpSpPr>
            <a:grpSpLocks/>
          </p:cNvGrpSpPr>
          <p:nvPr/>
        </p:nvGrpSpPr>
        <p:grpSpPr bwMode="auto">
          <a:xfrm>
            <a:off x="204788" y="2720975"/>
            <a:ext cx="3062287" cy="3984625"/>
            <a:chOff x="204788" y="2720975"/>
            <a:chExt cx="3062287" cy="3984625"/>
          </a:xfrm>
        </p:grpSpPr>
        <p:sp>
          <p:nvSpPr>
            <p:cNvPr id="93" name="矩形 92"/>
            <p:cNvSpPr/>
            <p:nvPr/>
          </p:nvSpPr>
          <p:spPr>
            <a:xfrm>
              <a:off x="204788" y="2720975"/>
              <a:ext cx="3055937" cy="39846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94" name="组合 8"/>
            <p:cNvGrpSpPr>
              <a:grpSpLocks/>
            </p:cNvGrpSpPr>
            <p:nvPr/>
          </p:nvGrpSpPr>
          <p:grpSpPr bwMode="auto">
            <a:xfrm>
              <a:off x="260350" y="2832100"/>
              <a:ext cx="514350" cy="461963"/>
              <a:chOff x="169301" y="2211439"/>
              <a:chExt cx="514268" cy="461665"/>
            </a:xfrm>
          </p:grpSpPr>
          <p:sp>
            <p:nvSpPr>
              <p:cNvPr id="106" name="文本框 308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7" name="直接连接符 106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组合 313"/>
            <p:cNvGrpSpPr>
              <a:grpSpLocks/>
            </p:cNvGrpSpPr>
            <p:nvPr/>
          </p:nvGrpSpPr>
          <p:grpSpPr bwMode="auto">
            <a:xfrm>
              <a:off x="684213" y="2822575"/>
              <a:ext cx="514350" cy="461963"/>
              <a:chOff x="169301" y="2211439"/>
              <a:chExt cx="514268" cy="461665"/>
            </a:xfrm>
          </p:grpSpPr>
          <p:sp>
            <p:nvSpPr>
              <p:cNvPr id="104" name="文本框 314"/>
              <p:cNvSpPr txBox="1">
                <a:spLocks noChangeArrowheads="1"/>
              </p:cNvSpPr>
              <p:nvPr/>
            </p:nvSpPr>
            <p:spPr bwMode="auto">
              <a:xfrm>
                <a:off x="169301" y="221143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05" name="直接连接符 104"/>
              <p:cNvCxnSpPr/>
              <p:nvPr/>
            </p:nvCxnSpPr>
            <p:spPr>
              <a:xfrm flipV="1">
                <a:off x="204220" y="2265379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文本框 317"/>
            <p:cNvSpPr txBox="1">
              <a:spLocks noChangeArrowheads="1"/>
            </p:cNvSpPr>
            <p:nvPr/>
          </p:nvSpPr>
          <p:spPr bwMode="auto">
            <a:xfrm>
              <a:off x="1547813" y="2828925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7" name="文本框 320"/>
            <p:cNvSpPr txBox="1">
              <a:spLocks noChangeArrowheads="1"/>
            </p:cNvSpPr>
            <p:nvPr/>
          </p:nvSpPr>
          <p:spPr bwMode="auto">
            <a:xfrm>
              <a:off x="1844675" y="2822575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8" name="文本框 322"/>
            <p:cNvSpPr txBox="1">
              <a:spLocks noChangeArrowheads="1"/>
            </p:cNvSpPr>
            <p:nvPr/>
          </p:nvSpPr>
          <p:spPr bwMode="auto">
            <a:xfrm>
              <a:off x="1077913" y="2828925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99" name="文本框 327"/>
            <p:cNvSpPr txBox="1">
              <a:spLocks noChangeArrowheads="1"/>
            </p:cNvSpPr>
            <p:nvPr/>
          </p:nvSpPr>
          <p:spPr bwMode="auto">
            <a:xfrm>
              <a:off x="2332038" y="278606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00" name="组合 12"/>
            <p:cNvGrpSpPr>
              <a:grpSpLocks/>
            </p:cNvGrpSpPr>
            <p:nvPr/>
          </p:nvGrpSpPr>
          <p:grpSpPr bwMode="auto">
            <a:xfrm>
              <a:off x="2752725" y="2781300"/>
              <a:ext cx="514350" cy="461963"/>
              <a:chOff x="2752431" y="2771429"/>
              <a:chExt cx="514268" cy="461665"/>
            </a:xfrm>
          </p:grpSpPr>
          <p:sp>
            <p:nvSpPr>
              <p:cNvPr id="102" name="文本框 330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03" name="直接连接符 102"/>
              <p:cNvCxnSpPr/>
              <p:nvPr/>
            </p:nvCxnSpPr>
            <p:spPr>
              <a:xfrm flipV="1">
                <a:off x="2820683" y="2847580"/>
                <a:ext cx="298402" cy="1110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接连接符 100"/>
            <p:cNvCxnSpPr/>
            <p:nvPr/>
          </p:nvCxnSpPr>
          <p:spPr>
            <a:xfrm flipV="1">
              <a:off x="227013" y="4346575"/>
              <a:ext cx="3016250" cy="9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本框 338"/>
          <p:cNvSpPr txBox="1">
            <a:spLocks noChangeArrowheads="1"/>
          </p:cNvSpPr>
          <p:nvPr/>
        </p:nvSpPr>
        <p:spPr bwMode="auto">
          <a:xfrm>
            <a:off x="209550" y="4594225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0   1    0    1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09" name="文本框 339"/>
          <p:cNvSpPr txBox="1">
            <a:spLocks noChangeArrowheads="1"/>
          </p:cNvSpPr>
          <p:nvPr/>
        </p:nvSpPr>
        <p:spPr bwMode="auto">
          <a:xfrm>
            <a:off x="209550" y="5157788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1    1    </a:t>
            </a:r>
            <a:r>
              <a:rPr lang="en-US" altLang="zh-CN" sz="2000" dirty="0">
                <a:ea typeface="Noto Serif SC" panose="02020200000000000000" pitchFamily="18" charset="-122"/>
                <a:sym typeface="Symbol" panose="05050102010706020507" pitchFamily="18" charset="2"/>
              </a:rPr>
              <a:t></a:t>
            </a:r>
            <a:r>
              <a:rPr lang="en-US" altLang="zh-CN" sz="2000" dirty="0">
                <a:ea typeface="Noto Serif SC" panose="02020200000000000000" pitchFamily="18" charset="-122"/>
              </a:rPr>
              <a:t>   1   0    1    0</a:t>
            </a: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10" name="文本框 341"/>
          <p:cNvSpPr txBox="1">
            <a:spLocks noChangeArrowheads="1"/>
          </p:cNvSpPr>
          <p:nvPr/>
        </p:nvSpPr>
        <p:spPr bwMode="auto">
          <a:xfrm>
            <a:off x="2327275" y="56499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ea typeface="Noto Serif SC" panose="02020200000000000000" pitchFamily="18" charset="-122"/>
            </a:endParaRPr>
          </a:p>
        </p:txBody>
      </p:sp>
      <p:grpSp>
        <p:nvGrpSpPr>
          <p:cNvPr id="111" name="组合 17"/>
          <p:cNvGrpSpPr>
            <a:grpSpLocks/>
          </p:cNvGrpSpPr>
          <p:nvPr/>
        </p:nvGrpSpPr>
        <p:grpSpPr bwMode="auto">
          <a:xfrm>
            <a:off x="212725" y="5645150"/>
            <a:ext cx="3049588" cy="460375"/>
            <a:chOff x="213489" y="5644643"/>
            <a:chExt cx="3048294" cy="461665"/>
          </a:xfrm>
        </p:grpSpPr>
        <p:sp>
          <p:nvSpPr>
            <p:cNvPr id="112" name="文本框 340"/>
            <p:cNvSpPr txBox="1">
              <a:spLocks noChangeArrowheads="1"/>
            </p:cNvSpPr>
            <p:nvPr/>
          </p:nvSpPr>
          <p:spPr bwMode="auto">
            <a:xfrm>
              <a:off x="213489" y="5702259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   0   0            </a:t>
              </a: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3" name="组合 342"/>
            <p:cNvGrpSpPr>
              <a:grpSpLocks/>
            </p:cNvGrpSpPr>
            <p:nvPr/>
          </p:nvGrpSpPr>
          <p:grpSpPr bwMode="auto">
            <a:xfrm>
              <a:off x="2747515" y="5644643"/>
              <a:ext cx="514268" cy="461665"/>
              <a:chOff x="2752431" y="2771429"/>
              <a:chExt cx="514268" cy="461665"/>
            </a:xfrm>
          </p:grpSpPr>
          <p:sp>
            <p:nvSpPr>
              <p:cNvPr id="114" name="文本框 343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15" name="直接连接符 114"/>
              <p:cNvCxnSpPr/>
              <p:nvPr/>
            </p:nvCxnSpPr>
            <p:spPr>
              <a:xfrm flipV="1">
                <a:off x="2820800" y="2847843"/>
                <a:ext cx="298324" cy="1114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组合 18"/>
          <p:cNvGrpSpPr>
            <a:grpSpLocks/>
          </p:cNvGrpSpPr>
          <p:nvPr/>
        </p:nvGrpSpPr>
        <p:grpSpPr bwMode="auto">
          <a:xfrm>
            <a:off x="209550" y="6181725"/>
            <a:ext cx="3068638" cy="471488"/>
            <a:chOff x="209946" y="6181259"/>
            <a:chExt cx="3068766" cy="471449"/>
          </a:xfrm>
        </p:grpSpPr>
        <p:sp>
          <p:nvSpPr>
            <p:cNvPr id="117" name="文本框 345"/>
            <p:cNvSpPr txBox="1">
              <a:spLocks noChangeArrowheads="1"/>
            </p:cNvSpPr>
            <p:nvPr/>
          </p:nvSpPr>
          <p:spPr bwMode="auto">
            <a:xfrm>
              <a:off x="209946" y="6205844"/>
              <a:ext cx="30386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C000"/>
                  </a:solidFill>
                  <a:ea typeface="Noto Serif SC" panose="02020200000000000000" pitchFamily="18" charset="-122"/>
                </a:rPr>
                <a:t>1    1    </a:t>
              </a:r>
              <a:r>
                <a:rPr lang="en-US" altLang="zh-CN" sz="2000" dirty="0">
                  <a:solidFill>
                    <a:srgbClr val="FFC000"/>
                  </a:solidFill>
                  <a:ea typeface="Noto Serif SC" panose="02020200000000000000" pitchFamily="18" charset="-122"/>
                  <a:sym typeface="Symbol" panose="05050102010706020507" pitchFamily="18" charset="2"/>
                </a:rPr>
                <a:t></a:t>
              </a:r>
              <a:r>
                <a:rPr lang="en-US" altLang="zh-CN" sz="2000" dirty="0">
                  <a:solidFill>
                    <a:srgbClr val="FFC000"/>
                  </a:solidFill>
                  <a:ea typeface="Noto Serif SC" panose="02020200000000000000" pitchFamily="18" charset="-122"/>
                </a:rPr>
                <a:t>   1   1            </a:t>
              </a:r>
              <a:endParaRPr lang="zh-CN" altLang="en-US" sz="2000" dirty="0">
                <a:solidFill>
                  <a:srgbClr val="FFC000"/>
                </a:solidFill>
                <a:ea typeface="Noto Serif SC" panose="02020200000000000000" pitchFamily="18" charset="-122"/>
              </a:endParaRPr>
            </a:p>
          </p:txBody>
        </p:sp>
        <p:sp>
          <p:nvSpPr>
            <p:cNvPr id="118" name="文本框 346"/>
            <p:cNvSpPr txBox="1">
              <a:spLocks noChangeArrowheads="1"/>
            </p:cNvSpPr>
            <p:nvPr/>
          </p:nvSpPr>
          <p:spPr bwMode="auto">
            <a:xfrm>
              <a:off x="2764444" y="6181259"/>
              <a:ext cx="514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grpSp>
          <p:nvGrpSpPr>
            <p:cNvPr id="119" name="组合 347"/>
            <p:cNvGrpSpPr>
              <a:grpSpLocks/>
            </p:cNvGrpSpPr>
            <p:nvPr/>
          </p:nvGrpSpPr>
          <p:grpSpPr bwMode="auto">
            <a:xfrm>
              <a:off x="2323102" y="6191043"/>
              <a:ext cx="514268" cy="461665"/>
              <a:chOff x="2752431" y="2771429"/>
              <a:chExt cx="514268" cy="461665"/>
            </a:xfrm>
          </p:grpSpPr>
          <p:sp>
            <p:nvSpPr>
              <p:cNvPr id="120" name="文本框 348"/>
              <p:cNvSpPr txBox="1">
                <a:spLocks noChangeArrowheads="1"/>
              </p:cNvSpPr>
              <p:nvPr/>
            </p:nvSpPr>
            <p:spPr bwMode="auto">
              <a:xfrm>
                <a:off x="2752431" y="2771429"/>
                <a:ext cx="51426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21" name="直接连接符 120"/>
              <p:cNvCxnSpPr/>
              <p:nvPr/>
            </p:nvCxnSpPr>
            <p:spPr>
              <a:xfrm flipV="1">
                <a:off x="2820591" y="2847363"/>
                <a:ext cx="298462" cy="111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2" name="组合 121"/>
          <p:cNvGrpSpPr/>
          <p:nvPr/>
        </p:nvGrpSpPr>
        <p:grpSpPr>
          <a:xfrm>
            <a:off x="4506913" y="1560843"/>
            <a:ext cx="4351283" cy="5108517"/>
            <a:chOff x="4506913" y="1560843"/>
            <a:chExt cx="4351283" cy="5108517"/>
          </a:xfrm>
        </p:grpSpPr>
        <p:grpSp>
          <p:nvGrpSpPr>
            <p:cNvPr id="123" name="组合 122"/>
            <p:cNvGrpSpPr/>
            <p:nvPr/>
          </p:nvGrpSpPr>
          <p:grpSpPr>
            <a:xfrm>
              <a:off x="4506913" y="6207397"/>
              <a:ext cx="514350" cy="461963"/>
              <a:chOff x="4506913" y="6246704"/>
              <a:chExt cx="514350" cy="461963"/>
            </a:xfrm>
          </p:grpSpPr>
          <p:sp>
            <p:nvSpPr>
              <p:cNvPr id="133" name="文本框 308"/>
              <p:cNvSpPr txBox="1">
                <a:spLocks noChangeArrowheads="1"/>
              </p:cNvSpPr>
              <p:nvPr/>
            </p:nvSpPr>
            <p:spPr bwMode="auto">
              <a:xfrm>
                <a:off x="4506913" y="6246704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 err="1"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 err="1">
                    <a:ea typeface="Noto Serif SC" panose="02020200000000000000" pitchFamily="18" charset="-122"/>
                  </a:rPr>
                  <a:t>d</a:t>
                </a:r>
                <a:endParaRPr lang="en-US" altLang="zh-CN" sz="2400" baseline="-25000" dirty="0">
                  <a:ea typeface="Noto Serif SC" panose="02020200000000000000" pitchFamily="18" charset="-122"/>
                </a:endParaRPr>
              </a:p>
            </p:txBody>
          </p:sp>
          <p:cxnSp>
            <p:nvCxnSpPr>
              <p:cNvPr id="134" name="直接连接符 133"/>
              <p:cNvCxnSpPr/>
              <p:nvPr/>
            </p:nvCxnSpPr>
            <p:spPr bwMode="auto">
              <a:xfrm flipV="1">
                <a:off x="4541838" y="6300679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组合 123"/>
            <p:cNvGrpSpPr/>
            <p:nvPr/>
          </p:nvGrpSpPr>
          <p:grpSpPr>
            <a:xfrm>
              <a:off x="8343846" y="6156652"/>
              <a:ext cx="514350" cy="461963"/>
              <a:chOff x="8379319" y="6137535"/>
              <a:chExt cx="514350" cy="461963"/>
            </a:xfrm>
          </p:grpSpPr>
          <p:sp>
            <p:nvSpPr>
              <p:cNvPr id="131" name="文本框 314"/>
              <p:cNvSpPr txBox="1">
                <a:spLocks noChangeArrowheads="1"/>
              </p:cNvSpPr>
              <p:nvPr/>
            </p:nvSpPr>
            <p:spPr bwMode="auto">
              <a:xfrm>
                <a:off x="8379319" y="6137535"/>
                <a:ext cx="51435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ea typeface="Noto Serif SC" panose="02020200000000000000" pitchFamily="18" charset="-122"/>
                  </a:rPr>
                  <a:t>d</a:t>
                </a:r>
              </a:p>
            </p:txBody>
          </p:sp>
          <p:cxnSp>
            <p:nvCxnSpPr>
              <p:cNvPr id="132" name="直接连接符 131"/>
              <p:cNvCxnSpPr/>
              <p:nvPr/>
            </p:nvCxnSpPr>
            <p:spPr bwMode="auto">
              <a:xfrm flipV="1">
                <a:off x="8414244" y="6191510"/>
                <a:ext cx="298450" cy="1111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" name="文本框 322"/>
            <p:cNvSpPr txBox="1">
              <a:spLocks noChangeArrowheads="1"/>
            </p:cNvSpPr>
            <p:nvPr/>
          </p:nvSpPr>
          <p:spPr bwMode="auto">
            <a:xfrm>
              <a:off x="6096495" y="6130323"/>
              <a:ext cx="5984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CP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6" name="文本框 317"/>
            <p:cNvSpPr txBox="1">
              <a:spLocks noChangeArrowheads="1"/>
            </p:cNvSpPr>
            <p:nvPr/>
          </p:nvSpPr>
          <p:spPr bwMode="auto">
            <a:xfrm>
              <a:off x="5257582" y="6172581"/>
              <a:ext cx="3524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7" name="文本框 320"/>
            <p:cNvSpPr txBox="1">
              <a:spLocks noChangeArrowheads="1"/>
            </p:cNvSpPr>
            <p:nvPr/>
          </p:nvSpPr>
          <p:spPr bwMode="auto">
            <a:xfrm>
              <a:off x="7602430" y="6156653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8" name="文本框 327"/>
            <p:cNvSpPr txBox="1">
              <a:spLocks noChangeArrowheads="1"/>
            </p:cNvSpPr>
            <p:nvPr/>
          </p:nvSpPr>
          <p:spPr bwMode="auto">
            <a:xfrm>
              <a:off x="4726534" y="1560843"/>
              <a:ext cx="5143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129" name="文本框 330"/>
            <p:cNvSpPr txBox="1">
              <a:spLocks noChangeArrowheads="1"/>
            </p:cNvSpPr>
            <p:nvPr/>
          </p:nvSpPr>
          <p:spPr bwMode="auto">
            <a:xfrm>
              <a:off x="8062596" y="1661318"/>
              <a:ext cx="5143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ea typeface="Noto Serif SC" panose="02020200000000000000" pitchFamily="18" charset="-122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 bwMode="auto">
            <a:xfrm flipV="1">
              <a:off x="8130859" y="1737518"/>
              <a:ext cx="298450" cy="111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5"/>
          <p:cNvGrpSpPr>
            <a:grpSpLocks/>
          </p:cNvGrpSpPr>
          <p:nvPr/>
        </p:nvGrpSpPr>
        <p:grpSpPr bwMode="auto">
          <a:xfrm>
            <a:off x="4381501" y="3198571"/>
            <a:ext cx="3399869" cy="3277884"/>
            <a:chOff x="2622134" y="2286751"/>
            <a:chExt cx="3399843" cy="3278372"/>
          </a:xfrm>
          <a:solidFill>
            <a:srgbClr val="FF0000"/>
          </a:solidFill>
        </p:grpSpPr>
        <p:cxnSp>
          <p:nvCxnSpPr>
            <p:cNvPr id="137" name="直接连接符 136"/>
            <p:cNvCxnSpPr/>
            <p:nvPr/>
          </p:nvCxnSpPr>
          <p:spPr>
            <a:xfrm>
              <a:off x="2730677" y="2286447"/>
              <a:ext cx="3175" cy="3278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>
              <a:stCxn id="140" idx="2"/>
            </p:cNvCxnSpPr>
            <p:nvPr/>
          </p:nvCxnSpPr>
          <p:spPr>
            <a:xfrm>
              <a:off x="2622728" y="2886611"/>
              <a:ext cx="969956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3565696" y="2286447"/>
              <a:ext cx="3175" cy="60016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椭圆 139"/>
            <p:cNvSpPr/>
            <p:nvPr/>
          </p:nvSpPr>
          <p:spPr>
            <a:xfrm>
              <a:off x="2622728" y="278499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1" name="直接连接符 140"/>
            <p:cNvCxnSpPr>
              <a:stCxn id="142" idx="6"/>
            </p:cNvCxnSpPr>
            <p:nvPr/>
          </p:nvCxnSpPr>
          <p:spPr>
            <a:xfrm>
              <a:off x="2827514" y="4563261"/>
              <a:ext cx="3178151" cy="793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椭圆 141"/>
            <p:cNvSpPr/>
            <p:nvPr/>
          </p:nvSpPr>
          <p:spPr>
            <a:xfrm>
              <a:off x="2633841" y="4461646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3" name="直接连接符 142"/>
            <p:cNvCxnSpPr/>
            <p:nvPr/>
          </p:nvCxnSpPr>
          <p:spPr>
            <a:xfrm flipH="1">
              <a:off x="6000902" y="3953570"/>
              <a:ext cx="20638" cy="60969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225"/>
          <p:cNvGrpSpPr>
            <a:grpSpLocks/>
          </p:cNvGrpSpPr>
          <p:nvPr/>
        </p:nvGrpSpPr>
        <p:grpSpPr bwMode="auto">
          <a:xfrm>
            <a:off x="5495668" y="3197010"/>
            <a:ext cx="3436623" cy="3279445"/>
            <a:chOff x="3728453" y="2286247"/>
            <a:chExt cx="3436597" cy="3278876"/>
          </a:xfrm>
          <a:solidFill>
            <a:srgbClr val="FF0000"/>
          </a:solidFill>
        </p:grpSpPr>
        <p:cxnSp>
          <p:nvCxnSpPr>
            <p:cNvPr id="145" name="直接连接符 144"/>
            <p:cNvCxnSpPr/>
            <p:nvPr/>
          </p:nvCxnSpPr>
          <p:spPr>
            <a:xfrm>
              <a:off x="7075631" y="2285917"/>
              <a:ext cx="4763" cy="327920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flipV="1">
              <a:off x="6127901" y="2898586"/>
              <a:ext cx="920743" cy="476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145363" y="2285917"/>
              <a:ext cx="3175" cy="5999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/>
            <p:nvPr/>
          </p:nvSpPr>
          <p:spPr>
            <a:xfrm>
              <a:off x="6962920" y="2816050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>
            <a:xfrm>
              <a:off x="3753019" y="4806430"/>
              <a:ext cx="3328962" cy="6349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椭圆 149"/>
            <p:cNvSpPr/>
            <p:nvPr/>
          </p:nvSpPr>
          <p:spPr>
            <a:xfrm>
              <a:off x="6970856" y="4723894"/>
              <a:ext cx="193674" cy="203165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51" name="直接连接符 150"/>
            <p:cNvCxnSpPr/>
            <p:nvPr/>
          </p:nvCxnSpPr>
          <p:spPr>
            <a:xfrm>
              <a:off x="3729206" y="3939805"/>
              <a:ext cx="17463" cy="885671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直接连接符 151"/>
          <p:cNvCxnSpPr/>
          <p:nvPr/>
        </p:nvCxnSpPr>
        <p:spPr bwMode="auto">
          <a:xfrm flipH="1">
            <a:off x="8049230" y="4860322"/>
            <a:ext cx="4762" cy="161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 bwMode="auto">
          <a:xfrm flipH="1">
            <a:off x="5194299" y="4849585"/>
            <a:ext cx="4763" cy="1774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组合 14"/>
          <p:cNvGrpSpPr>
            <a:grpSpLocks/>
          </p:cNvGrpSpPr>
          <p:nvPr/>
        </p:nvGrpSpPr>
        <p:grpSpPr bwMode="auto">
          <a:xfrm>
            <a:off x="4820493" y="3186253"/>
            <a:ext cx="3711575" cy="3295650"/>
            <a:chOff x="3051350" y="2268982"/>
            <a:chExt cx="3711547" cy="3296141"/>
          </a:xfrm>
          <a:solidFill>
            <a:srgbClr val="FF0000"/>
          </a:solidFill>
        </p:grpSpPr>
        <p:cxnSp>
          <p:nvCxnSpPr>
            <p:cNvPr id="155" name="直接连接符 154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椭圆 158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60" name="直接连接符 159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椭圆 162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164" name="Rectangle 102"/>
          <p:cNvSpPr>
            <a:spLocks noChangeArrowheads="1"/>
          </p:cNvSpPr>
          <p:nvPr/>
        </p:nvSpPr>
        <p:spPr bwMode="auto">
          <a:xfrm>
            <a:off x="323866" y="512642"/>
            <a:ext cx="8493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假設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ea typeface="Noto Serif SC" panose="02020200000000000000" pitchFamily="18" charset="-122"/>
              </a:rPr>
              <a:t>Q=0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非等於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。</a:t>
            </a:r>
          </a:p>
        </p:txBody>
      </p:sp>
      <p:grpSp>
        <p:nvGrpSpPr>
          <p:cNvPr id="166" name="组合 14"/>
          <p:cNvGrpSpPr>
            <a:grpSpLocks/>
          </p:cNvGrpSpPr>
          <p:nvPr/>
        </p:nvGrpSpPr>
        <p:grpSpPr bwMode="auto">
          <a:xfrm>
            <a:off x="4820846" y="3186070"/>
            <a:ext cx="3710907" cy="3295139"/>
            <a:chOff x="3051494" y="2269493"/>
            <a:chExt cx="3710879" cy="3295630"/>
          </a:xfrm>
          <a:solidFill>
            <a:srgbClr val="FFFF00"/>
          </a:solidFill>
        </p:grpSpPr>
        <p:cxnSp>
          <p:nvCxnSpPr>
            <p:cNvPr id="167" name="直接连接符 166"/>
            <p:cNvCxnSpPr/>
            <p:nvPr/>
          </p:nvCxnSpPr>
          <p:spPr>
            <a:xfrm>
              <a:off x="3064050" y="3131122"/>
              <a:ext cx="3697259" cy="1588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3051350" y="2286447"/>
              <a:ext cx="3175" cy="844676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flipH="1">
              <a:off x="6761309" y="2268982"/>
              <a:ext cx="1588" cy="8526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4849973" y="3121596"/>
              <a:ext cx="14288" cy="244352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椭圆 170"/>
            <p:cNvSpPr/>
            <p:nvPr/>
          </p:nvSpPr>
          <p:spPr>
            <a:xfrm>
              <a:off x="4757899" y="3029507"/>
              <a:ext cx="195262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72" name="直接连接符 171"/>
            <p:cNvCxnSpPr/>
            <p:nvPr/>
          </p:nvCxnSpPr>
          <p:spPr>
            <a:xfrm flipV="1">
              <a:off x="3953043" y="4313987"/>
              <a:ext cx="1733537" cy="11114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 flipH="1">
              <a:off x="3962568" y="3975798"/>
              <a:ext cx="7937" cy="349302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 flipH="1">
              <a:off x="5686580" y="3951983"/>
              <a:ext cx="4762" cy="376293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椭圆 174"/>
            <p:cNvSpPr/>
            <p:nvPr/>
          </p:nvSpPr>
          <p:spPr>
            <a:xfrm>
              <a:off x="4753137" y="4225073"/>
              <a:ext cx="193674" cy="20323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5252564" y="1568340"/>
            <a:ext cx="3041650" cy="3505200"/>
            <a:chOff x="567735" y="2373805"/>
            <a:chExt cx="3041650" cy="3505200"/>
          </a:xfrm>
          <a:solidFill>
            <a:srgbClr val="FF0000"/>
          </a:solidFill>
        </p:grpSpPr>
        <p:sp>
          <p:nvSpPr>
            <p:cNvPr id="177" name="椭圆 176"/>
            <p:cNvSpPr/>
            <p:nvPr/>
          </p:nvSpPr>
          <p:spPr bwMode="auto">
            <a:xfrm>
              <a:off x="2112372" y="4290859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78" name="直接连接符 177"/>
            <p:cNvCxnSpPr/>
            <p:nvPr/>
          </p:nvCxnSpPr>
          <p:spPr bwMode="auto">
            <a:xfrm>
              <a:off x="567735" y="2373805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 bwMode="auto">
            <a:xfrm>
              <a:off x="567735" y="2673843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 bwMode="auto">
            <a:xfrm>
              <a:off x="1772648" y="2672255"/>
              <a:ext cx="436562" cy="1738313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 bwMode="auto">
            <a:xfrm>
              <a:off x="2223498" y="4404218"/>
              <a:ext cx="1385887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 bwMode="auto">
            <a:xfrm flipH="1">
              <a:off x="3585573" y="4018455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 bwMode="auto">
            <a:xfrm flipH="1">
              <a:off x="2671173" y="4012105"/>
              <a:ext cx="4762" cy="376238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/>
            <p:cNvSpPr/>
            <p:nvPr/>
          </p:nvSpPr>
          <p:spPr bwMode="auto">
            <a:xfrm>
              <a:off x="2574335" y="4302618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85" name="直接连接符 184"/>
            <p:cNvCxnSpPr/>
            <p:nvPr/>
          </p:nvCxnSpPr>
          <p:spPr bwMode="auto">
            <a:xfrm flipH="1">
              <a:off x="2198098" y="4410568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 bwMode="auto">
            <a:xfrm>
              <a:off x="2185398" y="5871068"/>
              <a:ext cx="373062" cy="793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 bwMode="auto">
            <a:xfrm flipH="1">
              <a:off x="2545760" y="5671043"/>
              <a:ext cx="3175" cy="19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组合 200"/>
          <p:cNvGrpSpPr/>
          <p:nvPr/>
        </p:nvGrpSpPr>
        <p:grpSpPr>
          <a:xfrm>
            <a:off x="5042694" y="1573329"/>
            <a:ext cx="3019425" cy="3465512"/>
            <a:chOff x="315843" y="6503"/>
            <a:chExt cx="3019425" cy="3465512"/>
          </a:xfrm>
          <a:solidFill>
            <a:srgbClr val="FF0000"/>
          </a:solidFill>
        </p:grpSpPr>
        <p:sp>
          <p:nvSpPr>
            <p:cNvPr id="202" name="椭圆 201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03" name="直接连接符 202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椭圆 208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10" name="直接连接符 209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5" name="直接连接符 224"/>
          <p:cNvCxnSpPr/>
          <p:nvPr/>
        </p:nvCxnSpPr>
        <p:spPr bwMode="auto">
          <a:xfrm>
            <a:off x="7668713" y="3214224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 bwMode="auto">
          <a:xfrm>
            <a:off x="5595432" y="317925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102"/>
          <p:cNvSpPr>
            <a:spLocks noChangeArrowheads="1"/>
          </p:cNvSpPr>
          <p:nvPr/>
        </p:nvSpPr>
        <p:spPr bwMode="auto">
          <a:xfrm>
            <a:off x="107200" y="2193925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B70E9B1-14D4-23C7-EA5B-D60A55591035}"/>
              </a:ext>
            </a:extLst>
          </p:cNvPr>
          <p:cNvCxnSpPr/>
          <p:nvPr/>
        </p:nvCxnSpPr>
        <p:spPr bwMode="auto">
          <a:xfrm>
            <a:off x="5595157" y="3171801"/>
            <a:ext cx="7938" cy="107315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7E10EA6-FCB3-EFE0-9E2A-954C1FE1E1D5}"/>
              </a:ext>
            </a:extLst>
          </p:cNvPr>
          <p:cNvCxnSpPr/>
          <p:nvPr/>
        </p:nvCxnSpPr>
        <p:spPr bwMode="auto">
          <a:xfrm>
            <a:off x="7670823" y="3221523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组合 187"/>
          <p:cNvGrpSpPr/>
          <p:nvPr/>
        </p:nvGrpSpPr>
        <p:grpSpPr>
          <a:xfrm>
            <a:off x="5049347" y="1573792"/>
            <a:ext cx="3019425" cy="3465512"/>
            <a:chOff x="315843" y="6503"/>
            <a:chExt cx="3019425" cy="3465512"/>
          </a:xfrm>
          <a:solidFill>
            <a:srgbClr val="FFFF00"/>
          </a:solidFill>
        </p:grpSpPr>
        <p:sp>
          <p:nvSpPr>
            <p:cNvPr id="189" name="椭圆 188"/>
            <p:cNvSpPr/>
            <p:nvPr/>
          </p:nvSpPr>
          <p:spPr bwMode="auto">
            <a:xfrm>
              <a:off x="1517035" y="1900390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90" name="直接连接符 189"/>
            <p:cNvCxnSpPr/>
            <p:nvPr/>
          </p:nvCxnSpPr>
          <p:spPr bwMode="auto">
            <a:xfrm>
              <a:off x="3327330" y="6503"/>
              <a:ext cx="0" cy="6000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 bwMode="auto">
            <a:xfrm>
              <a:off x="2146230" y="309715"/>
              <a:ext cx="1189038" cy="15875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 bwMode="auto">
            <a:xfrm flipH="1">
              <a:off x="1631880" y="317653"/>
              <a:ext cx="514350" cy="16891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 bwMode="auto">
            <a:xfrm>
              <a:off x="315843" y="1990878"/>
              <a:ext cx="1343025" cy="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 bwMode="auto">
            <a:xfrm flipH="1">
              <a:off x="328543" y="1632103"/>
              <a:ext cx="4762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1206430" y="1628928"/>
              <a:ext cx="6350" cy="3746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/>
            <p:cNvSpPr/>
            <p:nvPr/>
          </p:nvSpPr>
          <p:spPr bwMode="auto">
            <a:xfrm>
              <a:off x="1104830" y="1897215"/>
              <a:ext cx="193675" cy="203200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197" name="直接连接符 196"/>
            <p:cNvCxnSpPr/>
            <p:nvPr/>
          </p:nvCxnSpPr>
          <p:spPr bwMode="auto">
            <a:xfrm flipH="1">
              <a:off x="1630293" y="2005165"/>
              <a:ext cx="9525" cy="146050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 bwMode="auto">
            <a:xfrm flipV="1">
              <a:off x="1222305" y="3465665"/>
              <a:ext cx="406400" cy="6350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241355" y="3273578"/>
              <a:ext cx="1588" cy="192087"/>
            </a:xfrm>
            <a:prstGeom prst="line">
              <a:avLst/>
            </a:prstGeom>
            <a:grpFill/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0" name="直接连接符 199"/>
          <p:cNvCxnSpPr/>
          <p:nvPr/>
        </p:nvCxnSpPr>
        <p:spPr bwMode="auto">
          <a:xfrm>
            <a:off x="5597525" y="3205860"/>
            <a:ext cx="7938" cy="10731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102">
            <a:extLst>
              <a:ext uri="{FF2B5EF4-FFF2-40B4-BE49-F238E27FC236}">
                <a16:creationId xmlns:a16="http://schemas.microsoft.com/office/drawing/2014/main" id="{9502D6CD-E261-3AE0-CC37-64B790FE0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30" y="1038214"/>
            <a:ext cx="307914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非也都是求反。</a:t>
            </a:r>
          </a:p>
        </p:txBody>
      </p:sp>
    </p:spTree>
    <p:extLst>
      <p:ext uri="{BB962C8B-B14F-4D97-AF65-F5344CB8AC3E}">
        <p14:creationId xmlns:p14="http://schemas.microsoft.com/office/powerpoint/2010/main" val="282869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2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60574-C171-88A7-4034-864CA637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負邊沿</a:t>
            </a:r>
            <a:r>
              <a:rPr lang="en-US" altLang="zh-CN" dirty="0"/>
              <a:t>JK</a:t>
            </a:r>
            <a:r>
              <a:rPr lang="zh-CN" altLang="en-US" dirty="0"/>
              <a:t>觸發器</a:t>
            </a:r>
            <a:r>
              <a:rPr lang="en-US" altLang="zh-CN" dirty="0"/>
              <a:t>——74ls112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94F26-D978-D031-643F-E2121414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980FB7-682C-DBCF-CDBA-D16E4FCD0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77072"/>
            <a:ext cx="3456384" cy="25304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B0A55E-D7AC-4C3A-C520-50A7CBEF4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68760"/>
            <a:ext cx="3417182" cy="24537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EDD01E0-B419-6007-3C88-67764F602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298729"/>
            <a:ext cx="3547211" cy="24041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6DA44E4-079F-8D12-A699-5A993C786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4149080"/>
            <a:ext cx="4464496" cy="226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7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D2AF8-A9EE-9046-8CC6-A20B221A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正邊沿</a:t>
            </a:r>
            <a:r>
              <a:rPr lang="en-US" altLang="zh-CN" dirty="0"/>
              <a:t>JK</a:t>
            </a:r>
            <a:r>
              <a:rPr lang="zh-CN" altLang="en-US" dirty="0"/>
              <a:t>觸發器</a:t>
            </a:r>
            <a:r>
              <a:rPr lang="en-US" altLang="zh-CN" dirty="0"/>
              <a:t>——74ls109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4614AB-F1B2-BD68-E87F-7D3154D3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5B2C4B-C9DC-31B9-D2AF-C12E27FCEF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225498"/>
            <a:ext cx="3205486" cy="26206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122162-DBDE-D898-8ACD-1A93EEBE4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25498"/>
            <a:ext cx="3816425" cy="26880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1F5C2E-A0C0-EB97-FE0C-52EB7357F3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1" y="4470296"/>
            <a:ext cx="3816425" cy="201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6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EC378C-1576-432F-8291-B4F02C31ECA2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5" name="灯片编号占位符 5"/>
          <p:cNvSpPr txBox="1">
            <a:spLocks/>
          </p:cNvSpPr>
          <p:nvPr/>
        </p:nvSpPr>
        <p:spPr bwMode="auto">
          <a:xfrm>
            <a:off x="6459801" y="6019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A5AB4CF-28FE-4F07-8B93-037184D72BBE}" type="slidenum">
              <a:rPr lang="en-US" altLang="zh-CN" smtClean="0">
                <a:ea typeface="Noto Serif SC" panose="02020200000000000000" pitchFamily="18" charset="-122"/>
              </a:rPr>
              <a:pPr>
                <a:defRPr/>
              </a:pPr>
              <a:t>13</a:t>
            </a:fld>
            <a:endParaRPr lang="en-US" altLang="zh-CN" dirty="0">
              <a:ea typeface="Noto Serif SC" panose="02020200000000000000" pitchFamily="18" charset="-122"/>
            </a:endParaRP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440001" y="12192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ea typeface="Noto Serif SC" panose="02020200000000000000" pitchFamily="18" charset="-122"/>
              </a:rPr>
              <a:t>負邊沿觸發的</a:t>
            </a:r>
            <a:r>
              <a:rPr lang="en-US" altLang="zh-CN" dirty="0">
                <a:ea typeface="Noto Serif SC" panose="02020200000000000000" pitchFamily="18" charset="-122"/>
              </a:rPr>
              <a:t>J-K</a:t>
            </a:r>
            <a:r>
              <a:rPr lang="zh-CN" altLang="en-US" dirty="0">
                <a:ea typeface="Noto Serif SC" panose="02020200000000000000" pitchFamily="18" charset="-122"/>
              </a:rPr>
              <a:t>觸發器的時序圖</a:t>
            </a:r>
          </a:p>
          <a:p>
            <a:pPr eaLnBrk="1" hangingPunct="1">
              <a:defRPr/>
            </a:pPr>
            <a:endParaRPr lang="en-US" altLang="zh-CN" dirty="0">
              <a:ea typeface="Noto Serif SC" panose="02020200000000000000" pitchFamily="18" charset="-122"/>
            </a:endParaRPr>
          </a:p>
        </p:txBody>
      </p:sp>
      <p:sp>
        <p:nvSpPr>
          <p:cNvPr id="7" name="Line 1073"/>
          <p:cNvSpPr>
            <a:spLocks noChangeShapeType="1"/>
          </p:cNvSpPr>
          <p:nvPr/>
        </p:nvSpPr>
        <p:spPr bwMode="auto">
          <a:xfrm>
            <a:off x="41738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8" name="Line 1074"/>
          <p:cNvSpPr>
            <a:spLocks noChangeShapeType="1"/>
          </p:cNvSpPr>
          <p:nvPr/>
        </p:nvSpPr>
        <p:spPr bwMode="auto">
          <a:xfrm>
            <a:off x="24212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9" name="Line 1075"/>
          <p:cNvSpPr>
            <a:spLocks noChangeShapeType="1"/>
          </p:cNvSpPr>
          <p:nvPr/>
        </p:nvSpPr>
        <p:spPr bwMode="auto">
          <a:xfrm flipH="1">
            <a:off x="36404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10" name="Group 1122"/>
          <p:cNvGrpSpPr>
            <a:grpSpLocks/>
          </p:cNvGrpSpPr>
          <p:nvPr/>
        </p:nvGrpSpPr>
        <p:grpSpPr bwMode="auto">
          <a:xfrm>
            <a:off x="1159250" y="2324099"/>
            <a:ext cx="7789863" cy="457200"/>
            <a:chOff x="517" y="1968"/>
            <a:chExt cx="4907" cy="288"/>
          </a:xfrm>
        </p:grpSpPr>
        <p:sp>
          <p:nvSpPr>
            <p:cNvPr id="11" name="Line 1029"/>
            <p:cNvSpPr>
              <a:spLocks noChangeShapeType="1"/>
            </p:cNvSpPr>
            <p:nvPr/>
          </p:nvSpPr>
          <p:spPr bwMode="auto">
            <a:xfrm>
              <a:off x="960" y="22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2" name="Line 1030"/>
            <p:cNvSpPr>
              <a:spLocks noChangeShapeType="1"/>
            </p:cNvSpPr>
            <p:nvPr/>
          </p:nvSpPr>
          <p:spPr bwMode="auto">
            <a:xfrm flipV="1">
              <a:off x="1392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3" name="Line 1031"/>
            <p:cNvSpPr>
              <a:spLocks noChangeShapeType="1"/>
            </p:cNvSpPr>
            <p:nvPr/>
          </p:nvSpPr>
          <p:spPr bwMode="auto">
            <a:xfrm>
              <a:off x="1440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4" name="Line 1032"/>
            <p:cNvSpPr>
              <a:spLocks noChangeShapeType="1"/>
            </p:cNvSpPr>
            <p:nvPr/>
          </p:nvSpPr>
          <p:spPr bwMode="auto">
            <a:xfrm>
              <a:off x="1728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5" name="Line 1033"/>
            <p:cNvSpPr>
              <a:spLocks noChangeShapeType="1"/>
            </p:cNvSpPr>
            <p:nvPr/>
          </p:nvSpPr>
          <p:spPr bwMode="auto">
            <a:xfrm flipV="1">
              <a:off x="1776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6" name="Text Box 1084"/>
            <p:cNvSpPr txBox="1">
              <a:spLocks noChangeArrowheads="1"/>
            </p:cNvSpPr>
            <p:nvPr/>
          </p:nvSpPr>
          <p:spPr bwMode="auto">
            <a:xfrm>
              <a:off x="517" y="1968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  <p:sp>
          <p:nvSpPr>
            <p:cNvPr id="17" name="Line 1102"/>
            <p:cNvSpPr>
              <a:spLocks noChangeShapeType="1"/>
            </p:cNvSpPr>
            <p:nvPr/>
          </p:nvSpPr>
          <p:spPr bwMode="auto">
            <a:xfrm flipV="1">
              <a:off x="2064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" name="Line 1103"/>
            <p:cNvSpPr>
              <a:spLocks noChangeShapeType="1"/>
            </p:cNvSpPr>
            <p:nvPr/>
          </p:nvSpPr>
          <p:spPr bwMode="auto">
            <a:xfrm>
              <a:off x="2112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9" name="Line 1104"/>
            <p:cNvSpPr>
              <a:spLocks noChangeShapeType="1"/>
            </p:cNvSpPr>
            <p:nvPr/>
          </p:nvSpPr>
          <p:spPr bwMode="auto">
            <a:xfrm>
              <a:off x="2400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0" name="Line 1105"/>
            <p:cNvSpPr>
              <a:spLocks noChangeShapeType="1"/>
            </p:cNvSpPr>
            <p:nvPr/>
          </p:nvSpPr>
          <p:spPr bwMode="auto">
            <a:xfrm flipV="1">
              <a:off x="2448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1" name="Line 1106"/>
            <p:cNvSpPr>
              <a:spLocks noChangeShapeType="1"/>
            </p:cNvSpPr>
            <p:nvPr/>
          </p:nvSpPr>
          <p:spPr bwMode="auto">
            <a:xfrm flipV="1">
              <a:off x="2736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2" name="Line 1107"/>
            <p:cNvSpPr>
              <a:spLocks noChangeShapeType="1"/>
            </p:cNvSpPr>
            <p:nvPr/>
          </p:nvSpPr>
          <p:spPr bwMode="auto">
            <a:xfrm>
              <a:off x="2784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3" name="Line 1108"/>
            <p:cNvSpPr>
              <a:spLocks noChangeShapeType="1"/>
            </p:cNvSpPr>
            <p:nvPr/>
          </p:nvSpPr>
          <p:spPr bwMode="auto">
            <a:xfrm>
              <a:off x="3072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4" name="Line 1109"/>
            <p:cNvSpPr>
              <a:spLocks noChangeShapeType="1"/>
            </p:cNvSpPr>
            <p:nvPr/>
          </p:nvSpPr>
          <p:spPr bwMode="auto">
            <a:xfrm flipV="1">
              <a:off x="3120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5" name="Line 1110"/>
            <p:cNvSpPr>
              <a:spLocks noChangeShapeType="1"/>
            </p:cNvSpPr>
            <p:nvPr/>
          </p:nvSpPr>
          <p:spPr bwMode="auto">
            <a:xfrm flipV="1">
              <a:off x="3408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6" name="Line 1111"/>
            <p:cNvSpPr>
              <a:spLocks noChangeShapeType="1"/>
            </p:cNvSpPr>
            <p:nvPr/>
          </p:nvSpPr>
          <p:spPr bwMode="auto">
            <a:xfrm>
              <a:off x="3456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7" name="Line 1112"/>
            <p:cNvSpPr>
              <a:spLocks noChangeShapeType="1"/>
            </p:cNvSpPr>
            <p:nvPr/>
          </p:nvSpPr>
          <p:spPr bwMode="auto">
            <a:xfrm>
              <a:off x="3744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8" name="Line 1113"/>
            <p:cNvSpPr>
              <a:spLocks noChangeShapeType="1"/>
            </p:cNvSpPr>
            <p:nvPr/>
          </p:nvSpPr>
          <p:spPr bwMode="auto">
            <a:xfrm flipV="1">
              <a:off x="3792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9" name="Line 1114"/>
            <p:cNvSpPr>
              <a:spLocks noChangeShapeType="1"/>
            </p:cNvSpPr>
            <p:nvPr/>
          </p:nvSpPr>
          <p:spPr bwMode="auto">
            <a:xfrm flipV="1">
              <a:off x="4080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0" name="Line 1115"/>
            <p:cNvSpPr>
              <a:spLocks noChangeShapeType="1"/>
            </p:cNvSpPr>
            <p:nvPr/>
          </p:nvSpPr>
          <p:spPr bwMode="auto">
            <a:xfrm>
              <a:off x="4128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1" name="Line 1116"/>
            <p:cNvSpPr>
              <a:spLocks noChangeShapeType="1"/>
            </p:cNvSpPr>
            <p:nvPr/>
          </p:nvSpPr>
          <p:spPr bwMode="auto">
            <a:xfrm>
              <a:off x="4416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2" name="Line 1117"/>
            <p:cNvSpPr>
              <a:spLocks noChangeShapeType="1"/>
            </p:cNvSpPr>
            <p:nvPr/>
          </p:nvSpPr>
          <p:spPr bwMode="auto">
            <a:xfrm flipV="1">
              <a:off x="4464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3" name="Line 1118"/>
            <p:cNvSpPr>
              <a:spLocks noChangeShapeType="1"/>
            </p:cNvSpPr>
            <p:nvPr/>
          </p:nvSpPr>
          <p:spPr bwMode="auto">
            <a:xfrm flipV="1">
              <a:off x="4752" y="1968"/>
              <a:ext cx="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4" name="Line 1119"/>
            <p:cNvSpPr>
              <a:spLocks noChangeShapeType="1"/>
            </p:cNvSpPr>
            <p:nvPr/>
          </p:nvSpPr>
          <p:spPr bwMode="auto">
            <a:xfrm>
              <a:off x="4800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5" name="Line 1120"/>
            <p:cNvSpPr>
              <a:spLocks noChangeShapeType="1"/>
            </p:cNvSpPr>
            <p:nvPr/>
          </p:nvSpPr>
          <p:spPr bwMode="auto">
            <a:xfrm>
              <a:off x="5088" y="19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6" name="Line 1121"/>
            <p:cNvSpPr>
              <a:spLocks noChangeShapeType="1"/>
            </p:cNvSpPr>
            <p:nvPr/>
          </p:nvSpPr>
          <p:spPr bwMode="auto">
            <a:xfrm flipV="1">
              <a:off x="5136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37" name="Group 1199"/>
          <p:cNvGrpSpPr>
            <a:grpSpLocks/>
          </p:cNvGrpSpPr>
          <p:nvPr/>
        </p:nvGrpSpPr>
        <p:grpSpPr bwMode="auto">
          <a:xfrm>
            <a:off x="516201" y="5341938"/>
            <a:ext cx="339725" cy="1135062"/>
            <a:chOff x="480" y="3509"/>
            <a:chExt cx="214" cy="715"/>
          </a:xfrm>
        </p:grpSpPr>
        <p:graphicFrame>
          <p:nvGraphicFramePr>
            <p:cNvPr id="38" name="Object 1135"/>
            <p:cNvGraphicFramePr>
              <a:graphicFrameLocks noChangeAspect="1"/>
            </p:cNvGraphicFramePr>
            <p:nvPr/>
          </p:nvGraphicFramePr>
          <p:xfrm>
            <a:off x="480" y="3888"/>
            <a:ext cx="21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5227" imgH="180756" progId="Equation.3">
                    <p:embed/>
                  </p:oleObj>
                </mc:Choice>
                <mc:Fallback>
                  <p:oleObj name="Equation" r:id="rId2" imgW="95227" imgH="180756" progId="Equation.3">
                    <p:embed/>
                    <p:pic>
                      <p:nvPicPr>
                        <p:cNvPr id="58446" name="Object 1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888"/>
                          <a:ext cx="21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136"/>
            <p:cNvGraphicFramePr>
              <a:graphicFrameLocks noChangeAspect="1"/>
            </p:cNvGraphicFramePr>
            <p:nvPr/>
          </p:nvGraphicFramePr>
          <p:xfrm>
            <a:off x="480" y="3509"/>
            <a:ext cx="214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5227" imgH="143000" progId="Equation.3">
                    <p:embed/>
                  </p:oleObj>
                </mc:Choice>
                <mc:Fallback>
                  <p:oleObj name="Equation" r:id="rId4" imgW="95227" imgH="143000" progId="Equation.3">
                    <p:embed/>
                    <p:pic>
                      <p:nvPicPr>
                        <p:cNvPr id="58447" name="Object 1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509"/>
                          <a:ext cx="214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Group 1195"/>
          <p:cNvGrpSpPr>
            <a:grpSpLocks/>
          </p:cNvGrpSpPr>
          <p:nvPr/>
        </p:nvGrpSpPr>
        <p:grpSpPr bwMode="auto">
          <a:xfrm>
            <a:off x="592401" y="2743200"/>
            <a:ext cx="7696200" cy="533400"/>
            <a:chOff x="528" y="1872"/>
            <a:chExt cx="4848" cy="336"/>
          </a:xfrm>
        </p:grpSpPr>
        <p:sp>
          <p:nvSpPr>
            <p:cNvPr id="41" name="Line 1088"/>
            <p:cNvSpPr>
              <a:spLocks noChangeShapeType="1"/>
            </p:cNvSpPr>
            <p:nvPr/>
          </p:nvSpPr>
          <p:spPr bwMode="auto">
            <a:xfrm>
              <a:off x="912" y="220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42" name="Object 1124"/>
            <p:cNvGraphicFramePr>
              <a:graphicFrameLocks noChangeAspect="1"/>
            </p:cNvGraphicFramePr>
            <p:nvPr/>
          </p:nvGraphicFramePr>
          <p:xfrm>
            <a:off x="528" y="1872"/>
            <a:ext cx="25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1596" imgH="180756" progId="Equation.3">
                    <p:embed/>
                  </p:oleObj>
                </mc:Choice>
                <mc:Fallback>
                  <p:oleObj name="Equation" r:id="rId6" imgW="171596" imgH="180756" progId="Equation.3">
                    <p:embed/>
                    <p:pic>
                      <p:nvPicPr>
                        <p:cNvPr id="58443" name="Object 1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872"/>
                          <a:ext cx="254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Line 1141"/>
            <p:cNvSpPr>
              <a:spLocks noChangeShapeType="1"/>
            </p:cNvSpPr>
            <p:nvPr/>
          </p:nvSpPr>
          <p:spPr bwMode="auto">
            <a:xfrm flipV="1">
              <a:off x="1584" y="196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4" name="Line 1143"/>
            <p:cNvSpPr>
              <a:spLocks noChangeShapeType="1"/>
            </p:cNvSpPr>
            <p:nvPr/>
          </p:nvSpPr>
          <p:spPr bwMode="auto">
            <a:xfrm>
              <a:off x="1680" y="1968"/>
              <a:ext cx="36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45" name="Group 1196"/>
          <p:cNvGrpSpPr>
            <a:grpSpLocks/>
          </p:cNvGrpSpPr>
          <p:nvPr/>
        </p:nvGrpSpPr>
        <p:grpSpPr bwMode="auto">
          <a:xfrm>
            <a:off x="592401" y="3460750"/>
            <a:ext cx="7620000" cy="425450"/>
            <a:chOff x="528" y="2324"/>
            <a:chExt cx="4800" cy="268"/>
          </a:xfrm>
        </p:grpSpPr>
        <p:sp>
          <p:nvSpPr>
            <p:cNvPr id="46" name="Line 1089"/>
            <p:cNvSpPr>
              <a:spLocks noChangeShapeType="1"/>
            </p:cNvSpPr>
            <p:nvPr/>
          </p:nvSpPr>
          <p:spPr bwMode="auto">
            <a:xfrm>
              <a:off x="912" y="235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aphicFrame>
          <p:nvGraphicFramePr>
            <p:cNvPr id="47" name="Object 1125"/>
            <p:cNvGraphicFramePr>
              <a:graphicFrameLocks noChangeAspect="1"/>
            </p:cNvGraphicFramePr>
            <p:nvPr/>
          </p:nvGraphicFramePr>
          <p:xfrm>
            <a:off x="528" y="2324"/>
            <a:ext cx="24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1697" imgH="180756" progId="Equation.3">
                    <p:embed/>
                  </p:oleObj>
                </mc:Choice>
                <mc:Fallback>
                  <p:oleObj name="Equation" r:id="rId8" imgW="161697" imgH="180756" progId="Equation.3">
                    <p:embed/>
                    <p:pic>
                      <p:nvPicPr>
                        <p:cNvPr id="58437" name="Object 1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324"/>
                          <a:ext cx="240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Line 1142"/>
            <p:cNvSpPr>
              <a:spLocks noChangeShapeType="1"/>
            </p:cNvSpPr>
            <p:nvPr/>
          </p:nvSpPr>
          <p:spPr bwMode="auto">
            <a:xfrm>
              <a:off x="1584" y="235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9" name="Line 1144"/>
            <p:cNvSpPr>
              <a:spLocks noChangeShapeType="1"/>
            </p:cNvSpPr>
            <p:nvPr/>
          </p:nvSpPr>
          <p:spPr bwMode="auto">
            <a:xfrm>
              <a:off x="1728" y="259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0" name="Line 1145"/>
            <p:cNvSpPr>
              <a:spLocks noChangeShapeType="1"/>
            </p:cNvSpPr>
            <p:nvPr/>
          </p:nvSpPr>
          <p:spPr bwMode="auto">
            <a:xfrm flipV="1">
              <a:off x="2400" y="235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1" name="Line 1146"/>
            <p:cNvSpPr>
              <a:spLocks noChangeShapeType="1"/>
            </p:cNvSpPr>
            <p:nvPr/>
          </p:nvSpPr>
          <p:spPr bwMode="auto">
            <a:xfrm>
              <a:off x="2496" y="2352"/>
              <a:ext cx="28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52" name="Line 1149"/>
          <p:cNvSpPr>
            <a:spLocks noChangeShapeType="1"/>
          </p:cNvSpPr>
          <p:nvPr/>
        </p:nvSpPr>
        <p:spPr bwMode="auto">
          <a:xfrm>
            <a:off x="1049601" y="5791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" name="Line 1150"/>
          <p:cNvSpPr>
            <a:spLocks noChangeShapeType="1"/>
          </p:cNvSpPr>
          <p:nvPr/>
        </p:nvSpPr>
        <p:spPr bwMode="auto">
          <a:xfrm>
            <a:off x="1049601" y="6019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54" name="Group 1200"/>
          <p:cNvGrpSpPr>
            <a:grpSpLocks/>
          </p:cNvGrpSpPr>
          <p:nvPr/>
        </p:nvGrpSpPr>
        <p:grpSpPr bwMode="auto">
          <a:xfrm>
            <a:off x="2421201" y="5486400"/>
            <a:ext cx="1219200" cy="304800"/>
            <a:chOff x="1680" y="3600"/>
            <a:chExt cx="1104" cy="192"/>
          </a:xfrm>
        </p:grpSpPr>
        <p:sp>
          <p:nvSpPr>
            <p:cNvPr id="55" name="Line 1152"/>
            <p:cNvSpPr>
              <a:spLocks noChangeShapeType="1"/>
            </p:cNvSpPr>
            <p:nvPr/>
          </p:nvSpPr>
          <p:spPr bwMode="auto">
            <a:xfrm flipV="1">
              <a:off x="1680" y="36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6" name="Line 1153"/>
            <p:cNvSpPr>
              <a:spLocks noChangeShapeType="1"/>
            </p:cNvSpPr>
            <p:nvPr/>
          </p:nvSpPr>
          <p:spPr bwMode="auto">
            <a:xfrm>
              <a:off x="1776" y="360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57" name="Group 1201"/>
          <p:cNvGrpSpPr>
            <a:grpSpLocks/>
          </p:cNvGrpSpPr>
          <p:nvPr/>
        </p:nvGrpSpPr>
        <p:grpSpPr bwMode="auto">
          <a:xfrm>
            <a:off x="2421201" y="6019800"/>
            <a:ext cx="1219200" cy="304800"/>
            <a:chOff x="1680" y="3936"/>
            <a:chExt cx="1104" cy="192"/>
          </a:xfrm>
        </p:grpSpPr>
        <p:sp>
          <p:nvSpPr>
            <p:cNvPr id="58" name="Line 1154"/>
            <p:cNvSpPr>
              <a:spLocks noChangeShapeType="1"/>
            </p:cNvSpPr>
            <p:nvPr/>
          </p:nvSpPr>
          <p:spPr bwMode="auto">
            <a:xfrm>
              <a:off x="1680" y="3936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9" name="Line 1155"/>
            <p:cNvSpPr>
              <a:spLocks noChangeShapeType="1"/>
            </p:cNvSpPr>
            <p:nvPr/>
          </p:nvSpPr>
          <p:spPr bwMode="auto">
            <a:xfrm>
              <a:off x="1776" y="41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60" name="Line 1159"/>
          <p:cNvSpPr>
            <a:spLocks noChangeShapeType="1"/>
          </p:cNvSpPr>
          <p:nvPr/>
        </p:nvSpPr>
        <p:spPr bwMode="auto">
          <a:xfrm>
            <a:off x="52406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61" name="Line 1166"/>
          <p:cNvSpPr>
            <a:spLocks noChangeShapeType="1"/>
          </p:cNvSpPr>
          <p:nvPr/>
        </p:nvSpPr>
        <p:spPr bwMode="auto">
          <a:xfrm>
            <a:off x="63074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62" name="Line 1172"/>
          <p:cNvSpPr>
            <a:spLocks noChangeShapeType="1"/>
          </p:cNvSpPr>
          <p:nvPr/>
        </p:nvSpPr>
        <p:spPr bwMode="auto">
          <a:xfrm>
            <a:off x="7374201" y="2057400"/>
            <a:ext cx="0" cy="434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63" name="Group 1197"/>
          <p:cNvGrpSpPr>
            <a:grpSpLocks/>
          </p:cNvGrpSpPr>
          <p:nvPr/>
        </p:nvGrpSpPr>
        <p:grpSpPr bwMode="auto">
          <a:xfrm>
            <a:off x="410065" y="4121149"/>
            <a:ext cx="7694613" cy="457200"/>
            <a:chOff x="528" y="2688"/>
            <a:chExt cx="4847" cy="288"/>
          </a:xfrm>
        </p:grpSpPr>
        <p:sp>
          <p:nvSpPr>
            <p:cNvPr id="64" name="Rectangle 1085"/>
            <p:cNvSpPr>
              <a:spLocks noChangeArrowheads="1"/>
            </p:cNvSpPr>
            <p:nvPr/>
          </p:nvSpPr>
          <p:spPr bwMode="auto">
            <a:xfrm>
              <a:off x="528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J</a:t>
              </a:r>
              <a:endParaRPr lang="en-US" altLang="zh-CN" sz="2400" b="1" dirty="0">
                <a:latin typeface="Times New Roman" panose="02020603050405020304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65" name="Line 1147"/>
            <p:cNvSpPr>
              <a:spLocks noChangeShapeType="1"/>
            </p:cNvSpPr>
            <p:nvPr/>
          </p:nvSpPr>
          <p:spPr bwMode="auto">
            <a:xfrm>
              <a:off x="872" y="292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6" name="Line 1160"/>
            <p:cNvSpPr>
              <a:spLocks noChangeShapeType="1"/>
            </p:cNvSpPr>
            <p:nvPr/>
          </p:nvSpPr>
          <p:spPr bwMode="auto">
            <a:xfrm>
              <a:off x="2752" y="292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7" name="Line 1161"/>
            <p:cNvSpPr>
              <a:spLocks noChangeShapeType="1"/>
            </p:cNvSpPr>
            <p:nvPr/>
          </p:nvSpPr>
          <p:spPr bwMode="auto">
            <a:xfrm flipV="1">
              <a:off x="3422" y="268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" name="Line 1162"/>
            <p:cNvSpPr>
              <a:spLocks noChangeShapeType="1"/>
            </p:cNvSpPr>
            <p:nvPr/>
          </p:nvSpPr>
          <p:spPr bwMode="auto">
            <a:xfrm>
              <a:off x="3483" y="268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9" name="Line 1170"/>
            <p:cNvSpPr>
              <a:spLocks noChangeShapeType="1"/>
            </p:cNvSpPr>
            <p:nvPr/>
          </p:nvSpPr>
          <p:spPr bwMode="auto">
            <a:xfrm>
              <a:off x="4057" y="268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" name="Line 1171"/>
            <p:cNvSpPr>
              <a:spLocks noChangeShapeType="1"/>
            </p:cNvSpPr>
            <p:nvPr/>
          </p:nvSpPr>
          <p:spPr bwMode="auto">
            <a:xfrm>
              <a:off x="4116" y="292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" name="Line 1173"/>
            <p:cNvSpPr>
              <a:spLocks noChangeShapeType="1"/>
            </p:cNvSpPr>
            <p:nvPr/>
          </p:nvSpPr>
          <p:spPr bwMode="auto">
            <a:xfrm flipV="1">
              <a:off x="4737" y="268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2" name="Line 1174"/>
            <p:cNvSpPr>
              <a:spLocks noChangeShapeType="1"/>
            </p:cNvSpPr>
            <p:nvPr/>
          </p:nvSpPr>
          <p:spPr bwMode="auto">
            <a:xfrm>
              <a:off x="4799" y="268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73" name="Group 1198"/>
          <p:cNvGrpSpPr>
            <a:grpSpLocks/>
          </p:cNvGrpSpPr>
          <p:nvPr/>
        </p:nvGrpSpPr>
        <p:grpSpPr bwMode="auto">
          <a:xfrm>
            <a:off x="312889" y="4661874"/>
            <a:ext cx="7777163" cy="457200"/>
            <a:chOff x="476" y="3072"/>
            <a:chExt cx="4899" cy="288"/>
          </a:xfrm>
        </p:grpSpPr>
        <p:sp>
          <p:nvSpPr>
            <p:cNvPr id="74" name="Rectangle 1087"/>
            <p:cNvSpPr>
              <a:spLocks noChangeArrowheads="1"/>
            </p:cNvSpPr>
            <p:nvPr/>
          </p:nvSpPr>
          <p:spPr bwMode="auto">
            <a:xfrm>
              <a:off x="476" y="30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K</a:t>
              </a:r>
              <a:endParaRPr lang="en-US" altLang="zh-CN" sz="2400" b="1" dirty="0">
                <a:latin typeface="Times New Roman" panose="02020603050405020304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75" name="Line 1148"/>
            <p:cNvSpPr>
              <a:spLocks noChangeShapeType="1"/>
            </p:cNvSpPr>
            <p:nvPr/>
          </p:nvSpPr>
          <p:spPr bwMode="auto">
            <a:xfrm>
              <a:off x="872" y="3360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6" name="Line 1157"/>
            <p:cNvSpPr>
              <a:spLocks noChangeShapeType="1"/>
            </p:cNvSpPr>
            <p:nvPr/>
          </p:nvSpPr>
          <p:spPr bwMode="auto">
            <a:xfrm flipV="1">
              <a:off x="2744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7" name="Line 1158"/>
            <p:cNvSpPr>
              <a:spLocks noChangeShapeType="1"/>
            </p:cNvSpPr>
            <p:nvPr/>
          </p:nvSpPr>
          <p:spPr bwMode="auto">
            <a:xfrm>
              <a:off x="2800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" name="Line 1163"/>
            <p:cNvSpPr>
              <a:spLocks noChangeShapeType="1"/>
            </p:cNvSpPr>
            <p:nvPr/>
          </p:nvSpPr>
          <p:spPr bwMode="auto">
            <a:xfrm>
              <a:off x="3422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" name="Line 1164"/>
            <p:cNvSpPr>
              <a:spLocks noChangeShapeType="1"/>
            </p:cNvSpPr>
            <p:nvPr/>
          </p:nvSpPr>
          <p:spPr bwMode="auto">
            <a:xfrm>
              <a:off x="345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" name="Line 1165"/>
            <p:cNvSpPr>
              <a:spLocks noChangeShapeType="1"/>
            </p:cNvSpPr>
            <p:nvPr/>
          </p:nvSpPr>
          <p:spPr bwMode="auto">
            <a:xfrm flipV="1">
              <a:off x="3694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1" name="Line 1167"/>
            <p:cNvSpPr>
              <a:spLocks noChangeShapeType="1"/>
            </p:cNvSpPr>
            <p:nvPr/>
          </p:nvSpPr>
          <p:spPr bwMode="auto">
            <a:xfrm>
              <a:off x="3742" y="312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2" name="Line 1168"/>
            <p:cNvSpPr>
              <a:spLocks noChangeShapeType="1"/>
            </p:cNvSpPr>
            <p:nvPr/>
          </p:nvSpPr>
          <p:spPr bwMode="auto">
            <a:xfrm>
              <a:off x="3833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3" name="Line 1169"/>
            <p:cNvSpPr>
              <a:spLocks noChangeShapeType="1"/>
            </p:cNvSpPr>
            <p:nvPr/>
          </p:nvSpPr>
          <p:spPr bwMode="auto">
            <a:xfrm>
              <a:off x="3878" y="336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4" name="Line 1176"/>
            <p:cNvSpPr>
              <a:spLocks noChangeShapeType="1"/>
            </p:cNvSpPr>
            <p:nvPr/>
          </p:nvSpPr>
          <p:spPr bwMode="auto">
            <a:xfrm flipV="1">
              <a:off x="4692" y="312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5" name="Line 1177"/>
            <p:cNvSpPr>
              <a:spLocks noChangeShapeType="1"/>
            </p:cNvSpPr>
            <p:nvPr/>
          </p:nvSpPr>
          <p:spPr bwMode="auto">
            <a:xfrm>
              <a:off x="4751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86" name="Group 1202"/>
          <p:cNvGrpSpPr>
            <a:grpSpLocks/>
          </p:cNvGrpSpPr>
          <p:nvPr/>
        </p:nvGrpSpPr>
        <p:grpSpPr bwMode="auto">
          <a:xfrm>
            <a:off x="4173801" y="5486400"/>
            <a:ext cx="1066800" cy="304800"/>
            <a:chOff x="2784" y="3600"/>
            <a:chExt cx="672" cy="192"/>
          </a:xfrm>
        </p:grpSpPr>
        <p:sp>
          <p:nvSpPr>
            <p:cNvPr id="87" name="Line 1180"/>
            <p:cNvSpPr>
              <a:spLocks noChangeShapeType="1"/>
            </p:cNvSpPr>
            <p:nvPr/>
          </p:nvSpPr>
          <p:spPr bwMode="auto">
            <a:xfrm>
              <a:off x="2832" y="379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8" name="Line 1181"/>
            <p:cNvSpPr>
              <a:spLocks noChangeShapeType="1"/>
            </p:cNvSpPr>
            <p:nvPr/>
          </p:nvSpPr>
          <p:spPr bwMode="auto">
            <a:xfrm>
              <a:off x="2784" y="3600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89" name="Group 1203"/>
          <p:cNvGrpSpPr>
            <a:grpSpLocks/>
          </p:cNvGrpSpPr>
          <p:nvPr/>
        </p:nvGrpSpPr>
        <p:grpSpPr bwMode="auto">
          <a:xfrm>
            <a:off x="4173801" y="6019800"/>
            <a:ext cx="1066800" cy="304800"/>
            <a:chOff x="2784" y="3936"/>
            <a:chExt cx="672" cy="192"/>
          </a:xfrm>
        </p:grpSpPr>
        <p:sp>
          <p:nvSpPr>
            <p:cNvPr id="90" name="Line 1179"/>
            <p:cNvSpPr>
              <a:spLocks noChangeShapeType="1"/>
            </p:cNvSpPr>
            <p:nvPr/>
          </p:nvSpPr>
          <p:spPr bwMode="auto">
            <a:xfrm flipV="1">
              <a:off x="2784" y="39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" name="Line 1182"/>
            <p:cNvSpPr>
              <a:spLocks noChangeShapeType="1"/>
            </p:cNvSpPr>
            <p:nvPr/>
          </p:nvSpPr>
          <p:spPr bwMode="auto">
            <a:xfrm>
              <a:off x="2832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92" name="Group 1204"/>
          <p:cNvGrpSpPr>
            <a:grpSpLocks/>
          </p:cNvGrpSpPr>
          <p:nvPr/>
        </p:nvGrpSpPr>
        <p:grpSpPr bwMode="auto">
          <a:xfrm>
            <a:off x="5240601" y="5486400"/>
            <a:ext cx="1066800" cy="304800"/>
            <a:chOff x="3456" y="3600"/>
            <a:chExt cx="672" cy="192"/>
          </a:xfrm>
        </p:grpSpPr>
        <p:sp>
          <p:nvSpPr>
            <p:cNvPr id="93" name="Line 1183"/>
            <p:cNvSpPr>
              <a:spLocks noChangeShapeType="1"/>
            </p:cNvSpPr>
            <p:nvPr/>
          </p:nvSpPr>
          <p:spPr bwMode="auto">
            <a:xfrm flipV="1">
              <a:off x="3456" y="36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4" name="Line 1184"/>
            <p:cNvSpPr>
              <a:spLocks noChangeShapeType="1"/>
            </p:cNvSpPr>
            <p:nvPr/>
          </p:nvSpPr>
          <p:spPr bwMode="auto">
            <a:xfrm>
              <a:off x="3552" y="36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95" name="Group 1205"/>
          <p:cNvGrpSpPr>
            <a:grpSpLocks/>
          </p:cNvGrpSpPr>
          <p:nvPr/>
        </p:nvGrpSpPr>
        <p:grpSpPr bwMode="auto">
          <a:xfrm>
            <a:off x="5240601" y="6019800"/>
            <a:ext cx="1066800" cy="304800"/>
            <a:chOff x="3456" y="3936"/>
            <a:chExt cx="672" cy="192"/>
          </a:xfrm>
        </p:grpSpPr>
        <p:sp>
          <p:nvSpPr>
            <p:cNvPr id="96" name="Line 1185"/>
            <p:cNvSpPr>
              <a:spLocks noChangeShapeType="1"/>
            </p:cNvSpPr>
            <p:nvPr/>
          </p:nvSpPr>
          <p:spPr bwMode="auto">
            <a:xfrm>
              <a:off x="3504" y="412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7" name="Line 1186"/>
            <p:cNvSpPr>
              <a:spLocks noChangeShapeType="1"/>
            </p:cNvSpPr>
            <p:nvPr/>
          </p:nvSpPr>
          <p:spPr bwMode="auto">
            <a:xfrm>
              <a:off x="3456" y="39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98" name="Line 1187"/>
          <p:cNvSpPr>
            <a:spLocks noChangeShapeType="1"/>
          </p:cNvSpPr>
          <p:nvPr/>
        </p:nvSpPr>
        <p:spPr bwMode="auto">
          <a:xfrm>
            <a:off x="6307401" y="5486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99" name="Line 1188"/>
          <p:cNvSpPr>
            <a:spLocks noChangeShapeType="1"/>
          </p:cNvSpPr>
          <p:nvPr/>
        </p:nvSpPr>
        <p:spPr bwMode="auto">
          <a:xfrm>
            <a:off x="6231201" y="6324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100" name="Group 1206"/>
          <p:cNvGrpSpPr>
            <a:grpSpLocks/>
          </p:cNvGrpSpPr>
          <p:nvPr/>
        </p:nvGrpSpPr>
        <p:grpSpPr bwMode="auto">
          <a:xfrm>
            <a:off x="7374201" y="5486400"/>
            <a:ext cx="1066800" cy="381000"/>
            <a:chOff x="4800" y="3600"/>
            <a:chExt cx="672" cy="240"/>
          </a:xfrm>
        </p:grpSpPr>
        <p:sp>
          <p:nvSpPr>
            <p:cNvPr id="101" name="Line 1189"/>
            <p:cNvSpPr>
              <a:spLocks noChangeShapeType="1"/>
            </p:cNvSpPr>
            <p:nvPr/>
          </p:nvSpPr>
          <p:spPr bwMode="auto">
            <a:xfrm>
              <a:off x="4800" y="360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02" name="Line 1190"/>
            <p:cNvSpPr>
              <a:spLocks noChangeShapeType="1"/>
            </p:cNvSpPr>
            <p:nvPr/>
          </p:nvSpPr>
          <p:spPr bwMode="auto">
            <a:xfrm>
              <a:off x="4848" y="38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103" name="Group 1207"/>
          <p:cNvGrpSpPr>
            <a:grpSpLocks/>
          </p:cNvGrpSpPr>
          <p:nvPr/>
        </p:nvGrpSpPr>
        <p:grpSpPr bwMode="auto">
          <a:xfrm>
            <a:off x="7374201" y="6019800"/>
            <a:ext cx="1066800" cy="304800"/>
            <a:chOff x="4800" y="3936"/>
            <a:chExt cx="672" cy="192"/>
          </a:xfrm>
        </p:grpSpPr>
        <p:sp>
          <p:nvSpPr>
            <p:cNvPr id="104" name="Line 1192"/>
            <p:cNvSpPr>
              <a:spLocks noChangeShapeType="1"/>
            </p:cNvSpPr>
            <p:nvPr/>
          </p:nvSpPr>
          <p:spPr bwMode="auto">
            <a:xfrm flipV="1">
              <a:off x="4800" y="39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05" name="Line 1193"/>
            <p:cNvSpPr>
              <a:spLocks noChangeShapeType="1"/>
            </p:cNvSpPr>
            <p:nvPr/>
          </p:nvSpPr>
          <p:spPr bwMode="auto">
            <a:xfrm>
              <a:off x="4848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106" name="Line 1208"/>
          <p:cNvSpPr>
            <a:spLocks noChangeShapeType="1"/>
          </p:cNvSpPr>
          <p:nvPr/>
        </p:nvSpPr>
        <p:spPr bwMode="auto">
          <a:xfrm>
            <a:off x="3640401" y="5486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07" name="Line 1209"/>
          <p:cNvSpPr>
            <a:spLocks noChangeShapeType="1"/>
          </p:cNvSpPr>
          <p:nvPr/>
        </p:nvSpPr>
        <p:spPr bwMode="auto">
          <a:xfrm>
            <a:off x="3640401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431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F4F8BA-5C39-4798-AB5C-DC33C1A4CC08}" type="slidenum">
              <a:rPr lang="en-US" altLang="zh-CN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按時鐘脈衝</a:t>
            </a:r>
            <a:r>
              <a:rPr lang="en-US" altLang="zh-CN" b="1" dirty="0"/>
              <a:t>(Clock Pulse)</a:t>
            </a:r>
            <a:r>
              <a:rPr lang="zh-CN" altLang="en-US" b="1" dirty="0"/>
              <a:t>控制方式分類</a:t>
            </a:r>
          </a:p>
          <a:p>
            <a:pPr lvl="1" eaLnBrk="1" hangingPunct="1">
              <a:defRPr/>
            </a:pPr>
            <a:r>
              <a:rPr lang="zh-CN" altLang="en-US" b="1" dirty="0"/>
              <a:t>邊沿觸發方式</a:t>
            </a:r>
            <a:r>
              <a:rPr lang="en-US" altLang="zh-CN" b="1" dirty="0"/>
              <a:t>FF (Edge-Trigger)</a:t>
            </a:r>
          </a:p>
          <a:p>
            <a:pPr lvl="2" eaLnBrk="1" hangingPunct="1">
              <a:defRPr/>
            </a:pPr>
            <a:r>
              <a:rPr lang="zh-CN" altLang="en-US" b="1" dirty="0"/>
              <a:t>觸發器只有在時鐘輸入</a:t>
            </a:r>
            <a:r>
              <a:rPr lang="en-US" altLang="zh-CN" b="1" dirty="0"/>
              <a:t>CP</a:t>
            </a:r>
            <a:r>
              <a:rPr lang="zh-CN" altLang="en-US" b="1" dirty="0"/>
              <a:t>的某一約定跳變（正跳變或負跳變）到來時，才接收輸入資料。</a:t>
            </a:r>
          </a:p>
          <a:p>
            <a:pPr lvl="2" eaLnBrk="1" hangingPunct="1">
              <a:defRPr/>
            </a:pPr>
            <a:r>
              <a:rPr lang="zh-CN" altLang="en-US" b="1" dirty="0"/>
              <a:t>當</a:t>
            </a:r>
            <a:r>
              <a:rPr lang="en-US" altLang="zh-CN" b="1" dirty="0"/>
              <a:t>CP</a:t>
            </a:r>
            <a:r>
              <a:rPr lang="zh-CN" altLang="en-US" b="1" dirty="0"/>
              <a:t>沒有跳變（</a:t>
            </a:r>
            <a:r>
              <a:rPr lang="en-US" altLang="zh-CN" b="1" dirty="0"/>
              <a:t>CP=0</a:t>
            </a:r>
            <a:r>
              <a:rPr lang="zh-CN" altLang="en-US" b="1" dirty="0"/>
              <a:t>或 </a:t>
            </a:r>
            <a:r>
              <a:rPr lang="en-US" altLang="zh-CN" b="1" dirty="0"/>
              <a:t>CP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）期間，輸入資料的變化不會引起觸發器輸出狀態的變化。</a:t>
            </a:r>
          </a:p>
          <a:p>
            <a:pPr lvl="2" eaLnBrk="1" hangingPunct="1">
              <a:defRPr/>
            </a:pPr>
            <a:r>
              <a:rPr lang="zh-CN" altLang="en-US" b="1" dirty="0"/>
              <a:t>當 </a:t>
            </a:r>
            <a:r>
              <a:rPr lang="en-US" altLang="zh-CN" b="1" dirty="0"/>
              <a:t>CP</a:t>
            </a:r>
            <a:r>
              <a:rPr lang="zh-CN" altLang="en-US" b="1" dirty="0"/>
              <a:t>的非約定跳變到來時，觸發器也不會接收輸入資料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A3D21-6CFE-4377-933D-75B5DA59EB00}" type="slidenum">
              <a:rPr lang="en-US" altLang="zh-CN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5806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8061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電位觸發</a:t>
            </a:r>
            <a:r>
              <a:rPr lang="zh-CN" altLang="en-US" dirty="0">
                <a:latin typeface="Noto Serif SC" panose="02020200000000000000" pitchFamily="18" charset="-122"/>
                <a:cs typeface="Noto Serif Medium" panose="02020502060505020204" pitchFamily="18" charset="0"/>
              </a:rPr>
              <a:t>方式的觸發</a:t>
            </a:r>
            <a:r>
              <a:rPr lang="zh-CN" altLang="en-US" dirty="0"/>
              <a:t>器</a:t>
            </a:r>
          </a:p>
          <a:p>
            <a:pPr lvl="1" eaLnBrk="1" hangingPunct="1">
              <a:defRPr/>
            </a:pPr>
            <a:r>
              <a:rPr lang="zh-CN" altLang="en-US" dirty="0"/>
              <a:t>邊沿觸發方式的觸發器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主－從觸發方式的觸發器</a:t>
            </a:r>
          </a:p>
        </p:txBody>
      </p:sp>
      <p:sp>
        <p:nvSpPr>
          <p:cNvPr id="580612" name="Rectangle 1028"/>
          <p:cNvSpPr>
            <a:spLocks noChangeArrowheads="1"/>
          </p:cNvSpPr>
          <p:nvPr/>
        </p:nvSpPr>
        <p:spPr bwMode="auto">
          <a:xfrm>
            <a:off x="460375" y="32766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Noto Serif SC" panose="02020200000000000000" pitchFamily="18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Noto Serif SC" panose="02020200000000000000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E88516-3E0F-4DBA-80D3-F215897552E0}" type="slidenum">
              <a:rPr lang="en-US" altLang="zh-CN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主從觸發器</a:t>
            </a:r>
          </a:p>
          <a:p>
            <a:pPr lvl="1" eaLnBrk="1" hangingPunct="1">
              <a:defRPr/>
            </a:pPr>
            <a:r>
              <a:rPr lang="zh-CN" altLang="en-US" dirty="0"/>
              <a:t>由兩級電位觸發器（主觸發器和從觸發器）串連而成</a:t>
            </a:r>
          </a:p>
          <a:p>
            <a:pPr lvl="1" eaLnBrk="1" hangingPunct="1">
              <a:defRPr/>
            </a:pPr>
            <a:r>
              <a:rPr lang="en-US" altLang="zh-CN" dirty="0"/>
              <a:t>CP=1</a:t>
            </a:r>
            <a:r>
              <a:rPr lang="zh-CN" altLang="en-US" dirty="0"/>
              <a:t>期間，主觸發器接收資料，從觸發器封鎖</a:t>
            </a:r>
          </a:p>
          <a:p>
            <a:pPr lvl="1" eaLnBrk="1" hangingPunct="1">
              <a:defRPr/>
            </a:pPr>
            <a:r>
              <a:rPr lang="zh-CN" altLang="en-US" dirty="0"/>
              <a:t>在負跳變到來時，主觸發器封鎖，從觸發器將接收</a:t>
            </a:r>
            <a:r>
              <a:rPr lang="en-US" altLang="zh-CN" dirty="0"/>
              <a:t>CP</a:t>
            </a:r>
            <a:r>
              <a:rPr lang="zh-CN" altLang="en-US" dirty="0"/>
              <a:t>負跳變時主觸發器的狀態。</a:t>
            </a:r>
          </a:p>
          <a:p>
            <a:pPr lvl="1" eaLnBrk="1" hangingPunct="1">
              <a:defRPr/>
            </a:pP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FF00"/>
                </a:solidFill>
              </a:rPr>
              <a:t>常用有主從</a:t>
            </a:r>
            <a:r>
              <a:rPr lang="en-US" altLang="zh-CN" dirty="0">
                <a:solidFill>
                  <a:srgbClr val="FFFF00"/>
                </a:solidFill>
              </a:rPr>
              <a:t>R-S</a:t>
            </a:r>
            <a:r>
              <a:rPr lang="zh-CN" altLang="en-US" dirty="0">
                <a:solidFill>
                  <a:srgbClr val="FFFF00"/>
                </a:solidFill>
              </a:rPr>
              <a:t>觸發器和主從</a:t>
            </a:r>
            <a:r>
              <a:rPr lang="en-US" altLang="zh-CN" dirty="0">
                <a:solidFill>
                  <a:srgbClr val="FFFF00"/>
                </a:solidFill>
              </a:rPr>
              <a:t>J-K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020BD2-6F76-4CD4-B5ED-1B6C5178D03A}" type="slidenum">
              <a:rPr lang="en-US" altLang="zh-CN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R-S</a:t>
            </a:r>
            <a:r>
              <a:rPr lang="zh-CN" altLang="en-US" dirty="0"/>
              <a:t>觸發器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2765425" y="5708650"/>
            <a:ext cx="56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CP</a:t>
            </a:r>
          </a:p>
        </p:txBody>
      </p:sp>
      <p:pic>
        <p:nvPicPr>
          <p:cNvPr id="18438" name="Picture 5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588" y="2576513"/>
            <a:ext cx="573087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6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3240088"/>
            <a:ext cx="5715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7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38" y="3240088"/>
            <a:ext cx="5715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8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763" y="4048125"/>
            <a:ext cx="5715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9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4048125"/>
            <a:ext cx="573087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10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576513"/>
            <a:ext cx="573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4" name="Line 11"/>
          <p:cNvSpPr>
            <a:spLocks noChangeShapeType="1"/>
          </p:cNvSpPr>
          <p:nvPr/>
        </p:nvSpPr>
        <p:spPr bwMode="auto">
          <a:xfrm flipV="1">
            <a:off x="2054225" y="2257425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45" name="Line 12"/>
          <p:cNvSpPr>
            <a:spLocks noChangeShapeType="1"/>
          </p:cNvSpPr>
          <p:nvPr/>
        </p:nvSpPr>
        <p:spPr bwMode="auto">
          <a:xfrm flipV="1">
            <a:off x="3313113" y="2257425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46" name="Line 13"/>
          <p:cNvSpPr>
            <a:spLocks noChangeShapeType="1"/>
          </p:cNvSpPr>
          <p:nvPr/>
        </p:nvSpPr>
        <p:spPr bwMode="auto">
          <a:xfrm>
            <a:off x="2054225" y="2430463"/>
            <a:ext cx="382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47" name="Line 14"/>
          <p:cNvSpPr>
            <a:spLocks noChangeShapeType="1"/>
          </p:cNvSpPr>
          <p:nvPr/>
        </p:nvSpPr>
        <p:spPr bwMode="auto">
          <a:xfrm flipH="1">
            <a:off x="2928938" y="2430463"/>
            <a:ext cx="384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48" name="Line 15"/>
          <p:cNvSpPr>
            <a:spLocks noChangeShapeType="1"/>
          </p:cNvSpPr>
          <p:nvPr/>
        </p:nvSpPr>
        <p:spPr bwMode="auto">
          <a:xfrm flipH="1">
            <a:off x="2492375" y="2430463"/>
            <a:ext cx="436563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49" name="Line 16"/>
          <p:cNvSpPr>
            <a:spLocks noChangeShapeType="1"/>
          </p:cNvSpPr>
          <p:nvPr/>
        </p:nvSpPr>
        <p:spPr bwMode="auto">
          <a:xfrm>
            <a:off x="2436813" y="2430463"/>
            <a:ext cx="492125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0" name="Line 17"/>
          <p:cNvSpPr>
            <a:spLocks noChangeShapeType="1"/>
          </p:cNvSpPr>
          <p:nvPr/>
        </p:nvSpPr>
        <p:spPr bwMode="auto">
          <a:xfrm>
            <a:off x="2928938" y="3181350"/>
            <a:ext cx="274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1" name="Line 18"/>
          <p:cNvSpPr>
            <a:spLocks noChangeShapeType="1"/>
          </p:cNvSpPr>
          <p:nvPr/>
        </p:nvSpPr>
        <p:spPr bwMode="auto">
          <a:xfrm flipH="1">
            <a:off x="2217738" y="3181350"/>
            <a:ext cx="274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2" name="Line 19"/>
          <p:cNvSpPr>
            <a:spLocks noChangeShapeType="1"/>
          </p:cNvSpPr>
          <p:nvPr/>
        </p:nvSpPr>
        <p:spPr bwMode="auto">
          <a:xfrm flipV="1">
            <a:off x="2217738" y="3008313"/>
            <a:ext cx="0" cy="173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3" name="Line 20"/>
          <p:cNvSpPr>
            <a:spLocks noChangeShapeType="1"/>
          </p:cNvSpPr>
          <p:nvPr/>
        </p:nvSpPr>
        <p:spPr bwMode="auto">
          <a:xfrm flipV="1">
            <a:off x="3203575" y="3008313"/>
            <a:ext cx="0" cy="173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4" name="Line 21"/>
          <p:cNvSpPr>
            <a:spLocks noChangeShapeType="1"/>
          </p:cNvSpPr>
          <p:nvPr/>
        </p:nvSpPr>
        <p:spPr bwMode="auto">
          <a:xfrm flipV="1">
            <a:off x="1889125" y="3702050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5" name="Line 22"/>
          <p:cNvSpPr>
            <a:spLocks noChangeShapeType="1"/>
          </p:cNvSpPr>
          <p:nvPr/>
        </p:nvSpPr>
        <p:spPr bwMode="auto">
          <a:xfrm flipV="1">
            <a:off x="3478213" y="3702050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6" name="Line 23"/>
          <p:cNvSpPr>
            <a:spLocks noChangeShapeType="1"/>
          </p:cNvSpPr>
          <p:nvPr/>
        </p:nvSpPr>
        <p:spPr bwMode="auto">
          <a:xfrm flipV="1">
            <a:off x="3367088" y="3008313"/>
            <a:ext cx="0" cy="231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7" name="Line 24"/>
          <p:cNvSpPr>
            <a:spLocks noChangeShapeType="1"/>
          </p:cNvSpPr>
          <p:nvPr/>
        </p:nvSpPr>
        <p:spPr bwMode="auto">
          <a:xfrm flipV="1">
            <a:off x="1943100" y="3008313"/>
            <a:ext cx="0" cy="231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58" name="Oval 25"/>
          <p:cNvSpPr>
            <a:spLocks noChangeAspect="1" noChangeArrowheads="1"/>
          </p:cNvSpPr>
          <p:nvPr/>
        </p:nvSpPr>
        <p:spPr bwMode="auto">
          <a:xfrm>
            <a:off x="3203575" y="3817938"/>
            <a:ext cx="109538" cy="1158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18459" name="Oval 26"/>
          <p:cNvSpPr>
            <a:spLocks noChangeAspect="1" noChangeArrowheads="1"/>
          </p:cNvSpPr>
          <p:nvPr/>
        </p:nvSpPr>
        <p:spPr bwMode="auto">
          <a:xfrm>
            <a:off x="3367088" y="5346700"/>
            <a:ext cx="111125" cy="1174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pic>
        <p:nvPicPr>
          <p:cNvPr id="18460" name="Picture 27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4684713"/>
            <a:ext cx="5715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1" name="Picture 28" descr="与非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4684713"/>
            <a:ext cx="5730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62" name="Line 29"/>
          <p:cNvSpPr>
            <a:spLocks noChangeShapeType="1"/>
          </p:cNvSpPr>
          <p:nvPr/>
        </p:nvSpPr>
        <p:spPr bwMode="auto">
          <a:xfrm>
            <a:off x="1889125" y="3933825"/>
            <a:ext cx="493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63" name="Line 30"/>
          <p:cNvSpPr>
            <a:spLocks noChangeShapeType="1"/>
          </p:cNvSpPr>
          <p:nvPr/>
        </p:nvSpPr>
        <p:spPr bwMode="auto">
          <a:xfrm>
            <a:off x="2984500" y="3990975"/>
            <a:ext cx="493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64" name="Line 31"/>
          <p:cNvSpPr>
            <a:spLocks noChangeShapeType="1"/>
          </p:cNvSpPr>
          <p:nvPr/>
        </p:nvSpPr>
        <p:spPr bwMode="auto">
          <a:xfrm>
            <a:off x="2054225" y="4627563"/>
            <a:ext cx="328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65" name="Line 32"/>
          <p:cNvSpPr>
            <a:spLocks noChangeShapeType="1"/>
          </p:cNvSpPr>
          <p:nvPr/>
        </p:nvSpPr>
        <p:spPr bwMode="auto">
          <a:xfrm>
            <a:off x="2984500" y="4627563"/>
            <a:ext cx="382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66" name="Line 33"/>
          <p:cNvSpPr>
            <a:spLocks noChangeShapeType="1"/>
          </p:cNvSpPr>
          <p:nvPr/>
        </p:nvSpPr>
        <p:spPr bwMode="auto">
          <a:xfrm>
            <a:off x="2382838" y="3933825"/>
            <a:ext cx="601662" cy="693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67" name="Line 34"/>
          <p:cNvSpPr>
            <a:spLocks noChangeShapeType="1"/>
          </p:cNvSpPr>
          <p:nvPr/>
        </p:nvSpPr>
        <p:spPr bwMode="auto">
          <a:xfrm flipH="1">
            <a:off x="2382838" y="3990975"/>
            <a:ext cx="601662" cy="636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68" name="Line 35"/>
          <p:cNvSpPr>
            <a:spLocks noChangeShapeType="1"/>
          </p:cNvSpPr>
          <p:nvPr/>
        </p:nvSpPr>
        <p:spPr bwMode="auto">
          <a:xfrm flipV="1">
            <a:off x="2054225" y="4511675"/>
            <a:ext cx="0" cy="115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69" name="Line 36"/>
          <p:cNvSpPr>
            <a:spLocks noChangeShapeType="1"/>
          </p:cNvSpPr>
          <p:nvPr/>
        </p:nvSpPr>
        <p:spPr bwMode="auto">
          <a:xfrm flipV="1">
            <a:off x="3367088" y="4511675"/>
            <a:ext cx="0" cy="115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70" name="Line 37"/>
          <p:cNvSpPr>
            <a:spLocks noChangeShapeType="1"/>
          </p:cNvSpPr>
          <p:nvPr/>
        </p:nvSpPr>
        <p:spPr bwMode="auto">
          <a:xfrm flipV="1">
            <a:off x="1889125" y="4511675"/>
            <a:ext cx="0" cy="173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71" name="Line 38"/>
          <p:cNvSpPr>
            <a:spLocks noChangeShapeType="1"/>
          </p:cNvSpPr>
          <p:nvPr/>
        </p:nvSpPr>
        <p:spPr bwMode="auto">
          <a:xfrm>
            <a:off x="3532188" y="4511675"/>
            <a:ext cx="0" cy="173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72" name="Line 39"/>
          <p:cNvSpPr>
            <a:spLocks noChangeShapeType="1"/>
          </p:cNvSpPr>
          <p:nvPr/>
        </p:nvSpPr>
        <p:spPr bwMode="auto">
          <a:xfrm>
            <a:off x="1779588" y="5114925"/>
            <a:ext cx="0" cy="693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73" name="Line 40"/>
          <p:cNvSpPr>
            <a:spLocks noChangeShapeType="1"/>
          </p:cNvSpPr>
          <p:nvPr/>
        </p:nvSpPr>
        <p:spPr bwMode="auto">
          <a:xfrm>
            <a:off x="3641725" y="5114925"/>
            <a:ext cx="0" cy="636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8474" name="Text Box 41"/>
          <p:cNvSpPr txBox="1">
            <a:spLocks noChangeArrowheads="1"/>
          </p:cNvSpPr>
          <p:nvPr/>
        </p:nvSpPr>
        <p:spPr bwMode="auto">
          <a:xfrm>
            <a:off x="1476375" y="5578475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R</a:t>
            </a:r>
          </a:p>
        </p:txBody>
      </p:sp>
      <p:sp>
        <p:nvSpPr>
          <p:cNvPr id="18475" name="Text Box 42"/>
          <p:cNvSpPr txBox="1">
            <a:spLocks noChangeArrowheads="1"/>
          </p:cNvSpPr>
          <p:nvPr/>
        </p:nvSpPr>
        <p:spPr bwMode="auto">
          <a:xfrm>
            <a:off x="3644900" y="5576888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</a:t>
            </a:r>
          </a:p>
        </p:txBody>
      </p:sp>
      <p:sp>
        <p:nvSpPr>
          <p:cNvPr id="18476" name="Text Box 43"/>
          <p:cNvSpPr txBox="1">
            <a:spLocks noChangeArrowheads="1"/>
          </p:cNvSpPr>
          <p:nvPr/>
        </p:nvSpPr>
        <p:spPr bwMode="auto">
          <a:xfrm>
            <a:off x="1584325" y="1828800"/>
            <a:ext cx="4138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</a:p>
        </p:txBody>
      </p:sp>
      <p:sp>
        <p:nvSpPr>
          <p:cNvPr id="18477" name="Text Box 44"/>
          <p:cNvSpPr txBox="1">
            <a:spLocks noChangeArrowheads="1"/>
          </p:cNvSpPr>
          <p:nvPr/>
        </p:nvSpPr>
        <p:spPr bwMode="auto">
          <a:xfrm>
            <a:off x="3392488" y="2084388"/>
            <a:ext cx="411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</a:p>
        </p:txBody>
      </p:sp>
      <p:grpSp>
        <p:nvGrpSpPr>
          <p:cNvPr id="526381" name="Group 45"/>
          <p:cNvGrpSpPr>
            <a:grpSpLocks/>
          </p:cNvGrpSpPr>
          <p:nvPr/>
        </p:nvGrpSpPr>
        <p:grpSpPr bwMode="auto">
          <a:xfrm>
            <a:off x="250825" y="2476500"/>
            <a:ext cx="1225550" cy="2952750"/>
            <a:chOff x="793" y="1616"/>
            <a:chExt cx="772" cy="1860"/>
          </a:xfrm>
        </p:grpSpPr>
        <p:sp>
          <p:nvSpPr>
            <p:cNvPr id="18494" name="AutoShape 46"/>
            <p:cNvSpPr>
              <a:spLocks/>
            </p:cNvSpPr>
            <p:nvPr/>
          </p:nvSpPr>
          <p:spPr bwMode="auto">
            <a:xfrm>
              <a:off x="1339" y="1616"/>
              <a:ext cx="226" cy="726"/>
            </a:xfrm>
            <a:prstGeom prst="leftBrace">
              <a:avLst>
                <a:gd name="adj1" fmla="val 2677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18495" name="AutoShape 47"/>
            <p:cNvSpPr>
              <a:spLocks/>
            </p:cNvSpPr>
            <p:nvPr/>
          </p:nvSpPr>
          <p:spPr bwMode="auto">
            <a:xfrm>
              <a:off x="1339" y="2750"/>
              <a:ext cx="226" cy="726"/>
            </a:xfrm>
            <a:prstGeom prst="leftBrace">
              <a:avLst>
                <a:gd name="adj1" fmla="val 2677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18496" name="Text Box 48"/>
            <p:cNvSpPr txBox="1">
              <a:spLocks noChangeArrowheads="1"/>
            </p:cNvSpPr>
            <p:nvPr/>
          </p:nvSpPr>
          <p:spPr bwMode="auto">
            <a:xfrm>
              <a:off x="793" y="1797"/>
              <a:ext cx="5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從</a:t>
              </a: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FF</a:t>
              </a:r>
            </a:p>
          </p:txBody>
        </p:sp>
        <p:sp>
          <p:nvSpPr>
            <p:cNvPr id="18497" name="Text Box 49"/>
            <p:cNvSpPr txBox="1">
              <a:spLocks noChangeArrowheads="1"/>
            </p:cNvSpPr>
            <p:nvPr/>
          </p:nvSpPr>
          <p:spPr bwMode="auto">
            <a:xfrm>
              <a:off x="793" y="2961"/>
              <a:ext cx="5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主</a:t>
              </a: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FF</a:t>
              </a:r>
            </a:p>
          </p:txBody>
        </p:sp>
      </p:grpSp>
      <p:sp>
        <p:nvSpPr>
          <p:cNvPr id="18479" name="Text Box 50"/>
          <p:cNvSpPr txBox="1">
            <a:spLocks noChangeArrowheads="1"/>
          </p:cNvSpPr>
          <p:nvPr/>
        </p:nvSpPr>
        <p:spPr bwMode="auto">
          <a:xfrm>
            <a:off x="5029200" y="2362200"/>
            <a:ext cx="34417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由兩個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電位觸發器組成。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正脈衝期間主觸發器接受輸入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,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從觸發器關閉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;</a:t>
            </a:r>
            <a:endParaRPr lang="zh-CN" altLang="en-US" sz="2400" b="1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grpSp>
        <p:nvGrpSpPr>
          <p:cNvPr id="18480" name="Group 51"/>
          <p:cNvGrpSpPr>
            <a:grpSpLocks/>
          </p:cNvGrpSpPr>
          <p:nvPr/>
        </p:nvGrpSpPr>
        <p:grpSpPr bwMode="auto">
          <a:xfrm>
            <a:off x="1943100" y="3702050"/>
            <a:ext cx="2857500" cy="2374900"/>
            <a:chOff x="1224" y="2332"/>
            <a:chExt cx="1800" cy="1496"/>
          </a:xfrm>
        </p:grpSpPr>
        <p:sp>
          <p:nvSpPr>
            <p:cNvPr id="18481" name="Line 52"/>
            <p:cNvSpPr>
              <a:spLocks noChangeShapeType="1"/>
            </p:cNvSpPr>
            <p:nvPr/>
          </p:nvSpPr>
          <p:spPr bwMode="auto">
            <a:xfrm>
              <a:off x="1673" y="3405"/>
              <a:ext cx="0" cy="42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82" name="Line 53"/>
            <p:cNvSpPr>
              <a:spLocks noChangeShapeType="1"/>
            </p:cNvSpPr>
            <p:nvPr/>
          </p:nvSpPr>
          <p:spPr bwMode="auto">
            <a:xfrm>
              <a:off x="1328" y="2332"/>
              <a:ext cx="0" cy="109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83" name="Line 54"/>
            <p:cNvSpPr>
              <a:spLocks noChangeShapeType="1"/>
            </p:cNvSpPr>
            <p:nvPr/>
          </p:nvSpPr>
          <p:spPr bwMode="auto">
            <a:xfrm>
              <a:off x="1328" y="2441"/>
              <a:ext cx="1499" cy="1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84" name="Line 55"/>
            <p:cNvSpPr>
              <a:spLocks noChangeShapeType="1"/>
            </p:cNvSpPr>
            <p:nvPr/>
          </p:nvSpPr>
          <p:spPr bwMode="auto">
            <a:xfrm>
              <a:off x="2053" y="2332"/>
              <a:ext cx="0" cy="109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85" name="Oval 56"/>
            <p:cNvSpPr>
              <a:spLocks noChangeAspect="1" noChangeArrowheads="1"/>
            </p:cNvSpPr>
            <p:nvPr/>
          </p:nvSpPr>
          <p:spPr bwMode="auto">
            <a:xfrm>
              <a:off x="1638" y="3368"/>
              <a:ext cx="69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18486" name="Line 57"/>
            <p:cNvSpPr>
              <a:spLocks noChangeShapeType="1"/>
            </p:cNvSpPr>
            <p:nvPr/>
          </p:nvSpPr>
          <p:spPr bwMode="auto">
            <a:xfrm>
              <a:off x="1224" y="3222"/>
              <a:ext cx="0" cy="18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87" name="Line 58"/>
            <p:cNvSpPr>
              <a:spLocks noChangeShapeType="1"/>
            </p:cNvSpPr>
            <p:nvPr/>
          </p:nvSpPr>
          <p:spPr bwMode="auto">
            <a:xfrm>
              <a:off x="1224" y="3405"/>
              <a:ext cx="1608" cy="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88" name="Line 59"/>
            <p:cNvSpPr>
              <a:spLocks noChangeShapeType="1"/>
            </p:cNvSpPr>
            <p:nvPr/>
          </p:nvSpPr>
          <p:spPr bwMode="auto">
            <a:xfrm>
              <a:off x="2156" y="3222"/>
              <a:ext cx="0" cy="186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89" name="Line 60"/>
            <p:cNvSpPr>
              <a:spLocks noChangeShapeType="1"/>
            </p:cNvSpPr>
            <p:nvPr/>
          </p:nvSpPr>
          <p:spPr bwMode="auto">
            <a:xfrm>
              <a:off x="2827" y="2457"/>
              <a:ext cx="0" cy="183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490" name="Line 61"/>
            <p:cNvSpPr>
              <a:spLocks noChangeShapeType="1"/>
            </p:cNvSpPr>
            <p:nvPr/>
          </p:nvSpPr>
          <p:spPr bwMode="auto">
            <a:xfrm flipV="1">
              <a:off x="2832" y="2976"/>
              <a:ext cx="0" cy="432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18491" name="Group 62"/>
            <p:cNvGrpSpPr>
              <a:grpSpLocks/>
            </p:cNvGrpSpPr>
            <p:nvPr/>
          </p:nvGrpSpPr>
          <p:grpSpPr bwMode="auto">
            <a:xfrm>
              <a:off x="2640" y="2640"/>
              <a:ext cx="384" cy="336"/>
              <a:chOff x="3168" y="3552"/>
              <a:chExt cx="384" cy="336"/>
            </a:xfrm>
          </p:grpSpPr>
          <p:sp>
            <p:nvSpPr>
              <p:cNvPr id="18492" name="Rectangle 63"/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384" cy="240"/>
              </a:xfrm>
              <a:prstGeom prst="rect">
                <a:avLst/>
              </a:prstGeom>
              <a:noFill/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8493" name="Oval 64"/>
              <p:cNvSpPr>
                <a:spLocks noChangeArrowheads="1"/>
              </p:cNvSpPr>
              <p:nvPr/>
            </p:nvSpPr>
            <p:spPr bwMode="auto">
              <a:xfrm>
                <a:off x="3312" y="3552"/>
                <a:ext cx="96" cy="96"/>
              </a:xfrm>
              <a:prstGeom prst="ellipse">
                <a:avLst/>
              </a:prstGeom>
              <a:noFill/>
              <a:ln w="952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5018590" y="4234660"/>
            <a:ext cx="32051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負脈衝期間主觸發器狀態打入從觸發器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,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從而保證穩定接受。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9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02413" y="6265863"/>
            <a:ext cx="1905000" cy="457200"/>
          </a:xfrm>
        </p:spPr>
        <p:txBody>
          <a:bodyPr/>
          <a:lstStyle/>
          <a:p>
            <a:pPr>
              <a:defRPr/>
            </a:pPr>
            <a:fld id="{0BDA882F-56F0-48E6-B61E-9F496255DAC7}" type="slidenum">
              <a:rPr lang="en-US" altLang="zh-CN"/>
              <a:pPr>
                <a:defRPr/>
              </a:pPr>
              <a:t>18</a:t>
            </a:fld>
            <a:endParaRPr lang="en-US" altLang="zh-CN" dirty="0"/>
          </a:p>
        </p:txBody>
      </p:sp>
      <p:grpSp>
        <p:nvGrpSpPr>
          <p:cNvPr id="63491" name="Group 2"/>
          <p:cNvGrpSpPr>
            <a:grpSpLocks/>
          </p:cNvGrpSpPr>
          <p:nvPr/>
        </p:nvGrpSpPr>
        <p:grpSpPr bwMode="auto">
          <a:xfrm>
            <a:off x="4648200" y="990600"/>
            <a:ext cx="4302125" cy="2727325"/>
            <a:chOff x="2928" y="1440"/>
            <a:chExt cx="2710" cy="1718"/>
          </a:xfrm>
        </p:grpSpPr>
        <p:sp>
          <p:nvSpPr>
            <p:cNvPr id="63589" name="Text Box 3"/>
            <p:cNvSpPr txBox="1">
              <a:spLocks noChangeArrowheads="1"/>
            </p:cNvSpPr>
            <p:nvPr/>
          </p:nvSpPr>
          <p:spPr bwMode="auto">
            <a:xfrm>
              <a:off x="3064" y="1440"/>
              <a:ext cx="1880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                     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    S    CP       Q’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1     0                0     1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0     1                1      0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     0               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1      1                1      1</a:t>
              </a:r>
            </a:p>
          </p:txBody>
        </p:sp>
        <p:sp>
          <p:nvSpPr>
            <p:cNvPr id="63590" name="Line 4"/>
            <p:cNvSpPr>
              <a:spLocks noChangeShapeType="1"/>
            </p:cNvSpPr>
            <p:nvPr/>
          </p:nvSpPr>
          <p:spPr bwMode="auto">
            <a:xfrm>
              <a:off x="2928" y="1939"/>
              <a:ext cx="192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3591" name="Line 5"/>
            <p:cNvSpPr>
              <a:spLocks noChangeShapeType="1"/>
            </p:cNvSpPr>
            <p:nvPr/>
          </p:nvSpPr>
          <p:spPr bwMode="auto">
            <a:xfrm>
              <a:off x="4152" y="1622"/>
              <a:ext cx="1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63592" name="Group 6"/>
            <p:cNvGrpSpPr>
              <a:grpSpLocks/>
            </p:cNvGrpSpPr>
            <p:nvPr/>
          </p:nvGrpSpPr>
          <p:grpSpPr bwMode="auto">
            <a:xfrm>
              <a:off x="3653" y="2257"/>
              <a:ext cx="435" cy="91"/>
              <a:chOff x="3696" y="1933"/>
              <a:chExt cx="409" cy="136"/>
            </a:xfrm>
          </p:grpSpPr>
          <p:sp>
            <p:nvSpPr>
              <p:cNvPr id="63616" name="Line 7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7" name="Line 8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8" name="Line 9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9" name="Line 10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20" name="Line 11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3593" name="Group 12"/>
            <p:cNvGrpSpPr>
              <a:grpSpLocks/>
            </p:cNvGrpSpPr>
            <p:nvPr/>
          </p:nvGrpSpPr>
          <p:grpSpPr bwMode="auto">
            <a:xfrm>
              <a:off x="3653" y="2483"/>
              <a:ext cx="435" cy="91"/>
              <a:chOff x="3696" y="1933"/>
              <a:chExt cx="409" cy="136"/>
            </a:xfrm>
          </p:grpSpPr>
          <p:sp>
            <p:nvSpPr>
              <p:cNvPr id="63611" name="Line 13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2" name="Line 14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3" name="Line 15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4" name="Line 16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5" name="Line 17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3594" name="Group 18"/>
            <p:cNvGrpSpPr>
              <a:grpSpLocks/>
            </p:cNvGrpSpPr>
            <p:nvPr/>
          </p:nvGrpSpPr>
          <p:grpSpPr bwMode="auto">
            <a:xfrm>
              <a:off x="3653" y="2710"/>
              <a:ext cx="435" cy="91"/>
              <a:chOff x="3696" y="1933"/>
              <a:chExt cx="409" cy="136"/>
            </a:xfrm>
          </p:grpSpPr>
          <p:sp>
            <p:nvSpPr>
              <p:cNvPr id="63606" name="Line 19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07" name="Line 20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08" name="Line 21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09" name="Line 22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10" name="Line 23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3595" name="Group 24"/>
            <p:cNvGrpSpPr>
              <a:grpSpLocks/>
            </p:cNvGrpSpPr>
            <p:nvPr/>
          </p:nvGrpSpPr>
          <p:grpSpPr bwMode="auto">
            <a:xfrm>
              <a:off x="3653" y="2030"/>
              <a:ext cx="435" cy="91"/>
              <a:chOff x="3696" y="1933"/>
              <a:chExt cx="409" cy="136"/>
            </a:xfrm>
          </p:grpSpPr>
          <p:sp>
            <p:nvSpPr>
              <p:cNvPr id="63601" name="Line 25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02" name="Line 26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03" name="Line 27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04" name="Line 28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605" name="Line 29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aphicFrame>
          <p:nvGraphicFramePr>
            <p:cNvPr id="63596" name="Object 30"/>
            <p:cNvGraphicFramePr>
              <a:graphicFrameLocks noChangeAspect="1"/>
            </p:cNvGraphicFramePr>
            <p:nvPr/>
          </p:nvGraphicFramePr>
          <p:xfrm>
            <a:off x="4561" y="2393"/>
            <a:ext cx="32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61697" imgH="161878" progId="Equation.3">
                    <p:embed/>
                  </p:oleObj>
                </mc:Choice>
                <mc:Fallback>
                  <p:oleObj name="公式" r:id="rId2" imgW="161697" imgH="161878" progId="Equation.3">
                    <p:embed/>
                    <p:pic>
                      <p:nvPicPr>
                        <p:cNvPr id="63596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1" y="2393"/>
                          <a:ext cx="321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97" name="AutoShape 31"/>
            <p:cNvSpPr>
              <a:spLocks/>
            </p:cNvSpPr>
            <p:nvPr/>
          </p:nvSpPr>
          <p:spPr bwMode="auto">
            <a:xfrm>
              <a:off x="5060" y="1712"/>
              <a:ext cx="576" cy="254"/>
            </a:xfrm>
            <a:prstGeom prst="borderCallout1">
              <a:avLst>
                <a:gd name="adj1" fmla="val 28347"/>
                <a:gd name="adj2" fmla="val -8333"/>
                <a:gd name="adj3" fmla="val 171259"/>
                <a:gd name="adj4" fmla="val -39931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Store</a:t>
              </a:r>
            </a:p>
          </p:txBody>
        </p:sp>
        <p:sp>
          <p:nvSpPr>
            <p:cNvPr id="63598" name="AutoShape 32"/>
            <p:cNvSpPr>
              <a:spLocks/>
            </p:cNvSpPr>
            <p:nvPr/>
          </p:nvSpPr>
          <p:spPr bwMode="auto">
            <a:xfrm>
              <a:off x="5062" y="2296"/>
              <a:ext cx="576" cy="253"/>
            </a:xfrm>
            <a:prstGeom prst="borderCallout1">
              <a:avLst>
                <a:gd name="adj1" fmla="val 28458"/>
                <a:gd name="adj2" fmla="val -8333"/>
                <a:gd name="adj3" fmla="val 109880"/>
                <a:gd name="adj4" fmla="val -3975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Hold</a:t>
              </a:r>
            </a:p>
          </p:txBody>
        </p:sp>
        <p:sp>
          <p:nvSpPr>
            <p:cNvPr id="63599" name="AutoShape 33"/>
            <p:cNvSpPr>
              <a:spLocks/>
            </p:cNvSpPr>
            <p:nvPr/>
          </p:nvSpPr>
          <p:spPr bwMode="auto">
            <a:xfrm>
              <a:off x="5062" y="2956"/>
              <a:ext cx="576" cy="202"/>
            </a:xfrm>
            <a:prstGeom prst="borderCallout1">
              <a:avLst>
                <a:gd name="adj1" fmla="val 18750"/>
                <a:gd name="adj2" fmla="val -8333"/>
                <a:gd name="adj3" fmla="val -40366"/>
                <a:gd name="adj4" fmla="val -4774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不允許</a:t>
              </a:r>
            </a:p>
          </p:txBody>
        </p:sp>
        <p:sp>
          <p:nvSpPr>
            <p:cNvPr id="63600" name="Text Box 34"/>
            <p:cNvSpPr txBox="1">
              <a:spLocks noChangeArrowheads="1"/>
            </p:cNvSpPr>
            <p:nvPr/>
          </p:nvSpPr>
          <p:spPr bwMode="auto">
            <a:xfrm>
              <a:off x="4560" y="1440"/>
              <a:ext cx="305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Q’</a:t>
              </a:r>
            </a:p>
          </p:txBody>
        </p:sp>
      </p:grpSp>
      <p:sp>
        <p:nvSpPr>
          <p:cNvPr id="527395" name="Rectangle 35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6921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觸發器</a:t>
            </a:r>
          </a:p>
        </p:txBody>
      </p:sp>
      <p:grpSp>
        <p:nvGrpSpPr>
          <p:cNvPr id="63493" name="Group 134"/>
          <p:cNvGrpSpPr>
            <a:grpSpLocks/>
          </p:cNvGrpSpPr>
          <p:nvPr/>
        </p:nvGrpSpPr>
        <p:grpSpPr bwMode="auto">
          <a:xfrm>
            <a:off x="212725" y="1143000"/>
            <a:ext cx="4549775" cy="5105400"/>
            <a:chOff x="134" y="720"/>
            <a:chExt cx="2866" cy="3216"/>
          </a:xfrm>
        </p:grpSpPr>
        <p:sp>
          <p:nvSpPr>
            <p:cNvPr id="63525" name="Text Box 36"/>
            <p:cNvSpPr txBox="1">
              <a:spLocks noChangeArrowheads="1"/>
            </p:cNvSpPr>
            <p:nvPr/>
          </p:nvSpPr>
          <p:spPr bwMode="auto">
            <a:xfrm>
              <a:off x="720" y="3648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主從</a:t>
              </a:r>
              <a:r>
                <a:rPr lang="en-US" altLang="zh-CN" sz="24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R-S</a:t>
              </a:r>
              <a:r>
                <a:rPr lang="zh-CN" altLang="en-US" sz="24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觸發器</a:t>
              </a:r>
            </a:p>
          </p:txBody>
        </p:sp>
        <p:grpSp>
          <p:nvGrpSpPr>
            <p:cNvPr id="63526" name="Group 133"/>
            <p:cNvGrpSpPr>
              <a:grpSpLocks/>
            </p:cNvGrpSpPr>
            <p:nvPr/>
          </p:nvGrpSpPr>
          <p:grpSpPr bwMode="auto">
            <a:xfrm>
              <a:off x="134" y="720"/>
              <a:ext cx="2866" cy="2752"/>
              <a:chOff x="134" y="720"/>
              <a:chExt cx="2866" cy="2752"/>
            </a:xfrm>
          </p:grpSpPr>
          <p:sp>
            <p:nvSpPr>
              <p:cNvPr id="63527" name="Text Box 37"/>
              <p:cNvSpPr txBox="1">
                <a:spLocks noChangeArrowheads="1"/>
              </p:cNvSpPr>
              <p:nvPr/>
            </p:nvSpPr>
            <p:spPr bwMode="auto">
              <a:xfrm>
                <a:off x="1718" y="318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pic>
            <p:nvPicPr>
              <p:cNvPr id="63528" name="Picture 38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7" y="1211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29" name="Picture 39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8" y="1629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0" name="Picture 40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5" y="1629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1" name="Picture 41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9" y="2138"/>
                <a:ext cx="36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2" name="Picture 42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3" y="2138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33" name="Picture 43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0" y="1211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534" name="Line 44"/>
              <p:cNvSpPr>
                <a:spLocks noChangeShapeType="1"/>
              </p:cNvSpPr>
              <p:nvPr/>
            </p:nvSpPr>
            <p:spPr bwMode="auto">
              <a:xfrm flipV="1">
                <a:off x="1270" y="1010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35" name="Line 45"/>
              <p:cNvSpPr>
                <a:spLocks noChangeShapeType="1"/>
              </p:cNvSpPr>
              <p:nvPr/>
            </p:nvSpPr>
            <p:spPr bwMode="auto">
              <a:xfrm flipV="1">
                <a:off x="2063" y="1010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36" name="Line 46"/>
              <p:cNvSpPr>
                <a:spLocks noChangeShapeType="1"/>
              </p:cNvSpPr>
              <p:nvPr/>
            </p:nvSpPr>
            <p:spPr bwMode="auto">
              <a:xfrm>
                <a:off x="1270" y="1119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37" name="Line 47"/>
              <p:cNvSpPr>
                <a:spLocks noChangeShapeType="1"/>
              </p:cNvSpPr>
              <p:nvPr/>
            </p:nvSpPr>
            <p:spPr bwMode="auto">
              <a:xfrm flipH="1">
                <a:off x="1821" y="1119"/>
                <a:ext cx="2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38" name="Line 48"/>
              <p:cNvSpPr>
                <a:spLocks noChangeShapeType="1"/>
              </p:cNvSpPr>
              <p:nvPr/>
            </p:nvSpPr>
            <p:spPr bwMode="auto">
              <a:xfrm flipH="1">
                <a:off x="1546" y="1119"/>
                <a:ext cx="275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39" name="Line 49"/>
              <p:cNvSpPr>
                <a:spLocks noChangeShapeType="1"/>
              </p:cNvSpPr>
              <p:nvPr/>
            </p:nvSpPr>
            <p:spPr bwMode="auto">
              <a:xfrm>
                <a:off x="1511" y="1119"/>
                <a:ext cx="310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0" name="Line 50"/>
              <p:cNvSpPr>
                <a:spLocks noChangeShapeType="1"/>
              </p:cNvSpPr>
              <p:nvPr/>
            </p:nvSpPr>
            <p:spPr bwMode="auto">
              <a:xfrm>
                <a:off x="1821" y="1592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1" name="Line 51"/>
              <p:cNvSpPr>
                <a:spLocks noChangeShapeType="1"/>
              </p:cNvSpPr>
              <p:nvPr/>
            </p:nvSpPr>
            <p:spPr bwMode="auto">
              <a:xfrm flipH="1">
                <a:off x="1373" y="1592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2" name="Line 52"/>
              <p:cNvSpPr>
                <a:spLocks noChangeShapeType="1"/>
              </p:cNvSpPr>
              <p:nvPr/>
            </p:nvSpPr>
            <p:spPr bwMode="auto">
              <a:xfrm flipV="1">
                <a:off x="1373" y="1483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3" name="Line 53"/>
              <p:cNvSpPr>
                <a:spLocks noChangeShapeType="1"/>
              </p:cNvSpPr>
              <p:nvPr/>
            </p:nvSpPr>
            <p:spPr bwMode="auto">
              <a:xfrm flipV="1">
                <a:off x="1994" y="1483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4" name="Line 54"/>
              <p:cNvSpPr>
                <a:spLocks noChangeShapeType="1"/>
              </p:cNvSpPr>
              <p:nvPr/>
            </p:nvSpPr>
            <p:spPr bwMode="auto">
              <a:xfrm flipV="1">
                <a:off x="1166" y="1920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5" name="Line 55"/>
              <p:cNvSpPr>
                <a:spLocks noChangeShapeType="1"/>
              </p:cNvSpPr>
              <p:nvPr/>
            </p:nvSpPr>
            <p:spPr bwMode="auto">
              <a:xfrm flipV="1">
                <a:off x="2167" y="1920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6" name="Line 56"/>
              <p:cNvSpPr>
                <a:spLocks noChangeShapeType="1"/>
              </p:cNvSpPr>
              <p:nvPr/>
            </p:nvSpPr>
            <p:spPr bwMode="auto">
              <a:xfrm flipV="1">
                <a:off x="2097" y="1483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7" name="Line 57"/>
              <p:cNvSpPr>
                <a:spLocks noChangeShapeType="1"/>
              </p:cNvSpPr>
              <p:nvPr/>
            </p:nvSpPr>
            <p:spPr bwMode="auto">
              <a:xfrm flipV="1">
                <a:off x="1200" y="1483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8" name="Oval 58"/>
              <p:cNvSpPr>
                <a:spLocks noChangeAspect="1" noChangeArrowheads="1"/>
              </p:cNvSpPr>
              <p:nvPr/>
            </p:nvSpPr>
            <p:spPr bwMode="auto">
              <a:xfrm>
                <a:off x="1994" y="1993"/>
                <a:ext cx="69" cy="7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49" name="Oval 59"/>
              <p:cNvSpPr>
                <a:spLocks noChangeAspect="1" noChangeArrowheads="1"/>
              </p:cNvSpPr>
              <p:nvPr/>
            </p:nvSpPr>
            <p:spPr bwMode="auto">
              <a:xfrm>
                <a:off x="2097" y="2956"/>
                <a:ext cx="70" cy="7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pic>
            <p:nvPicPr>
              <p:cNvPr id="63550" name="Picture 60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9" y="2539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3551" name="Picture 61" descr="与非门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3" y="2539"/>
                <a:ext cx="361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552" name="Line 62"/>
              <p:cNvSpPr>
                <a:spLocks noChangeShapeType="1"/>
              </p:cNvSpPr>
              <p:nvPr/>
            </p:nvSpPr>
            <p:spPr bwMode="auto">
              <a:xfrm>
                <a:off x="1166" y="2066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53" name="Line 63"/>
              <p:cNvSpPr>
                <a:spLocks noChangeShapeType="1"/>
              </p:cNvSpPr>
              <p:nvPr/>
            </p:nvSpPr>
            <p:spPr bwMode="auto">
              <a:xfrm>
                <a:off x="1856" y="2102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54" name="Line 64"/>
              <p:cNvSpPr>
                <a:spLocks noChangeShapeType="1"/>
              </p:cNvSpPr>
              <p:nvPr/>
            </p:nvSpPr>
            <p:spPr bwMode="auto">
              <a:xfrm>
                <a:off x="1270" y="2503"/>
                <a:ext cx="2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55" name="Line 65"/>
              <p:cNvSpPr>
                <a:spLocks noChangeShapeType="1"/>
              </p:cNvSpPr>
              <p:nvPr/>
            </p:nvSpPr>
            <p:spPr bwMode="auto">
              <a:xfrm>
                <a:off x="1856" y="2503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56" name="Line 66"/>
              <p:cNvSpPr>
                <a:spLocks noChangeShapeType="1"/>
              </p:cNvSpPr>
              <p:nvPr/>
            </p:nvSpPr>
            <p:spPr bwMode="auto">
              <a:xfrm>
                <a:off x="1477" y="2066"/>
                <a:ext cx="379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57" name="Line 67"/>
              <p:cNvSpPr>
                <a:spLocks noChangeShapeType="1"/>
              </p:cNvSpPr>
              <p:nvPr/>
            </p:nvSpPr>
            <p:spPr bwMode="auto">
              <a:xfrm flipH="1">
                <a:off x="1477" y="2102"/>
                <a:ext cx="379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58" name="Line 68"/>
              <p:cNvSpPr>
                <a:spLocks noChangeShapeType="1"/>
              </p:cNvSpPr>
              <p:nvPr/>
            </p:nvSpPr>
            <p:spPr bwMode="auto">
              <a:xfrm flipV="1">
                <a:off x="1270" y="2430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59" name="Line 69"/>
              <p:cNvSpPr>
                <a:spLocks noChangeShapeType="1"/>
              </p:cNvSpPr>
              <p:nvPr/>
            </p:nvSpPr>
            <p:spPr bwMode="auto">
              <a:xfrm flipV="1">
                <a:off x="2097" y="2430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60" name="Line 70"/>
              <p:cNvSpPr>
                <a:spLocks noChangeShapeType="1"/>
              </p:cNvSpPr>
              <p:nvPr/>
            </p:nvSpPr>
            <p:spPr bwMode="auto">
              <a:xfrm flipV="1">
                <a:off x="1166" y="2430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61" name="Line 71"/>
              <p:cNvSpPr>
                <a:spLocks noChangeShapeType="1"/>
              </p:cNvSpPr>
              <p:nvPr/>
            </p:nvSpPr>
            <p:spPr bwMode="auto">
              <a:xfrm>
                <a:off x="2201" y="2430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62" name="Line 72"/>
              <p:cNvSpPr>
                <a:spLocks noChangeShapeType="1"/>
              </p:cNvSpPr>
              <p:nvPr/>
            </p:nvSpPr>
            <p:spPr bwMode="auto">
              <a:xfrm>
                <a:off x="1097" y="2810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63" name="Line 73"/>
              <p:cNvSpPr>
                <a:spLocks noChangeShapeType="1"/>
              </p:cNvSpPr>
              <p:nvPr/>
            </p:nvSpPr>
            <p:spPr bwMode="auto">
              <a:xfrm>
                <a:off x="2270" y="2810"/>
                <a:ext cx="0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64" name="Text Box 74"/>
              <p:cNvSpPr txBox="1">
                <a:spLocks noChangeArrowheads="1"/>
              </p:cNvSpPr>
              <p:nvPr/>
            </p:nvSpPr>
            <p:spPr bwMode="auto">
              <a:xfrm>
                <a:off x="906" y="3102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R</a:t>
                </a:r>
              </a:p>
            </p:txBody>
          </p:sp>
          <p:sp>
            <p:nvSpPr>
              <p:cNvPr id="63565" name="Text Box 75"/>
              <p:cNvSpPr txBox="1">
                <a:spLocks noChangeArrowheads="1"/>
              </p:cNvSpPr>
              <p:nvPr/>
            </p:nvSpPr>
            <p:spPr bwMode="auto">
              <a:xfrm>
                <a:off x="2272" y="3101"/>
                <a:ext cx="2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S</a:t>
                </a:r>
              </a:p>
            </p:txBody>
          </p:sp>
          <p:sp>
            <p:nvSpPr>
              <p:cNvPr id="63566" name="Text Box 76"/>
              <p:cNvSpPr txBox="1">
                <a:spLocks noChangeArrowheads="1"/>
              </p:cNvSpPr>
              <p:nvPr/>
            </p:nvSpPr>
            <p:spPr bwMode="auto">
              <a:xfrm>
                <a:off x="2113" y="901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grpSp>
            <p:nvGrpSpPr>
              <p:cNvPr id="63567" name="Group 77"/>
              <p:cNvGrpSpPr>
                <a:grpSpLocks/>
              </p:cNvGrpSpPr>
              <p:nvPr/>
            </p:nvGrpSpPr>
            <p:grpSpPr bwMode="auto">
              <a:xfrm>
                <a:off x="134" y="1148"/>
                <a:ext cx="772" cy="1860"/>
                <a:chOff x="793" y="1616"/>
                <a:chExt cx="772" cy="1860"/>
              </a:xfrm>
            </p:grpSpPr>
            <p:sp>
              <p:nvSpPr>
                <p:cNvPr id="63585" name="AutoShape 78"/>
                <p:cNvSpPr>
                  <a:spLocks/>
                </p:cNvSpPr>
                <p:nvPr/>
              </p:nvSpPr>
              <p:spPr bwMode="auto">
                <a:xfrm>
                  <a:off x="1339" y="1616"/>
                  <a:ext cx="226" cy="726"/>
                </a:xfrm>
                <a:prstGeom prst="leftBrace">
                  <a:avLst>
                    <a:gd name="adj1" fmla="val 26770"/>
                    <a:gd name="adj2" fmla="val 50000"/>
                  </a:avLst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86" name="AutoShape 79"/>
                <p:cNvSpPr>
                  <a:spLocks/>
                </p:cNvSpPr>
                <p:nvPr/>
              </p:nvSpPr>
              <p:spPr bwMode="auto">
                <a:xfrm>
                  <a:off x="1339" y="2750"/>
                  <a:ext cx="226" cy="726"/>
                </a:xfrm>
                <a:prstGeom prst="leftBrace">
                  <a:avLst>
                    <a:gd name="adj1" fmla="val 26770"/>
                    <a:gd name="adj2" fmla="val 50000"/>
                  </a:avLst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87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793" y="1797"/>
                  <a:ext cx="53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從</a:t>
                  </a: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FF</a:t>
                  </a:r>
                </a:p>
              </p:txBody>
            </p:sp>
            <p:sp>
              <p:nvSpPr>
                <p:cNvPr id="63588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793" y="2961"/>
                  <a:ext cx="53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主</a:t>
                  </a: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FF</a:t>
                  </a:r>
                </a:p>
              </p:txBody>
            </p:sp>
          </p:grpSp>
          <p:grpSp>
            <p:nvGrpSpPr>
              <p:cNvPr id="63568" name="Group 82"/>
              <p:cNvGrpSpPr>
                <a:grpSpLocks/>
              </p:cNvGrpSpPr>
              <p:nvPr/>
            </p:nvGrpSpPr>
            <p:grpSpPr bwMode="auto">
              <a:xfrm>
                <a:off x="1200" y="1920"/>
                <a:ext cx="1800" cy="1496"/>
                <a:chOff x="1224" y="2332"/>
                <a:chExt cx="1800" cy="1496"/>
              </a:xfrm>
            </p:grpSpPr>
            <p:sp>
              <p:nvSpPr>
                <p:cNvPr id="63572" name="Line 83"/>
                <p:cNvSpPr>
                  <a:spLocks noChangeShapeType="1"/>
                </p:cNvSpPr>
                <p:nvPr/>
              </p:nvSpPr>
              <p:spPr bwMode="auto">
                <a:xfrm>
                  <a:off x="1673" y="3405"/>
                  <a:ext cx="0" cy="42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73" name="Line 84"/>
                <p:cNvSpPr>
                  <a:spLocks noChangeShapeType="1"/>
                </p:cNvSpPr>
                <p:nvPr/>
              </p:nvSpPr>
              <p:spPr bwMode="auto">
                <a:xfrm>
                  <a:off x="1328" y="2332"/>
                  <a:ext cx="0" cy="109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74" name="Line 85"/>
                <p:cNvSpPr>
                  <a:spLocks noChangeShapeType="1"/>
                </p:cNvSpPr>
                <p:nvPr/>
              </p:nvSpPr>
              <p:spPr bwMode="auto">
                <a:xfrm>
                  <a:off x="1328" y="2441"/>
                  <a:ext cx="1499" cy="1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75" name="Line 86"/>
                <p:cNvSpPr>
                  <a:spLocks noChangeShapeType="1"/>
                </p:cNvSpPr>
                <p:nvPr/>
              </p:nvSpPr>
              <p:spPr bwMode="auto">
                <a:xfrm>
                  <a:off x="2053" y="2332"/>
                  <a:ext cx="0" cy="109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76" name="Oval 87"/>
                <p:cNvSpPr>
                  <a:spLocks noChangeAspect="1" noChangeArrowheads="1"/>
                </p:cNvSpPr>
                <p:nvPr/>
              </p:nvSpPr>
              <p:spPr bwMode="auto">
                <a:xfrm>
                  <a:off x="1638" y="3368"/>
                  <a:ext cx="69" cy="7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77" name="Line 88"/>
                <p:cNvSpPr>
                  <a:spLocks noChangeShapeType="1"/>
                </p:cNvSpPr>
                <p:nvPr/>
              </p:nvSpPr>
              <p:spPr bwMode="auto">
                <a:xfrm>
                  <a:off x="1224" y="3222"/>
                  <a:ext cx="0" cy="18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78" name="Line 89"/>
                <p:cNvSpPr>
                  <a:spLocks noChangeShapeType="1"/>
                </p:cNvSpPr>
                <p:nvPr/>
              </p:nvSpPr>
              <p:spPr bwMode="auto">
                <a:xfrm>
                  <a:off x="1224" y="3405"/>
                  <a:ext cx="1608" cy="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79" name="Line 90"/>
                <p:cNvSpPr>
                  <a:spLocks noChangeShapeType="1"/>
                </p:cNvSpPr>
                <p:nvPr/>
              </p:nvSpPr>
              <p:spPr bwMode="auto">
                <a:xfrm>
                  <a:off x="2156" y="3222"/>
                  <a:ext cx="0" cy="186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80" name="Line 91"/>
                <p:cNvSpPr>
                  <a:spLocks noChangeShapeType="1"/>
                </p:cNvSpPr>
                <p:nvPr/>
              </p:nvSpPr>
              <p:spPr bwMode="auto">
                <a:xfrm>
                  <a:off x="2827" y="2457"/>
                  <a:ext cx="0" cy="183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3581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2832" y="2976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grpSp>
              <p:nvGrpSpPr>
                <p:cNvPr id="63582" name="Group 93"/>
                <p:cNvGrpSpPr>
                  <a:grpSpLocks/>
                </p:cNvGrpSpPr>
                <p:nvPr/>
              </p:nvGrpSpPr>
              <p:grpSpPr bwMode="auto">
                <a:xfrm>
                  <a:off x="2640" y="2640"/>
                  <a:ext cx="384" cy="336"/>
                  <a:chOff x="3168" y="3552"/>
                  <a:chExt cx="384" cy="336"/>
                </a:xfrm>
              </p:grpSpPr>
              <p:sp>
                <p:nvSpPr>
                  <p:cNvPr id="63583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3648"/>
                    <a:ext cx="384" cy="240"/>
                  </a:xfrm>
                  <a:prstGeom prst="rect">
                    <a:avLst/>
                  </a:prstGeom>
                  <a:noFill/>
                  <a:ln w="9525">
                    <a:solidFill>
                      <a:srgbClr val="FFFF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Char char="–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63584" name="Oval 95"/>
                  <p:cNvSpPr>
                    <a:spLocks noChangeArrowheads="1"/>
                  </p:cNvSpPr>
                  <p:nvPr/>
                </p:nvSpPr>
                <p:spPr bwMode="auto">
                  <a:xfrm>
                    <a:off x="3312" y="355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rgbClr val="FFFF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Char char="–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>
                      <a:ea typeface="Noto Serif SC" panose="02020200000000000000" pitchFamily="18" charset="-122"/>
                    </a:endParaRPr>
                  </a:p>
                </p:txBody>
              </p:sp>
            </p:grpSp>
          </p:grpSp>
          <p:sp>
            <p:nvSpPr>
              <p:cNvPr id="63569" name="Text Box 96"/>
              <p:cNvSpPr txBox="1">
                <a:spLocks noChangeArrowheads="1"/>
              </p:cNvSpPr>
              <p:nvPr/>
            </p:nvSpPr>
            <p:spPr bwMode="auto">
              <a:xfrm>
                <a:off x="1008" y="720"/>
                <a:ext cx="261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63570" name="Rectangle 97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30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00"/>
                    </a:solidFill>
                    <a:latin typeface="Georgia" panose="02040502050405020303" pitchFamily="18" charset="0"/>
                    <a:ea typeface="Noto Serif SC" panose="02020200000000000000" pitchFamily="18" charset="-122"/>
                  </a:rPr>
                  <a:t>Q’</a:t>
                </a:r>
              </a:p>
            </p:txBody>
          </p:sp>
          <p:sp>
            <p:nvSpPr>
              <p:cNvPr id="63571" name="Text Box 98"/>
              <p:cNvSpPr txBox="1">
                <a:spLocks noChangeArrowheads="1"/>
              </p:cNvSpPr>
              <p:nvPr/>
            </p:nvSpPr>
            <p:spPr bwMode="auto">
              <a:xfrm>
                <a:off x="897" y="1738"/>
                <a:ext cx="305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00"/>
                    </a:solidFill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00"/>
                    </a:solidFill>
                    <a:latin typeface="Georgia" panose="02040502050405020303" pitchFamily="18" charset="0"/>
                    <a:ea typeface="Noto Serif SC" panose="02020200000000000000" pitchFamily="18" charset="-122"/>
                  </a:rPr>
                  <a:t>Q’</a:t>
                </a:r>
              </a:p>
            </p:txBody>
          </p:sp>
        </p:grpSp>
      </p:grpSp>
      <p:grpSp>
        <p:nvGrpSpPr>
          <p:cNvPr id="527492" name="Group 132"/>
          <p:cNvGrpSpPr>
            <a:grpSpLocks/>
          </p:cNvGrpSpPr>
          <p:nvPr/>
        </p:nvGrpSpPr>
        <p:grpSpPr bwMode="auto">
          <a:xfrm>
            <a:off x="4659313" y="3429000"/>
            <a:ext cx="3200400" cy="2308225"/>
            <a:chOff x="3120" y="2532"/>
            <a:chExt cx="2016" cy="1454"/>
          </a:xfrm>
        </p:grpSpPr>
        <p:sp>
          <p:nvSpPr>
            <p:cNvPr id="63496" name="Text Box 100"/>
            <p:cNvSpPr txBox="1">
              <a:spLocks noChangeArrowheads="1"/>
            </p:cNvSpPr>
            <p:nvPr/>
          </p:nvSpPr>
          <p:spPr bwMode="auto">
            <a:xfrm>
              <a:off x="3256" y="2532"/>
              <a:ext cx="1880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_                            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Q’ Q’    CP       Q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0     1                0     1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1     0                1      0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     0               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1      1                1      1</a:t>
              </a:r>
            </a:p>
          </p:txBody>
        </p:sp>
        <p:sp>
          <p:nvSpPr>
            <p:cNvPr id="63497" name="Line 101"/>
            <p:cNvSpPr>
              <a:spLocks noChangeShapeType="1"/>
            </p:cNvSpPr>
            <p:nvPr/>
          </p:nvSpPr>
          <p:spPr bwMode="auto">
            <a:xfrm>
              <a:off x="3120" y="3031"/>
              <a:ext cx="192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3498" name="Line 102"/>
            <p:cNvSpPr>
              <a:spLocks noChangeShapeType="1"/>
            </p:cNvSpPr>
            <p:nvPr/>
          </p:nvSpPr>
          <p:spPr bwMode="auto">
            <a:xfrm>
              <a:off x="4344" y="2714"/>
              <a:ext cx="1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63499" name="Group 103"/>
            <p:cNvGrpSpPr>
              <a:grpSpLocks/>
            </p:cNvGrpSpPr>
            <p:nvPr/>
          </p:nvGrpSpPr>
          <p:grpSpPr bwMode="auto">
            <a:xfrm>
              <a:off x="3845" y="3347"/>
              <a:ext cx="435" cy="93"/>
              <a:chOff x="3696" y="1930"/>
              <a:chExt cx="409" cy="139"/>
            </a:xfrm>
          </p:grpSpPr>
          <p:sp>
            <p:nvSpPr>
              <p:cNvPr id="63520" name="Line 104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21" name="Line 105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22" name="Line 106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23" name="Line 107"/>
              <p:cNvSpPr>
                <a:spLocks noChangeShapeType="1"/>
              </p:cNvSpPr>
              <p:nvPr/>
            </p:nvSpPr>
            <p:spPr bwMode="auto">
              <a:xfrm flipH="1">
                <a:off x="3696" y="1930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24" name="Line 108"/>
              <p:cNvSpPr>
                <a:spLocks noChangeShapeType="1"/>
              </p:cNvSpPr>
              <p:nvPr/>
            </p:nvSpPr>
            <p:spPr bwMode="auto">
              <a:xfrm flipH="1">
                <a:off x="4014" y="1936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3500" name="Group 109"/>
            <p:cNvGrpSpPr>
              <a:grpSpLocks/>
            </p:cNvGrpSpPr>
            <p:nvPr/>
          </p:nvGrpSpPr>
          <p:grpSpPr bwMode="auto">
            <a:xfrm>
              <a:off x="3845" y="3569"/>
              <a:ext cx="435" cy="92"/>
              <a:chOff x="3696" y="1931"/>
              <a:chExt cx="409" cy="138"/>
            </a:xfrm>
          </p:grpSpPr>
          <p:sp>
            <p:nvSpPr>
              <p:cNvPr id="63515" name="Line 110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6" name="Line 111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7" name="Line 112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8" name="Line 113"/>
              <p:cNvSpPr>
                <a:spLocks noChangeShapeType="1"/>
              </p:cNvSpPr>
              <p:nvPr/>
            </p:nvSpPr>
            <p:spPr bwMode="auto">
              <a:xfrm flipH="1">
                <a:off x="3696" y="1931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9" name="Line 114"/>
              <p:cNvSpPr>
                <a:spLocks noChangeShapeType="1"/>
              </p:cNvSpPr>
              <p:nvPr/>
            </p:nvSpPr>
            <p:spPr bwMode="auto">
              <a:xfrm flipH="1">
                <a:off x="4014" y="1938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3501" name="Group 115"/>
            <p:cNvGrpSpPr>
              <a:grpSpLocks/>
            </p:cNvGrpSpPr>
            <p:nvPr/>
          </p:nvGrpSpPr>
          <p:grpSpPr bwMode="auto">
            <a:xfrm>
              <a:off x="3857" y="3802"/>
              <a:ext cx="428" cy="91"/>
              <a:chOff x="3703" y="1933"/>
              <a:chExt cx="402" cy="136"/>
            </a:xfrm>
          </p:grpSpPr>
          <p:sp>
            <p:nvSpPr>
              <p:cNvPr id="63510" name="Line 116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1" name="Line 117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2" name="Line 118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3" name="Line 119"/>
              <p:cNvSpPr>
                <a:spLocks noChangeShapeType="1"/>
              </p:cNvSpPr>
              <p:nvPr/>
            </p:nvSpPr>
            <p:spPr bwMode="auto">
              <a:xfrm flipH="1">
                <a:off x="3703" y="1933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14" name="Line 120"/>
              <p:cNvSpPr>
                <a:spLocks noChangeShapeType="1"/>
              </p:cNvSpPr>
              <p:nvPr/>
            </p:nvSpPr>
            <p:spPr bwMode="auto">
              <a:xfrm flipH="1">
                <a:off x="4014" y="1933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3502" name="Group 121"/>
            <p:cNvGrpSpPr>
              <a:grpSpLocks/>
            </p:cNvGrpSpPr>
            <p:nvPr/>
          </p:nvGrpSpPr>
          <p:grpSpPr bwMode="auto">
            <a:xfrm>
              <a:off x="3845" y="3122"/>
              <a:ext cx="435" cy="91"/>
              <a:chOff x="3696" y="1933"/>
              <a:chExt cx="409" cy="136"/>
            </a:xfrm>
          </p:grpSpPr>
          <p:sp>
            <p:nvSpPr>
              <p:cNvPr id="63505" name="Line 122"/>
              <p:cNvSpPr>
                <a:spLocks noChangeShapeType="1"/>
              </p:cNvSpPr>
              <p:nvPr/>
            </p:nvSpPr>
            <p:spPr bwMode="auto">
              <a:xfrm>
                <a:off x="3787" y="2069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06" name="Line 123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07" name="Line 124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08" name="Line 125"/>
              <p:cNvSpPr>
                <a:spLocks noChangeShapeType="1"/>
              </p:cNvSpPr>
              <p:nvPr/>
            </p:nvSpPr>
            <p:spPr bwMode="auto">
              <a:xfrm flipH="1">
                <a:off x="3696" y="1945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509" name="Line 126"/>
              <p:cNvSpPr>
                <a:spLocks noChangeShapeType="1"/>
              </p:cNvSpPr>
              <p:nvPr/>
            </p:nvSpPr>
            <p:spPr bwMode="auto">
              <a:xfrm flipH="1">
                <a:off x="4014" y="1933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aphicFrame>
          <p:nvGraphicFramePr>
            <p:cNvPr id="63503" name="Object 127"/>
            <p:cNvGraphicFramePr>
              <a:graphicFrameLocks noChangeAspect="1"/>
            </p:cNvGraphicFramePr>
            <p:nvPr/>
          </p:nvGraphicFramePr>
          <p:xfrm>
            <a:off x="4753" y="3485"/>
            <a:ext cx="32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61697" imgH="161878" progId="Equation.3">
                    <p:embed/>
                  </p:oleObj>
                </mc:Choice>
                <mc:Fallback>
                  <p:oleObj name="公式" r:id="rId2" imgW="161697" imgH="161878" progId="Equation.3">
                    <p:embed/>
                    <p:pic>
                      <p:nvPicPr>
                        <p:cNvPr id="63503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3" y="3485"/>
                          <a:ext cx="321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4" name="Text Box 131"/>
            <p:cNvSpPr txBox="1">
              <a:spLocks noChangeArrowheads="1"/>
            </p:cNvSpPr>
            <p:nvPr/>
          </p:nvSpPr>
          <p:spPr bwMode="auto">
            <a:xfrm>
              <a:off x="4752" y="2532"/>
              <a:ext cx="26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</p:grpSp>
      <p:sp>
        <p:nvSpPr>
          <p:cNvPr id="134" name="AutoShape 33"/>
          <p:cNvSpPr>
            <a:spLocks/>
          </p:cNvSpPr>
          <p:nvPr/>
        </p:nvSpPr>
        <p:spPr bwMode="auto">
          <a:xfrm>
            <a:off x="7959725" y="5665788"/>
            <a:ext cx="914400" cy="404812"/>
          </a:xfrm>
          <a:prstGeom prst="borderCallout1">
            <a:avLst>
              <a:gd name="adj1" fmla="val 18750"/>
              <a:gd name="adj2" fmla="val -8333"/>
              <a:gd name="adj3" fmla="val -40366"/>
              <a:gd name="adj4" fmla="val -4774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不允許</a:t>
            </a:r>
          </a:p>
        </p:txBody>
      </p:sp>
    </p:spTree>
    <p:extLst>
      <p:ext uri="{BB962C8B-B14F-4D97-AF65-F5344CB8AC3E}">
        <p14:creationId xmlns:p14="http://schemas.microsoft.com/office/powerpoint/2010/main" val="206459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C3D458-D231-4260-BF5D-24E6230096A1}" type="slidenum">
              <a:rPr lang="en-US" altLang="zh-CN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6238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grpSp>
        <p:nvGrpSpPr>
          <p:cNvPr id="64516" name="Group 4"/>
          <p:cNvGrpSpPr>
            <a:grpSpLocks/>
          </p:cNvGrpSpPr>
          <p:nvPr/>
        </p:nvGrpSpPr>
        <p:grpSpPr bwMode="auto">
          <a:xfrm>
            <a:off x="539750" y="1412875"/>
            <a:ext cx="3311525" cy="4337050"/>
            <a:chOff x="1701" y="871"/>
            <a:chExt cx="2742" cy="3403"/>
          </a:xfrm>
        </p:grpSpPr>
        <p:sp>
          <p:nvSpPr>
            <p:cNvPr id="64550" name="Line 5"/>
            <p:cNvSpPr>
              <a:spLocks noChangeShapeType="1"/>
            </p:cNvSpPr>
            <p:nvPr/>
          </p:nvSpPr>
          <p:spPr bwMode="auto">
            <a:xfrm>
              <a:off x="2678" y="3677"/>
              <a:ext cx="0" cy="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64551" name="Group 6"/>
            <p:cNvGrpSpPr>
              <a:grpSpLocks/>
            </p:cNvGrpSpPr>
            <p:nvPr/>
          </p:nvGrpSpPr>
          <p:grpSpPr bwMode="auto">
            <a:xfrm>
              <a:off x="1701" y="871"/>
              <a:ext cx="2742" cy="3403"/>
              <a:chOff x="1701" y="871"/>
              <a:chExt cx="2742" cy="3403"/>
            </a:xfrm>
          </p:grpSpPr>
          <p:sp>
            <p:nvSpPr>
              <p:cNvPr id="64552" name="Text Box 7"/>
              <p:cNvSpPr txBox="1">
                <a:spLocks noChangeArrowheads="1"/>
              </p:cNvSpPr>
              <p:nvPr/>
            </p:nvSpPr>
            <p:spPr bwMode="auto">
              <a:xfrm>
                <a:off x="2768" y="3915"/>
                <a:ext cx="468" cy="3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64553" name="Group 8"/>
              <p:cNvGrpSpPr>
                <a:grpSpLocks/>
              </p:cNvGrpSpPr>
              <p:nvPr/>
            </p:nvGrpSpPr>
            <p:grpSpPr bwMode="auto">
              <a:xfrm>
                <a:off x="1701" y="871"/>
                <a:ext cx="2742" cy="3301"/>
                <a:chOff x="1701" y="871"/>
                <a:chExt cx="2742" cy="3301"/>
              </a:xfrm>
            </p:grpSpPr>
            <p:pic>
              <p:nvPicPr>
                <p:cNvPr id="64554" name="Picture 9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52" y="145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5" name="Picture 10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61" y="197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6" name="Picture 11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40" y="197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7" name="Picture 12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11" y="2613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8" name="Picture 13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16" y="2613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59" name="Picture 14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95" y="1458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4560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179" y="1207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222" y="1207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2" name="Line 17"/>
                <p:cNvSpPr>
                  <a:spLocks noChangeShapeType="1"/>
                </p:cNvSpPr>
                <p:nvPr/>
              </p:nvSpPr>
              <p:spPr bwMode="auto">
                <a:xfrm>
                  <a:off x="2179" y="1343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3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2904" y="134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4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542" y="1343"/>
                  <a:ext cx="362" cy="5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5" name="Line 20"/>
                <p:cNvSpPr>
                  <a:spLocks noChangeShapeType="1"/>
                </p:cNvSpPr>
                <p:nvPr/>
              </p:nvSpPr>
              <p:spPr bwMode="auto">
                <a:xfrm>
                  <a:off x="2496" y="1343"/>
                  <a:ext cx="408" cy="5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6" name="Line 21"/>
                <p:cNvSpPr>
                  <a:spLocks noChangeShapeType="1"/>
                </p:cNvSpPr>
                <p:nvPr/>
              </p:nvSpPr>
              <p:spPr bwMode="auto">
                <a:xfrm>
                  <a:off x="2904" y="193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7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2315" y="193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8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315" y="179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69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3131" y="179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0" name="Line 25"/>
                <p:cNvSpPr>
                  <a:spLocks noChangeShapeType="1"/>
                </p:cNvSpPr>
                <p:nvPr/>
              </p:nvSpPr>
              <p:spPr bwMode="auto">
                <a:xfrm>
                  <a:off x="2224" y="2341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1" name="Line 26"/>
                <p:cNvSpPr>
                  <a:spLocks noChangeShapeType="1"/>
                </p:cNvSpPr>
                <p:nvPr/>
              </p:nvSpPr>
              <p:spPr bwMode="auto">
                <a:xfrm>
                  <a:off x="2224" y="2477"/>
                  <a:ext cx="1971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2" name="Line 27"/>
                <p:cNvSpPr>
                  <a:spLocks noChangeShapeType="1"/>
                </p:cNvSpPr>
                <p:nvPr/>
              </p:nvSpPr>
              <p:spPr bwMode="auto">
                <a:xfrm>
                  <a:off x="3177" y="2341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3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043" y="2341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4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3358" y="2341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5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3267" y="1797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6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088" y="1797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7" name="Oval 32"/>
                <p:cNvSpPr>
                  <a:spLocks noChangeAspect="1" noChangeArrowheads="1"/>
                </p:cNvSpPr>
                <p:nvPr/>
              </p:nvSpPr>
              <p:spPr bwMode="auto">
                <a:xfrm>
                  <a:off x="3131" y="24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8" name="Oval 33"/>
                <p:cNvSpPr>
                  <a:spLocks noChangeAspect="1" noChangeArrowheads="1"/>
                </p:cNvSpPr>
                <p:nvPr/>
              </p:nvSpPr>
              <p:spPr bwMode="auto">
                <a:xfrm>
                  <a:off x="3267" y="36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79" name="Oval 34"/>
                <p:cNvSpPr>
                  <a:spLocks noChangeAspect="1" noChangeArrowheads="1"/>
                </p:cNvSpPr>
                <p:nvPr/>
              </p:nvSpPr>
              <p:spPr bwMode="auto">
                <a:xfrm>
                  <a:off x="2632" y="36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pic>
              <p:nvPicPr>
                <p:cNvPr id="64580" name="Picture 35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77" y="3112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81" name="Picture 36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69" y="2704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582" name="Picture 37" descr="与非门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16" y="3112"/>
                  <a:ext cx="47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4583" name="Line 38"/>
                <p:cNvSpPr>
                  <a:spLocks noChangeShapeType="1"/>
                </p:cNvSpPr>
                <p:nvPr/>
              </p:nvSpPr>
              <p:spPr bwMode="auto">
                <a:xfrm>
                  <a:off x="2043" y="2523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84" name="Line 39"/>
                <p:cNvSpPr>
                  <a:spLocks noChangeShapeType="1"/>
                </p:cNvSpPr>
                <p:nvPr/>
              </p:nvSpPr>
              <p:spPr bwMode="auto">
                <a:xfrm>
                  <a:off x="2950" y="2568"/>
                  <a:ext cx="4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85" name="Line 40"/>
                <p:cNvSpPr>
                  <a:spLocks noChangeShapeType="1"/>
                </p:cNvSpPr>
                <p:nvPr/>
              </p:nvSpPr>
              <p:spPr bwMode="auto">
                <a:xfrm>
                  <a:off x="2179" y="3067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86" name="Line 41"/>
                <p:cNvSpPr>
                  <a:spLocks noChangeShapeType="1"/>
                </p:cNvSpPr>
                <p:nvPr/>
              </p:nvSpPr>
              <p:spPr bwMode="auto">
                <a:xfrm>
                  <a:off x="2950" y="3067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87" name="Line 42"/>
                <p:cNvSpPr>
                  <a:spLocks noChangeShapeType="1"/>
                </p:cNvSpPr>
                <p:nvPr/>
              </p:nvSpPr>
              <p:spPr bwMode="auto">
                <a:xfrm>
                  <a:off x="2451" y="2523"/>
                  <a:ext cx="499" cy="5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88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451" y="2568"/>
                  <a:ext cx="499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89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2179" y="2976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0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3267" y="2976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1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043" y="297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2" name="Line 47"/>
                <p:cNvSpPr>
                  <a:spLocks noChangeShapeType="1"/>
                </p:cNvSpPr>
                <p:nvPr/>
              </p:nvSpPr>
              <p:spPr bwMode="auto">
                <a:xfrm>
                  <a:off x="3403" y="2976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3" name="Line 48"/>
                <p:cNvSpPr>
                  <a:spLocks noChangeShapeType="1"/>
                </p:cNvSpPr>
                <p:nvPr/>
              </p:nvSpPr>
              <p:spPr bwMode="auto">
                <a:xfrm>
                  <a:off x="1952" y="3450"/>
                  <a:ext cx="0" cy="5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4" name="Line 49"/>
                <p:cNvSpPr>
                  <a:spLocks noChangeShapeType="1"/>
                </p:cNvSpPr>
                <p:nvPr/>
              </p:nvSpPr>
              <p:spPr bwMode="auto">
                <a:xfrm>
                  <a:off x="3494" y="3450"/>
                  <a:ext cx="0" cy="4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5" name="Line 50"/>
                <p:cNvSpPr>
                  <a:spLocks noChangeShapeType="1"/>
                </p:cNvSpPr>
                <p:nvPr/>
              </p:nvSpPr>
              <p:spPr bwMode="auto">
                <a:xfrm>
                  <a:off x="2088" y="345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6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2088" y="3657"/>
                  <a:ext cx="2107" cy="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7" name="Line 52"/>
                <p:cNvSpPr>
                  <a:spLocks noChangeShapeType="1"/>
                </p:cNvSpPr>
                <p:nvPr/>
              </p:nvSpPr>
              <p:spPr bwMode="auto">
                <a:xfrm>
                  <a:off x="3313" y="345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8" name="Line 53"/>
                <p:cNvSpPr>
                  <a:spLocks noChangeShapeType="1"/>
                </p:cNvSpPr>
                <p:nvPr/>
              </p:nvSpPr>
              <p:spPr bwMode="auto">
                <a:xfrm>
                  <a:off x="4195" y="2497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599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4195" y="3087"/>
                  <a:ext cx="0" cy="5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4600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701" y="3813"/>
                  <a:ext cx="330" cy="3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R</a:t>
                  </a:r>
                </a:p>
              </p:txBody>
            </p:sp>
            <p:sp>
              <p:nvSpPr>
                <p:cNvPr id="64601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497" y="3812"/>
                  <a:ext cx="294" cy="3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S</a:t>
                  </a:r>
                </a:p>
              </p:txBody>
            </p:sp>
            <p:sp>
              <p:nvSpPr>
                <p:cNvPr id="64602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1790" y="871"/>
                  <a:ext cx="343" cy="6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64603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288" y="1072"/>
                  <a:ext cx="343" cy="3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</p:grpSp>
        </p:grpSp>
      </p:grpSp>
      <p:sp>
        <p:nvSpPr>
          <p:cNvPr id="528462" name="Text Box 78"/>
          <p:cNvSpPr txBox="1">
            <a:spLocks noChangeArrowheads="1"/>
          </p:cNvSpPr>
          <p:nvPr/>
        </p:nvSpPr>
        <p:spPr bwMode="auto">
          <a:xfrm>
            <a:off x="4267200" y="5715000"/>
            <a:ext cx="41767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(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如何加入非同步置位元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/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復位端？</a:t>
            </a: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)</a:t>
            </a:r>
          </a:p>
        </p:txBody>
      </p:sp>
      <p:sp>
        <p:nvSpPr>
          <p:cNvPr id="64518" name="Text Box 82"/>
          <p:cNvSpPr txBox="1">
            <a:spLocks noChangeArrowheads="1"/>
          </p:cNvSpPr>
          <p:nvPr/>
        </p:nvSpPr>
        <p:spPr bwMode="auto">
          <a:xfrm>
            <a:off x="838200" y="5867400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</a:t>
            </a:r>
          </a:p>
        </p:txBody>
      </p:sp>
      <p:grpSp>
        <p:nvGrpSpPr>
          <p:cNvPr id="528499" name="Group 115"/>
          <p:cNvGrpSpPr>
            <a:grpSpLocks/>
          </p:cNvGrpSpPr>
          <p:nvPr/>
        </p:nvGrpSpPr>
        <p:grpSpPr bwMode="auto">
          <a:xfrm>
            <a:off x="4584700" y="2743200"/>
            <a:ext cx="3200400" cy="2308225"/>
            <a:chOff x="2888" y="1728"/>
            <a:chExt cx="2016" cy="1454"/>
          </a:xfrm>
        </p:grpSpPr>
        <p:sp>
          <p:nvSpPr>
            <p:cNvPr id="64521" name="Text Box 86"/>
            <p:cNvSpPr txBox="1">
              <a:spLocks noChangeArrowheads="1"/>
            </p:cNvSpPr>
            <p:nvPr/>
          </p:nvSpPr>
          <p:spPr bwMode="auto">
            <a:xfrm>
              <a:off x="3024" y="1728"/>
              <a:ext cx="1880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                        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   S     CP       Q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1     0                0     1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0     1                1      0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     0               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1      1                1      1</a:t>
              </a:r>
            </a:p>
          </p:txBody>
        </p:sp>
        <p:sp>
          <p:nvSpPr>
            <p:cNvPr id="64522" name="Line 87"/>
            <p:cNvSpPr>
              <a:spLocks noChangeShapeType="1"/>
            </p:cNvSpPr>
            <p:nvPr/>
          </p:nvSpPr>
          <p:spPr bwMode="auto">
            <a:xfrm>
              <a:off x="2888" y="2227"/>
              <a:ext cx="192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4523" name="Line 88"/>
            <p:cNvSpPr>
              <a:spLocks noChangeShapeType="1"/>
            </p:cNvSpPr>
            <p:nvPr/>
          </p:nvSpPr>
          <p:spPr bwMode="auto">
            <a:xfrm>
              <a:off x="4112" y="1910"/>
              <a:ext cx="1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64524" name="Group 89"/>
            <p:cNvGrpSpPr>
              <a:grpSpLocks/>
            </p:cNvGrpSpPr>
            <p:nvPr/>
          </p:nvGrpSpPr>
          <p:grpSpPr bwMode="auto">
            <a:xfrm>
              <a:off x="3613" y="2545"/>
              <a:ext cx="435" cy="91"/>
              <a:chOff x="3696" y="1933"/>
              <a:chExt cx="409" cy="136"/>
            </a:xfrm>
          </p:grpSpPr>
          <p:sp>
            <p:nvSpPr>
              <p:cNvPr id="64545" name="Line 90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6" name="Line 91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7" name="Line 92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8" name="Line 93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9" name="Line 94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4525" name="Group 95"/>
            <p:cNvGrpSpPr>
              <a:grpSpLocks/>
            </p:cNvGrpSpPr>
            <p:nvPr/>
          </p:nvGrpSpPr>
          <p:grpSpPr bwMode="auto">
            <a:xfrm>
              <a:off x="3613" y="2771"/>
              <a:ext cx="435" cy="91"/>
              <a:chOff x="3696" y="1933"/>
              <a:chExt cx="409" cy="136"/>
            </a:xfrm>
          </p:grpSpPr>
          <p:sp>
            <p:nvSpPr>
              <p:cNvPr id="64540" name="Line 96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1" name="Line 97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2" name="Line 98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3" name="Line 99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44" name="Line 100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4526" name="Group 101"/>
            <p:cNvGrpSpPr>
              <a:grpSpLocks/>
            </p:cNvGrpSpPr>
            <p:nvPr/>
          </p:nvGrpSpPr>
          <p:grpSpPr bwMode="auto">
            <a:xfrm>
              <a:off x="3613" y="2998"/>
              <a:ext cx="435" cy="91"/>
              <a:chOff x="3696" y="1933"/>
              <a:chExt cx="409" cy="136"/>
            </a:xfrm>
          </p:grpSpPr>
          <p:sp>
            <p:nvSpPr>
              <p:cNvPr id="64535" name="Line 102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6" name="Line 103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7" name="Line 104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8" name="Line 105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9" name="Line 106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4527" name="Group 107"/>
            <p:cNvGrpSpPr>
              <a:grpSpLocks/>
            </p:cNvGrpSpPr>
            <p:nvPr/>
          </p:nvGrpSpPr>
          <p:grpSpPr bwMode="auto">
            <a:xfrm>
              <a:off x="3613" y="2318"/>
              <a:ext cx="435" cy="91"/>
              <a:chOff x="3696" y="1933"/>
              <a:chExt cx="409" cy="136"/>
            </a:xfrm>
          </p:grpSpPr>
          <p:sp>
            <p:nvSpPr>
              <p:cNvPr id="64530" name="Line 108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1" name="Line 109"/>
              <p:cNvSpPr>
                <a:spLocks noChangeShapeType="1"/>
              </p:cNvSpPr>
              <p:nvPr/>
            </p:nvSpPr>
            <p:spPr bwMode="auto">
              <a:xfrm>
                <a:off x="3787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2" name="Line 110"/>
              <p:cNvSpPr>
                <a:spLocks noChangeShapeType="1"/>
              </p:cNvSpPr>
              <p:nvPr/>
            </p:nvSpPr>
            <p:spPr bwMode="auto">
              <a:xfrm>
                <a:off x="4014" y="193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3" name="Line 111"/>
              <p:cNvSpPr>
                <a:spLocks noChangeShapeType="1"/>
              </p:cNvSpPr>
              <p:nvPr/>
            </p:nvSpPr>
            <p:spPr bwMode="auto">
              <a:xfrm flipH="1">
                <a:off x="3696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534" name="Line 112"/>
              <p:cNvSpPr>
                <a:spLocks noChangeShapeType="1"/>
              </p:cNvSpPr>
              <p:nvPr/>
            </p:nvSpPr>
            <p:spPr bwMode="auto">
              <a:xfrm flipH="1">
                <a:off x="4014" y="2069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aphicFrame>
          <p:nvGraphicFramePr>
            <p:cNvPr id="64528" name="Object 113"/>
            <p:cNvGraphicFramePr>
              <a:graphicFrameLocks noChangeAspect="1"/>
            </p:cNvGraphicFramePr>
            <p:nvPr/>
          </p:nvGraphicFramePr>
          <p:xfrm>
            <a:off x="4521" y="2681"/>
            <a:ext cx="32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61697" imgH="161878" progId="Equation.3">
                    <p:embed/>
                  </p:oleObj>
                </mc:Choice>
                <mc:Fallback>
                  <p:oleObj name="公式" r:id="rId3" imgW="161697" imgH="161878" progId="Equation.3">
                    <p:embed/>
                    <p:pic>
                      <p:nvPicPr>
                        <p:cNvPr id="64528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2681"/>
                          <a:ext cx="327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9" name="Text Box 114"/>
            <p:cNvSpPr txBox="1">
              <a:spLocks noChangeArrowheads="1"/>
            </p:cNvSpPr>
            <p:nvPr/>
          </p:nvSpPr>
          <p:spPr bwMode="auto">
            <a:xfrm>
              <a:off x="4520" y="1728"/>
              <a:ext cx="26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</p:grpSp>
      <p:sp>
        <p:nvSpPr>
          <p:cNvPr id="64520" name="Text Box 116"/>
          <p:cNvSpPr txBox="1">
            <a:spLocks noChangeArrowheads="1"/>
          </p:cNvSpPr>
          <p:nvPr/>
        </p:nvSpPr>
        <p:spPr bwMode="auto">
          <a:xfrm>
            <a:off x="4495800" y="20574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</p:spTree>
    <p:extLst>
      <p:ext uri="{BB962C8B-B14F-4D97-AF65-F5344CB8AC3E}">
        <p14:creationId xmlns:p14="http://schemas.microsoft.com/office/powerpoint/2010/main" val="296141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8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8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46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F4541-9546-42C2-9786-81CEB76AA5F5}" type="slidenum">
              <a:rPr lang="en-US" altLang="zh-CN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latin typeface="Georgia" panose="02040502050405020303" pitchFamily="18" charset="0"/>
              </a:rPr>
              <a:t>主從</a:t>
            </a:r>
            <a:r>
              <a:rPr lang="en-US" altLang="zh-CN" b="1" dirty="0">
                <a:latin typeface="Georgia" panose="02040502050405020303" pitchFamily="18" charset="0"/>
              </a:rPr>
              <a:t>R-S</a:t>
            </a:r>
            <a:r>
              <a:rPr lang="zh-CN" altLang="en-US" b="1" dirty="0">
                <a:latin typeface="Georgia" panose="02040502050405020303" pitchFamily="18" charset="0"/>
              </a:rPr>
              <a:t>觸發器非同步置位元</a:t>
            </a:r>
            <a:r>
              <a:rPr lang="en-US" altLang="zh-CN" b="1" dirty="0">
                <a:latin typeface="Georgia" panose="02040502050405020303" pitchFamily="18" charset="0"/>
              </a:rPr>
              <a:t>/</a:t>
            </a:r>
            <a:r>
              <a:rPr lang="zh-CN" altLang="en-US" b="1" dirty="0">
                <a:latin typeface="Georgia" panose="02040502050405020303" pitchFamily="18" charset="0"/>
              </a:rPr>
              <a:t>復位端</a:t>
            </a:r>
          </a:p>
        </p:txBody>
      </p:sp>
      <p:grpSp>
        <p:nvGrpSpPr>
          <p:cNvPr id="529412" name="Group 4"/>
          <p:cNvGrpSpPr>
            <a:grpSpLocks/>
          </p:cNvGrpSpPr>
          <p:nvPr/>
        </p:nvGrpSpPr>
        <p:grpSpPr bwMode="auto">
          <a:xfrm>
            <a:off x="2546350" y="2133600"/>
            <a:ext cx="3203575" cy="4648200"/>
            <a:chOff x="1604" y="1344"/>
            <a:chExt cx="2018" cy="2928"/>
          </a:xfrm>
        </p:grpSpPr>
        <p:sp>
          <p:nvSpPr>
            <p:cNvPr id="65565" name="Line 5"/>
            <p:cNvSpPr>
              <a:spLocks noChangeShapeType="1"/>
            </p:cNvSpPr>
            <p:nvPr/>
          </p:nvSpPr>
          <p:spPr bwMode="auto">
            <a:xfrm>
              <a:off x="2279" y="3597"/>
              <a:ext cx="0" cy="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66" name="Text Box 6"/>
            <p:cNvSpPr txBox="1">
              <a:spLocks noChangeArrowheads="1"/>
            </p:cNvSpPr>
            <p:nvPr/>
          </p:nvSpPr>
          <p:spPr bwMode="auto">
            <a:xfrm>
              <a:off x="2112" y="398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  <p:pic>
          <p:nvPicPr>
            <p:cNvPr id="65567" name="Picture 7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7" y="1815"/>
              <a:ext cx="3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68" name="Picture 8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2233"/>
              <a:ext cx="36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69" name="Picture 9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" y="2233"/>
              <a:ext cx="36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70" name="Picture 10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9" y="2742"/>
              <a:ext cx="360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71" name="Picture 11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3" y="2742"/>
              <a:ext cx="3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72" name="Picture 12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0" y="1815"/>
              <a:ext cx="3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73" name="Line 13"/>
            <p:cNvSpPr>
              <a:spLocks noChangeShapeType="1"/>
            </p:cNvSpPr>
            <p:nvPr/>
          </p:nvSpPr>
          <p:spPr bwMode="auto">
            <a:xfrm flipV="1">
              <a:off x="1900" y="1614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74" name="Line 14"/>
            <p:cNvSpPr>
              <a:spLocks noChangeShapeType="1"/>
            </p:cNvSpPr>
            <p:nvPr/>
          </p:nvSpPr>
          <p:spPr bwMode="auto">
            <a:xfrm flipV="1">
              <a:off x="2693" y="1614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75" name="Line 15"/>
            <p:cNvSpPr>
              <a:spLocks noChangeShapeType="1"/>
            </p:cNvSpPr>
            <p:nvPr/>
          </p:nvSpPr>
          <p:spPr bwMode="auto">
            <a:xfrm>
              <a:off x="1900" y="1723"/>
              <a:ext cx="2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76" name="Line 16"/>
            <p:cNvSpPr>
              <a:spLocks noChangeShapeType="1"/>
            </p:cNvSpPr>
            <p:nvPr/>
          </p:nvSpPr>
          <p:spPr bwMode="auto">
            <a:xfrm flipH="1">
              <a:off x="2451" y="1723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77" name="Line 17"/>
            <p:cNvSpPr>
              <a:spLocks noChangeShapeType="1"/>
            </p:cNvSpPr>
            <p:nvPr/>
          </p:nvSpPr>
          <p:spPr bwMode="auto">
            <a:xfrm flipH="1">
              <a:off x="2176" y="1723"/>
              <a:ext cx="275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78" name="Line 18"/>
            <p:cNvSpPr>
              <a:spLocks noChangeShapeType="1"/>
            </p:cNvSpPr>
            <p:nvPr/>
          </p:nvSpPr>
          <p:spPr bwMode="auto">
            <a:xfrm>
              <a:off x="2141" y="1723"/>
              <a:ext cx="310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79" name="Line 19"/>
            <p:cNvSpPr>
              <a:spLocks noChangeShapeType="1"/>
            </p:cNvSpPr>
            <p:nvPr/>
          </p:nvSpPr>
          <p:spPr bwMode="auto">
            <a:xfrm>
              <a:off x="2451" y="2196"/>
              <a:ext cx="1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0" name="Line 20"/>
            <p:cNvSpPr>
              <a:spLocks noChangeShapeType="1"/>
            </p:cNvSpPr>
            <p:nvPr/>
          </p:nvSpPr>
          <p:spPr bwMode="auto">
            <a:xfrm flipH="1">
              <a:off x="2003" y="2196"/>
              <a:ext cx="1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1" name="Line 21"/>
            <p:cNvSpPr>
              <a:spLocks noChangeShapeType="1"/>
            </p:cNvSpPr>
            <p:nvPr/>
          </p:nvSpPr>
          <p:spPr bwMode="auto">
            <a:xfrm flipV="1">
              <a:off x="2003" y="2087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2" name="Line 22"/>
            <p:cNvSpPr>
              <a:spLocks noChangeShapeType="1"/>
            </p:cNvSpPr>
            <p:nvPr/>
          </p:nvSpPr>
          <p:spPr bwMode="auto">
            <a:xfrm flipV="1">
              <a:off x="2624" y="2087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3" name="Line 23"/>
            <p:cNvSpPr>
              <a:spLocks noChangeShapeType="1"/>
            </p:cNvSpPr>
            <p:nvPr/>
          </p:nvSpPr>
          <p:spPr bwMode="auto">
            <a:xfrm>
              <a:off x="1934" y="252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4" name="Line 24"/>
            <p:cNvSpPr>
              <a:spLocks noChangeShapeType="1"/>
            </p:cNvSpPr>
            <p:nvPr/>
          </p:nvSpPr>
          <p:spPr bwMode="auto">
            <a:xfrm>
              <a:off x="1934" y="2633"/>
              <a:ext cx="149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5" name="Line 25"/>
            <p:cNvSpPr>
              <a:spLocks noChangeShapeType="1"/>
            </p:cNvSpPr>
            <p:nvPr/>
          </p:nvSpPr>
          <p:spPr bwMode="auto">
            <a:xfrm>
              <a:off x="2659" y="252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6" name="Line 26"/>
            <p:cNvSpPr>
              <a:spLocks noChangeShapeType="1"/>
            </p:cNvSpPr>
            <p:nvPr/>
          </p:nvSpPr>
          <p:spPr bwMode="auto">
            <a:xfrm flipV="1">
              <a:off x="1796" y="2524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7" name="Line 27"/>
            <p:cNvSpPr>
              <a:spLocks noChangeShapeType="1"/>
            </p:cNvSpPr>
            <p:nvPr/>
          </p:nvSpPr>
          <p:spPr bwMode="auto">
            <a:xfrm flipV="1">
              <a:off x="2797" y="2524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8" name="Line 28"/>
            <p:cNvSpPr>
              <a:spLocks noChangeShapeType="1"/>
            </p:cNvSpPr>
            <p:nvPr/>
          </p:nvSpPr>
          <p:spPr bwMode="auto">
            <a:xfrm flipV="1">
              <a:off x="2727" y="2087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89" name="Line 29"/>
            <p:cNvSpPr>
              <a:spLocks noChangeShapeType="1"/>
            </p:cNvSpPr>
            <p:nvPr/>
          </p:nvSpPr>
          <p:spPr bwMode="auto">
            <a:xfrm flipV="1">
              <a:off x="1830" y="2087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90" name="Oval 30"/>
            <p:cNvSpPr>
              <a:spLocks noChangeAspect="1" noChangeArrowheads="1"/>
            </p:cNvSpPr>
            <p:nvPr/>
          </p:nvSpPr>
          <p:spPr bwMode="auto">
            <a:xfrm>
              <a:off x="2624" y="2597"/>
              <a:ext cx="69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5591" name="Oval 31"/>
            <p:cNvSpPr>
              <a:spLocks noChangeAspect="1" noChangeArrowheads="1"/>
            </p:cNvSpPr>
            <p:nvPr/>
          </p:nvSpPr>
          <p:spPr bwMode="auto">
            <a:xfrm>
              <a:off x="2727" y="3560"/>
              <a:ext cx="70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5592" name="Oval 32"/>
            <p:cNvSpPr>
              <a:spLocks noChangeAspect="1" noChangeArrowheads="1"/>
            </p:cNvSpPr>
            <p:nvPr/>
          </p:nvSpPr>
          <p:spPr bwMode="auto">
            <a:xfrm>
              <a:off x="2244" y="3560"/>
              <a:ext cx="69" cy="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pic>
          <p:nvPicPr>
            <p:cNvPr id="65593" name="Picture 33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" y="3143"/>
              <a:ext cx="36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94" name="Picture 34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1" y="2816"/>
              <a:ext cx="36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595" name="Picture 35" descr="与非门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3" y="3143"/>
              <a:ext cx="36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96" name="Line 36"/>
            <p:cNvSpPr>
              <a:spLocks noChangeShapeType="1"/>
            </p:cNvSpPr>
            <p:nvPr/>
          </p:nvSpPr>
          <p:spPr bwMode="auto">
            <a:xfrm>
              <a:off x="1796" y="2670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97" name="Line 37"/>
            <p:cNvSpPr>
              <a:spLocks noChangeShapeType="1"/>
            </p:cNvSpPr>
            <p:nvPr/>
          </p:nvSpPr>
          <p:spPr bwMode="auto">
            <a:xfrm>
              <a:off x="2486" y="2706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98" name="Line 38"/>
            <p:cNvSpPr>
              <a:spLocks noChangeShapeType="1"/>
            </p:cNvSpPr>
            <p:nvPr/>
          </p:nvSpPr>
          <p:spPr bwMode="auto">
            <a:xfrm>
              <a:off x="1900" y="3107"/>
              <a:ext cx="2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599" name="Line 39"/>
            <p:cNvSpPr>
              <a:spLocks noChangeShapeType="1"/>
            </p:cNvSpPr>
            <p:nvPr/>
          </p:nvSpPr>
          <p:spPr bwMode="auto">
            <a:xfrm>
              <a:off x="2486" y="3107"/>
              <a:ext cx="2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0" name="Line 40"/>
            <p:cNvSpPr>
              <a:spLocks noChangeShapeType="1"/>
            </p:cNvSpPr>
            <p:nvPr/>
          </p:nvSpPr>
          <p:spPr bwMode="auto">
            <a:xfrm>
              <a:off x="2107" y="2670"/>
              <a:ext cx="379" cy="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1" name="Line 41"/>
            <p:cNvSpPr>
              <a:spLocks noChangeShapeType="1"/>
            </p:cNvSpPr>
            <p:nvPr/>
          </p:nvSpPr>
          <p:spPr bwMode="auto">
            <a:xfrm flipH="1">
              <a:off x="2107" y="2706"/>
              <a:ext cx="379" cy="4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2" name="Line 42"/>
            <p:cNvSpPr>
              <a:spLocks noChangeShapeType="1"/>
            </p:cNvSpPr>
            <p:nvPr/>
          </p:nvSpPr>
          <p:spPr bwMode="auto">
            <a:xfrm flipV="1">
              <a:off x="1900" y="3034"/>
              <a:ext cx="0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3" name="Line 43"/>
            <p:cNvSpPr>
              <a:spLocks noChangeShapeType="1"/>
            </p:cNvSpPr>
            <p:nvPr/>
          </p:nvSpPr>
          <p:spPr bwMode="auto">
            <a:xfrm flipV="1">
              <a:off x="2727" y="3034"/>
              <a:ext cx="0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4" name="Line 44"/>
            <p:cNvSpPr>
              <a:spLocks noChangeShapeType="1"/>
            </p:cNvSpPr>
            <p:nvPr/>
          </p:nvSpPr>
          <p:spPr bwMode="auto">
            <a:xfrm flipV="1">
              <a:off x="1796" y="303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5" name="Line 45"/>
            <p:cNvSpPr>
              <a:spLocks noChangeShapeType="1"/>
            </p:cNvSpPr>
            <p:nvPr/>
          </p:nvSpPr>
          <p:spPr bwMode="auto">
            <a:xfrm>
              <a:off x="2831" y="3034"/>
              <a:ext cx="0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6" name="Line 46"/>
            <p:cNvSpPr>
              <a:spLocks noChangeShapeType="1"/>
            </p:cNvSpPr>
            <p:nvPr/>
          </p:nvSpPr>
          <p:spPr bwMode="auto">
            <a:xfrm>
              <a:off x="1727" y="3414"/>
              <a:ext cx="1" cy="5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8" name="Line 48"/>
            <p:cNvSpPr>
              <a:spLocks noChangeShapeType="1"/>
            </p:cNvSpPr>
            <p:nvPr/>
          </p:nvSpPr>
          <p:spPr bwMode="auto">
            <a:xfrm>
              <a:off x="1830" y="3414"/>
              <a:ext cx="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09" name="Line 49"/>
            <p:cNvSpPr>
              <a:spLocks noChangeShapeType="1"/>
            </p:cNvSpPr>
            <p:nvPr/>
          </p:nvSpPr>
          <p:spPr bwMode="auto">
            <a:xfrm flipV="1">
              <a:off x="1830" y="3581"/>
              <a:ext cx="1603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10" name="Line 50"/>
            <p:cNvSpPr>
              <a:spLocks noChangeShapeType="1"/>
            </p:cNvSpPr>
            <p:nvPr/>
          </p:nvSpPr>
          <p:spPr bwMode="auto">
            <a:xfrm>
              <a:off x="2762" y="3414"/>
              <a:ext cx="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11" name="Line 51"/>
            <p:cNvSpPr>
              <a:spLocks noChangeShapeType="1"/>
            </p:cNvSpPr>
            <p:nvPr/>
          </p:nvSpPr>
          <p:spPr bwMode="auto">
            <a:xfrm>
              <a:off x="3433" y="2649"/>
              <a:ext cx="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12" name="Line 52"/>
            <p:cNvSpPr>
              <a:spLocks noChangeShapeType="1"/>
            </p:cNvSpPr>
            <p:nvPr/>
          </p:nvSpPr>
          <p:spPr bwMode="auto">
            <a:xfrm flipV="1">
              <a:off x="3433" y="3123"/>
              <a:ext cx="0" cy="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5613" name="Text Box 53"/>
            <p:cNvSpPr txBox="1">
              <a:spLocks noChangeArrowheads="1"/>
            </p:cNvSpPr>
            <p:nvPr/>
          </p:nvSpPr>
          <p:spPr bwMode="auto">
            <a:xfrm>
              <a:off x="1621" y="3984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65614" name="Text Box 54"/>
            <p:cNvSpPr txBox="1">
              <a:spLocks noChangeArrowheads="1"/>
            </p:cNvSpPr>
            <p:nvPr/>
          </p:nvSpPr>
          <p:spPr bwMode="auto">
            <a:xfrm>
              <a:off x="2784" y="3984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</a:p>
          </p:txBody>
        </p:sp>
        <p:sp>
          <p:nvSpPr>
            <p:cNvPr id="65615" name="Text Box 55"/>
            <p:cNvSpPr txBox="1">
              <a:spLocks noChangeArrowheads="1"/>
            </p:cNvSpPr>
            <p:nvPr/>
          </p:nvSpPr>
          <p:spPr bwMode="auto">
            <a:xfrm>
              <a:off x="1604" y="1344"/>
              <a:ext cx="26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65616" name="Text Box 56"/>
            <p:cNvSpPr txBox="1">
              <a:spLocks noChangeArrowheads="1"/>
            </p:cNvSpPr>
            <p:nvPr/>
          </p:nvSpPr>
          <p:spPr bwMode="auto">
            <a:xfrm>
              <a:off x="2743" y="1505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BC1F8E-3180-6BF7-7930-C445B4E98E33}"/>
              </a:ext>
            </a:extLst>
          </p:cNvPr>
          <p:cNvGrpSpPr/>
          <p:nvPr/>
        </p:nvGrpSpPr>
        <p:grpSpPr>
          <a:xfrm>
            <a:off x="1687716" y="3013501"/>
            <a:ext cx="2808084" cy="2853899"/>
            <a:chOff x="1687716" y="3013501"/>
            <a:chExt cx="2808084" cy="2853899"/>
          </a:xfrm>
        </p:grpSpPr>
        <p:grpSp>
          <p:nvGrpSpPr>
            <p:cNvPr id="529465" name="Group 57"/>
            <p:cNvGrpSpPr>
              <a:grpSpLocks/>
            </p:cNvGrpSpPr>
            <p:nvPr/>
          </p:nvGrpSpPr>
          <p:grpSpPr bwMode="auto">
            <a:xfrm>
              <a:off x="2133600" y="3352800"/>
              <a:ext cx="2362200" cy="2514600"/>
              <a:chOff x="1344" y="2112"/>
              <a:chExt cx="1488" cy="1584"/>
            </a:xfrm>
          </p:grpSpPr>
          <p:sp>
            <p:nvSpPr>
              <p:cNvPr id="65556" name="Line 59"/>
              <p:cNvSpPr>
                <a:spLocks noChangeShapeType="1"/>
              </p:cNvSpPr>
              <p:nvPr/>
            </p:nvSpPr>
            <p:spPr bwMode="auto">
              <a:xfrm>
                <a:off x="1776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7" name="Line 60"/>
              <p:cNvSpPr>
                <a:spLocks noChangeShapeType="1"/>
              </p:cNvSpPr>
              <p:nvPr/>
            </p:nvSpPr>
            <p:spPr bwMode="auto">
              <a:xfrm flipH="1">
                <a:off x="1344" y="220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8" name="Line 61"/>
              <p:cNvSpPr>
                <a:spLocks noChangeShapeType="1"/>
              </p:cNvSpPr>
              <p:nvPr/>
            </p:nvSpPr>
            <p:spPr bwMode="auto">
              <a:xfrm>
                <a:off x="1488" y="2208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9" name="Line 62"/>
              <p:cNvSpPr>
                <a:spLocks noChangeShapeType="1"/>
              </p:cNvSpPr>
              <p:nvPr/>
            </p:nvSpPr>
            <p:spPr bwMode="auto">
              <a:xfrm>
                <a:off x="1488" y="3696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60" name="Line 63"/>
              <p:cNvSpPr>
                <a:spLocks noChangeShapeType="1"/>
              </p:cNvSpPr>
              <p:nvPr/>
            </p:nvSpPr>
            <p:spPr bwMode="auto">
              <a:xfrm flipV="1">
                <a:off x="2832" y="3408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61" name="Line 64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62" name="Line 65"/>
              <p:cNvSpPr>
                <a:spLocks noChangeShapeType="1"/>
              </p:cNvSpPr>
              <p:nvPr/>
            </p:nvSpPr>
            <p:spPr bwMode="auto">
              <a:xfrm flipH="1">
                <a:off x="1488" y="312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63" name="Oval 66"/>
              <p:cNvSpPr>
                <a:spLocks noChangeArrowheads="1"/>
              </p:cNvSpPr>
              <p:nvPr/>
            </p:nvSpPr>
            <p:spPr bwMode="auto">
              <a:xfrm>
                <a:off x="1440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64" name="Oval 67"/>
              <p:cNvSpPr>
                <a:spLocks noChangeArrowheads="1"/>
              </p:cNvSpPr>
              <p:nvPr/>
            </p:nvSpPr>
            <p:spPr bwMode="auto">
              <a:xfrm>
                <a:off x="1440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" name="Text Box 55">
              <a:extLst>
                <a:ext uri="{FF2B5EF4-FFF2-40B4-BE49-F238E27FC236}">
                  <a16:creationId xmlns:a16="http://schemas.microsoft.com/office/drawing/2014/main" id="{45091CDF-3F3A-43DD-C2E2-667BC38C7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7716" y="3013501"/>
              <a:ext cx="554960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ADEF64-D966-0C56-F07A-CBF995313DE7}"/>
              </a:ext>
            </a:extLst>
          </p:cNvPr>
          <p:cNvGrpSpPr/>
          <p:nvPr/>
        </p:nvGrpSpPr>
        <p:grpSpPr>
          <a:xfrm>
            <a:off x="3048003" y="2972653"/>
            <a:ext cx="2686299" cy="3047152"/>
            <a:chOff x="3048003" y="2972653"/>
            <a:chExt cx="2686299" cy="3047152"/>
          </a:xfrm>
        </p:grpSpPr>
        <p:grpSp>
          <p:nvGrpSpPr>
            <p:cNvPr id="65545" name="Group 70"/>
            <p:cNvGrpSpPr>
              <a:grpSpLocks/>
            </p:cNvGrpSpPr>
            <p:nvPr/>
          </p:nvGrpSpPr>
          <p:grpSpPr bwMode="auto">
            <a:xfrm>
              <a:off x="3048003" y="3352803"/>
              <a:ext cx="2209802" cy="2667002"/>
              <a:chOff x="1920" y="2112"/>
              <a:chExt cx="1392" cy="1680"/>
            </a:xfrm>
          </p:grpSpPr>
          <p:sp>
            <p:nvSpPr>
              <p:cNvPr id="65546" name="Line 71"/>
              <p:cNvSpPr>
                <a:spLocks noChangeShapeType="1"/>
              </p:cNvSpPr>
              <p:nvPr/>
            </p:nvSpPr>
            <p:spPr bwMode="auto">
              <a:xfrm flipH="1">
                <a:off x="2832" y="220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47" name="Line 72"/>
              <p:cNvSpPr>
                <a:spLocks noChangeShapeType="1"/>
              </p:cNvSpPr>
              <p:nvPr/>
            </p:nvSpPr>
            <p:spPr bwMode="auto">
              <a:xfrm flipV="1">
                <a:off x="2832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48" name="Line 73"/>
              <p:cNvSpPr>
                <a:spLocks noChangeShapeType="1"/>
              </p:cNvSpPr>
              <p:nvPr/>
            </p:nvSpPr>
            <p:spPr bwMode="auto">
              <a:xfrm>
                <a:off x="3120" y="2208"/>
                <a:ext cx="0" cy="15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49" name="Line 74"/>
              <p:cNvSpPr>
                <a:spLocks noChangeShapeType="1"/>
              </p:cNvSpPr>
              <p:nvPr/>
            </p:nvSpPr>
            <p:spPr bwMode="auto">
              <a:xfrm flipH="1">
                <a:off x="1920" y="3792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0" name="Line 75"/>
              <p:cNvSpPr>
                <a:spLocks noChangeShapeType="1"/>
              </p:cNvSpPr>
              <p:nvPr/>
            </p:nvSpPr>
            <p:spPr bwMode="auto">
              <a:xfrm flipV="1">
                <a:off x="1920" y="3408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1" name="Line 76"/>
              <p:cNvSpPr>
                <a:spLocks noChangeShapeType="1"/>
              </p:cNvSpPr>
              <p:nvPr/>
            </p:nvSpPr>
            <p:spPr bwMode="auto">
              <a:xfrm flipH="1">
                <a:off x="2928" y="312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2" name="Line 77"/>
              <p:cNvSpPr>
                <a:spLocks noChangeShapeType="1"/>
              </p:cNvSpPr>
              <p:nvPr/>
            </p:nvSpPr>
            <p:spPr bwMode="auto">
              <a:xfrm>
                <a:off x="29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3" name="Oval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554" name="Oval 79"/>
              <p:cNvSpPr>
                <a:spLocks noChangeArrowheads="1"/>
              </p:cNvSpPr>
              <p:nvPr/>
            </p:nvSpPr>
            <p:spPr bwMode="auto">
              <a:xfrm>
                <a:off x="3072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4" name="Text Box 55">
              <a:extLst>
                <a:ext uri="{FF2B5EF4-FFF2-40B4-BE49-F238E27FC236}">
                  <a16:creationId xmlns:a16="http://schemas.microsoft.com/office/drawing/2014/main" id="{B2703443-BC4D-442B-81B9-857877D1F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623" y="2972653"/>
              <a:ext cx="511679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378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4F5B13-E345-4C78-BF80-AD045400EF76}" type="slidenum">
              <a:rPr lang="en-US" altLang="zh-CN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6238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66564" name="Text Box 82"/>
          <p:cNvSpPr txBox="1">
            <a:spLocks noChangeArrowheads="1"/>
          </p:cNvSpPr>
          <p:nvPr/>
        </p:nvSpPr>
        <p:spPr bwMode="auto">
          <a:xfrm>
            <a:off x="838200" y="5867400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</a:t>
            </a:r>
          </a:p>
        </p:txBody>
      </p:sp>
      <p:sp>
        <p:nvSpPr>
          <p:cNvPr id="66565" name="Text Box 116"/>
          <p:cNvSpPr txBox="1">
            <a:spLocks noChangeArrowheads="1"/>
          </p:cNvSpPr>
          <p:nvPr/>
        </p:nvSpPr>
        <p:spPr bwMode="auto">
          <a:xfrm>
            <a:off x="4495800" y="11430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  <p:grpSp>
        <p:nvGrpSpPr>
          <p:cNvPr id="66567" name="组合 1"/>
          <p:cNvGrpSpPr>
            <a:grpSpLocks/>
          </p:cNvGrpSpPr>
          <p:nvPr/>
        </p:nvGrpSpPr>
        <p:grpSpPr bwMode="auto">
          <a:xfrm>
            <a:off x="600075" y="928688"/>
            <a:ext cx="3616325" cy="4648200"/>
            <a:chOff x="2133600" y="2133600"/>
            <a:chExt cx="3616325" cy="4648200"/>
          </a:xfrm>
        </p:grpSpPr>
        <p:grpSp>
          <p:nvGrpSpPr>
            <p:cNvPr id="66568" name="Group 4"/>
            <p:cNvGrpSpPr>
              <a:grpSpLocks/>
            </p:cNvGrpSpPr>
            <p:nvPr/>
          </p:nvGrpSpPr>
          <p:grpSpPr bwMode="auto">
            <a:xfrm>
              <a:off x="2546350" y="2133600"/>
              <a:ext cx="3203575" cy="4648200"/>
              <a:chOff x="1604" y="1344"/>
              <a:chExt cx="2018" cy="2928"/>
            </a:xfrm>
          </p:grpSpPr>
          <p:sp>
            <p:nvSpPr>
              <p:cNvPr id="66592" name="Line 5"/>
              <p:cNvSpPr>
                <a:spLocks noChangeShapeType="1"/>
              </p:cNvSpPr>
              <p:nvPr/>
            </p:nvSpPr>
            <p:spPr bwMode="auto">
              <a:xfrm>
                <a:off x="2279" y="3597"/>
                <a:ext cx="0" cy="4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93" name="Text Box 6"/>
              <p:cNvSpPr txBox="1">
                <a:spLocks noChangeArrowheads="1"/>
              </p:cNvSpPr>
              <p:nvPr/>
            </p:nvSpPr>
            <p:spPr bwMode="auto">
              <a:xfrm>
                <a:off x="2112" y="398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pic>
            <p:nvPicPr>
              <p:cNvPr id="66594" name="Picture 7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27" y="1815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5" name="Picture 8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8" y="2233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6" name="Picture 9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55" y="2233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7" name="Picture 10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9" y="2742"/>
                <a:ext cx="360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8" name="Picture 11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3" y="2742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599" name="Picture 12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0" y="1815"/>
                <a:ext cx="361" cy="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600" name="Line 13"/>
              <p:cNvSpPr>
                <a:spLocks noChangeShapeType="1"/>
              </p:cNvSpPr>
              <p:nvPr/>
            </p:nvSpPr>
            <p:spPr bwMode="auto">
              <a:xfrm flipV="1">
                <a:off x="1900" y="1614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1" name="Line 14"/>
              <p:cNvSpPr>
                <a:spLocks noChangeShapeType="1"/>
              </p:cNvSpPr>
              <p:nvPr/>
            </p:nvSpPr>
            <p:spPr bwMode="auto">
              <a:xfrm flipV="1">
                <a:off x="2693" y="1614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2" name="Line 15"/>
              <p:cNvSpPr>
                <a:spLocks noChangeShapeType="1"/>
              </p:cNvSpPr>
              <p:nvPr/>
            </p:nvSpPr>
            <p:spPr bwMode="auto">
              <a:xfrm>
                <a:off x="1900" y="1723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3" name="Line 16"/>
              <p:cNvSpPr>
                <a:spLocks noChangeShapeType="1"/>
              </p:cNvSpPr>
              <p:nvPr/>
            </p:nvSpPr>
            <p:spPr bwMode="auto">
              <a:xfrm flipH="1">
                <a:off x="2451" y="1723"/>
                <a:ext cx="2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4" name="Line 17"/>
              <p:cNvSpPr>
                <a:spLocks noChangeShapeType="1"/>
              </p:cNvSpPr>
              <p:nvPr/>
            </p:nvSpPr>
            <p:spPr bwMode="auto">
              <a:xfrm flipH="1">
                <a:off x="2176" y="1723"/>
                <a:ext cx="275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5" name="Line 18"/>
              <p:cNvSpPr>
                <a:spLocks noChangeShapeType="1"/>
              </p:cNvSpPr>
              <p:nvPr/>
            </p:nvSpPr>
            <p:spPr bwMode="auto">
              <a:xfrm>
                <a:off x="2141" y="1723"/>
                <a:ext cx="310" cy="4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6" name="Line 19"/>
              <p:cNvSpPr>
                <a:spLocks noChangeShapeType="1"/>
              </p:cNvSpPr>
              <p:nvPr/>
            </p:nvSpPr>
            <p:spPr bwMode="auto">
              <a:xfrm>
                <a:off x="2451" y="2196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7" name="Line 20"/>
              <p:cNvSpPr>
                <a:spLocks noChangeShapeType="1"/>
              </p:cNvSpPr>
              <p:nvPr/>
            </p:nvSpPr>
            <p:spPr bwMode="auto">
              <a:xfrm flipH="1">
                <a:off x="2003" y="2196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8" name="Line 21"/>
              <p:cNvSpPr>
                <a:spLocks noChangeShapeType="1"/>
              </p:cNvSpPr>
              <p:nvPr/>
            </p:nvSpPr>
            <p:spPr bwMode="auto">
              <a:xfrm flipV="1">
                <a:off x="2003" y="2087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09" name="Line 22"/>
              <p:cNvSpPr>
                <a:spLocks noChangeShapeType="1"/>
              </p:cNvSpPr>
              <p:nvPr/>
            </p:nvSpPr>
            <p:spPr bwMode="auto">
              <a:xfrm flipV="1">
                <a:off x="2624" y="2087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0" name="Line 23"/>
              <p:cNvSpPr>
                <a:spLocks noChangeShapeType="1"/>
              </p:cNvSpPr>
              <p:nvPr/>
            </p:nvSpPr>
            <p:spPr bwMode="auto">
              <a:xfrm>
                <a:off x="1934" y="252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1" name="Line 24"/>
              <p:cNvSpPr>
                <a:spLocks noChangeShapeType="1"/>
              </p:cNvSpPr>
              <p:nvPr/>
            </p:nvSpPr>
            <p:spPr bwMode="auto">
              <a:xfrm>
                <a:off x="1934" y="2633"/>
                <a:ext cx="1499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2" name="Line 25"/>
              <p:cNvSpPr>
                <a:spLocks noChangeShapeType="1"/>
              </p:cNvSpPr>
              <p:nvPr/>
            </p:nvSpPr>
            <p:spPr bwMode="auto">
              <a:xfrm>
                <a:off x="2659" y="252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3" name="Line 26"/>
              <p:cNvSpPr>
                <a:spLocks noChangeShapeType="1"/>
              </p:cNvSpPr>
              <p:nvPr/>
            </p:nvSpPr>
            <p:spPr bwMode="auto">
              <a:xfrm flipV="1">
                <a:off x="1796" y="2524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4" name="Line 27"/>
              <p:cNvSpPr>
                <a:spLocks noChangeShapeType="1"/>
              </p:cNvSpPr>
              <p:nvPr/>
            </p:nvSpPr>
            <p:spPr bwMode="auto">
              <a:xfrm flipV="1">
                <a:off x="2797" y="2524"/>
                <a:ext cx="0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5" name="Line 28"/>
              <p:cNvSpPr>
                <a:spLocks noChangeShapeType="1"/>
              </p:cNvSpPr>
              <p:nvPr/>
            </p:nvSpPr>
            <p:spPr bwMode="auto">
              <a:xfrm flipV="1">
                <a:off x="2727" y="2087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6" name="Line 29"/>
              <p:cNvSpPr>
                <a:spLocks noChangeShapeType="1"/>
              </p:cNvSpPr>
              <p:nvPr/>
            </p:nvSpPr>
            <p:spPr bwMode="auto">
              <a:xfrm flipV="1">
                <a:off x="1830" y="2087"/>
                <a:ext cx="0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7" name="Oval 30"/>
              <p:cNvSpPr>
                <a:spLocks noChangeAspect="1" noChangeArrowheads="1"/>
              </p:cNvSpPr>
              <p:nvPr/>
            </p:nvSpPr>
            <p:spPr bwMode="auto">
              <a:xfrm>
                <a:off x="2624" y="2597"/>
                <a:ext cx="69" cy="7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8" name="Oval 31"/>
              <p:cNvSpPr>
                <a:spLocks noChangeAspect="1" noChangeArrowheads="1"/>
              </p:cNvSpPr>
              <p:nvPr/>
            </p:nvSpPr>
            <p:spPr bwMode="auto">
              <a:xfrm>
                <a:off x="2727" y="3560"/>
                <a:ext cx="70" cy="7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19" name="Oval 32"/>
              <p:cNvSpPr>
                <a:spLocks noChangeAspect="1" noChangeArrowheads="1"/>
              </p:cNvSpPr>
              <p:nvPr/>
            </p:nvSpPr>
            <p:spPr bwMode="auto">
              <a:xfrm>
                <a:off x="2244" y="3560"/>
                <a:ext cx="69" cy="7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pic>
            <p:nvPicPr>
              <p:cNvPr id="66620" name="Picture 33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59" y="3143"/>
                <a:ext cx="360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621" name="Picture 34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1" y="2816"/>
                <a:ext cx="361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622" name="Picture 35" descr="与非门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3" y="3143"/>
                <a:ext cx="361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623" name="Line 36"/>
              <p:cNvSpPr>
                <a:spLocks noChangeShapeType="1"/>
              </p:cNvSpPr>
              <p:nvPr/>
            </p:nvSpPr>
            <p:spPr bwMode="auto">
              <a:xfrm>
                <a:off x="1796" y="2670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24" name="Line 37"/>
              <p:cNvSpPr>
                <a:spLocks noChangeShapeType="1"/>
              </p:cNvSpPr>
              <p:nvPr/>
            </p:nvSpPr>
            <p:spPr bwMode="auto">
              <a:xfrm>
                <a:off x="2486" y="2706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25" name="Line 38"/>
              <p:cNvSpPr>
                <a:spLocks noChangeShapeType="1"/>
              </p:cNvSpPr>
              <p:nvPr/>
            </p:nvSpPr>
            <p:spPr bwMode="auto">
              <a:xfrm>
                <a:off x="1900" y="3107"/>
                <a:ext cx="2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26" name="Line 39"/>
              <p:cNvSpPr>
                <a:spLocks noChangeShapeType="1"/>
              </p:cNvSpPr>
              <p:nvPr/>
            </p:nvSpPr>
            <p:spPr bwMode="auto">
              <a:xfrm>
                <a:off x="2486" y="3107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27" name="Line 40"/>
              <p:cNvSpPr>
                <a:spLocks noChangeShapeType="1"/>
              </p:cNvSpPr>
              <p:nvPr/>
            </p:nvSpPr>
            <p:spPr bwMode="auto">
              <a:xfrm>
                <a:off x="2107" y="2670"/>
                <a:ext cx="379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28" name="Line 41"/>
              <p:cNvSpPr>
                <a:spLocks noChangeShapeType="1"/>
              </p:cNvSpPr>
              <p:nvPr/>
            </p:nvSpPr>
            <p:spPr bwMode="auto">
              <a:xfrm flipH="1">
                <a:off x="2107" y="2706"/>
                <a:ext cx="379" cy="4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29" name="Line 42"/>
              <p:cNvSpPr>
                <a:spLocks noChangeShapeType="1"/>
              </p:cNvSpPr>
              <p:nvPr/>
            </p:nvSpPr>
            <p:spPr bwMode="auto">
              <a:xfrm flipV="1">
                <a:off x="1900" y="3034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0" name="Line 43"/>
              <p:cNvSpPr>
                <a:spLocks noChangeShapeType="1"/>
              </p:cNvSpPr>
              <p:nvPr/>
            </p:nvSpPr>
            <p:spPr bwMode="auto">
              <a:xfrm flipV="1">
                <a:off x="2727" y="3034"/>
                <a:ext cx="0" cy="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1" name="Line 44"/>
              <p:cNvSpPr>
                <a:spLocks noChangeShapeType="1"/>
              </p:cNvSpPr>
              <p:nvPr/>
            </p:nvSpPr>
            <p:spPr bwMode="auto">
              <a:xfrm flipV="1">
                <a:off x="1796" y="303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2" name="Line 45"/>
              <p:cNvSpPr>
                <a:spLocks noChangeShapeType="1"/>
              </p:cNvSpPr>
              <p:nvPr/>
            </p:nvSpPr>
            <p:spPr bwMode="auto">
              <a:xfrm>
                <a:off x="2831" y="3034"/>
                <a:ext cx="0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3" name="Line 46"/>
              <p:cNvSpPr>
                <a:spLocks noChangeShapeType="1"/>
              </p:cNvSpPr>
              <p:nvPr/>
            </p:nvSpPr>
            <p:spPr bwMode="auto">
              <a:xfrm>
                <a:off x="1727" y="3414"/>
                <a:ext cx="1" cy="5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4" name="Line 47"/>
              <p:cNvSpPr>
                <a:spLocks noChangeShapeType="1"/>
              </p:cNvSpPr>
              <p:nvPr/>
            </p:nvSpPr>
            <p:spPr bwMode="auto">
              <a:xfrm flipH="1">
                <a:off x="2880" y="340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5" name="Line 48"/>
              <p:cNvSpPr>
                <a:spLocks noChangeShapeType="1"/>
              </p:cNvSpPr>
              <p:nvPr/>
            </p:nvSpPr>
            <p:spPr bwMode="auto">
              <a:xfrm>
                <a:off x="1830" y="3414"/>
                <a:ext cx="0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6" name="Line 49"/>
              <p:cNvSpPr>
                <a:spLocks noChangeShapeType="1"/>
              </p:cNvSpPr>
              <p:nvPr/>
            </p:nvSpPr>
            <p:spPr bwMode="auto">
              <a:xfrm flipV="1">
                <a:off x="1830" y="3581"/>
                <a:ext cx="1603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7" name="Line 50"/>
              <p:cNvSpPr>
                <a:spLocks noChangeShapeType="1"/>
              </p:cNvSpPr>
              <p:nvPr/>
            </p:nvSpPr>
            <p:spPr bwMode="auto">
              <a:xfrm>
                <a:off x="2762" y="3414"/>
                <a:ext cx="0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8" name="Line 51"/>
              <p:cNvSpPr>
                <a:spLocks noChangeShapeType="1"/>
              </p:cNvSpPr>
              <p:nvPr/>
            </p:nvSpPr>
            <p:spPr bwMode="auto">
              <a:xfrm>
                <a:off x="3433" y="2649"/>
                <a:ext cx="0" cy="1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39" name="Line 52"/>
              <p:cNvSpPr>
                <a:spLocks noChangeShapeType="1"/>
              </p:cNvSpPr>
              <p:nvPr/>
            </p:nvSpPr>
            <p:spPr bwMode="auto">
              <a:xfrm flipV="1">
                <a:off x="3433" y="3123"/>
                <a:ext cx="0" cy="4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40" name="Text Box 53"/>
              <p:cNvSpPr txBox="1">
                <a:spLocks noChangeArrowheads="1"/>
              </p:cNvSpPr>
              <p:nvPr/>
            </p:nvSpPr>
            <p:spPr bwMode="auto">
              <a:xfrm>
                <a:off x="1621" y="3984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R</a:t>
                </a:r>
              </a:p>
            </p:txBody>
          </p:sp>
          <p:sp>
            <p:nvSpPr>
              <p:cNvPr id="66641" name="Text Box 54"/>
              <p:cNvSpPr txBox="1">
                <a:spLocks noChangeArrowheads="1"/>
              </p:cNvSpPr>
              <p:nvPr/>
            </p:nvSpPr>
            <p:spPr bwMode="auto">
              <a:xfrm>
                <a:off x="2784" y="3984"/>
                <a:ext cx="2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S</a:t>
                </a:r>
              </a:p>
            </p:txBody>
          </p:sp>
          <p:sp>
            <p:nvSpPr>
              <p:cNvPr id="66642" name="Text Box 55"/>
              <p:cNvSpPr txBox="1">
                <a:spLocks noChangeArrowheads="1"/>
              </p:cNvSpPr>
              <p:nvPr/>
            </p:nvSpPr>
            <p:spPr bwMode="auto">
              <a:xfrm>
                <a:off x="1604" y="1344"/>
                <a:ext cx="261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66643" name="Text Box 56"/>
              <p:cNvSpPr txBox="1">
                <a:spLocks noChangeArrowheads="1"/>
              </p:cNvSpPr>
              <p:nvPr/>
            </p:nvSpPr>
            <p:spPr bwMode="auto">
              <a:xfrm>
                <a:off x="2743" y="1505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</p:grpSp>
        <p:grpSp>
          <p:nvGrpSpPr>
            <p:cNvPr id="66569" name="Group 57"/>
            <p:cNvGrpSpPr>
              <a:grpSpLocks/>
            </p:cNvGrpSpPr>
            <p:nvPr/>
          </p:nvGrpSpPr>
          <p:grpSpPr bwMode="auto">
            <a:xfrm>
              <a:off x="2133600" y="3352800"/>
              <a:ext cx="2362200" cy="2514600"/>
              <a:chOff x="1344" y="2112"/>
              <a:chExt cx="1488" cy="1584"/>
            </a:xfrm>
          </p:grpSpPr>
          <p:sp>
            <p:nvSpPr>
              <p:cNvPr id="66583" name="Line 59"/>
              <p:cNvSpPr>
                <a:spLocks noChangeShapeType="1"/>
              </p:cNvSpPr>
              <p:nvPr/>
            </p:nvSpPr>
            <p:spPr bwMode="auto">
              <a:xfrm>
                <a:off x="1776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4" name="Line 60"/>
              <p:cNvSpPr>
                <a:spLocks noChangeShapeType="1"/>
              </p:cNvSpPr>
              <p:nvPr/>
            </p:nvSpPr>
            <p:spPr bwMode="auto">
              <a:xfrm flipH="1">
                <a:off x="1344" y="220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5" name="Line 61"/>
              <p:cNvSpPr>
                <a:spLocks noChangeShapeType="1"/>
              </p:cNvSpPr>
              <p:nvPr/>
            </p:nvSpPr>
            <p:spPr bwMode="auto">
              <a:xfrm>
                <a:off x="1488" y="2208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6" name="Line 62"/>
              <p:cNvSpPr>
                <a:spLocks noChangeShapeType="1"/>
              </p:cNvSpPr>
              <p:nvPr/>
            </p:nvSpPr>
            <p:spPr bwMode="auto">
              <a:xfrm>
                <a:off x="1488" y="3696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7" name="Line 63"/>
              <p:cNvSpPr>
                <a:spLocks noChangeShapeType="1"/>
              </p:cNvSpPr>
              <p:nvPr/>
            </p:nvSpPr>
            <p:spPr bwMode="auto">
              <a:xfrm flipV="1">
                <a:off x="2832" y="3408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8" name="Line 64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9" name="Line 65"/>
              <p:cNvSpPr>
                <a:spLocks noChangeShapeType="1"/>
              </p:cNvSpPr>
              <p:nvPr/>
            </p:nvSpPr>
            <p:spPr bwMode="auto">
              <a:xfrm flipH="1">
                <a:off x="1488" y="312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90" name="Oval 66"/>
              <p:cNvSpPr>
                <a:spLocks noChangeArrowheads="1"/>
              </p:cNvSpPr>
              <p:nvPr/>
            </p:nvSpPr>
            <p:spPr bwMode="auto">
              <a:xfrm>
                <a:off x="1440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91" name="Oval 67"/>
              <p:cNvSpPr>
                <a:spLocks noChangeArrowheads="1"/>
              </p:cNvSpPr>
              <p:nvPr/>
            </p:nvSpPr>
            <p:spPr bwMode="auto">
              <a:xfrm>
                <a:off x="1440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6572" name="Group 70"/>
            <p:cNvGrpSpPr>
              <a:grpSpLocks/>
            </p:cNvGrpSpPr>
            <p:nvPr/>
          </p:nvGrpSpPr>
          <p:grpSpPr bwMode="auto">
            <a:xfrm>
              <a:off x="3048001" y="3352801"/>
              <a:ext cx="2209800" cy="2667000"/>
              <a:chOff x="1920" y="2112"/>
              <a:chExt cx="1392" cy="1680"/>
            </a:xfrm>
          </p:grpSpPr>
          <p:sp>
            <p:nvSpPr>
              <p:cNvPr id="66573" name="Line 71"/>
              <p:cNvSpPr>
                <a:spLocks noChangeShapeType="1"/>
              </p:cNvSpPr>
              <p:nvPr/>
            </p:nvSpPr>
            <p:spPr bwMode="auto">
              <a:xfrm flipH="1">
                <a:off x="2832" y="2208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74" name="Line 72"/>
              <p:cNvSpPr>
                <a:spLocks noChangeShapeType="1"/>
              </p:cNvSpPr>
              <p:nvPr/>
            </p:nvSpPr>
            <p:spPr bwMode="auto">
              <a:xfrm flipV="1">
                <a:off x="2832" y="2112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75" name="Line 73"/>
              <p:cNvSpPr>
                <a:spLocks noChangeShapeType="1"/>
              </p:cNvSpPr>
              <p:nvPr/>
            </p:nvSpPr>
            <p:spPr bwMode="auto">
              <a:xfrm>
                <a:off x="3120" y="2208"/>
                <a:ext cx="0" cy="15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76" name="Line 74"/>
              <p:cNvSpPr>
                <a:spLocks noChangeShapeType="1"/>
              </p:cNvSpPr>
              <p:nvPr/>
            </p:nvSpPr>
            <p:spPr bwMode="auto">
              <a:xfrm flipH="1">
                <a:off x="1920" y="3792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77" name="Line 75"/>
              <p:cNvSpPr>
                <a:spLocks noChangeShapeType="1"/>
              </p:cNvSpPr>
              <p:nvPr/>
            </p:nvSpPr>
            <p:spPr bwMode="auto">
              <a:xfrm flipV="1">
                <a:off x="1920" y="3408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78" name="Line 76"/>
              <p:cNvSpPr>
                <a:spLocks noChangeShapeType="1"/>
              </p:cNvSpPr>
              <p:nvPr/>
            </p:nvSpPr>
            <p:spPr bwMode="auto">
              <a:xfrm flipH="1">
                <a:off x="2928" y="312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79" name="Line 77"/>
              <p:cNvSpPr>
                <a:spLocks noChangeShapeType="1"/>
              </p:cNvSpPr>
              <p:nvPr/>
            </p:nvSpPr>
            <p:spPr bwMode="auto">
              <a:xfrm>
                <a:off x="292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0" name="Oval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581" name="Oval 79"/>
              <p:cNvSpPr>
                <a:spLocks noChangeArrowheads="1"/>
              </p:cNvSpPr>
              <p:nvPr/>
            </p:nvSpPr>
            <p:spPr bwMode="auto">
              <a:xfrm>
                <a:off x="3072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</p:grpSp>
      <p:sp>
        <p:nvSpPr>
          <p:cNvPr id="2" name="Text Box 55">
            <a:extLst>
              <a:ext uri="{FF2B5EF4-FFF2-40B4-BE49-F238E27FC236}">
                <a16:creationId xmlns:a16="http://schemas.microsoft.com/office/drawing/2014/main" id="{28CB2912-0724-63B1-B2E6-C7790C32B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701" y="1760961"/>
            <a:ext cx="554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sp>
        <p:nvSpPr>
          <p:cNvPr id="3" name="Text Box 55">
            <a:extLst>
              <a:ext uri="{FF2B5EF4-FFF2-40B4-BE49-F238E27FC236}">
                <a16:creationId xmlns:a16="http://schemas.microsoft.com/office/drawing/2014/main" id="{082ED66F-6B4D-3CB3-FFF0-61C3233B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7" y="1768672"/>
            <a:ext cx="5116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FBAF043-FEFA-D52F-8975-967B4DFE8988}"/>
              </a:ext>
            </a:extLst>
          </p:cNvPr>
          <p:cNvGrpSpPr/>
          <p:nvPr/>
        </p:nvGrpSpPr>
        <p:grpSpPr>
          <a:xfrm>
            <a:off x="4716001" y="1712858"/>
            <a:ext cx="3437399" cy="3468742"/>
            <a:chOff x="4716001" y="1712858"/>
            <a:chExt cx="3437399" cy="3468742"/>
          </a:xfrm>
        </p:grpSpPr>
        <p:grpSp>
          <p:nvGrpSpPr>
            <p:cNvPr id="66566" name="Group 226"/>
            <p:cNvGrpSpPr>
              <a:grpSpLocks/>
            </p:cNvGrpSpPr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528502" name="Rectangle 118"/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528503" name="Rectangle 119"/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0    1   </a:t>
                </a: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0   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528504" name="Rectangle 120"/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528505" name="Rectangle 121"/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         CP  R  S</a:t>
                </a:r>
              </a:p>
            </p:txBody>
          </p:sp>
          <p:sp>
            <p:nvSpPr>
              <p:cNvPr id="66648" name="Line 122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49" name="Line 123"/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50" name="Line 124"/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51" name="Line 125"/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52" name="Line 126"/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53" name="Line 127"/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66660" name="Group 136"/>
              <p:cNvGrpSpPr>
                <a:grpSpLocks/>
              </p:cNvGrpSpPr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66681" name="Line 13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82" name="Line 13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83" name="Line 13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84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85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66661" name="Group 142"/>
              <p:cNvGrpSpPr>
                <a:grpSpLocks/>
              </p:cNvGrpSpPr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66676" name="Line 14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7" name="Line 14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8" name="Line 14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80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66662" name="Group 148"/>
              <p:cNvGrpSpPr>
                <a:grpSpLocks/>
              </p:cNvGrpSpPr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66671" name="Line 14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2" name="Line 15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3" name="Line 15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4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5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66663" name="Group 154"/>
              <p:cNvGrpSpPr>
                <a:grpSpLocks/>
              </p:cNvGrpSpPr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66666" name="Line 155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67" name="Line 156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68" name="Line 157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69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66670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66664" name="Line 160"/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665" name="Text Box 224"/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ea typeface="Noto Serif SC" panose="02020200000000000000" pitchFamily="18" charset="-122"/>
                  </a:rPr>
                  <a:t>1*  1*</a:t>
                </a:r>
              </a:p>
            </p:txBody>
          </p:sp>
        </p:grpSp>
        <p:sp>
          <p:nvSpPr>
            <p:cNvPr id="4" name="Text Box 55">
              <a:extLst>
                <a:ext uri="{FF2B5EF4-FFF2-40B4-BE49-F238E27FC236}">
                  <a16:creationId xmlns:a16="http://schemas.microsoft.com/office/drawing/2014/main" id="{2B7C450E-0427-0804-5DD6-358340877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5" name="Text Box 55">
              <a:extLst>
                <a:ext uri="{FF2B5EF4-FFF2-40B4-BE49-F238E27FC236}">
                  <a16:creationId xmlns:a16="http://schemas.microsoft.com/office/drawing/2014/main" id="{2D1F14BD-B2F8-7B51-5FBC-92058425A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6" name="Text Box 55">
              <a:extLst>
                <a:ext uri="{FF2B5EF4-FFF2-40B4-BE49-F238E27FC236}">
                  <a16:creationId xmlns:a16="http://schemas.microsoft.com/office/drawing/2014/main" id="{90A1A93F-1C8F-524C-2B3F-FDBF8B399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7" name="Text Box 55">
              <a:extLst>
                <a:ext uri="{FF2B5EF4-FFF2-40B4-BE49-F238E27FC236}">
                  <a16:creationId xmlns:a16="http://schemas.microsoft.com/office/drawing/2014/main" id="{5000F678-B036-9B5B-3C4E-5B7DF3439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8" name="Text Box 55">
              <a:extLst>
                <a:ext uri="{FF2B5EF4-FFF2-40B4-BE49-F238E27FC236}">
                  <a16:creationId xmlns:a16="http://schemas.microsoft.com/office/drawing/2014/main" id="{5B5B4899-A7AB-5D7E-9C2A-B8D8F6AD6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9" name="Text Box 55">
              <a:extLst>
                <a:ext uri="{FF2B5EF4-FFF2-40B4-BE49-F238E27FC236}">
                  <a16:creationId xmlns:a16="http://schemas.microsoft.com/office/drawing/2014/main" id="{AEC5DF41-55AD-C8F3-935C-6E13F4924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9940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600AA9-7A38-4F05-86B2-9A5866EFF709}" type="slidenum">
              <a:rPr lang="en-US" altLang="zh-CN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48601" y="817727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用</a:t>
            </a:r>
            <a:r>
              <a:rPr lang="en-US" altLang="zh-CN" dirty="0"/>
              <a:t>R-S</a:t>
            </a:r>
            <a:r>
              <a:rPr lang="zh-CN" altLang="en-US" dirty="0"/>
              <a:t>觸發器實現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 比較</a:t>
            </a:r>
            <a:r>
              <a:rPr lang="en-US" altLang="zh-CN" dirty="0"/>
              <a:t>R-S</a:t>
            </a:r>
            <a:r>
              <a:rPr lang="zh-CN" altLang="en-US" dirty="0"/>
              <a:t>觸發器和</a:t>
            </a:r>
            <a:r>
              <a:rPr lang="en-US" altLang="zh-CN" dirty="0"/>
              <a:t>J-K</a:t>
            </a:r>
            <a:r>
              <a:rPr lang="zh-CN" altLang="en-US" dirty="0"/>
              <a:t>觸發器的真值表</a:t>
            </a:r>
          </a:p>
        </p:txBody>
      </p:sp>
      <p:graphicFrame>
        <p:nvGraphicFramePr>
          <p:cNvPr id="530497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543762"/>
              </p:ext>
            </p:extLst>
          </p:nvPr>
        </p:nvGraphicFramePr>
        <p:xfrm>
          <a:off x="4800600" y="2971800"/>
          <a:ext cx="3429000" cy="360871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0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    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CP  J   K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3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0    1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  <a:sym typeface="Symbol" panose="05050102010706020507" pitchFamily="18" charset="2"/>
                        </a:rPr>
                        <a:t>      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  <a:sym typeface="Symbol" panose="05050102010706020507" pitchFamily="18" charset="2"/>
                        </a:rPr>
                        <a:t>1    0         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Noto Serif SC" panose="02020200000000000000" pitchFamily="18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  <a:sym typeface="Symbol" panose="05050102010706020507" pitchFamily="18" charset="2"/>
                        </a:rPr>
                        <a:t>1    1     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  <a:sym typeface="Symbol" panose="05050102010706020507" pitchFamily="18" charset="2"/>
                        </a:rPr>
                        <a:t>1    1     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  <a:sym typeface="Symbol" panose="05050102010706020507" pitchFamily="18" charset="2"/>
                        </a:rPr>
                        <a:t>1    1      0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  <a:sym typeface="Symbol" panose="05050102010706020507" pitchFamily="18" charset="2"/>
                        </a:rPr>
                        <a:t>1    1      1   1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0   1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1   0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Noto Serif SC" panose="02020200000000000000" pitchFamily="18" charset="-122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608" name="Line 56"/>
          <p:cNvSpPr>
            <a:spLocks noChangeShapeType="1"/>
          </p:cNvSpPr>
          <p:nvPr/>
        </p:nvSpPr>
        <p:spPr bwMode="auto">
          <a:xfrm>
            <a:off x="4800600" y="4572000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67609" name="Rectangle 57"/>
          <p:cNvSpPr>
            <a:spLocks noChangeArrowheads="1"/>
          </p:cNvSpPr>
          <p:nvPr/>
        </p:nvSpPr>
        <p:spPr bwMode="auto">
          <a:xfrm>
            <a:off x="4800600" y="2460625"/>
            <a:ext cx="336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負邊沿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觸發器真值表</a:t>
            </a:r>
          </a:p>
        </p:txBody>
      </p:sp>
      <p:sp>
        <p:nvSpPr>
          <p:cNvPr id="67610" name="Text Box 116"/>
          <p:cNvSpPr txBox="1">
            <a:spLocks noChangeArrowheads="1"/>
          </p:cNvSpPr>
          <p:nvPr/>
        </p:nvSpPr>
        <p:spPr bwMode="auto">
          <a:xfrm>
            <a:off x="925513" y="2492375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CA9CB5F-EA13-65E9-92AA-5C7283AD7902}"/>
              </a:ext>
            </a:extLst>
          </p:cNvPr>
          <p:cNvGrpSpPr/>
          <p:nvPr/>
        </p:nvGrpSpPr>
        <p:grpSpPr>
          <a:xfrm>
            <a:off x="853758" y="2949575"/>
            <a:ext cx="3437399" cy="3468742"/>
            <a:chOff x="4716001" y="1712858"/>
            <a:chExt cx="3437399" cy="3468742"/>
          </a:xfrm>
        </p:grpSpPr>
        <p:grpSp>
          <p:nvGrpSpPr>
            <p:cNvPr id="3" name="Group 226">
              <a:extLst>
                <a:ext uri="{FF2B5EF4-FFF2-40B4-BE49-F238E27FC236}">
                  <a16:creationId xmlns:a16="http://schemas.microsoft.com/office/drawing/2014/main" id="{E64EC062-B8A5-127F-4677-08C117D5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10" name="Rectangle 118">
                <a:extLst>
                  <a:ext uri="{FF2B5EF4-FFF2-40B4-BE49-F238E27FC236}">
                    <a16:creationId xmlns:a16="http://schemas.microsoft.com/office/drawing/2014/main" id="{A9281C25-684F-A4A0-6628-80B7625FD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" name="Rectangle 119">
                <a:extLst>
                  <a:ext uri="{FF2B5EF4-FFF2-40B4-BE49-F238E27FC236}">
                    <a16:creationId xmlns:a16="http://schemas.microsoft.com/office/drawing/2014/main" id="{A5887B62-6016-6FFD-2126-5F3C33BC8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0    1   </a:t>
                </a: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0   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" name="Rectangle 120">
                <a:extLst>
                  <a:ext uri="{FF2B5EF4-FFF2-40B4-BE49-F238E27FC236}">
                    <a16:creationId xmlns:a16="http://schemas.microsoft.com/office/drawing/2014/main" id="{9B5FBC23-35A3-743E-E0F6-CDDABF038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13" name="Rectangle 121">
                <a:extLst>
                  <a:ext uri="{FF2B5EF4-FFF2-40B4-BE49-F238E27FC236}">
                    <a16:creationId xmlns:a16="http://schemas.microsoft.com/office/drawing/2014/main" id="{EE899B75-31A7-B179-CFF0-C6D47E5B5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         CP  R  S</a:t>
                </a:r>
              </a:p>
            </p:txBody>
          </p:sp>
          <p:sp>
            <p:nvSpPr>
              <p:cNvPr id="14" name="Line 122">
                <a:extLst>
                  <a:ext uri="{FF2B5EF4-FFF2-40B4-BE49-F238E27FC236}">
                    <a16:creationId xmlns:a16="http://schemas.microsoft.com/office/drawing/2014/main" id="{EB01F4DC-7691-2CF0-3130-81BC81879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" name="Line 123">
                <a:extLst>
                  <a:ext uri="{FF2B5EF4-FFF2-40B4-BE49-F238E27FC236}">
                    <a16:creationId xmlns:a16="http://schemas.microsoft.com/office/drawing/2014/main" id="{A47CBFC9-9966-6863-E74E-0011FBE09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" name="Line 124">
                <a:extLst>
                  <a:ext uri="{FF2B5EF4-FFF2-40B4-BE49-F238E27FC236}">
                    <a16:creationId xmlns:a16="http://schemas.microsoft.com/office/drawing/2014/main" id="{A4CB1863-4245-18E9-47D3-267881B882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7" name="Line 125">
                <a:extLst>
                  <a:ext uri="{FF2B5EF4-FFF2-40B4-BE49-F238E27FC236}">
                    <a16:creationId xmlns:a16="http://schemas.microsoft.com/office/drawing/2014/main" id="{74B8F35A-8B89-9583-A9CB-16E04F162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8" name="Line 126">
                <a:extLst>
                  <a:ext uri="{FF2B5EF4-FFF2-40B4-BE49-F238E27FC236}">
                    <a16:creationId xmlns:a16="http://schemas.microsoft.com/office/drawing/2014/main" id="{9BA70411-7F13-14F5-7AD8-CE0F5526AD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" name="Line 127">
                <a:extLst>
                  <a:ext uri="{FF2B5EF4-FFF2-40B4-BE49-F238E27FC236}">
                    <a16:creationId xmlns:a16="http://schemas.microsoft.com/office/drawing/2014/main" id="{026C9318-5E18-6856-1879-9EFAE3170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20" name="Group 136">
                <a:extLst>
                  <a:ext uri="{FF2B5EF4-FFF2-40B4-BE49-F238E27FC236}">
                    <a16:creationId xmlns:a16="http://schemas.microsoft.com/office/drawing/2014/main" id="{22DBD5F5-60BA-AC93-FB5B-FB26348809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41" name="Line 137">
                  <a:extLst>
                    <a:ext uri="{FF2B5EF4-FFF2-40B4-BE49-F238E27FC236}">
                      <a16:creationId xmlns:a16="http://schemas.microsoft.com/office/drawing/2014/main" id="{1B1AD36F-C781-0722-A6FE-57BE47710E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2" name="Line 138">
                  <a:extLst>
                    <a:ext uri="{FF2B5EF4-FFF2-40B4-BE49-F238E27FC236}">
                      <a16:creationId xmlns:a16="http://schemas.microsoft.com/office/drawing/2014/main" id="{1FCF138B-6EB1-0CCF-7422-1B616A200D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3" name="Line 139">
                  <a:extLst>
                    <a:ext uri="{FF2B5EF4-FFF2-40B4-BE49-F238E27FC236}">
                      <a16:creationId xmlns:a16="http://schemas.microsoft.com/office/drawing/2014/main" id="{9E0CEC1F-8599-4F01-96D2-1229F36C99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4" name="Line 140">
                  <a:extLst>
                    <a:ext uri="{FF2B5EF4-FFF2-40B4-BE49-F238E27FC236}">
                      <a16:creationId xmlns:a16="http://schemas.microsoft.com/office/drawing/2014/main" id="{19914FC6-1238-ABFC-5D58-87B44BF529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5" name="Line 141">
                  <a:extLst>
                    <a:ext uri="{FF2B5EF4-FFF2-40B4-BE49-F238E27FC236}">
                      <a16:creationId xmlns:a16="http://schemas.microsoft.com/office/drawing/2014/main" id="{68E0DF59-B641-2E16-7F53-597CE8865A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1" name="Group 142">
                <a:extLst>
                  <a:ext uri="{FF2B5EF4-FFF2-40B4-BE49-F238E27FC236}">
                    <a16:creationId xmlns:a16="http://schemas.microsoft.com/office/drawing/2014/main" id="{7F8A4649-95AF-BD56-12C5-B080666587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36" name="Line 143">
                  <a:extLst>
                    <a:ext uri="{FF2B5EF4-FFF2-40B4-BE49-F238E27FC236}">
                      <a16:creationId xmlns:a16="http://schemas.microsoft.com/office/drawing/2014/main" id="{FAE3E599-3661-6C9F-0F5B-6604E66236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7" name="Line 144">
                  <a:extLst>
                    <a:ext uri="{FF2B5EF4-FFF2-40B4-BE49-F238E27FC236}">
                      <a16:creationId xmlns:a16="http://schemas.microsoft.com/office/drawing/2014/main" id="{2DA399AA-3474-E0CE-1D47-A0FB44BADF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8" name="Line 145">
                  <a:extLst>
                    <a:ext uri="{FF2B5EF4-FFF2-40B4-BE49-F238E27FC236}">
                      <a16:creationId xmlns:a16="http://schemas.microsoft.com/office/drawing/2014/main" id="{6EEAA84C-9120-B6FC-27BF-6C1544E81A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9" name="Line 146">
                  <a:extLst>
                    <a:ext uri="{FF2B5EF4-FFF2-40B4-BE49-F238E27FC236}">
                      <a16:creationId xmlns:a16="http://schemas.microsoft.com/office/drawing/2014/main" id="{37AF9D3A-7F79-8B3E-0C26-17BC9FB71A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0" name="Line 147">
                  <a:extLst>
                    <a:ext uri="{FF2B5EF4-FFF2-40B4-BE49-F238E27FC236}">
                      <a16:creationId xmlns:a16="http://schemas.microsoft.com/office/drawing/2014/main" id="{815E2EB1-0534-6BEE-C090-81286B8917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2" name="Group 148">
                <a:extLst>
                  <a:ext uri="{FF2B5EF4-FFF2-40B4-BE49-F238E27FC236}">
                    <a16:creationId xmlns:a16="http://schemas.microsoft.com/office/drawing/2014/main" id="{8F1C7D78-653D-94C8-221F-BC3FFBDA48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31" name="Line 149">
                  <a:extLst>
                    <a:ext uri="{FF2B5EF4-FFF2-40B4-BE49-F238E27FC236}">
                      <a16:creationId xmlns:a16="http://schemas.microsoft.com/office/drawing/2014/main" id="{61E4AC7D-914B-69C6-CA2F-D7D1E8536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2" name="Line 150">
                  <a:extLst>
                    <a:ext uri="{FF2B5EF4-FFF2-40B4-BE49-F238E27FC236}">
                      <a16:creationId xmlns:a16="http://schemas.microsoft.com/office/drawing/2014/main" id="{3345144D-783B-D606-F552-84C5F71B54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3" name="Line 151">
                  <a:extLst>
                    <a:ext uri="{FF2B5EF4-FFF2-40B4-BE49-F238E27FC236}">
                      <a16:creationId xmlns:a16="http://schemas.microsoft.com/office/drawing/2014/main" id="{28F632DD-7DCC-293A-AAAB-6ECA43E2BC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4" name="Line 152">
                  <a:extLst>
                    <a:ext uri="{FF2B5EF4-FFF2-40B4-BE49-F238E27FC236}">
                      <a16:creationId xmlns:a16="http://schemas.microsoft.com/office/drawing/2014/main" id="{330CC84E-1EC5-A4FF-BF31-B3C771EA5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5" name="Line 153">
                  <a:extLst>
                    <a:ext uri="{FF2B5EF4-FFF2-40B4-BE49-F238E27FC236}">
                      <a16:creationId xmlns:a16="http://schemas.microsoft.com/office/drawing/2014/main" id="{D4CC5987-82B6-AA54-3EDE-72DCE3A895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3" name="Group 154">
                <a:extLst>
                  <a:ext uri="{FF2B5EF4-FFF2-40B4-BE49-F238E27FC236}">
                    <a16:creationId xmlns:a16="http://schemas.microsoft.com/office/drawing/2014/main" id="{FB94EE09-AA0F-2FF1-3BD6-12F2F3A7FE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26" name="Line 155">
                  <a:extLst>
                    <a:ext uri="{FF2B5EF4-FFF2-40B4-BE49-F238E27FC236}">
                      <a16:creationId xmlns:a16="http://schemas.microsoft.com/office/drawing/2014/main" id="{DC6D4E33-366E-249E-CC72-28CB383472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" name="Line 156">
                  <a:extLst>
                    <a:ext uri="{FF2B5EF4-FFF2-40B4-BE49-F238E27FC236}">
                      <a16:creationId xmlns:a16="http://schemas.microsoft.com/office/drawing/2014/main" id="{7C8BFD14-5561-C3CF-FECF-5036945A86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8" name="Line 157">
                  <a:extLst>
                    <a:ext uri="{FF2B5EF4-FFF2-40B4-BE49-F238E27FC236}">
                      <a16:creationId xmlns:a16="http://schemas.microsoft.com/office/drawing/2014/main" id="{E5E2E0A1-CA91-D481-7D35-43C16B80F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9" name="Line 158">
                  <a:extLst>
                    <a:ext uri="{FF2B5EF4-FFF2-40B4-BE49-F238E27FC236}">
                      <a16:creationId xmlns:a16="http://schemas.microsoft.com/office/drawing/2014/main" id="{B83709C6-A70B-F4E3-B423-5CBAECEA6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0" name="Line 159">
                  <a:extLst>
                    <a:ext uri="{FF2B5EF4-FFF2-40B4-BE49-F238E27FC236}">
                      <a16:creationId xmlns:a16="http://schemas.microsoft.com/office/drawing/2014/main" id="{02B14640-C26B-ECDC-33C1-F08402E5BC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24" name="Line 160">
                <a:extLst>
                  <a:ext uri="{FF2B5EF4-FFF2-40B4-BE49-F238E27FC236}">
                    <a16:creationId xmlns:a16="http://schemas.microsoft.com/office/drawing/2014/main" id="{FDD2A03E-11A6-3783-5B28-C6E0BA5C3A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5" name="Text Box 224">
                <a:extLst>
                  <a:ext uri="{FF2B5EF4-FFF2-40B4-BE49-F238E27FC236}">
                    <a16:creationId xmlns:a16="http://schemas.microsoft.com/office/drawing/2014/main" id="{5DE7F19A-4E43-838D-3332-48CD940BC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ea typeface="Noto Serif SC" panose="02020200000000000000" pitchFamily="18" charset="-122"/>
                  </a:rPr>
                  <a:t>1*  1*</a:t>
                </a:r>
              </a:p>
            </p:txBody>
          </p:sp>
        </p:grpSp>
        <p:sp>
          <p:nvSpPr>
            <p:cNvPr id="4" name="Text Box 55">
              <a:extLst>
                <a:ext uri="{FF2B5EF4-FFF2-40B4-BE49-F238E27FC236}">
                  <a16:creationId xmlns:a16="http://schemas.microsoft.com/office/drawing/2014/main" id="{4E59BEBF-E738-8FB1-A91A-0EAB9B0C1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5" name="Text Box 55">
              <a:extLst>
                <a:ext uri="{FF2B5EF4-FFF2-40B4-BE49-F238E27FC236}">
                  <a16:creationId xmlns:a16="http://schemas.microsoft.com/office/drawing/2014/main" id="{FE632E95-BBB8-DE33-A973-81CC720D8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6" name="Text Box 55">
              <a:extLst>
                <a:ext uri="{FF2B5EF4-FFF2-40B4-BE49-F238E27FC236}">
                  <a16:creationId xmlns:a16="http://schemas.microsoft.com/office/drawing/2014/main" id="{371472AB-EED8-65AD-B0CC-C7FEE3F22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7" name="Text Box 55">
              <a:extLst>
                <a:ext uri="{FF2B5EF4-FFF2-40B4-BE49-F238E27FC236}">
                  <a16:creationId xmlns:a16="http://schemas.microsoft.com/office/drawing/2014/main" id="{B9485EC9-E465-8D7C-95EA-1A088D4CB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8" name="Text Box 55">
              <a:extLst>
                <a:ext uri="{FF2B5EF4-FFF2-40B4-BE49-F238E27FC236}">
                  <a16:creationId xmlns:a16="http://schemas.microsoft.com/office/drawing/2014/main" id="{8409EF7B-EA82-0616-D997-74494C93C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9" name="Text Box 55">
              <a:extLst>
                <a:ext uri="{FF2B5EF4-FFF2-40B4-BE49-F238E27FC236}">
                  <a16:creationId xmlns:a16="http://schemas.microsoft.com/office/drawing/2014/main" id="{CFDEC862-A075-7EA4-245C-301C9CD58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</p:grpSp>
      <p:sp>
        <p:nvSpPr>
          <p:cNvPr id="67657" name="Text Box 55">
            <a:extLst>
              <a:ext uri="{FF2B5EF4-FFF2-40B4-BE49-F238E27FC236}">
                <a16:creationId xmlns:a16="http://schemas.microsoft.com/office/drawing/2014/main" id="{24ACA109-E1A4-87D1-950B-E3CBAF7A7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6391" y="2759220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sp>
        <p:nvSpPr>
          <p:cNvPr id="67658" name="Text Box 55">
            <a:extLst>
              <a:ext uri="{FF2B5EF4-FFF2-40B4-BE49-F238E27FC236}">
                <a16:creationId xmlns:a16="http://schemas.microsoft.com/office/drawing/2014/main" id="{2EC6D29A-205C-38D3-381F-F253AA2AE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612" y="2759276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sp>
        <p:nvSpPr>
          <p:cNvPr id="67659" name="Text Box 55">
            <a:extLst>
              <a:ext uri="{FF2B5EF4-FFF2-40B4-BE49-F238E27FC236}">
                <a16:creationId xmlns:a16="http://schemas.microsoft.com/office/drawing/2014/main" id="{1A6424A9-40B1-13A7-7022-E60122D0B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3034" y="2759220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67660" name="Text Box 55">
            <a:extLst>
              <a:ext uri="{FF2B5EF4-FFF2-40B4-BE49-F238E27FC236}">
                <a16:creationId xmlns:a16="http://schemas.microsoft.com/office/drawing/2014/main" id="{57890F06-F8C3-F895-259B-F1FE184C0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57" y="3044932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67661" name="Text Box 55">
            <a:extLst>
              <a:ext uri="{FF2B5EF4-FFF2-40B4-BE49-F238E27FC236}">
                <a16:creationId xmlns:a16="http://schemas.microsoft.com/office/drawing/2014/main" id="{64F38157-DAD0-CAFB-81CF-413A683B2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234" y="5416441"/>
            <a:ext cx="540533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7662" name="Text Box 55">
            <a:extLst>
              <a:ext uri="{FF2B5EF4-FFF2-40B4-BE49-F238E27FC236}">
                <a16:creationId xmlns:a16="http://schemas.microsoft.com/office/drawing/2014/main" id="{DCE9B8BF-1111-CC8E-3CC5-5FF72FCEC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745" y="5705584"/>
            <a:ext cx="540533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7663" name="Text Box 55">
            <a:extLst>
              <a:ext uri="{FF2B5EF4-FFF2-40B4-BE49-F238E27FC236}">
                <a16:creationId xmlns:a16="http://schemas.microsoft.com/office/drawing/2014/main" id="{00B9BAD0-CA42-17F6-B27A-740F8C369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179" y="5862223"/>
            <a:ext cx="540533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7664" name="Text Box 55">
            <a:extLst>
              <a:ext uri="{FF2B5EF4-FFF2-40B4-BE49-F238E27FC236}">
                <a16:creationId xmlns:a16="http://schemas.microsoft.com/office/drawing/2014/main" id="{29B33574-81EF-8E45-5F64-0B0B4A5DB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778" y="6154792"/>
            <a:ext cx="540533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81225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6C54B0-BD98-B436-F3F5-0288C4EA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39BD29-5506-44D4-9A93-CB86AE5A8B5A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5FAB6687-1A7A-9D11-774E-9E0725BFC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233" y="1439583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7" name="Rectangle 35">
            <a:extLst>
              <a:ext uri="{FF2B5EF4-FFF2-40B4-BE49-F238E27FC236}">
                <a16:creationId xmlns:a16="http://schemas.microsoft.com/office/drawing/2014/main" id="{1BCD4EEE-BD9C-DE13-33F4-EEEF535C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347" y="1451333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8" name="Rectangle 35">
            <a:extLst>
              <a:ext uri="{FF2B5EF4-FFF2-40B4-BE49-F238E27FC236}">
                <a16:creationId xmlns:a16="http://schemas.microsoft.com/office/drawing/2014/main" id="{43B5F8B1-6E7F-E041-80D1-2993BD8F5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9805" y="2205538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9" name="Rectangle 35">
            <a:extLst>
              <a:ext uri="{FF2B5EF4-FFF2-40B4-BE49-F238E27FC236}">
                <a16:creationId xmlns:a16="http://schemas.microsoft.com/office/drawing/2014/main" id="{960C1802-D47B-1B52-9987-F641330E1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478" y="2175250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0" name="Rectangle 35">
            <a:extLst>
              <a:ext uri="{FF2B5EF4-FFF2-40B4-BE49-F238E27FC236}">
                <a16:creationId xmlns:a16="http://schemas.microsoft.com/office/drawing/2014/main" id="{2588AFE5-E733-0A9A-B011-589125370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4750" y="2189837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1" name="Rectangle 35">
            <a:extLst>
              <a:ext uri="{FF2B5EF4-FFF2-40B4-BE49-F238E27FC236}">
                <a16:creationId xmlns:a16="http://schemas.microsoft.com/office/drawing/2014/main" id="{B29E27B3-3CA4-91DE-3098-08B9275C7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242" y="1451631"/>
            <a:ext cx="360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82BED902-3A34-62B1-A16B-B804F7A85250}"/>
              </a:ext>
            </a:extLst>
          </p:cNvPr>
          <p:cNvGrpSpPr/>
          <p:nvPr/>
        </p:nvGrpSpPr>
        <p:grpSpPr>
          <a:xfrm>
            <a:off x="5023383" y="189183"/>
            <a:ext cx="3066554" cy="2612573"/>
            <a:chOff x="5023383" y="189183"/>
            <a:chExt cx="3066554" cy="2612573"/>
          </a:xfrm>
        </p:grpSpPr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9E1A425A-22EC-F1D9-6436-CC25A78A6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799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8207A7D7-20F2-7C34-26A2-D67C01CA0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5249" y="201152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91BCF14E-79C0-09D6-089C-FD7DFF98D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111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FFBC18F3-9BA1-2831-EE06-E093BE1A8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799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FAEFEFE6-EB47-1C1A-6528-CAD6C1E81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5249" y="125587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35" name="Rectangle 12">
              <a:extLst>
                <a:ext uri="{FF2B5EF4-FFF2-40B4-BE49-F238E27FC236}">
                  <a16:creationId xmlns:a16="http://schemas.microsoft.com/office/drawing/2014/main" id="{DDAD9557-5756-F1B9-F1A9-DA561D63E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111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C8865AB4-4EE2-B59F-6D79-F4ED10C95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484" y="1262053"/>
              <a:ext cx="2333446" cy="79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2CEE3725-6A02-EC72-90F9-A353FECB6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483" y="2019461"/>
              <a:ext cx="2333447" cy="155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" name="Line 15">
              <a:extLst>
                <a:ext uri="{FF2B5EF4-FFF2-40B4-BE49-F238E27FC236}">
                  <a16:creationId xmlns:a16="http://schemas.microsoft.com/office/drawing/2014/main" id="{864B395A-74FA-2446-0C79-C7699D9800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6483" y="2790195"/>
              <a:ext cx="2333450" cy="1156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" name="Line 16">
              <a:extLst>
                <a:ext uri="{FF2B5EF4-FFF2-40B4-BE49-F238E27FC236}">
                  <a16:creationId xmlns:a16="http://schemas.microsoft.com/office/drawing/2014/main" id="{F49967F2-EF93-FFAB-86B8-BD8A35098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484" y="1279512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" name="Line 17">
              <a:extLst>
                <a:ext uri="{FF2B5EF4-FFF2-40B4-BE49-F238E27FC236}">
                  <a16:creationId xmlns:a16="http://schemas.microsoft.com/office/drawing/2014/main" id="{60BB1B57-7285-C472-48C6-07A78B4AA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5275" y="1290456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" name="Line 18">
              <a:extLst>
                <a:ext uri="{FF2B5EF4-FFF2-40B4-BE49-F238E27FC236}">
                  <a16:creationId xmlns:a16="http://schemas.microsoft.com/office/drawing/2014/main" id="{18560931-1B62-4329-0D89-3798E89DF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7005" y="1269991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2" name="Line 19">
              <a:extLst>
                <a:ext uri="{FF2B5EF4-FFF2-40B4-BE49-F238E27FC236}">
                  <a16:creationId xmlns:a16="http://schemas.microsoft.com/office/drawing/2014/main" id="{718F092B-CD94-0DFD-A67C-E97EECF98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4676" y="1276339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3" name="Line 20">
              <a:extLst>
                <a:ext uri="{FF2B5EF4-FFF2-40B4-BE49-F238E27FC236}">
                  <a16:creationId xmlns:a16="http://schemas.microsoft.com/office/drawing/2014/main" id="{E006BB1C-ACE0-E7D0-3D15-49CC0C96D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9937" y="1269991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4" name="Line 21">
              <a:extLst>
                <a:ext uri="{FF2B5EF4-FFF2-40B4-BE49-F238E27FC236}">
                  <a16:creationId xmlns:a16="http://schemas.microsoft.com/office/drawing/2014/main" id="{5F0038A4-85F8-64B5-CCCB-A1CBA8857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4356" y="630591"/>
              <a:ext cx="576263" cy="647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8" name="Group 22">
              <a:extLst>
                <a:ext uri="{FF2B5EF4-FFF2-40B4-BE49-F238E27FC236}">
                  <a16:creationId xmlns:a16="http://schemas.microsoft.com/office/drawing/2014/main" id="{47C0111F-7AB6-C336-FF0F-1CC47E00E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3383" y="312111"/>
              <a:ext cx="857250" cy="915988"/>
              <a:chOff x="1116" y="1570"/>
              <a:chExt cx="540" cy="577"/>
            </a:xfrm>
          </p:grpSpPr>
          <p:sp>
            <p:nvSpPr>
              <p:cNvPr id="25" name="Text Box 23">
                <a:extLst>
                  <a:ext uri="{FF2B5EF4-FFF2-40B4-BE49-F238E27FC236}">
                    <a16:creationId xmlns:a16="http://schemas.microsoft.com/office/drawing/2014/main" id="{66446203-90D6-455F-EDE0-CC7AC0A25D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sp>
            <p:nvSpPr>
              <p:cNvPr id="26" name="Text Box 24">
                <a:extLst>
                  <a:ext uri="{FF2B5EF4-FFF2-40B4-BE49-F238E27FC236}">
                    <a16:creationId xmlns:a16="http://schemas.microsoft.com/office/drawing/2014/main" id="{77A717D9-DC06-AF68-68D2-8ECE983134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27" name="Text Box 25">
                <a:extLst>
                  <a:ext uri="{FF2B5EF4-FFF2-40B4-BE49-F238E27FC236}">
                    <a16:creationId xmlns:a16="http://schemas.microsoft.com/office/drawing/2014/main" id="{B8548EBF-A658-0116-B077-BC5BB10EE1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6" y="1856"/>
                <a:ext cx="39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Q</a:t>
                </a:r>
                <a:r>
                  <a:rPr kumimoji="0" lang="en-US" altLang="zh-CN" baseline="-25000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n</a:t>
                </a:r>
              </a:p>
            </p:txBody>
          </p:sp>
        </p:grpSp>
        <p:grpSp>
          <p:nvGrpSpPr>
            <p:cNvPr id="9" name="Group 26">
              <a:extLst>
                <a:ext uri="{FF2B5EF4-FFF2-40B4-BE49-F238E27FC236}">
                  <a16:creationId xmlns:a16="http://schemas.microsoft.com/office/drawing/2014/main" id="{FFCC1CDE-EF17-4B12-7B34-AB3040D02D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8714" y="1461367"/>
              <a:ext cx="588963" cy="1220788"/>
              <a:chOff x="1148" y="2205"/>
              <a:chExt cx="371" cy="769"/>
            </a:xfrm>
          </p:grpSpPr>
          <p:sp>
            <p:nvSpPr>
              <p:cNvPr id="23" name="Text Box 27">
                <a:extLst>
                  <a:ext uri="{FF2B5EF4-FFF2-40B4-BE49-F238E27FC236}">
                    <a16:creationId xmlns:a16="http://schemas.microsoft.com/office/drawing/2014/main" id="{29DB9594-4EB6-A741-7233-DD1D4364D7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8" y="268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24" name="Text Box 28">
                <a:extLst>
                  <a:ext uri="{FF2B5EF4-FFF2-40B4-BE49-F238E27FC236}">
                    <a16:creationId xmlns:a16="http://schemas.microsoft.com/office/drawing/2014/main" id="{FC53ACE0-3FDF-EFA0-B225-D9595A680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0</a:t>
                </a:r>
              </a:p>
            </p:txBody>
          </p:sp>
        </p:grpSp>
        <p:grpSp>
          <p:nvGrpSpPr>
            <p:cNvPr id="10" name="Group 29">
              <a:extLst>
                <a:ext uri="{FF2B5EF4-FFF2-40B4-BE49-F238E27FC236}">
                  <a16:creationId xmlns:a16="http://schemas.microsoft.com/office/drawing/2014/main" id="{571CA91D-2A5B-45B3-0F4C-17E8C8DBDD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9012" y="751055"/>
              <a:ext cx="2281239" cy="476251"/>
              <a:chOff x="1895" y="1797"/>
              <a:chExt cx="1437" cy="300"/>
            </a:xfrm>
          </p:grpSpPr>
          <p:sp>
            <p:nvSpPr>
              <p:cNvPr id="19" name="Text Box 30">
                <a:extLst>
                  <a:ext uri="{FF2B5EF4-FFF2-40B4-BE49-F238E27FC236}">
                    <a16:creationId xmlns:a16="http://schemas.microsoft.com/office/drawing/2014/main" id="{EFF082D2-1A75-53B5-7889-7044BC471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5" y="1797"/>
                <a:ext cx="36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00</a:t>
                </a:r>
              </a:p>
            </p:txBody>
          </p:sp>
          <p:sp>
            <p:nvSpPr>
              <p:cNvPr id="20" name="Text Box 31">
                <a:extLst>
                  <a:ext uri="{FF2B5EF4-FFF2-40B4-BE49-F238E27FC236}">
                    <a16:creationId xmlns:a16="http://schemas.microsoft.com/office/drawing/2014/main" id="{11E16706-29FC-F176-46E4-9FDFF407D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9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11</a:t>
                </a:r>
              </a:p>
            </p:txBody>
          </p:sp>
          <p:sp>
            <p:nvSpPr>
              <p:cNvPr id="21" name="Text Box 32">
                <a:extLst>
                  <a:ext uri="{FF2B5EF4-FFF2-40B4-BE49-F238E27FC236}">
                    <a16:creationId xmlns:a16="http://schemas.microsoft.com/office/drawing/2014/main" id="{362822B5-883C-7893-2BA7-78BA713DDA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01</a:t>
                </a:r>
              </a:p>
            </p:txBody>
          </p:sp>
          <p:sp>
            <p:nvSpPr>
              <p:cNvPr id="22" name="Text Box 33">
                <a:extLst>
                  <a:ext uri="{FF2B5EF4-FFF2-40B4-BE49-F238E27FC236}">
                    <a16:creationId xmlns:a16="http://schemas.microsoft.com/office/drawing/2014/main" id="{B603BCCD-DD44-0B29-5CC1-55DA088EAE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9" y="180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10</a:t>
                </a:r>
              </a:p>
            </p:txBody>
          </p:sp>
        </p:grpSp>
        <p:sp>
          <p:nvSpPr>
            <p:cNvPr id="84" name="Text Box 24">
              <a:extLst>
                <a:ext uri="{FF2B5EF4-FFF2-40B4-BE49-F238E27FC236}">
                  <a16:creationId xmlns:a16="http://schemas.microsoft.com/office/drawing/2014/main" id="{69B07810-F295-9C0B-754E-A9EAB8F6F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375" y="189183"/>
              <a:ext cx="151679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Q</a:t>
              </a:r>
              <a:r>
                <a:rPr kumimoji="0" lang="en-US" altLang="zh-CN" baseline="-25000" dirty="0">
                  <a:latin typeface="Tahoma" panose="020B0604030504040204" pitchFamily="34" charset="0"/>
                  <a:ea typeface="Noto Serif SC" panose="02020200000000000000" pitchFamily="18" charset="-122"/>
                </a:rPr>
                <a:t>n+1</a:t>
              </a:r>
            </a:p>
          </p:txBody>
        </p:sp>
      </p:grpSp>
      <p:sp>
        <p:nvSpPr>
          <p:cNvPr id="92" name="Rectangle 35">
            <a:extLst>
              <a:ext uri="{FF2B5EF4-FFF2-40B4-BE49-F238E27FC236}">
                <a16:creationId xmlns:a16="http://schemas.microsoft.com/office/drawing/2014/main" id="{B8792FED-81CA-4F4D-7D5F-2C0D1CB4E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781" y="1463401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3" name="Rectangle 35">
            <a:extLst>
              <a:ext uri="{FF2B5EF4-FFF2-40B4-BE49-F238E27FC236}">
                <a16:creationId xmlns:a16="http://schemas.microsoft.com/office/drawing/2014/main" id="{D3D89B86-268C-AA35-D524-F6338607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575" y="2189836"/>
            <a:ext cx="4286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BEFA8016-793C-EF83-A5D8-BAC405D184D3}"/>
              </a:ext>
            </a:extLst>
          </p:cNvPr>
          <p:cNvGrpSpPr/>
          <p:nvPr/>
        </p:nvGrpSpPr>
        <p:grpSpPr>
          <a:xfrm>
            <a:off x="467544" y="3856488"/>
            <a:ext cx="3097452" cy="2555988"/>
            <a:chOff x="4877317" y="3319400"/>
            <a:chExt cx="3097452" cy="2555988"/>
          </a:xfrm>
        </p:grpSpPr>
        <p:sp>
          <p:nvSpPr>
            <p:cNvPr id="179" name="Rectangle 35">
              <a:extLst>
                <a:ext uri="{FF2B5EF4-FFF2-40B4-BE49-F238E27FC236}">
                  <a16:creationId xmlns:a16="http://schemas.microsoft.com/office/drawing/2014/main" id="{D9546CFD-C280-2DAC-29CA-D3449C115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9022" y="4514567"/>
              <a:ext cx="6383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X0 </a:t>
              </a:r>
            </a:p>
          </p:txBody>
        </p: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0C4C89EF-63C2-13E1-B5DE-B732A13B031E}"/>
                </a:ext>
              </a:extLst>
            </p:cNvPr>
            <p:cNvGrpSpPr/>
            <p:nvPr/>
          </p:nvGrpSpPr>
          <p:grpSpPr>
            <a:xfrm>
              <a:off x="4877317" y="3319400"/>
              <a:ext cx="3066554" cy="2555988"/>
              <a:chOff x="5023383" y="245768"/>
              <a:chExt cx="3066554" cy="2555988"/>
            </a:xfrm>
          </p:grpSpPr>
          <p:sp>
            <p:nvSpPr>
              <p:cNvPr id="181" name="Rectangle 6">
                <a:extLst>
                  <a:ext uri="{FF2B5EF4-FFF2-40B4-BE49-F238E27FC236}">
                    <a16:creationId xmlns:a16="http://schemas.microsoft.com/office/drawing/2014/main" id="{98936C5C-64C1-A420-2B69-E7F1DAF3B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6799" y="201152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 dirty="0">
                  <a:latin typeface="Arial" panose="020B0604020202020204" pitchFamily="34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ABB118EE-5D87-15B0-23FD-FDAAE1742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5249" y="2011524"/>
                <a:ext cx="971550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 dirty="0">
                  <a:latin typeface="Arial" panose="020B0604020202020204" pitchFamily="34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183" name="Rectangle 8">
                <a:extLst>
                  <a:ext uri="{FF2B5EF4-FFF2-40B4-BE49-F238E27FC236}">
                    <a16:creationId xmlns:a16="http://schemas.microsoft.com/office/drawing/2014/main" id="{F7717E86-9DE3-5D49-E463-5838DCC44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111" y="201152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 dirty="0">
                  <a:latin typeface="Arial" panose="020B0604020202020204" pitchFamily="34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184" name="Rectangle 10">
                <a:extLst>
                  <a:ext uri="{FF2B5EF4-FFF2-40B4-BE49-F238E27FC236}">
                    <a16:creationId xmlns:a16="http://schemas.microsoft.com/office/drawing/2014/main" id="{94E4D84F-D726-4D8F-BA55-35333DC53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16799" y="125587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 dirty="0">
                  <a:latin typeface="Arial" panose="020B0604020202020204" pitchFamily="34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185" name="Rectangle 11">
                <a:extLst>
                  <a:ext uri="{FF2B5EF4-FFF2-40B4-BE49-F238E27FC236}">
                    <a16:creationId xmlns:a16="http://schemas.microsoft.com/office/drawing/2014/main" id="{8017D588-3A78-1D88-091C-D5AA1D7F6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5249" y="1255874"/>
                <a:ext cx="971550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 dirty="0">
                  <a:latin typeface="Arial" panose="020B0604020202020204" pitchFamily="34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186" name="Rectangle 12">
                <a:extLst>
                  <a:ext uri="{FF2B5EF4-FFF2-40B4-BE49-F238E27FC236}">
                    <a16:creationId xmlns:a16="http://schemas.microsoft.com/office/drawing/2014/main" id="{02AB6F9C-6CE7-E803-EE68-32AC9245F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111" y="1255874"/>
                <a:ext cx="973138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zh-CN" sz="1800" dirty="0">
                  <a:latin typeface="Arial" panose="020B0604020202020204" pitchFamily="34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187" name="Line 13">
                <a:extLst>
                  <a:ext uri="{FF2B5EF4-FFF2-40B4-BE49-F238E27FC236}">
                    <a16:creationId xmlns:a16="http://schemas.microsoft.com/office/drawing/2014/main" id="{9F2EFE76-84C8-BA9F-6258-4F62F12B1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6484" y="1262053"/>
                <a:ext cx="2333446" cy="79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88" name="Line 14">
                <a:extLst>
                  <a:ext uri="{FF2B5EF4-FFF2-40B4-BE49-F238E27FC236}">
                    <a16:creationId xmlns:a16="http://schemas.microsoft.com/office/drawing/2014/main" id="{70D64CBC-AC56-2709-BEDA-BA6BAF57E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6483" y="2019461"/>
                <a:ext cx="2333447" cy="155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89" name="Line 15">
                <a:extLst>
                  <a:ext uri="{FF2B5EF4-FFF2-40B4-BE49-F238E27FC236}">
                    <a16:creationId xmlns:a16="http://schemas.microsoft.com/office/drawing/2014/main" id="{4D14EFC2-F5F6-B910-3AC9-4780BA300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56483" y="2790195"/>
                <a:ext cx="2333450" cy="1156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0" name="Line 16">
                <a:extLst>
                  <a:ext uri="{FF2B5EF4-FFF2-40B4-BE49-F238E27FC236}">
                    <a16:creationId xmlns:a16="http://schemas.microsoft.com/office/drawing/2014/main" id="{12A2593B-8462-36F2-29DB-7559B04EB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6484" y="1279512"/>
                <a:ext cx="0" cy="15113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1" name="Line 17">
                <a:extLst>
                  <a:ext uri="{FF2B5EF4-FFF2-40B4-BE49-F238E27FC236}">
                    <a16:creationId xmlns:a16="http://schemas.microsoft.com/office/drawing/2014/main" id="{092B0D35-4931-B8D9-644E-492FDEAEE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5275" y="1290456"/>
                <a:ext cx="0" cy="1511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2" name="Line 18">
                <a:extLst>
                  <a:ext uri="{FF2B5EF4-FFF2-40B4-BE49-F238E27FC236}">
                    <a16:creationId xmlns:a16="http://schemas.microsoft.com/office/drawing/2014/main" id="{A57CAD56-8D55-BE69-F72F-595D67E93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7005" y="1269991"/>
                <a:ext cx="0" cy="1511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3" name="Line 19">
                <a:extLst>
                  <a:ext uri="{FF2B5EF4-FFF2-40B4-BE49-F238E27FC236}">
                    <a16:creationId xmlns:a16="http://schemas.microsoft.com/office/drawing/2014/main" id="{4CFC3BAA-47F2-11D4-53F8-EB2EC16B9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4676" y="1276339"/>
                <a:ext cx="0" cy="1511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4" name="Line 20">
                <a:extLst>
                  <a:ext uri="{FF2B5EF4-FFF2-40B4-BE49-F238E27FC236}">
                    <a16:creationId xmlns:a16="http://schemas.microsoft.com/office/drawing/2014/main" id="{EE5E4201-615F-AB28-4F4F-45CB7C39F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89937" y="1269991"/>
                <a:ext cx="0" cy="15113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5" name="Line 21">
                <a:extLst>
                  <a:ext uri="{FF2B5EF4-FFF2-40B4-BE49-F238E27FC236}">
                    <a16:creationId xmlns:a16="http://schemas.microsoft.com/office/drawing/2014/main" id="{6C1FD894-F196-CCB2-0DED-67A4B4A69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4356" y="630591"/>
                <a:ext cx="576263" cy="6477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96" name="Group 22">
                <a:extLst>
                  <a:ext uri="{FF2B5EF4-FFF2-40B4-BE49-F238E27FC236}">
                    <a16:creationId xmlns:a16="http://schemas.microsoft.com/office/drawing/2014/main" id="{BBFBA839-0FAB-1626-597B-73DABE40CB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23383" y="312111"/>
                <a:ext cx="857250" cy="915988"/>
                <a:chOff x="1116" y="1570"/>
                <a:chExt cx="540" cy="577"/>
              </a:xfrm>
            </p:grpSpPr>
            <p:sp>
              <p:nvSpPr>
                <p:cNvPr id="206" name="Text Box 23">
                  <a:extLst>
                    <a:ext uri="{FF2B5EF4-FFF2-40B4-BE49-F238E27FC236}">
                      <a16:creationId xmlns:a16="http://schemas.microsoft.com/office/drawing/2014/main" id="{B4CFCCC0-98BD-8589-829D-ABB617A1A2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46" y="157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207" name="Text Box 24">
                  <a:extLst>
                    <a:ext uri="{FF2B5EF4-FFF2-40B4-BE49-F238E27FC236}">
                      <a16:creationId xmlns:a16="http://schemas.microsoft.com/office/drawing/2014/main" id="{1CEB92B5-1BBA-28C9-0040-91B6369AAF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83" y="175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208" name="Text Box 25">
                  <a:extLst>
                    <a:ext uri="{FF2B5EF4-FFF2-40B4-BE49-F238E27FC236}">
                      <a16:creationId xmlns:a16="http://schemas.microsoft.com/office/drawing/2014/main" id="{3A932CC2-6F11-FA1A-4ADC-568E49CEDB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16" y="1856"/>
                  <a:ext cx="39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Q</a:t>
                  </a:r>
                  <a:r>
                    <a:rPr kumimoji="0" lang="en-US" altLang="zh-CN" baseline="-25000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n</a:t>
                  </a:r>
                </a:p>
              </p:txBody>
            </p:sp>
          </p:grpSp>
          <p:grpSp>
            <p:nvGrpSpPr>
              <p:cNvPr id="197" name="Group 26">
                <a:extLst>
                  <a:ext uri="{FF2B5EF4-FFF2-40B4-BE49-F238E27FC236}">
                    <a16:creationId xmlns:a16="http://schemas.microsoft.com/office/drawing/2014/main" id="{2FB2852E-CF06-E7CA-D9F5-BF0BA999EC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98714" y="1461367"/>
                <a:ext cx="588963" cy="1220788"/>
                <a:chOff x="1148" y="2205"/>
                <a:chExt cx="371" cy="769"/>
              </a:xfrm>
            </p:grpSpPr>
            <p:sp>
              <p:nvSpPr>
                <p:cNvPr id="204" name="Text Box 27">
                  <a:extLst>
                    <a:ext uri="{FF2B5EF4-FFF2-40B4-BE49-F238E27FC236}">
                      <a16:creationId xmlns:a16="http://schemas.microsoft.com/office/drawing/2014/main" id="{B2725344-2BE0-3BF7-8F13-8F10475F39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8" y="2686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1</a:t>
                  </a:r>
                </a:p>
              </p:txBody>
            </p:sp>
            <p:sp>
              <p:nvSpPr>
                <p:cNvPr id="205" name="Text Box 28">
                  <a:extLst>
                    <a:ext uri="{FF2B5EF4-FFF2-40B4-BE49-F238E27FC236}">
                      <a16:creationId xmlns:a16="http://schemas.microsoft.com/office/drawing/2014/main" id="{0F9E0663-01B4-B083-8FD0-0B4F289666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6" y="2205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0</a:t>
                  </a:r>
                </a:p>
              </p:txBody>
            </p:sp>
          </p:grpSp>
          <p:grpSp>
            <p:nvGrpSpPr>
              <p:cNvPr id="198" name="Group 29">
                <a:extLst>
                  <a:ext uri="{FF2B5EF4-FFF2-40B4-BE49-F238E27FC236}">
                    <a16:creationId xmlns:a16="http://schemas.microsoft.com/office/drawing/2014/main" id="{FC7109B8-1DC2-48CD-38D2-0A4E60CE1B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9012" y="751055"/>
                <a:ext cx="2281239" cy="476251"/>
                <a:chOff x="1895" y="1797"/>
                <a:chExt cx="1437" cy="300"/>
              </a:xfrm>
            </p:grpSpPr>
            <p:sp>
              <p:nvSpPr>
                <p:cNvPr id="200" name="Text Box 30">
                  <a:extLst>
                    <a:ext uri="{FF2B5EF4-FFF2-40B4-BE49-F238E27FC236}">
                      <a16:creationId xmlns:a16="http://schemas.microsoft.com/office/drawing/2014/main" id="{B1E5AA5B-5F51-35B2-BE5C-F1C3780E31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95" y="1797"/>
                  <a:ext cx="36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00</a:t>
                  </a:r>
                </a:p>
              </p:txBody>
            </p:sp>
            <p:sp>
              <p:nvSpPr>
                <p:cNvPr id="201" name="Text Box 31">
                  <a:extLst>
                    <a:ext uri="{FF2B5EF4-FFF2-40B4-BE49-F238E27FC236}">
                      <a16:creationId xmlns:a16="http://schemas.microsoft.com/office/drawing/2014/main" id="{6987B638-147E-B7FC-AC69-22D71F2AA5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39" y="1797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11</a:t>
                  </a:r>
                </a:p>
              </p:txBody>
            </p:sp>
            <p:sp>
              <p:nvSpPr>
                <p:cNvPr id="202" name="Text Box 32">
                  <a:extLst>
                    <a:ext uri="{FF2B5EF4-FFF2-40B4-BE49-F238E27FC236}">
                      <a16:creationId xmlns:a16="http://schemas.microsoft.com/office/drawing/2014/main" id="{281A3D1D-7224-26E5-A80F-5580FFB9FA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90" y="1797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01</a:t>
                  </a:r>
                </a:p>
              </p:txBody>
            </p:sp>
            <p:sp>
              <p:nvSpPr>
                <p:cNvPr id="203" name="Text Box 33">
                  <a:extLst>
                    <a:ext uri="{FF2B5EF4-FFF2-40B4-BE49-F238E27FC236}">
                      <a16:creationId xmlns:a16="http://schemas.microsoft.com/office/drawing/2014/main" id="{B0B02E14-CC81-FCD8-C0CD-69D1280B7D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9" y="180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anose="020B0604030504040204" pitchFamily="34" charset="0"/>
                      <a:ea typeface="Noto Serif SC" panose="02020200000000000000" pitchFamily="18" charset="-122"/>
                    </a:rPr>
                    <a:t>10</a:t>
                  </a:r>
                </a:p>
              </p:txBody>
            </p:sp>
          </p:grpSp>
          <p:sp>
            <p:nvSpPr>
              <p:cNvPr id="199" name="Text Box 24">
                <a:extLst>
                  <a:ext uri="{FF2B5EF4-FFF2-40B4-BE49-F238E27FC236}">
                    <a16:creationId xmlns:a16="http://schemas.microsoft.com/office/drawing/2014/main" id="{9A499A7F-3D04-B08E-0382-BA1A5D13F3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91549" y="245768"/>
                <a:ext cx="151679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R</a:t>
                </a:r>
                <a:r>
                  <a:rPr kumimoji="0" lang="zh-CN" altLang="en-US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，</a:t>
                </a: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S</a:t>
                </a:r>
                <a:endParaRPr kumimoji="0" lang="en-US" altLang="zh-CN" baseline="-25000" dirty="0">
                  <a:latin typeface="Tahoma" panose="020B0604030504040204" pitchFamily="34" charset="0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09" name="Rectangle 35">
              <a:extLst>
                <a:ext uri="{FF2B5EF4-FFF2-40B4-BE49-F238E27FC236}">
                  <a16:creationId xmlns:a16="http://schemas.microsoft.com/office/drawing/2014/main" id="{F3C3481F-FC87-4C05-D64A-EAA3E5391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7294" y="5296354"/>
              <a:ext cx="5613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0X</a:t>
              </a:r>
            </a:p>
          </p:txBody>
        </p:sp>
        <p:sp>
          <p:nvSpPr>
            <p:cNvPr id="210" name="Rectangle 35">
              <a:extLst>
                <a:ext uri="{FF2B5EF4-FFF2-40B4-BE49-F238E27FC236}">
                  <a16:creationId xmlns:a16="http://schemas.microsoft.com/office/drawing/2014/main" id="{283B63AD-4CA3-F814-F4D3-C3034D7E4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2878" y="4526111"/>
              <a:ext cx="5613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X0</a:t>
              </a:r>
            </a:p>
          </p:txBody>
        </p:sp>
        <p:sp>
          <p:nvSpPr>
            <p:cNvPr id="211" name="Rectangle 35">
              <a:extLst>
                <a:ext uri="{FF2B5EF4-FFF2-40B4-BE49-F238E27FC236}">
                  <a16:creationId xmlns:a16="http://schemas.microsoft.com/office/drawing/2014/main" id="{2968C994-6DFD-81DC-59B0-B153A7F0A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5427" y="5298948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10 </a:t>
              </a:r>
            </a:p>
          </p:txBody>
        </p:sp>
        <p:sp>
          <p:nvSpPr>
            <p:cNvPr id="212" name="Rectangle 35">
              <a:extLst>
                <a:ext uri="{FF2B5EF4-FFF2-40B4-BE49-F238E27FC236}">
                  <a16:creationId xmlns:a16="http://schemas.microsoft.com/office/drawing/2014/main" id="{D8773E68-88BD-E40C-872D-CF63B80CA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0119" y="4523685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01 </a:t>
              </a:r>
            </a:p>
          </p:txBody>
        </p:sp>
        <p:sp>
          <p:nvSpPr>
            <p:cNvPr id="213" name="Rectangle 35">
              <a:extLst>
                <a:ext uri="{FF2B5EF4-FFF2-40B4-BE49-F238E27FC236}">
                  <a16:creationId xmlns:a16="http://schemas.microsoft.com/office/drawing/2014/main" id="{1F6CD227-B482-B361-97BE-F84C03767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911" y="5281761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10 </a:t>
              </a:r>
            </a:p>
          </p:txBody>
        </p:sp>
        <p:sp>
          <p:nvSpPr>
            <p:cNvPr id="214" name="Rectangle 35">
              <a:extLst>
                <a:ext uri="{FF2B5EF4-FFF2-40B4-BE49-F238E27FC236}">
                  <a16:creationId xmlns:a16="http://schemas.microsoft.com/office/drawing/2014/main" id="{B3EE119A-C8E6-4792-187D-E46FE026F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5382" y="4511172"/>
              <a:ext cx="5693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01 </a:t>
              </a:r>
            </a:p>
          </p:txBody>
        </p:sp>
        <p:sp>
          <p:nvSpPr>
            <p:cNvPr id="215" name="Rectangle 35">
              <a:extLst>
                <a:ext uri="{FF2B5EF4-FFF2-40B4-BE49-F238E27FC236}">
                  <a16:creationId xmlns:a16="http://schemas.microsoft.com/office/drawing/2014/main" id="{1226F812-F153-9955-4131-3B5CA7640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9307" y="5298947"/>
              <a:ext cx="5613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ea typeface="幼圆" panose="02010509060101010101" pitchFamily="49" charset="-122"/>
                  <a:cs typeface="Times New Roman" panose="02020603050405020304" pitchFamily="18" charset="0"/>
                </a:rPr>
                <a:t>0X</a:t>
              </a:r>
            </a:p>
          </p:txBody>
        </p:sp>
      </p:grpSp>
      <p:grpSp>
        <p:nvGrpSpPr>
          <p:cNvPr id="217" name="组合 216">
            <a:extLst>
              <a:ext uri="{FF2B5EF4-FFF2-40B4-BE49-F238E27FC236}">
                <a16:creationId xmlns:a16="http://schemas.microsoft.com/office/drawing/2014/main" id="{12235AF4-0044-6984-3AA0-97FA3DB48A2B}"/>
              </a:ext>
            </a:extLst>
          </p:cNvPr>
          <p:cNvGrpSpPr/>
          <p:nvPr/>
        </p:nvGrpSpPr>
        <p:grpSpPr>
          <a:xfrm>
            <a:off x="3670446" y="5060247"/>
            <a:ext cx="1040670" cy="1004027"/>
            <a:chOff x="3646055" y="5562600"/>
            <a:chExt cx="1040670" cy="1004027"/>
          </a:xfrm>
        </p:grpSpPr>
        <p:sp>
          <p:nvSpPr>
            <p:cNvPr id="218" name="Text Box 180">
              <a:extLst>
                <a:ext uri="{FF2B5EF4-FFF2-40B4-BE49-F238E27FC236}">
                  <a16:creationId xmlns:a16="http://schemas.microsoft.com/office/drawing/2014/main" id="{66BDDEEF-15B2-9B1F-2FA2-E8DB0274B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R=KQ</a:t>
              </a:r>
            </a:p>
          </p:txBody>
        </p:sp>
        <p:sp>
          <p:nvSpPr>
            <p:cNvPr id="219" name="Text Box 180">
              <a:extLst>
                <a:ext uri="{FF2B5EF4-FFF2-40B4-BE49-F238E27FC236}">
                  <a16:creationId xmlns:a16="http://schemas.microsoft.com/office/drawing/2014/main" id="{F7369A9E-99F7-C183-EEF8-6C2385BC1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_</a:t>
              </a: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S=JQ</a:t>
              </a:r>
            </a:p>
          </p:txBody>
        </p:sp>
      </p:grpSp>
      <p:sp>
        <p:nvSpPr>
          <p:cNvPr id="220" name="Rectangle 3">
            <a:extLst>
              <a:ext uri="{FF2B5EF4-FFF2-40B4-BE49-F238E27FC236}">
                <a16:creationId xmlns:a16="http://schemas.microsoft.com/office/drawing/2014/main" id="{F8504AEC-DBF4-6B97-9FA7-2ABC1E5AD0E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81094" y="312112"/>
            <a:ext cx="4758632" cy="632624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用</a:t>
            </a:r>
            <a:r>
              <a:rPr lang="en-US" altLang="zh-CN" sz="2800" dirty="0"/>
              <a:t>R-S</a:t>
            </a:r>
            <a:r>
              <a:rPr lang="zh-CN" altLang="en-US" sz="2800" dirty="0"/>
              <a:t>觸發器實現</a:t>
            </a:r>
            <a:r>
              <a:rPr lang="en-US" altLang="zh-CN" sz="2800" dirty="0"/>
              <a:t>J-K</a:t>
            </a:r>
            <a:r>
              <a:rPr lang="zh-CN" altLang="en-US" sz="2800" dirty="0"/>
              <a:t>觸發器</a:t>
            </a:r>
          </a:p>
        </p:txBody>
      </p: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BBF11360-A76B-F8D8-4154-2D867B38712A}"/>
              </a:ext>
            </a:extLst>
          </p:cNvPr>
          <p:cNvGrpSpPr/>
          <p:nvPr/>
        </p:nvGrpSpPr>
        <p:grpSpPr>
          <a:xfrm>
            <a:off x="1473373" y="836712"/>
            <a:ext cx="1599344" cy="3037877"/>
            <a:chOff x="1473373" y="836712"/>
            <a:chExt cx="1599344" cy="3037877"/>
          </a:xfrm>
        </p:grpSpPr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670143B1-F4B8-80D1-C50D-50834FF5EF1C}"/>
                </a:ext>
              </a:extLst>
            </p:cNvPr>
            <p:cNvSpPr/>
            <p:nvPr/>
          </p:nvSpPr>
          <p:spPr>
            <a:xfrm>
              <a:off x="1548743" y="1290456"/>
              <a:ext cx="1453653" cy="77680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CB5CD1B8-1F06-1567-6E9D-5FFBDB57232E}"/>
                </a:ext>
              </a:extLst>
            </p:cNvPr>
            <p:cNvSpPr/>
            <p:nvPr/>
          </p:nvSpPr>
          <p:spPr>
            <a:xfrm>
              <a:off x="1548743" y="2580702"/>
              <a:ext cx="1453653" cy="63262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Noto Serif SC" panose="02020200000000000000" pitchFamily="18" charset="-122"/>
              </a:endParaRPr>
            </a:p>
          </p:txBody>
        </p: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24145A28-F2D9-6F68-5896-D260A3684489}"/>
                </a:ext>
              </a:extLst>
            </p:cNvPr>
            <p:cNvCxnSpPr>
              <a:cxnSpLocks/>
            </p:cNvCxnSpPr>
            <p:nvPr/>
          </p:nvCxnSpPr>
          <p:spPr>
            <a:xfrm>
              <a:off x="1905427" y="3213326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D1F2B6E6-AE20-417F-0D5B-45B7A7A5CF0C}"/>
                </a:ext>
              </a:extLst>
            </p:cNvPr>
            <p:cNvCxnSpPr>
              <a:cxnSpLocks/>
            </p:cNvCxnSpPr>
            <p:nvPr/>
          </p:nvCxnSpPr>
          <p:spPr>
            <a:xfrm>
              <a:off x="2616789" y="3200940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4AB3D90A-853C-150D-2BB1-AC59EB49E6E2}"/>
                </a:ext>
              </a:extLst>
            </p:cNvPr>
            <p:cNvCxnSpPr>
              <a:cxnSpLocks/>
            </p:cNvCxnSpPr>
            <p:nvPr/>
          </p:nvCxnSpPr>
          <p:spPr>
            <a:xfrm>
              <a:off x="1863891" y="2117231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25B11F32-E2CC-BD55-CF82-1D6A4E8632C9}"/>
                </a:ext>
              </a:extLst>
            </p:cNvPr>
            <p:cNvCxnSpPr>
              <a:cxnSpLocks/>
            </p:cNvCxnSpPr>
            <p:nvPr/>
          </p:nvCxnSpPr>
          <p:spPr>
            <a:xfrm>
              <a:off x="2616789" y="2117231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1FE1F0CE-D5D3-C4F1-FDDF-5FB3914BE54C}"/>
                </a:ext>
              </a:extLst>
            </p:cNvPr>
            <p:cNvCxnSpPr>
              <a:cxnSpLocks/>
            </p:cNvCxnSpPr>
            <p:nvPr/>
          </p:nvCxnSpPr>
          <p:spPr>
            <a:xfrm>
              <a:off x="1907704" y="873384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426567C5-696F-793D-6DEB-D9B0DD0B5C8E}"/>
                </a:ext>
              </a:extLst>
            </p:cNvPr>
            <p:cNvCxnSpPr>
              <a:cxnSpLocks/>
            </p:cNvCxnSpPr>
            <p:nvPr/>
          </p:nvCxnSpPr>
          <p:spPr>
            <a:xfrm>
              <a:off x="2614309" y="836712"/>
              <a:ext cx="0" cy="428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 Box 24">
              <a:extLst>
                <a:ext uri="{FF2B5EF4-FFF2-40B4-BE49-F238E27FC236}">
                  <a16:creationId xmlns:a16="http://schemas.microsoft.com/office/drawing/2014/main" id="{0847614D-2D2C-A8B7-CAE3-F0F71753A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864" y="1243253"/>
              <a:ext cx="40649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Q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234" name="Text Box 24">
              <a:extLst>
                <a:ext uri="{FF2B5EF4-FFF2-40B4-BE49-F238E27FC236}">
                  <a16:creationId xmlns:a16="http://schemas.microsoft.com/office/drawing/2014/main" id="{B4686C04-713A-28FC-2BF9-93A31105A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063" y="1297786"/>
              <a:ext cx="406492" cy="492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500"/>
                </a:lnSpc>
                <a:spcBef>
                  <a:spcPts val="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—</a:t>
              </a:r>
            </a:p>
            <a:p>
              <a:pPr eaLnBrk="1" hangingPunct="1">
                <a:lnSpc>
                  <a:spcPts val="1500"/>
                </a:lnSpc>
                <a:spcBef>
                  <a:spcPts val="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Q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235" name="Text Box 24">
              <a:extLst>
                <a:ext uri="{FF2B5EF4-FFF2-40B4-BE49-F238E27FC236}">
                  <a16:creationId xmlns:a16="http://schemas.microsoft.com/office/drawing/2014/main" id="{A5E4C0DF-9A22-9293-A5C1-801759518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5395" y="1667172"/>
              <a:ext cx="12211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R</a:t>
              </a:r>
              <a:r>
                <a:rPr kumimoji="0" lang="zh-CN" altLang="en-US" dirty="0">
                  <a:latin typeface="Tahoma" panose="020B0604030504040204" pitchFamily="34" charset="0"/>
                  <a:ea typeface="Noto Serif SC" panose="02020200000000000000" pitchFamily="18" charset="-122"/>
                </a:rPr>
                <a:t>      </a:t>
              </a: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S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236" name="Text Box 24">
              <a:extLst>
                <a:ext uri="{FF2B5EF4-FFF2-40B4-BE49-F238E27FC236}">
                  <a16:creationId xmlns:a16="http://schemas.microsoft.com/office/drawing/2014/main" id="{71984A03-4523-E429-F712-AE40D97AB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373" y="2124887"/>
              <a:ext cx="12211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R</a:t>
              </a:r>
              <a:r>
                <a:rPr kumimoji="0" lang="zh-CN" altLang="en-US" dirty="0">
                  <a:latin typeface="Tahoma" panose="020B0604030504040204" pitchFamily="34" charset="0"/>
                  <a:ea typeface="Noto Serif SC" panose="02020200000000000000" pitchFamily="18" charset="-122"/>
                </a:rPr>
                <a:t>      </a:t>
              </a: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S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237" name="Text Box 24">
              <a:extLst>
                <a:ext uri="{FF2B5EF4-FFF2-40B4-BE49-F238E27FC236}">
                  <a16:creationId xmlns:a16="http://schemas.microsoft.com/office/drawing/2014/main" id="{8312B7EA-5612-9ECA-3976-93684C917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0697" y="3412924"/>
              <a:ext cx="12211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 J</a:t>
              </a:r>
              <a:r>
                <a:rPr kumimoji="0" lang="zh-CN" altLang="en-US" dirty="0">
                  <a:latin typeface="Tahoma" panose="020B0604030504040204" pitchFamily="34" charset="0"/>
                  <a:ea typeface="Noto Serif SC" panose="02020200000000000000" pitchFamily="18" charset="-122"/>
                </a:rPr>
                <a:t>      </a:t>
              </a: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K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238" name="Text Box 24">
              <a:extLst>
                <a:ext uri="{FF2B5EF4-FFF2-40B4-BE49-F238E27FC236}">
                  <a16:creationId xmlns:a16="http://schemas.microsoft.com/office/drawing/2014/main" id="{7C4FEBA9-CC28-2088-EDFB-934976503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0317" y="2669888"/>
              <a:ext cx="1492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latin typeface="Tahoma" panose="020B0604030504040204" pitchFamily="34" charset="0"/>
                  <a:ea typeface="Noto Serif SC" panose="02020200000000000000" pitchFamily="18" charset="-122"/>
                </a:rPr>
                <a:t>組合邏輯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</p:grpSp>
      <p:sp>
        <p:nvSpPr>
          <p:cNvPr id="240" name="矩形 239">
            <a:extLst>
              <a:ext uri="{FF2B5EF4-FFF2-40B4-BE49-F238E27FC236}">
                <a16:creationId xmlns:a16="http://schemas.microsoft.com/office/drawing/2014/main" id="{0621F8F7-832F-FDFB-1852-6C4A5081E9C1}"/>
              </a:ext>
            </a:extLst>
          </p:cNvPr>
          <p:cNvSpPr/>
          <p:nvPr/>
        </p:nvSpPr>
        <p:spPr>
          <a:xfrm>
            <a:off x="1126245" y="1088902"/>
            <a:ext cx="2261270" cy="2376263"/>
          </a:xfrm>
          <a:prstGeom prst="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" name="Rectangle 35">
            <a:extLst>
              <a:ext uri="{FF2B5EF4-FFF2-40B4-BE49-F238E27FC236}">
                <a16:creationId xmlns:a16="http://schemas.microsoft.com/office/drawing/2014/main" id="{24D8CAAF-5AC1-C54A-A5E2-CC4A9BA97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088" y="4609956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</a:t>
            </a: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EF82163-61A8-B163-A1C3-F68D772D3801}"/>
              </a:ext>
            </a:extLst>
          </p:cNvPr>
          <p:cNvGrpSpPr/>
          <p:nvPr/>
        </p:nvGrpSpPr>
        <p:grpSpPr>
          <a:xfrm>
            <a:off x="5023383" y="3599455"/>
            <a:ext cx="3066554" cy="2555988"/>
            <a:chOff x="5023383" y="245768"/>
            <a:chExt cx="3066554" cy="2555988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3ADCEC68-1A07-7C5C-484B-0B008893D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799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1E6B55A8-3FF6-6642-BBAA-C9642C124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5249" y="201152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7246D7EE-4C3A-B62E-9C6F-EBCD74949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111" y="201152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2D20EA-907D-9314-9AFC-AE1786437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799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77BA10DB-FF8E-52D5-7CE9-9BE805CF3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5249" y="1255874"/>
              <a:ext cx="971550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06A70355-0A1A-A48D-A822-478C10227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111" y="1255874"/>
              <a:ext cx="973138" cy="755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zh-CN" sz="1800" dirty="0">
                <a:latin typeface="Arial" panose="020B0604020202020204" pitchFamily="34" charset="0"/>
                <a:ea typeface="Noto Serif SC" panose="02020200000000000000" pitchFamily="18" charset="-122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3F976877-0770-B5EA-E861-674D52374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484" y="1262053"/>
              <a:ext cx="2333446" cy="79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4D76F23F-4322-F6D8-59D1-29EBBBA6E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483" y="2019461"/>
              <a:ext cx="2333447" cy="155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749D3CE4-46FA-3F87-C34F-19D664711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6483" y="2790195"/>
              <a:ext cx="2333450" cy="1156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67C767A2-5AE8-A507-61E0-18BD2BB73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484" y="1279512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09B5586D-EA78-F16D-E6B3-A43A2C453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5275" y="1290456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2" name="Line 18">
              <a:extLst>
                <a:ext uri="{FF2B5EF4-FFF2-40B4-BE49-F238E27FC236}">
                  <a16:creationId xmlns:a16="http://schemas.microsoft.com/office/drawing/2014/main" id="{18B05E0D-E00B-2DE7-46B5-DB5B71A2A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7005" y="1269991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5" name="Line 19">
              <a:extLst>
                <a:ext uri="{FF2B5EF4-FFF2-40B4-BE49-F238E27FC236}">
                  <a16:creationId xmlns:a16="http://schemas.microsoft.com/office/drawing/2014/main" id="{60A9F0FF-F0DA-764C-1DCF-DF7398C6B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4676" y="1276339"/>
              <a:ext cx="0" cy="151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6" name="Line 20">
              <a:extLst>
                <a:ext uri="{FF2B5EF4-FFF2-40B4-BE49-F238E27FC236}">
                  <a16:creationId xmlns:a16="http://schemas.microsoft.com/office/drawing/2014/main" id="{A44E2F5C-E689-FCAC-340C-5D2BA8889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9937" y="1269991"/>
              <a:ext cx="0" cy="15113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7" name="Line 21">
              <a:extLst>
                <a:ext uri="{FF2B5EF4-FFF2-40B4-BE49-F238E27FC236}">
                  <a16:creationId xmlns:a16="http://schemas.microsoft.com/office/drawing/2014/main" id="{DA214B70-10B5-B80D-AC74-1A5FC18C6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4356" y="630591"/>
              <a:ext cx="576263" cy="647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48" name="Group 22">
              <a:extLst>
                <a:ext uri="{FF2B5EF4-FFF2-40B4-BE49-F238E27FC236}">
                  <a16:creationId xmlns:a16="http://schemas.microsoft.com/office/drawing/2014/main" id="{1FB18F5B-E041-05B5-0325-4ED2D288A4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3383" y="312111"/>
              <a:ext cx="857250" cy="915988"/>
              <a:chOff x="1116" y="1570"/>
              <a:chExt cx="540" cy="577"/>
            </a:xfrm>
          </p:grpSpPr>
          <p:sp>
            <p:nvSpPr>
              <p:cNvPr id="58" name="Text Box 23">
                <a:extLst>
                  <a:ext uri="{FF2B5EF4-FFF2-40B4-BE49-F238E27FC236}">
                    <a16:creationId xmlns:a16="http://schemas.microsoft.com/office/drawing/2014/main" id="{7E7B1DCA-3047-F214-5B20-84593DF6F4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sp>
            <p:nvSpPr>
              <p:cNvPr id="59" name="Text Box 24">
                <a:extLst>
                  <a:ext uri="{FF2B5EF4-FFF2-40B4-BE49-F238E27FC236}">
                    <a16:creationId xmlns:a16="http://schemas.microsoft.com/office/drawing/2014/main" id="{AB1DB2C7-BF10-86F1-36BB-A87053278D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60" name="Text Box 25">
                <a:extLst>
                  <a:ext uri="{FF2B5EF4-FFF2-40B4-BE49-F238E27FC236}">
                    <a16:creationId xmlns:a16="http://schemas.microsoft.com/office/drawing/2014/main" id="{6032949B-668E-FD20-F18A-176DDF0EB2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6" y="1856"/>
                <a:ext cx="39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Q</a:t>
                </a:r>
                <a:r>
                  <a:rPr kumimoji="0" lang="en-US" altLang="zh-CN" baseline="-25000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0</a:t>
                </a:r>
              </a:p>
            </p:txBody>
          </p:sp>
        </p:grpSp>
        <p:grpSp>
          <p:nvGrpSpPr>
            <p:cNvPr id="49" name="Group 26">
              <a:extLst>
                <a:ext uri="{FF2B5EF4-FFF2-40B4-BE49-F238E27FC236}">
                  <a16:creationId xmlns:a16="http://schemas.microsoft.com/office/drawing/2014/main" id="{90C6E309-C3EA-B34F-1D3B-E2671021F2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8714" y="1461367"/>
              <a:ext cx="588963" cy="1220788"/>
              <a:chOff x="1148" y="2205"/>
              <a:chExt cx="371" cy="769"/>
            </a:xfrm>
          </p:grpSpPr>
          <p:sp>
            <p:nvSpPr>
              <p:cNvPr id="56" name="Text Box 27">
                <a:extLst>
                  <a:ext uri="{FF2B5EF4-FFF2-40B4-BE49-F238E27FC236}">
                    <a16:creationId xmlns:a16="http://schemas.microsoft.com/office/drawing/2014/main" id="{E383E695-940E-C29D-4B8E-D011A003C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8" y="268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57" name="Text Box 28">
                <a:extLst>
                  <a:ext uri="{FF2B5EF4-FFF2-40B4-BE49-F238E27FC236}">
                    <a16:creationId xmlns:a16="http://schemas.microsoft.com/office/drawing/2014/main" id="{18E78C2C-9DA4-2762-6970-9A90F25938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0</a:t>
                </a:r>
              </a:p>
            </p:txBody>
          </p:sp>
        </p:grpSp>
        <p:grpSp>
          <p:nvGrpSpPr>
            <p:cNvPr id="50" name="Group 29">
              <a:extLst>
                <a:ext uri="{FF2B5EF4-FFF2-40B4-BE49-F238E27FC236}">
                  <a16:creationId xmlns:a16="http://schemas.microsoft.com/office/drawing/2014/main" id="{AC785976-B616-46F7-8A08-28ADFFCF1A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9012" y="751055"/>
              <a:ext cx="2281239" cy="476251"/>
              <a:chOff x="1895" y="1797"/>
              <a:chExt cx="1437" cy="300"/>
            </a:xfrm>
          </p:grpSpPr>
          <p:sp>
            <p:nvSpPr>
              <p:cNvPr id="52" name="Text Box 30">
                <a:extLst>
                  <a:ext uri="{FF2B5EF4-FFF2-40B4-BE49-F238E27FC236}">
                    <a16:creationId xmlns:a16="http://schemas.microsoft.com/office/drawing/2014/main" id="{B795F070-0F02-5173-7FB7-81AF4F759F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5" y="1797"/>
                <a:ext cx="36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00</a:t>
                </a:r>
              </a:p>
            </p:txBody>
          </p:sp>
          <p:sp>
            <p:nvSpPr>
              <p:cNvPr id="53" name="Text Box 31">
                <a:extLst>
                  <a:ext uri="{FF2B5EF4-FFF2-40B4-BE49-F238E27FC236}">
                    <a16:creationId xmlns:a16="http://schemas.microsoft.com/office/drawing/2014/main" id="{C80B2C77-06E4-DF79-9058-208AD5253E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9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11</a:t>
                </a:r>
              </a:p>
            </p:txBody>
          </p:sp>
          <p:sp>
            <p:nvSpPr>
              <p:cNvPr id="54" name="Text Box 32">
                <a:extLst>
                  <a:ext uri="{FF2B5EF4-FFF2-40B4-BE49-F238E27FC236}">
                    <a16:creationId xmlns:a16="http://schemas.microsoft.com/office/drawing/2014/main" id="{0CFBD154-8391-24B9-672C-594D88E84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01</a:t>
                </a:r>
              </a:p>
            </p:txBody>
          </p:sp>
          <p:sp>
            <p:nvSpPr>
              <p:cNvPr id="55" name="Text Box 33">
                <a:extLst>
                  <a:ext uri="{FF2B5EF4-FFF2-40B4-BE49-F238E27FC236}">
                    <a16:creationId xmlns:a16="http://schemas.microsoft.com/office/drawing/2014/main" id="{CAE9FA27-0FFD-C4E1-7468-4502752313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9" y="180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  <a:ea typeface="Noto Serif SC" panose="02020200000000000000" pitchFamily="18" charset="-122"/>
                  </a:rPr>
                  <a:t>10</a:t>
                </a:r>
              </a:p>
            </p:txBody>
          </p:sp>
        </p:grpSp>
        <p:sp>
          <p:nvSpPr>
            <p:cNvPr id="51" name="Text Box 24">
              <a:extLst>
                <a:ext uri="{FF2B5EF4-FFF2-40B4-BE49-F238E27FC236}">
                  <a16:creationId xmlns:a16="http://schemas.microsoft.com/office/drawing/2014/main" id="{C01CE471-71F9-CC27-3F32-B8678D59F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1549" y="245768"/>
              <a:ext cx="151679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R</a:t>
              </a:r>
              <a:r>
                <a:rPr kumimoji="0" lang="zh-CN" altLang="en-US" dirty="0">
                  <a:latin typeface="Tahoma" panose="020B0604030504040204" pitchFamily="34" charset="0"/>
                  <a:ea typeface="Noto Serif SC" panose="02020200000000000000" pitchFamily="18" charset="-122"/>
                </a:rPr>
                <a:t>，</a:t>
              </a: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S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</p:grpSp>
      <p:sp>
        <p:nvSpPr>
          <p:cNvPr id="61" name="Rectangle 35">
            <a:extLst>
              <a:ext uri="{FF2B5EF4-FFF2-40B4-BE49-F238E27FC236}">
                <a16:creationId xmlns:a16="http://schemas.microsoft.com/office/drawing/2014/main" id="{3C0EBE2C-6B39-B4AA-C070-87E777797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360" y="5391743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</a:t>
            </a: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</a:p>
        </p:txBody>
      </p:sp>
      <p:sp>
        <p:nvSpPr>
          <p:cNvPr id="62" name="Rectangle 35">
            <a:extLst>
              <a:ext uri="{FF2B5EF4-FFF2-40B4-BE49-F238E27FC236}">
                <a16:creationId xmlns:a16="http://schemas.microsoft.com/office/drawing/2014/main" id="{042397D8-B834-9443-1D4C-CC1AFBBDB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8214" y="4590214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</a:t>
            </a: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</a:p>
        </p:txBody>
      </p:sp>
      <p:sp>
        <p:nvSpPr>
          <p:cNvPr id="63" name="Rectangle 35">
            <a:extLst>
              <a:ext uri="{FF2B5EF4-FFF2-40B4-BE49-F238E27FC236}">
                <a16:creationId xmlns:a16="http://schemas.microsoft.com/office/drawing/2014/main" id="{26443760-8AAD-A4E7-977F-6F98FC8A7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944" y="5536047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 </a:t>
            </a:r>
          </a:p>
        </p:txBody>
      </p:sp>
      <p:sp>
        <p:nvSpPr>
          <p:cNvPr id="64" name="Rectangle 35">
            <a:extLst>
              <a:ext uri="{FF2B5EF4-FFF2-40B4-BE49-F238E27FC236}">
                <a16:creationId xmlns:a16="http://schemas.microsoft.com/office/drawing/2014/main" id="{ADA76269-F4FB-F5A6-2CA3-4961E8A13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603" y="4753632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 </a:t>
            </a:r>
          </a:p>
        </p:txBody>
      </p:sp>
      <p:sp>
        <p:nvSpPr>
          <p:cNvPr id="65" name="Rectangle 35">
            <a:extLst>
              <a:ext uri="{FF2B5EF4-FFF2-40B4-BE49-F238E27FC236}">
                <a16:creationId xmlns:a16="http://schemas.microsoft.com/office/drawing/2014/main" id="{AFFD06F8-5483-1E60-E1D4-AFCA6FA40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772" y="5523953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10 </a:t>
            </a:r>
          </a:p>
        </p:txBody>
      </p:sp>
      <p:sp>
        <p:nvSpPr>
          <p:cNvPr id="66" name="Rectangle 35">
            <a:extLst>
              <a:ext uri="{FF2B5EF4-FFF2-40B4-BE49-F238E27FC236}">
                <a16:creationId xmlns:a16="http://schemas.microsoft.com/office/drawing/2014/main" id="{AF9B3EEA-9C88-06D1-EE84-5D7CE90B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546" y="4760690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 </a:t>
            </a:r>
          </a:p>
        </p:txBody>
      </p:sp>
      <p:sp>
        <p:nvSpPr>
          <p:cNvPr id="67" name="Rectangle 35">
            <a:extLst>
              <a:ext uri="{FF2B5EF4-FFF2-40B4-BE49-F238E27FC236}">
                <a16:creationId xmlns:a16="http://schemas.microsoft.com/office/drawing/2014/main" id="{700C25B6-75E2-D755-2738-CA1BA7EFD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2610" y="5339286"/>
            <a:ext cx="5693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01</a:t>
            </a:r>
          </a:p>
          <a:p>
            <a:pPr eaLnBrk="1" hangingPunct="1"/>
            <a:r>
              <a:rPr kumimoji="0" lang="en-US" altLang="zh-CN" b="1" dirty="0">
                <a:ea typeface="幼圆" panose="02010509060101010101" pitchFamily="49" charset="-122"/>
                <a:cs typeface="Times New Roman" panose="02020603050405020304" pitchFamily="18" charset="0"/>
              </a:rPr>
              <a:t>00 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01B244D-10DC-B5BB-62AA-CDD93E250064}"/>
              </a:ext>
            </a:extLst>
          </p:cNvPr>
          <p:cNvGrpSpPr/>
          <p:nvPr/>
        </p:nvGrpSpPr>
        <p:grpSpPr>
          <a:xfrm>
            <a:off x="4120442" y="4599324"/>
            <a:ext cx="1779659" cy="639563"/>
            <a:chOff x="4120442" y="4599324"/>
            <a:chExt cx="1779659" cy="639563"/>
          </a:xfrm>
        </p:grpSpPr>
        <p:sp>
          <p:nvSpPr>
            <p:cNvPr id="69" name="Text Box 24">
              <a:extLst>
                <a:ext uri="{FF2B5EF4-FFF2-40B4-BE49-F238E27FC236}">
                  <a16:creationId xmlns:a16="http://schemas.microsoft.com/office/drawing/2014/main" id="{F7C7044D-C0C0-0DE9-77D6-B79F0A75B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442" y="4599324"/>
              <a:ext cx="95102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latin typeface="Tahoma" panose="020B0604030504040204" pitchFamily="34" charset="0"/>
                  <a:ea typeface="Noto Serif SC" panose="02020200000000000000" pitchFamily="18" charset="-122"/>
                </a:rPr>
                <a:t>保持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CD8CFA0-AD0A-C4E1-A419-FD1C41637EE6}"/>
                </a:ext>
              </a:extLst>
            </p:cNvPr>
            <p:cNvCxnSpPr>
              <a:cxnSpLocks/>
            </p:cNvCxnSpPr>
            <p:nvPr/>
          </p:nvCxnSpPr>
          <p:spPr>
            <a:xfrm>
              <a:off x="4888406" y="4852097"/>
              <a:ext cx="1011695" cy="386790"/>
            </a:xfrm>
            <a:prstGeom prst="line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28D1BD7-3F42-0155-AA3B-8010E68B8041}"/>
              </a:ext>
            </a:extLst>
          </p:cNvPr>
          <p:cNvGrpSpPr/>
          <p:nvPr/>
        </p:nvGrpSpPr>
        <p:grpSpPr>
          <a:xfrm>
            <a:off x="4218997" y="4195985"/>
            <a:ext cx="1662221" cy="625148"/>
            <a:chOff x="4218997" y="4195985"/>
            <a:chExt cx="1662221" cy="625148"/>
          </a:xfrm>
        </p:grpSpPr>
        <p:sp>
          <p:nvSpPr>
            <p:cNvPr id="68" name="Text Box 24">
              <a:extLst>
                <a:ext uri="{FF2B5EF4-FFF2-40B4-BE49-F238E27FC236}">
                  <a16:creationId xmlns:a16="http://schemas.microsoft.com/office/drawing/2014/main" id="{0CBB91FF-2E3D-EA72-434B-F6C11C386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8997" y="4195985"/>
              <a:ext cx="6662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US" dirty="0">
                  <a:latin typeface="Tahoma" panose="020B0604030504040204" pitchFamily="34" charset="0"/>
                  <a:ea typeface="Noto Serif SC" panose="02020200000000000000" pitchFamily="18" charset="-122"/>
                </a:rPr>
                <a:t>置</a:t>
              </a:r>
              <a:r>
                <a:rPr kumimoji="0" lang="en-US" altLang="zh-CN" dirty="0">
                  <a:latin typeface="Tahoma" panose="020B0604030504040204" pitchFamily="34" charset="0"/>
                  <a:ea typeface="Noto Serif SC" panose="02020200000000000000" pitchFamily="18" charset="-122"/>
                </a:rPr>
                <a:t>0</a:t>
              </a:r>
              <a:endParaRPr kumimoji="0" lang="en-US" altLang="zh-CN" baseline="-25000" dirty="0">
                <a:latin typeface="Tahoma" panose="020B0604030504040204" pitchFamily="34" charset="0"/>
                <a:ea typeface="Noto Serif SC" panose="02020200000000000000" pitchFamily="18" charset="-122"/>
              </a:endParaRP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F17352DB-E124-F899-1BB4-2EF769B89725}"/>
                </a:ext>
              </a:extLst>
            </p:cNvPr>
            <p:cNvCxnSpPr>
              <a:cxnSpLocks/>
            </p:cNvCxnSpPr>
            <p:nvPr/>
          </p:nvCxnSpPr>
          <p:spPr>
            <a:xfrm>
              <a:off x="4869523" y="4434343"/>
              <a:ext cx="1011695" cy="386790"/>
            </a:xfrm>
            <a:prstGeom prst="line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13CA6053-FC91-20D6-F679-A235EB45D5DC}"/>
              </a:ext>
            </a:extLst>
          </p:cNvPr>
          <p:cNvGrpSpPr/>
          <p:nvPr/>
        </p:nvGrpSpPr>
        <p:grpSpPr>
          <a:xfrm>
            <a:off x="2555776" y="1124744"/>
            <a:ext cx="648072" cy="2232248"/>
            <a:chOff x="2555776" y="1124744"/>
            <a:chExt cx="648072" cy="2232248"/>
          </a:xfrm>
        </p:grpSpPr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84744F6F-E010-84FA-A224-1E1F28F7B4C5}"/>
                </a:ext>
              </a:extLst>
            </p:cNvPr>
            <p:cNvGrpSpPr/>
            <p:nvPr/>
          </p:nvGrpSpPr>
          <p:grpSpPr>
            <a:xfrm>
              <a:off x="2555776" y="1124744"/>
              <a:ext cx="648072" cy="2232248"/>
              <a:chOff x="2555776" y="1124744"/>
              <a:chExt cx="648072" cy="2232248"/>
            </a:xfrm>
          </p:grpSpPr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932A164E-59EA-0482-FDD2-D6725307A2C0}"/>
                  </a:ext>
                </a:extLst>
              </p:cNvPr>
              <p:cNvGrpSpPr/>
              <p:nvPr/>
            </p:nvGrpSpPr>
            <p:grpSpPr>
              <a:xfrm>
                <a:off x="2627784" y="1196752"/>
                <a:ext cx="576064" cy="2160240"/>
                <a:chOff x="2627784" y="1196752"/>
                <a:chExt cx="576064" cy="2160240"/>
              </a:xfrm>
            </p:grpSpPr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15B26A58-C6B0-4386-C9C4-2A2E1135D4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7784" y="1196752"/>
                  <a:ext cx="57606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E0A9C61E-B11A-D125-C57C-40D255B8A2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03848" y="1196752"/>
                  <a:ext cx="0" cy="21602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FA6911D6-D453-5662-C62C-E0FBD262C2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43808" y="3356992"/>
                  <a:ext cx="36004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60443CF7-911F-F78D-41D3-F13D061B42CC}"/>
                  </a:ext>
                </a:extLst>
              </p:cNvPr>
              <p:cNvSpPr/>
              <p:nvPr/>
            </p:nvSpPr>
            <p:spPr>
              <a:xfrm>
                <a:off x="2555776" y="1124744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F9C02317-A723-C6B5-EDEB-99B768F90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3808" y="3212976"/>
              <a:ext cx="0" cy="1440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D659E39-4066-C3C2-7430-4B92F296FBD9}"/>
              </a:ext>
            </a:extLst>
          </p:cNvPr>
          <p:cNvGrpSpPr/>
          <p:nvPr/>
        </p:nvGrpSpPr>
        <p:grpSpPr>
          <a:xfrm>
            <a:off x="1331640" y="1107060"/>
            <a:ext cx="648072" cy="2250093"/>
            <a:chOff x="1331640" y="1107060"/>
            <a:chExt cx="648072" cy="2250093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66165B71-BC00-B8A2-FC6E-510FB4CC3962}"/>
                </a:ext>
              </a:extLst>
            </p:cNvPr>
            <p:cNvGrpSpPr/>
            <p:nvPr/>
          </p:nvGrpSpPr>
          <p:grpSpPr>
            <a:xfrm>
              <a:off x="1331640" y="1107060"/>
              <a:ext cx="648072" cy="2250093"/>
              <a:chOff x="1331640" y="1107060"/>
              <a:chExt cx="648072" cy="2250093"/>
            </a:xfrm>
          </p:grpSpPr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990E2E44-438C-B294-BBE4-8BD302CC8914}"/>
                  </a:ext>
                </a:extLst>
              </p:cNvPr>
              <p:cNvGrpSpPr/>
              <p:nvPr/>
            </p:nvGrpSpPr>
            <p:grpSpPr>
              <a:xfrm>
                <a:off x="1331640" y="1196913"/>
                <a:ext cx="576064" cy="2160240"/>
                <a:chOff x="2627784" y="1196752"/>
                <a:chExt cx="576064" cy="2160240"/>
              </a:xfrm>
            </p:grpSpPr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8FAD26BD-2D2E-F547-3AFA-C32A0EDB65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27784" y="1196752"/>
                  <a:ext cx="57606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>
                  <a:extLst>
                    <a:ext uri="{FF2B5EF4-FFF2-40B4-BE49-F238E27FC236}">
                      <a16:creationId xmlns:a16="http://schemas.microsoft.com/office/drawing/2014/main" id="{1D8F7963-E769-DBF7-3139-A6FE23FF3A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34076" y="1196752"/>
                  <a:ext cx="0" cy="21602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>
                  <a:extLst>
                    <a:ext uri="{FF2B5EF4-FFF2-40B4-BE49-F238E27FC236}">
                      <a16:creationId xmlns:a16="http://schemas.microsoft.com/office/drawing/2014/main" id="{7F65FC82-E33C-D6C2-93B5-CC0CD0C1D4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27784" y="3356831"/>
                  <a:ext cx="360040" cy="16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AE9B14B7-6357-257F-BAD0-6FA2281FD558}"/>
                  </a:ext>
                </a:extLst>
              </p:cNvPr>
              <p:cNvSpPr/>
              <p:nvPr/>
            </p:nvSpPr>
            <p:spPr>
              <a:xfrm>
                <a:off x="1835696" y="1107060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FB3532E9-A1F9-A36A-7C1E-7836267DA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1680" y="3212976"/>
              <a:ext cx="0" cy="1440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533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240" grpId="0" animBg="1"/>
      <p:bldP spid="2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C5823-DF43-4F7B-8E25-4B4BA3DE6975}" type="slidenum">
              <a:rPr lang="en-US" altLang="zh-CN"/>
              <a:pPr>
                <a:defRPr/>
              </a:pPr>
              <a:t>24</a:t>
            </a:fld>
            <a:endParaRPr lang="en-US" altLang="zh-CN" dirty="0"/>
          </a:p>
        </p:txBody>
      </p:sp>
      <p:grpSp>
        <p:nvGrpSpPr>
          <p:cNvPr id="68611" name="Group 2"/>
          <p:cNvGrpSpPr>
            <a:grpSpLocks/>
          </p:cNvGrpSpPr>
          <p:nvPr/>
        </p:nvGrpSpPr>
        <p:grpSpPr bwMode="auto">
          <a:xfrm>
            <a:off x="4648200" y="685800"/>
            <a:ext cx="4267200" cy="6019800"/>
            <a:chOff x="2928" y="432"/>
            <a:chExt cx="2688" cy="3792"/>
          </a:xfrm>
        </p:grpSpPr>
        <p:sp>
          <p:nvSpPr>
            <p:cNvPr id="68651" name="Line 3"/>
            <p:cNvSpPr>
              <a:spLocks noChangeShapeType="1"/>
            </p:cNvSpPr>
            <p:nvPr/>
          </p:nvSpPr>
          <p:spPr bwMode="auto">
            <a:xfrm flipV="1">
              <a:off x="316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2" name="Line 4"/>
            <p:cNvSpPr>
              <a:spLocks noChangeShapeType="1"/>
            </p:cNvSpPr>
            <p:nvPr/>
          </p:nvSpPr>
          <p:spPr bwMode="auto">
            <a:xfrm flipH="1" flipV="1">
              <a:off x="412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3" name="Line 5"/>
            <p:cNvSpPr>
              <a:spLocks noChangeShapeType="1"/>
            </p:cNvSpPr>
            <p:nvPr/>
          </p:nvSpPr>
          <p:spPr bwMode="auto">
            <a:xfrm>
              <a:off x="3172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4" name="Line 6"/>
            <p:cNvSpPr>
              <a:spLocks noChangeShapeType="1"/>
            </p:cNvSpPr>
            <p:nvPr/>
          </p:nvSpPr>
          <p:spPr bwMode="auto">
            <a:xfrm flipH="1">
              <a:off x="3834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5" name="Line 7"/>
            <p:cNvSpPr>
              <a:spLocks noChangeShapeType="1"/>
            </p:cNvSpPr>
            <p:nvPr/>
          </p:nvSpPr>
          <p:spPr bwMode="auto">
            <a:xfrm flipH="1">
              <a:off x="3504" y="1056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6" name="Line 8"/>
            <p:cNvSpPr>
              <a:spLocks noChangeShapeType="1"/>
            </p:cNvSpPr>
            <p:nvPr/>
          </p:nvSpPr>
          <p:spPr bwMode="auto">
            <a:xfrm>
              <a:off x="3462" y="1039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7" name="Line 9"/>
            <p:cNvSpPr>
              <a:spLocks noChangeShapeType="1"/>
            </p:cNvSpPr>
            <p:nvPr/>
          </p:nvSpPr>
          <p:spPr bwMode="auto">
            <a:xfrm flipV="1">
              <a:off x="3840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8" name="Line 10"/>
            <p:cNvSpPr>
              <a:spLocks noChangeShapeType="1"/>
            </p:cNvSpPr>
            <p:nvPr/>
          </p:nvSpPr>
          <p:spPr bwMode="auto">
            <a:xfrm flipH="1" flipV="1">
              <a:off x="3312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59" name="Line 11"/>
            <p:cNvSpPr>
              <a:spLocks noChangeShapeType="1"/>
            </p:cNvSpPr>
            <p:nvPr/>
          </p:nvSpPr>
          <p:spPr bwMode="auto">
            <a:xfrm>
              <a:off x="3312" y="2256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0" name="Line 12"/>
            <p:cNvSpPr>
              <a:spLocks noChangeShapeType="1"/>
            </p:cNvSpPr>
            <p:nvPr/>
          </p:nvSpPr>
          <p:spPr bwMode="auto">
            <a:xfrm>
              <a:off x="398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1" name="Line 13"/>
            <p:cNvSpPr>
              <a:spLocks noChangeShapeType="1"/>
            </p:cNvSpPr>
            <p:nvPr/>
          </p:nvSpPr>
          <p:spPr bwMode="auto">
            <a:xfrm flipV="1">
              <a:off x="412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2" name="Line 14"/>
            <p:cNvSpPr>
              <a:spLocks noChangeShapeType="1"/>
            </p:cNvSpPr>
            <p:nvPr/>
          </p:nvSpPr>
          <p:spPr bwMode="auto">
            <a:xfrm flipV="1">
              <a:off x="316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3" name="Line 15"/>
            <p:cNvSpPr>
              <a:spLocks noChangeShapeType="1"/>
            </p:cNvSpPr>
            <p:nvPr/>
          </p:nvSpPr>
          <p:spPr bwMode="auto">
            <a:xfrm>
              <a:off x="3168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4" name="Line 16"/>
            <p:cNvSpPr>
              <a:spLocks noChangeShapeType="1"/>
            </p:cNvSpPr>
            <p:nvPr/>
          </p:nvSpPr>
          <p:spPr bwMode="auto">
            <a:xfrm>
              <a:off x="4176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5" name="Line 17"/>
            <p:cNvSpPr>
              <a:spLocks noChangeShapeType="1"/>
            </p:cNvSpPr>
            <p:nvPr/>
          </p:nvSpPr>
          <p:spPr bwMode="auto">
            <a:xfrm>
              <a:off x="326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6" name="Line 18"/>
            <p:cNvSpPr>
              <a:spLocks noChangeShapeType="1"/>
            </p:cNvSpPr>
            <p:nvPr/>
          </p:nvSpPr>
          <p:spPr bwMode="auto">
            <a:xfrm>
              <a:off x="3264" y="3504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7" name="Line 19"/>
            <p:cNvSpPr>
              <a:spLocks noChangeShapeType="1"/>
            </p:cNvSpPr>
            <p:nvPr/>
          </p:nvSpPr>
          <p:spPr bwMode="auto">
            <a:xfrm>
              <a:off x="408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8" name="Line 20"/>
            <p:cNvSpPr>
              <a:spLocks noChangeShapeType="1"/>
            </p:cNvSpPr>
            <p:nvPr/>
          </p:nvSpPr>
          <p:spPr bwMode="auto">
            <a:xfrm flipH="1">
              <a:off x="5376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69" name="Line 21"/>
            <p:cNvSpPr>
              <a:spLocks noChangeShapeType="1"/>
            </p:cNvSpPr>
            <p:nvPr/>
          </p:nvSpPr>
          <p:spPr bwMode="auto">
            <a:xfrm flipV="1">
              <a:off x="5376" y="27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70" name="Line 22"/>
            <p:cNvSpPr>
              <a:spLocks noChangeShapeType="1"/>
            </p:cNvSpPr>
            <p:nvPr/>
          </p:nvSpPr>
          <p:spPr bwMode="auto">
            <a:xfrm>
              <a:off x="3648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71" name="Text Box 23"/>
            <p:cNvSpPr txBox="1">
              <a:spLocks noChangeArrowheads="1"/>
            </p:cNvSpPr>
            <p:nvPr/>
          </p:nvSpPr>
          <p:spPr bwMode="auto">
            <a:xfrm>
              <a:off x="3504" y="3936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  <p:sp>
          <p:nvSpPr>
            <p:cNvPr id="68672" name="Text Box 24"/>
            <p:cNvSpPr txBox="1">
              <a:spLocks noChangeArrowheads="1"/>
            </p:cNvSpPr>
            <p:nvPr/>
          </p:nvSpPr>
          <p:spPr bwMode="auto">
            <a:xfrm>
              <a:off x="3024" y="3936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  <p:sp>
          <p:nvSpPr>
            <p:cNvPr id="68673" name="Text Box 25"/>
            <p:cNvSpPr txBox="1">
              <a:spLocks noChangeArrowheads="1"/>
            </p:cNvSpPr>
            <p:nvPr/>
          </p:nvSpPr>
          <p:spPr bwMode="auto">
            <a:xfrm>
              <a:off x="4080" y="3936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  <p:grpSp>
          <p:nvGrpSpPr>
            <p:cNvPr id="68674" name="Group 26"/>
            <p:cNvGrpSpPr>
              <a:grpSpLocks/>
            </p:cNvGrpSpPr>
            <p:nvPr/>
          </p:nvGrpSpPr>
          <p:grpSpPr bwMode="auto">
            <a:xfrm>
              <a:off x="2928" y="1200"/>
              <a:ext cx="480" cy="336"/>
              <a:chOff x="720" y="1872"/>
              <a:chExt cx="480" cy="336"/>
            </a:xfrm>
          </p:grpSpPr>
          <p:sp>
            <p:nvSpPr>
              <p:cNvPr id="68721" name="Rectangle 2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22" name="Oval 2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8675" name="Group 29"/>
            <p:cNvGrpSpPr>
              <a:grpSpLocks/>
            </p:cNvGrpSpPr>
            <p:nvPr/>
          </p:nvGrpSpPr>
          <p:grpSpPr bwMode="auto">
            <a:xfrm>
              <a:off x="2928" y="1728"/>
              <a:ext cx="480" cy="336"/>
              <a:chOff x="720" y="1872"/>
              <a:chExt cx="480" cy="336"/>
            </a:xfrm>
          </p:grpSpPr>
          <p:sp>
            <p:nvSpPr>
              <p:cNvPr id="68719" name="Rectangle 3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20" name="Oval 3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8676" name="Group 32"/>
            <p:cNvGrpSpPr>
              <a:grpSpLocks/>
            </p:cNvGrpSpPr>
            <p:nvPr/>
          </p:nvGrpSpPr>
          <p:grpSpPr bwMode="auto">
            <a:xfrm>
              <a:off x="3888" y="1728"/>
              <a:ext cx="480" cy="336"/>
              <a:chOff x="720" y="1872"/>
              <a:chExt cx="480" cy="336"/>
            </a:xfrm>
          </p:grpSpPr>
          <p:sp>
            <p:nvSpPr>
              <p:cNvPr id="68717" name="Rectangle 3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18" name="Oval 3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8677" name="Group 35"/>
            <p:cNvGrpSpPr>
              <a:grpSpLocks/>
            </p:cNvGrpSpPr>
            <p:nvPr/>
          </p:nvGrpSpPr>
          <p:grpSpPr bwMode="auto">
            <a:xfrm>
              <a:off x="3888" y="1200"/>
              <a:ext cx="480" cy="336"/>
              <a:chOff x="720" y="1872"/>
              <a:chExt cx="480" cy="336"/>
            </a:xfrm>
          </p:grpSpPr>
          <p:sp>
            <p:nvSpPr>
              <p:cNvPr id="68715" name="Rectangle 3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16" name="Oval 3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8678" name="Line 38"/>
            <p:cNvSpPr>
              <a:spLocks noChangeShapeType="1"/>
            </p:cNvSpPr>
            <p:nvPr/>
          </p:nvSpPr>
          <p:spPr bwMode="auto">
            <a:xfrm flipV="1">
              <a:off x="3168" y="2064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79" name="Line 39"/>
            <p:cNvSpPr>
              <a:spLocks noChangeShapeType="1"/>
            </p:cNvSpPr>
            <p:nvPr/>
          </p:nvSpPr>
          <p:spPr bwMode="auto">
            <a:xfrm flipH="1" flipV="1">
              <a:off x="4128" y="20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0" name="Line 40"/>
            <p:cNvSpPr>
              <a:spLocks noChangeShapeType="1"/>
            </p:cNvSpPr>
            <p:nvPr/>
          </p:nvSpPr>
          <p:spPr bwMode="auto">
            <a:xfrm>
              <a:off x="3172" y="23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1" name="Line 41"/>
            <p:cNvSpPr>
              <a:spLocks noChangeShapeType="1"/>
            </p:cNvSpPr>
            <p:nvPr/>
          </p:nvSpPr>
          <p:spPr bwMode="auto">
            <a:xfrm flipH="1" flipV="1">
              <a:off x="3840" y="24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2" name="Line 42"/>
            <p:cNvSpPr>
              <a:spLocks noChangeShapeType="1"/>
            </p:cNvSpPr>
            <p:nvPr/>
          </p:nvSpPr>
          <p:spPr bwMode="auto">
            <a:xfrm flipH="1">
              <a:off x="3504" y="2391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3" name="Line 43"/>
            <p:cNvSpPr>
              <a:spLocks noChangeShapeType="1"/>
            </p:cNvSpPr>
            <p:nvPr/>
          </p:nvSpPr>
          <p:spPr bwMode="auto">
            <a:xfrm>
              <a:off x="3462" y="2391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4" name="Line 44"/>
            <p:cNvSpPr>
              <a:spLocks noChangeShapeType="1"/>
            </p:cNvSpPr>
            <p:nvPr/>
          </p:nvSpPr>
          <p:spPr bwMode="auto">
            <a:xfrm flipV="1">
              <a:off x="3840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5" name="Line 45"/>
            <p:cNvSpPr>
              <a:spLocks noChangeShapeType="1"/>
            </p:cNvSpPr>
            <p:nvPr/>
          </p:nvSpPr>
          <p:spPr bwMode="auto">
            <a:xfrm flipH="1" flipV="1">
              <a:off x="3312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6" name="Line 46"/>
            <p:cNvSpPr>
              <a:spLocks noChangeShapeType="1"/>
            </p:cNvSpPr>
            <p:nvPr/>
          </p:nvSpPr>
          <p:spPr bwMode="auto">
            <a:xfrm flipH="1" flipV="1">
              <a:off x="3312" y="2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7" name="Line 47"/>
            <p:cNvSpPr>
              <a:spLocks noChangeShapeType="1"/>
            </p:cNvSpPr>
            <p:nvPr/>
          </p:nvSpPr>
          <p:spPr bwMode="auto">
            <a:xfrm flipV="1">
              <a:off x="4032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8" name="Line 48"/>
            <p:cNvSpPr>
              <a:spLocks noChangeShapeType="1"/>
            </p:cNvSpPr>
            <p:nvPr/>
          </p:nvSpPr>
          <p:spPr bwMode="auto">
            <a:xfrm flipV="1">
              <a:off x="4128" y="27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89" name="Line 49"/>
            <p:cNvSpPr>
              <a:spLocks noChangeShapeType="1"/>
            </p:cNvSpPr>
            <p:nvPr/>
          </p:nvSpPr>
          <p:spPr bwMode="auto">
            <a:xfrm flipV="1">
              <a:off x="3168" y="2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68690" name="Group 50"/>
            <p:cNvGrpSpPr>
              <a:grpSpLocks/>
            </p:cNvGrpSpPr>
            <p:nvPr/>
          </p:nvGrpSpPr>
          <p:grpSpPr bwMode="auto">
            <a:xfrm>
              <a:off x="2928" y="2504"/>
              <a:ext cx="480" cy="336"/>
              <a:chOff x="720" y="1872"/>
              <a:chExt cx="480" cy="336"/>
            </a:xfrm>
          </p:grpSpPr>
          <p:sp>
            <p:nvSpPr>
              <p:cNvPr id="68713" name="Rectangle 51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14" name="Oval 52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8691" name="Group 53"/>
            <p:cNvGrpSpPr>
              <a:grpSpLocks/>
            </p:cNvGrpSpPr>
            <p:nvPr/>
          </p:nvGrpSpPr>
          <p:grpSpPr bwMode="auto">
            <a:xfrm>
              <a:off x="2928" y="2984"/>
              <a:ext cx="480" cy="336"/>
              <a:chOff x="720" y="1872"/>
              <a:chExt cx="480" cy="336"/>
            </a:xfrm>
          </p:grpSpPr>
          <p:sp>
            <p:nvSpPr>
              <p:cNvPr id="68711" name="Rectangle 5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12" name="Oval 5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8692" name="Group 56"/>
            <p:cNvGrpSpPr>
              <a:grpSpLocks/>
            </p:cNvGrpSpPr>
            <p:nvPr/>
          </p:nvGrpSpPr>
          <p:grpSpPr bwMode="auto">
            <a:xfrm>
              <a:off x="3888" y="2984"/>
              <a:ext cx="480" cy="336"/>
              <a:chOff x="720" y="1872"/>
              <a:chExt cx="480" cy="336"/>
            </a:xfrm>
          </p:grpSpPr>
          <p:sp>
            <p:nvSpPr>
              <p:cNvPr id="68709" name="Rectangle 5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10" name="Oval 5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8693" name="Group 59"/>
            <p:cNvGrpSpPr>
              <a:grpSpLocks/>
            </p:cNvGrpSpPr>
            <p:nvPr/>
          </p:nvGrpSpPr>
          <p:grpSpPr bwMode="auto">
            <a:xfrm>
              <a:off x="3888" y="2456"/>
              <a:ext cx="480" cy="336"/>
              <a:chOff x="720" y="1872"/>
              <a:chExt cx="480" cy="336"/>
            </a:xfrm>
          </p:grpSpPr>
          <p:sp>
            <p:nvSpPr>
              <p:cNvPr id="68707" name="Rectangle 6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08" name="Oval 6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8694" name="Line 62"/>
            <p:cNvSpPr>
              <a:spLocks noChangeShapeType="1"/>
            </p:cNvSpPr>
            <p:nvPr/>
          </p:nvSpPr>
          <p:spPr bwMode="auto">
            <a:xfrm>
              <a:off x="3312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68695" name="Group 63"/>
            <p:cNvGrpSpPr>
              <a:grpSpLocks/>
            </p:cNvGrpSpPr>
            <p:nvPr/>
          </p:nvGrpSpPr>
          <p:grpSpPr bwMode="auto">
            <a:xfrm>
              <a:off x="5136" y="2448"/>
              <a:ext cx="480" cy="336"/>
              <a:chOff x="720" y="1872"/>
              <a:chExt cx="480" cy="336"/>
            </a:xfrm>
          </p:grpSpPr>
          <p:sp>
            <p:nvSpPr>
              <p:cNvPr id="68705" name="Rectangle 6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706" name="Oval 6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8696" name="Line 66"/>
            <p:cNvSpPr>
              <a:spLocks noChangeShapeType="1"/>
            </p:cNvSpPr>
            <p:nvPr/>
          </p:nvSpPr>
          <p:spPr bwMode="auto">
            <a:xfrm flipV="1">
              <a:off x="331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97" name="Line 67"/>
            <p:cNvSpPr>
              <a:spLocks noChangeShapeType="1"/>
            </p:cNvSpPr>
            <p:nvPr/>
          </p:nvSpPr>
          <p:spPr bwMode="auto">
            <a:xfrm flipV="1">
              <a:off x="403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98" name="Oval 68"/>
            <p:cNvSpPr>
              <a:spLocks noChangeArrowheads="1"/>
            </p:cNvSpPr>
            <p:nvPr/>
          </p:nvSpPr>
          <p:spPr bwMode="auto">
            <a:xfrm>
              <a:off x="393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8699" name="Oval 69"/>
            <p:cNvSpPr>
              <a:spLocks noChangeArrowheads="1"/>
            </p:cNvSpPr>
            <p:nvPr/>
          </p:nvSpPr>
          <p:spPr bwMode="auto">
            <a:xfrm>
              <a:off x="4032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8700" name="Oval 70"/>
            <p:cNvSpPr>
              <a:spLocks noChangeArrowheads="1"/>
            </p:cNvSpPr>
            <p:nvPr/>
          </p:nvSpPr>
          <p:spPr bwMode="auto">
            <a:xfrm>
              <a:off x="3600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8701" name="Oval 71"/>
            <p:cNvSpPr>
              <a:spLocks noChangeArrowheads="1"/>
            </p:cNvSpPr>
            <p:nvPr/>
          </p:nvSpPr>
          <p:spPr bwMode="auto">
            <a:xfrm>
              <a:off x="408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8702" name="Oval 72"/>
            <p:cNvSpPr>
              <a:spLocks noChangeArrowheads="1"/>
            </p:cNvSpPr>
            <p:nvPr/>
          </p:nvSpPr>
          <p:spPr bwMode="auto">
            <a:xfrm>
              <a:off x="312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8703" name="Rectangle 73"/>
            <p:cNvSpPr>
              <a:spLocks noChangeArrowheads="1"/>
            </p:cNvSpPr>
            <p:nvPr/>
          </p:nvSpPr>
          <p:spPr bwMode="auto">
            <a:xfrm>
              <a:off x="3168" y="432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68704" name="Rectangle 74"/>
            <p:cNvSpPr>
              <a:spLocks noChangeArrowheads="1"/>
            </p:cNvSpPr>
            <p:nvPr/>
          </p:nvSpPr>
          <p:spPr bwMode="auto">
            <a:xfrm>
              <a:off x="4109" y="672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</p:grpSp>
      <p:grpSp>
        <p:nvGrpSpPr>
          <p:cNvPr id="68612" name="Group 75"/>
          <p:cNvGrpSpPr>
            <a:grpSpLocks/>
          </p:cNvGrpSpPr>
          <p:nvPr/>
        </p:nvGrpSpPr>
        <p:grpSpPr bwMode="auto">
          <a:xfrm>
            <a:off x="5334000" y="2438400"/>
            <a:ext cx="3048000" cy="3276600"/>
            <a:chOff x="3360" y="1536"/>
            <a:chExt cx="1920" cy="2064"/>
          </a:xfrm>
        </p:grpSpPr>
        <p:grpSp>
          <p:nvGrpSpPr>
            <p:cNvPr id="68640" name="Group 76"/>
            <p:cNvGrpSpPr>
              <a:grpSpLocks/>
            </p:cNvGrpSpPr>
            <p:nvPr/>
          </p:nvGrpSpPr>
          <p:grpSpPr bwMode="auto">
            <a:xfrm>
              <a:off x="3360" y="1536"/>
              <a:ext cx="1920" cy="2064"/>
              <a:chOff x="3360" y="1536"/>
              <a:chExt cx="1920" cy="2064"/>
            </a:xfrm>
          </p:grpSpPr>
          <p:sp>
            <p:nvSpPr>
              <p:cNvPr id="68643" name="Line 78"/>
              <p:cNvSpPr>
                <a:spLocks noChangeShapeType="1"/>
              </p:cNvSpPr>
              <p:nvPr/>
            </p:nvSpPr>
            <p:spPr bwMode="auto">
              <a:xfrm flipH="1">
                <a:off x="4272" y="1632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644" name="Line 79"/>
              <p:cNvSpPr>
                <a:spLocks noChangeShapeType="1"/>
              </p:cNvSpPr>
              <p:nvPr/>
            </p:nvSpPr>
            <p:spPr bwMode="auto">
              <a:xfrm flipV="1">
                <a:off x="4272" y="15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645" name="Line 80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646" name="Line 81"/>
              <p:cNvSpPr>
                <a:spLocks noChangeShapeType="1"/>
              </p:cNvSpPr>
              <p:nvPr/>
            </p:nvSpPr>
            <p:spPr bwMode="auto">
              <a:xfrm flipH="1">
                <a:off x="3360" y="3600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647" name="Line 82"/>
              <p:cNvSpPr>
                <a:spLocks noChangeShapeType="1"/>
              </p:cNvSpPr>
              <p:nvPr/>
            </p:nvSpPr>
            <p:spPr bwMode="auto">
              <a:xfrm flipV="1">
                <a:off x="3360" y="331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648" name="Line 83"/>
              <p:cNvSpPr>
                <a:spLocks noChangeShapeType="1"/>
              </p:cNvSpPr>
              <p:nvPr/>
            </p:nvSpPr>
            <p:spPr bwMode="auto">
              <a:xfrm flipH="1">
                <a:off x="4272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649" name="Line 84"/>
              <p:cNvSpPr>
                <a:spLocks noChangeShapeType="1"/>
              </p:cNvSpPr>
              <p:nvPr/>
            </p:nvSpPr>
            <p:spPr bwMode="auto">
              <a:xfrm>
                <a:off x="4272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650" name="Oval 85"/>
              <p:cNvSpPr>
                <a:spLocks noChangeArrowheads="1"/>
              </p:cNvSpPr>
              <p:nvPr/>
            </p:nvSpPr>
            <p:spPr bwMode="auto">
              <a:xfrm>
                <a:off x="4512" y="283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8641" name="Oval 86"/>
            <p:cNvSpPr>
              <a:spLocks noChangeArrowheads="1"/>
            </p:cNvSpPr>
            <p:nvPr/>
          </p:nvSpPr>
          <p:spPr bwMode="auto">
            <a:xfrm>
              <a:off x="4512" y="15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531543" name="Rectangle 8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1544" name="Rectangle 88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lang="zh-CN" altLang="en-US" sz="2400" dirty="0">
              <a:latin typeface="Georgia" panose="02040502050405020303" pitchFamily="18" charset="0"/>
            </a:endParaRPr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68615" name="Group 89"/>
          <p:cNvGrpSpPr>
            <a:grpSpLocks/>
          </p:cNvGrpSpPr>
          <p:nvPr/>
        </p:nvGrpSpPr>
        <p:grpSpPr bwMode="auto">
          <a:xfrm>
            <a:off x="3048000" y="2438400"/>
            <a:ext cx="3276600" cy="2971800"/>
            <a:chOff x="1920" y="1536"/>
            <a:chExt cx="2064" cy="1872"/>
          </a:xfrm>
        </p:grpSpPr>
        <p:sp>
          <p:nvSpPr>
            <p:cNvPr id="68631" name="Line 91"/>
            <p:cNvSpPr>
              <a:spLocks noChangeShapeType="1"/>
            </p:cNvSpPr>
            <p:nvPr/>
          </p:nvSpPr>
          <p:spPr bwMode="auto">
            <a:xfrm>
              <a:off x="3072" y="153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32" name="Line 92"/>
            <p:cNvSpPr>
              <a:spLocks noChangeShapeType="1"/>
            </p:cNvSpPr>
            <p:nvPr/>
          </p:nvSpPr>
          <p:spPr bwMode="auto">
            <a:xfrm flipH="1">
              <a:off x="1920" y="163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33" name="Line 93"/>
            <p:cNvSpPr>
              <a:spLocks noChangeShapeType="1"/>
            </p:cNvSpPr>
            <p:nvPr/>
          </p:nvSpPr>
          <p:spPr bwMode="auto">
            <a:xfrm>
              <a:off x="2640" y="1680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34" name="Line 94"/>
            <p:cNvSpPr>
              <a:spLocks noChangeShapeType="1"/>
            </p:cNvSpPr>
            <p:nvPr/>
          </p:nvSpPr>
          <p:spPr bwMode="auto">
            <a:xfrm>
              <a:off x="2640" y="3408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35" name="Line 95"/>
            <p:cNvSpPr>
              <a:spLocks noChangeShapeType="1"/>
            </p:cNvSpPr>
            <p:nvPr/>
          </p:nvSpPr>
          <p:spPr bwMode="auto">
            <a:xfrm flipV="1">
              <a:off x="398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36" name="Line 96"/>
            <p:cNvSpPr>
              <a:spLocks noChangeShapeType="1"/>
            </p:cNvSpPr>
            <p:nvPr/>
          </p:nvSpPr>
          <p:spPr bwMode="auto">
            <a:xfrm flipH="1">
              <a:off x="2640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37" name="Oval 97"/>
            <p:cNvSpPr>
              <a:spLocks noChangeArrowheads="1"/>
            </p:cNvSpPr>
            <p:nvPr/>
          </p:nvSpPr>
          <p:spPr bwMode="auto">
            <a:xfrm>
              <a:off x="2592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8638" name="Oval 98"/>
            <p:cNvSpPr>
              <a:spLocks noChangeArrowheads="1"/>
            </p:cNvSpPr>
            <p:nvPr/>
          </p:nvSpPr>
          <p:spPr bwMode="auto">
            <a:xfrm>
              <a:off x="2592" y="15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68639" name="Line 99"/>
            <p:cNvSpPr>
              <a:spLocks noChangeShapeType="1"/>
            </p:cNvSpPr>
            <p:nvPr/>
          </p:nvSpPr>
          <p:spPr bwMode="auto">
            <a:xfrm>
              <a:off x="3024" y="283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531556" name="Group 100"/>
          <p:cNvGrpSpPr>
            <a:grpSpLocks/>
          </p:cNvGrpSpPr>
          <p:nvPr/>
        </p:nvGrpSpPr>
        <p:grpSpPr bwMode="auto">
          <a:xfrm>
            <a:off x="3733800" y="1676400"/>
            <a:ext cx="3124200" cy="4191000"/>
            <a:chOff x="2352" y="1056"/>
            <a:chExt cx="1968" cy="2640"/>
          </a:xfrm>
        </p:grpSpPr>
        <p:sp>
          <p:nvSpPr>
            <p:cNvPr id="68626" name="Line 101"/>
            <p:cNvSpPr>
              <a:spLocks noChangeShapeType="1"/>
            </p:cNvSpPr>
            <p:nvPr/>
          </p:nvSpPr>
          <p:spPr bwMode="auto">
            <a:xfrm flipH="1">
              <a:off x="2352" y="1056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27" name="Line 102"/>
            <p:cNvSpPr>
              <a:spLocks noChangeShapeType="1"/>
            </p:cNvSpPr>
            <p:nvPr/>
          </p:nvSpPr>
          <p:spPr bwMode="auto">
            <a:xfrm>
              <a:off x="2352" y="1056"/>
              <a:ext cx="0" cy="26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28" name="Line 103"/>
            <p:cNvSpPr>
              <a:spLocks noChangeShapeType="1"/>
            </p:cNvSpPr>
            <p:nvPr/>
          </p:nvSpPr>
          <p:spPr bwMode="auto">
            <a:xfrm>
              <a:off x="2352" y="3696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29" name="Line 104"/>
            <p:cNvSpPr>
              <a:spLocks noChangeShapeType="1"/>
            </p:cNvSpPr>
            <p:nvPr/>
          </p:nvSpPr>
          <p:spPr bwMode="auto">
            <a:xfrm flipV="1">
              <a:off x="4320" y="331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531561" name="Group 105"/>
          <p:cNvGrpSpPr>
            <a:grpSpLocks/>
          </p:cNvGrpSpPr>
          <p:nvPr/>
        </p:nvGrpSpPr>
        <p:grpSpPr bwMode="auto">
          <a:xfrm>
            <a:off x="4800600" y="1676400"/>
            <a:ext cx="2819400" cy="4419600"/>
            <a:chOff x="3024" y="1056"/>
            <a:chExt cx="1776" cy="2784"/>
          </a:xfrm>
        </p:grpSpPr>
        <p:sp>
          <p:nvSpPr>
            <p:cNvPr id="68622" name="Line 106"/>
            <p:cNvSpPr>
              <a:spLocks noChangeShapeType="1"/>
            </p:cNvSpPr>
            <p:nvPr/>
          </p:nvSpPr>
          <p:spPr bwMode="auto">
            <a:xfrm>
              <a:off x="4176" y="1056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23" name="Line 107"/>
            <p:cNvSpPr>
              <a:spLocks noChangeShapeType="1"/>
            </p:cNvSpPr>
            <p:nvPr/>
          </p:nvSpPr>
          <p:spPr bwMode="auto">
            <a:xfrm>
              <a:off x="4800" y="1056"/>
              <a:ext cx="0" cy="27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24" name="Line 108"/>
            <p:cNvSpPr>
              <a:spLocks noChangeShapeType="1"/>
            </p:cNvSpPr>
            <p:nvPr/>
          </p:nvSpPr>
          <p:spPr bwMode="auto">
            <a:xfrm flipH="1">
              <a:off x="3024" y="3840"/>
              <a:ext cx="17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8625" name="Line 109"/>
            <p:cNvSpPr>
              <a:spLocks noChangeShapeType="1"/>
            </p:cNvSpPr>
            <p:nvPr/>
          </p:nvSpPr>
          <p:spPr bwMode="auto">
            <a:xfrm flipV="1">
              <a:off x="3024" y="3312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531566" name="Text Box 110"/>
          <p:cNvSpPr txBox="1">
            <a:spLocks noChangeArrowheads="1"/>
          </p:cNvSpPr>
          <p:nvPr/>
        </p:nvSpPr>
        <p:spPr bwMode="auto">
          <a:xfrm>
            <a:off x="609600" y="2819400"/>
            <a:ext cx="236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將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和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非饋接到輸入。</a:t>
            </a:r>
          </a:p>
        </p:txBody>
      </p:sp>
      <p:grpSp>
        <p:nvGrpSpPr>
          <p:cNvPr id="531567" name="Group 111"/>
          <p:cNvGrpSpPr>
            <a:grpSpLocks/>
          </p:cNvGrpSpPr>
          <p:nvPr/>
        </p:nvGrpSpPr>
        <p:grpSpPr bwMode="auto">
          <a:xfrm>
            <a:off x="228600" y="3962401"/>
            <a:ext cx="3313113" cy="2124076"/>
            <a:chOff x="144" y="2496"/>
            <a:chExt cx="2087" cy="1338"/>
          </a:xfrm>
        </p:grpSpPr>
        <p:sp>
          <p:nvSpPr>
            <p:cNvPr id="531568" name="Text Box 112"/>
            <p:cNvSpPr txBox="1">
              <a:spLocks noChangeArrowheads="1"/>
            </p:cNvSpPr>
            <p:nvPr/>
          </p:nvSpPr>
          <p:spPr bwMode="auto">
            <a:xfrm>
              <a:off x="144" y="2496"/>
              <a:ext cx="2087" cy="1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在正脈衝期間，主觸發器接收是</a:t>
              </a:r>
              <a:r>
                <a:rPr lang="en-US" altLang="zh-CN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JQ, KQ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；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負脈衝期間，主觸發器狀態打入從觸發器。又稱“脈衝觸發器”。</a:t>
              </a:r>
            </a:p>
          </p:txBody>
        </p:sp>
        <p:sp>
          <p:nvSpPr>
            <p:cNvPr id="68621" name="Line 113"/>
            <p:cNvSpPr>
              <a:spLocks noChangeShapeType="1"/>
            </p:cNvSpPr>
            <p:nvPr/>
          </p:nvSpPr>
          <p:spPr bwMode="auto">
            <a:xfrm flipH="1">
              <a:off x="1104" y="278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2" name="Text Box 55">
            <a:extLst>
              <a:ext uri="{FF2B5EF4-FFF2-40B4-BE49-F238E27FC236}">
                <a16:creationId xmlns:a16="http://schemas.microsoft.com/office/drawing/2014/main" id="{B78233A3-4C0A-2AFE-F272-FBE4DF1D7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540" y="2129889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sp>
        <p:nvSpPr>
          <p:cNvPr id="3" name="Text Box 55">
            <a:extLst>
              <a:ext uri="{FF2B5EF4-FFF2-40B4-BE49-F238E27FC236}">
                <a16:creationId xmlns:a16="http://schemas.microsoft.com/office/drawing/2014/main" id="{ED1D7243-CDA0-520E-1BAA-EC5BEB73B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6481" y="2062851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6023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3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56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E90E90-8571-482D-99A1-17F0784C7406}" type="slidenum">
              <a:rPr lang="en-US" altLang="zh-CN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grpSp>
        <p:nvGrpSpPr>
          <p:cNvPr id="625915" name="Group 251"/>
          <p:cNvGrpSpPr>
            <a:grpSpLocks/>
          </p:cNvGrpSpPr>
          <p:nvPr/>
        </p:nvGrpSpPr>
        <p:grpSpPr bwMode="auto">
          <a:xfrm>
            <a:off x="5249494" y="822325"/>
            <a:ext cx="3674411" cy="5811838"/>
            <a:chOff x="3264" y="566"/>
            <a:chExt cx="2448" cy="3661"/>
          </a:xfrm>
        </p:grpSpPr>
        <p:sp>
          <p:nvSpPr>
            <p:cNvPr id="70767" name="Line 40"/>
            <p:cNvSpPr>
              <a:spLocks noChangeShapeType="1"/>
            </p:cNvSpPr>
            <p:nvPr/>
          </p:nvSpPr>
          <p:spPr bwMode="auto">
            <a:xfrm flipV="1">
              <a:off x="364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68" name="Line 41"/>
            <p:cNvSpPr>
              <a:spLocks noChangeShapeType="1"/>
            </p:cNvSpPr>
            <p:nvPr/>
          </p:nvSpPr>
          <p:spPr bwMode="auto">
            <a:xfrm flipH="1" flipV="1">
              <a:off x="460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69" name="Line 42"/>
            <p:cNvSpPr>
              <a:spLocks noChangeShapeType="1"/>
            </p:cNvSpPr>
            <p:nvPr/>
          </p:nvSpPr>
          <p:spPr bwMode="auto">
            <a:xfrm>
              <a:off x="3652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0" name="Line 43"/>
            <p:cNvSpPr>
              <a:spLocks noChangeShapeType="1"/>
            </p:cNvSpPr>
            <p:nvPr/>
          </p:nvSpPr>
          <p:spPr bwMode="auto">
            <a:xfrm flipH="1">
              <a:off x="4314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1" name="Line 44"/>
            <p:cNvSpPr>
              <a:spLocks noChangeShapeType="1"/>
            </p:cNvSpPr>
            <p:nvPr/>
          </p:nvSpPr>
          <p:spPr bwMode="auto">
            <a:xfrm flipH="1">
              <a:off x="3984" y="1056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2" name="Line 45"/>
            <p:cNvSpPr>
              <a:spLocks noChangeShapeType="1"/>
            </p:cNvSpPr>
            <p:nvPr/>
          </p:nvSpPr>
          <p:spPr bwMode="auto">
            <a:xfrm>
              <a:off x="3942" y="1039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3" name="Line 46"/>
            <p:cNvSpPr>
              <a:spLocks noChangeShapeType="1"/>
            </p:cNvSpPr>
            <p:nvPr/>
          </p:nvSpPr>
          <p:spPr bwMode="auto">
            <a:xfrm flipV="1">
              <a:off x="4320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4" name="Line 47"/>
            <p:cNvSpPr>
              <a:spLocks noChangeShapeType="1"/>
            </p:cNvSpPr>
            <p:nvPr/>
          </p:nvSpPr>
          <p:spPr bwMode="auto">
            <a:xfrm flipH="1" flipV="1">
              <a:off x="3792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5" name="Line 48"/>
            <p:cNvSpPr>
              <a:spLocks noChangeShapeType="1"/>
            </p:cNvSpPr>
            <p:nvPr/>
          </p:nvSpPr>
          <p:spPr bwMode="auto">
            <a:xfrm>
              <a:off x="3792" y="2256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6" name="Line 49"/>
            <p:cNvSpPr>
              <a:spLocks noChangeShapeType="1"/>
            </p:cNvSpPr>
            <p:nvPr/>
          </p:nvSpPr>
          <p:spPr bwMode="auto">
            <a:xfrm>
              <a:off x="446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7" name="Line 50"/>
            <p:cNvSpPr>
              <a:spLocks noChangeShapeType="1"/>
            </p:cNvSpPr>
            <p:nvPr/>
          </p:nvSpPr>
          <p:spPr bwMode="auto">
            <a:xfrm flipV="1">
              <a:off x="460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8" name="Line 51"/>
            <p:cNvSpPr>
              <a:spLocks noChangeShapeType="1"/>
            </p:cNvSpPr>
            <p:nvPr/>
          </p:nvSpPr>
          <p:spPr bwMode="auto">
            <a:xfrm flipV="1">
              <a:off x="364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79" name="Line 52"/>
            <p:cNvSpPr>
              <a:spLocks noChangeShapeType="1"/>
            </p:cNvSpPr>
            <p:nvPr/>
          </p:nvSpPr>
          <p:spPr bwMode="auto">
            <a:xfrm>
              <a:off x="3648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0" name="Line 53"/>
            <p:cNvSpPr>
              <a:spLocks noChangeShapeType="1"/>
            </p:cNvSpPr>
            <p:nvPr/>
          </p:nvSpPr>
          <p:spPr bwMode="auto">
            <a:xfrm>
              <a:off x="4656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1" name="Line 54"/>
            <p:cNvSpPr>
              <a:spLocks noChangeShapeType="1"/>
            </p:cNvSpPr>
            <p:nvPr/>
          </p:nvSpPr>
          <p:spPr bwMode="auto">
            <a:xfrm>
              <a:off x="374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2" name="Line 55"/>
            <p:cNvSpPr>
              <a:spLocks noChangeShapeType="1"/>
            </p:cNvSpPr>
            <p:nvPr/>
          </p:nvSpPr>
          <p:spPr bwMode="auto">
            <a:xfrm>
              <a:off x="3744" y="350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3" name="Line 56"/>
            <p:cNvSpPr>
              <a:spLocks noChangeShapeType="1"/>
            </p:cNvSpPr>
            <p:nvPr/>
          </p:nvSpPr>
          <p:spPr bwMode="auto">
            <a:xfrm>
              <a:off x="456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4" name="Line 57"/>
            <p:cNvSpPr>
              <a:spLocks noChangeShapeType="1"/>
            </p:cNvSpPr>
            <p:nvPr/>
          </p:nvSpPr>
          <p:spPr bwMode="auto">
            <a:xfrm flipH="1">
              <a:off x="5472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5" name="Line 58"/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6" name="Line 59"/>
            <p:cNvSpPr>
              <a:spLocks noChangeShapeType="1"/>
            </p:cNvSpPr>
            <p:nvPr/>
          </p:nvSpPr>
          <p:spPr bwMode="auto">
            <a:xfrm>
              <a:off x="4128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87" name="Text Box 60"/>
            <p:cNvSpPr txBox="1">
              <a:spLocks noChangeArrowheads="1"/>
            </p:cNvSpPr>
            <p:nvPr/>
          </p:nvSpPr>
          <p:spPr bwMode="auto">
            <a:xfrm>
              <a:off x="3984" y="3936"/>
              <a:ext cx="37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  <p:sp>
          <p:nvSpPr>
            <p:cNvPr id="70788" name="Text Box 61"/>
            <p:cNvSpPr txBox="1">
              <a:spLocks noChangeArrowheads="1"/>
            </p:cNvSpPr>
            <p:nvPr/>
          </p:nvSpPr>
          <p:spPr bwMode="auto">
            <a:xfrm>
              <a:off x="3504" y="3936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  <p:sp>
          <p:nvSpPr>
            <p:cNvPr id="70789" name="Text Box 62"/>
            <p:cNvSpPr txBox="1">
              <a:spLocks noChangeArrowheads="1"/>
            </p:cNvSpPr>
            <p:nvPr/>
          </p:nvSpPr>
          <p:spPr bwMode="auto">
            <a:xfrm>
              <a:off x="4560" y="3936"/>
              <a:ext cx="2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  <p:grpSp>
          <p:nvGrpSpPr>
            <p:cNvPr id="70790" name="Group 63"/>
            <p:cNvGrpSpPr>
              <a:grpSpLocks/>
            </p:cNvGrpSpPr>
            <p:nvPr/>
          </p:nvGrpSpPr>
          <p:grpSpPr bwMode="auto">
            <a:xfrm>
              <a:off x="3408" y="1200"/>
              <a:ext cx="480" cy="336"/>
              <a:chOff x="720" y="1872"/>
              <a:chExt cx="480" cy="336"/>
            </a:xfrm>
          </p:grpSpPr>
          <p:sp>
            <p:nvSpPr>
              <p:cNvPr id="70845" name="Rectangle 6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46" name="Oval 6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791" name="Group 66"/>
            <p:cNvGrpSpPr>
              <a:grpSpLocks/>
            </p:cNvGrpSpPr>
            <p:nvPr/>
          </p:nvGrpSpPr>
          <p:grpSpPr bwMode="auto">
            <a:xfrm>
              <a:off x="3408" y="1728"/>
              <a:ext cx="480" cy="336"/>
              <a:chOff x="720" y="1872"/>
              <a:chExt cx="480" cy="336"/>
            </a:xfrm>
          </p:grpSpPr>
          <p:sp>
            <p:nvSpPr>
              <p:cNvPr id="70843" name="Rectangle 6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44" name="Oval 6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792" name="Group 69"/>
            <p:cNvGrpSpPr>
              <a:grpSpLocks/>
            </p:cNvGrpSpPr>
            <p:nvPr/>
          </p:nvGrpSpPr>
          <p:grpSpPr bwMode="auto">
            <a:xfrm>
              <a:off x="4368" y="1728"/>
              <a:ext cx="480" cy="336"/>
              <a:chOff x="720" y="1872"/>
              <a:chExt cx="480" cy="336"/>
            </a:xfrm>
          </p:grpSpPr>
          <p:sp>
            <p:nvSpPr>
              <p:cNvPr id="70841" name="Rectangle 7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42" name="Oval 7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793" name="Group 72"/>
            <p:cNvGrpSpPr>
              <a:grpSpLocks/>
            </p:cNvGrpSpPr>
            <p:nvPr/>
          </p:nvGrpSpPr>
          <p:grpSpPr bwMode="auto">
            <a:xfrm>
              <a:off x="4368" y="1200"/>
              <a:ext cx="480" cy="336"/>
              <a:chOff x="720" y="1872"/>
              <a:chExt cx="480" cy="336"/>
            </a:xfrm>
          </p:grpSpPr>
          <p:sp>
            <p:nvSpPr>
              <p:cNvPr id="70839" name="Rectangle 7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40" name="Oval 7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0794" name="Line 75"/>
            <p:cNvSpPr>
              <a:spLocks noChangeShapeType="1"/>
            </p:cNvSpPr>
            <p:nvPr/>
          </p:nvSpPr>
          <p:spPr bwMode="auto">
            <a:xfrm flipV="1">
              <a:off x="3648" y="2064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95" name="Line 76"/>
            <p:cNvSpPr>
              <a:spLocks noChangeShapeType="1"/>
            </p:cNvSpPr>
            <p:nvPr/>
          </p:nvSpPr>
          <p:spPr bwMode="auto">
            <a:xfrm flipH="1" flipV="1">
              <a:off x="4608" y="20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96" name="Line 77"/>
            <p:cNvSpPr>
              <a:spLocks noChangeShapeType="1"/>
            </p:cNvSpPr>
            <p:nvPr/>
          </p:nvSpPr>
          <p:spPr bwMode="auto">
            <a:xfrm>
              <a:off x="3652" y="23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97" name="Line 78"/>
            <p:cNvSpPr>
              <a:spLocks noChangeShapeType="1"/>
            </p:cNvSpPr>
            <p:nvPr/>
          </p:nvSpPr>
          <p:spPr bwMode="auto">
            <a:xfrm flipH="1" flipV="1">
              <a:off x="4320" y="24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98" name="Line 79"/>
            <p:cNvSpPr>
              <a:spLocks noChangeShapeType="1"/>
            </p:cNvSpPr>
            <p:nvPr/>
          </p:nvSpPr>
          <p:spPr bwMode="auto">
            <a:xfrm flipH="1">
              <a:off x="3984" y="2391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99" name="Line 80"/>
            <p:cNvSpPr>
              <a:spLocks noChangeShapeType="1"/>
            </p:cNvSpPr>
            <p:nvPr/>
          </p:nvSpPr>
          <p:spPr bwMode="auto">
            <a:xfrm>
              <a:off x="3942" y="2391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00" name="Line 81"/>
            <p:cNvSpPr>
              <a:spLocks noChangeShapeType="1"/>
            </p:cNvSpPr>
            <p:nvPr/>
          </p:nvSpPr>
          <p:spPr bwMode="auto">
            <a:xfrm flipV="1">
              <a:off x="4320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01" name="Line 82"/>
            <p:cNvSpPr>
              <a:spLocks noChangeShapeType="1"/>
            </p:cNvSpPr>
            <p:nvPr/>
          </p:nvSpPr>
          <p:spPr bwMode="auto">
            <a:xfrm flipH="1" flipV="1">
              <a:off x="3792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02" name="Line 83"/>
            <p:cNvSpPr>
              <a:spLocks noChangeShapeType="1"/>
            </p:cNvSpPr>
            <p:nvPr/>
          </p:nvSpPr>
          <p:spPr bwMode="auto">
            <a:xfrm flipH="1" flipV="1">
              <a:off x="3792" y="2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03" name="Line 84"/>
            <p:cNvSpPr>
              <a:spLocks noChangeShapeType="1"/>
            </p:cNvSpPr>
            <p:nvPr/>
          </p:nvSpPr>
          <p:spPr bwMode="auto">
            <a:xfrm flipV="1">
              <a:off x="4512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04" name="Line 85"/>
            <p:cNvSpPr>
              <a:spLocks noChangeShapeType="1"/>
            </p:cNvSpPr>
            <p:nvPr/>
          </p:nvSpPr>
          <p:spPr bwMode="auto">
            <a:xfrm flipV="1">
              <a:off x="4608" y="27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05" name="Line 86"/>
            <p:cNvSpPr>
              <a:spLocks noChangeShapeType="1"/>
            </p:cNvSpPr>
            <p:nvPr/>
          </p:nvSpPr>
          <p:spPr bwMode="auto">
            <a:xfrm flipV="1">
              <a:off x="3648" y="2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0806" name="Group 87"/>
            <p:cNvGrpSpPr>
              <a:grpSpLocks/>
            </p:cNvGrpSpPr>
            <p:nvPr/>
          </p:nvGrpSpPr>
          <p:grpSpPr bwMode="auto">
            <a:xfrm>
              <a:off x="3408" y="2504"/>
              <a:ext cx="480" cy="336"/>
              <a:chOff x="720" y="1872"/>
              <a:chExt cx="480" cy="336"/>
            </a:xfrm>
          </p:grpSpPr>
          <p:sp>
            <p:nvSpPr>
              <p:cNvPr id="70837" name="Rectangle 88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38" name="Oval 89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807" name="Group 90"/>
            <p:cNvGrpSpPr>
              <a:grpSpLocks/>
            </p:cNvGrpSpPr>
            <p:nvPr/>
          </p:nvGrpSpPr>
          <p:grpSpPr bwMode="auto">
            <a:xfrm>
              <a:off x="3408" y="2984"/>
              <a:ext cx="480" cy="336"/>
              <a:chOff x="720" y="1872"/>
              <a:chExt cx="480" cy="336"/>
            </a:xfrm>
          </p:grpSpPr>
          <p:sp>
            <p:nvSpPr>
              <p:cNvPr id="70835" name="Rectangle 91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36" name="Oval 92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808" name="Group 93"/>
            <p:cNvGrpSpPr>
              <a:grpSpLocks/>
            </p:cNvGrpSpPr>
            <p:nvPr/>
          </p:nvGrpSpPr>
          <p:grpSpPr bwMode="auto">
            <a:xfrm>
              <a:off x="4368" y="2984"/>
              <a:ext cx="480" cy="336"/>
              <a:chOff x="720" y="1872"/>
              <a:chExt cx="480" cy="336"/>
            </a:xfrm>
          </p:grpSpPr>
          <p:sp>
            <p:nvSpPr>
              <p:cNvPr id="70833" name="Rectangle 9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34" name="Oval 9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809" name="Group 96"/>
            <p:cNvGrpSpPr>
              <a:grpSpLocks/>
            </p:cNvGrpSpPr>
            <p:nvPr/>
          </p:nvGrpSpPr>
          <p:grpSpPr bwMode="auto">
            <a:xfrm>
              <a:off x="4368" y="2456"/>
              <a:ext cx="480" cy="336"/>
              <a:chOff x="720" y="1872"/>
              <a:chExt cx="480" cy="336"/>
            </a:xfrm>
          </p:grpSpPr>
          <p:sp>
            <p:nvSpPr>
              <p:cNvPr id="70831" name="Rectangle 9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32" name="Oval 9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0810" name="Line 99"/>
            <p:cNvSpPr>
              <a:spLocks noChangeShapeType="1"/>
            </p:cNvSpPr>
            <p:nvPr/>
          </p:nvSpPr>
          <p:spPr bwMode="auto">
            <a:xfrm>
              <a:off x="3792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0811" name="Group 100"/>
            <p:cNvGrpSpPr>
              <a:grpSpLocks/>
            </p:cNvGrpSpPr>
            <p:nvPr/>
          </p:nvGrpSpPr>
          <p:grpSpPr bwMode="auto">
            <a:xfrm>
              <a:off x="5232" y="2448"/>
              <a:ext cx="480" cy="336"/>
              <a:chOff x="720" y="1872"/>
              <a:chExt cx="480" cy="336"/>
            </a:xfrm>
          </p:grpSpPr>
          <p:sp>
            <p:nvSpPr>
              <p:cNvPr id="70829" name="Rectangle 101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830" name="Oval 102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0812" name="Line 103"/>
            <p:cNvSpPr>
              <a:spLocks noChangeShapeType="1"/>
            </p:cNvSpPr>
            <p:nvPr/>
          </p:nvSpPr>
          <p:spPr bwMode="auto">
            <a:xfrm flipV="1">
              <a:off x="379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13" name="Line 104"/>
            <p:cNvSpPr>
              <a:spLocks noChangeShapeType="1"/>
            </p:cNvSpPr>
            <p:nvPr/>
          </p:nvSpPr>
          <p:spPr bwMode="auto">
            <a:xfrm flipV="1">
              <a:off x="451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14" name="Oval 105"/>
            <p:cNvSpPr>
              <a:spLocks noChangeArrowheads="1"/>
            </p:cNvSpPr>
            <p:nvPr/>
          </p:nvSpPr>
          <p:spPr bwMode="auto">
            <a:xfrm>
              <a:off x="441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815" name="Oval 106"/>
            <p:cNvSpPr>
              <a:spLocks noChangeArrowheads="1"/>
            </p:cNvSpPr>
            <p:nvPr/>
          </p:nvSpPr>
          <p:spPr bwMode="auto">
            <a:xfrm>
              <a:off x="4512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816" name="Oval 107"/>
            <p:cNvSpPr>
              <a:spLocks noChangeArrowheads="1"/>
            </p:cNvSpPr>
            <p:nvPr/>
          </p:nvSpPr>
          <p:spPr bwMode="auto">
            <a:xfrm>
              <a:off x="4080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817" name="Oval 108"/>
            <p:cNvSpPr>
              <a:spLocks noChangeArrowheads="1"/>
            </p:cNvSpPr>
            <p:nvPr/>
          </p:nvSpPr>
          <p:spPr bwMode="auto">
            <a:xfrm>
              <a:off x="456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818" name="Oval 109"/>
            <p:cNvSpPr>
              <a:spLocks noChangeArrowheads="1"/>
            </p:cNvSpPr>
            <p:nvPr/>
          </p:nvSpPr>
          <p:spPr bwMode="auto">
            <a:xfrm>
              <a:off x="360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819" name="Rectangle 110"/>
            <p:cNvSpPr>
              <a:spLocks noChangeArrowheads="1"/>
            </p:cNvSpPr>
            <p:nvPr/>
          </p:nvSpPr>
          <p:spPr bwMode="auto">
            <a:xfrm>
              <a:off x="3395" y="566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70820" name="Rectangle 111"/>
            <p:cNvSpPr>
              <a:spLocks noChangeArrowheads="1"/>
            </p:cNvSpPr>
            <p:nvPr/>
          </p:nvSpPr>
          <p:spPr bwMode="auto">
            <a:xfrm>
              <a:off x="4603" y="764"/>
              <a:ext cx="2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70821" name="Line 136"/>
            <p:cNvSpPr>
              <a:spLocks noChangeShapeType="1"/>
            </p:cNvSpPr>
            <p:nvPr/>
          </p:nvSpPr>
          <p:spPr bwMode="auto">
            <a:xfrm flipH="1">
              <a:off x="3264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22" name="Line 137"/>
            <p:cNvSpPr>
              <a:spLocks noChangeShapeType="1"/>
            </p:cNvSpPr>
            <p:nvPr/>
          </p:nvSpPr>
          <p:spPr bwMode="auto">
            <a:xfrm>
              <a:off x="3264" y="1056"/>
              <a:ext cx="0" cy="26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23" name="Line 138"/>
            <p:cNvSpPr>
              <a:spLocks noChangeShapeType="1"/>
            </p:cNvSpPr>
            <p:nvPr/>
          </p:nvSpPr>
          <p:spPr bwMode="auto">
            <a:xfrm>
              <a:off x="3264" y="369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24" name="Line 139"/>
            <p:cNvSpPr>
              <a:spLocks noChangeShapeType="1"/>
            </p:cNvSpPr>
            <p:nvPr/>
          </p:nvSpPr>
          <p:spPr bwMode="auto">
            <a:xfrm flipV="1">
              <a:off x="4800" y="33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25" name="Line 141"/>
            <p:cNvSpPr>
              <a:spLocks noChangeShapeType="1"/>
            </p:cNvSpPr>
            <p:nvPr/>
          </p:nvSpPr>
          <p:spPr bwMode="auto">
            <a:xfrm>
              <a:off x="4656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26" name="Line 142"/>
            <p:cNvSpPr>
              <a:spLocks noChangeShapeType="1"/>
            </p:cNvSpPr>
            <p:nvPr/>
          </p:nvSpPr>
          <p:spPr bwMode="auto">
            <a:xfrm>
              <a:off x="5040" y="1056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27" name="Line 143"/>
            <p:cNvSpPr>
              <a:spLocks noChangeShapeType="1"/>
            </p:cNvSpPr>
            <p:nvPr/>
          </p:nvSpPr>
          <p:spPr bwMode="auto">
            <a:xfrm flipH="1">
              <a:off x="3552" y="3840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828" name="Line 144"/>
            <p:cNvSpPr>
              <a:spLocks noChangeShapeType="1"/>
            </p:cNvSpPr>
            <p:nvPr/>
          </p:nvSpPr>
          <p:spPr bwMode="auto">
            <a:xfrm flipV="1">
              <a:off x="3552" y="331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70661" name="Group 389"/>
          <p:cNvGrpSpPr>
            <a:grpSpLocks/>
          </p:cNvGrpSpPr>
          <p:nvPr/>
        </p:nvGrpSpPr>
        <p:grpSpPr bwMode="auto">
          <a:xfrm>
            <a:off x="145796" y="811213"/>
            <a:ext cx="4267200" cy="5818188"/>
            <a:chOff x="0" y="511"/>
            <a:chExt cx="2688" cy="3665"/>
          </a:xfrm>
        </p:grpSpPr>
        <p:sp>
          <p:nvSpPr>
            <p:cNvPr id="70667" name="Line 286"/>
            <p:cNvSpPr>
              <a:spLocks noChangeShapeType="1"/>
            </p:cNvSpPr>
            <p:nvPr/>
          </p:nvSpPr>
          <p:spPr bwMode="auto">
            <a:xfrm flipV="1">
              <a:off x="720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68" name="Line 287"/>
            <p:cNvSpPr>
              <a:spLocks noChangeShapeType="1"/>
            </p:cNvSpPr>
            <p:nvPr/>
          </p:nvSpPr>
          <p:spPr bwMode="auto">
            <a:xfrm flipH="1" flipV="1">
              <a:off x="1680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69" name="Line 288"/>
            <p:cNvSpPr>
              <a:spLocks noChangeShapeType="1"/>
            </p:cNvSpPr>
            <p:nvPr/>
          </p:nvSpPr>
          <p:spPr bwMode="auto">
            <a:xfrm>
              <a:off x="724" y="9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0" name="Line 289"/>
            <p:cNvSpPr>
              <a:spLocks noChangeShapeType="1"/>
            </p:cNvSpPr>
            <p:nvPr/>
          </p:nvSpPr>
          <p:spPr bwMode="auto">
            <a:xfrm flipH="1">
              <a:off x="1386" y="9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1" name="Line 290"/>
            <p:cNvSpPr>
              <a:spLocks noChangeShapeType="1"/>
            </p:cNvSpPr>
            <p:nvPr/>
          </p:nvSpPr>
          <p:spPr bwMode="auto">
            <a:xfrm flipH="1">
              <a:off x="1056" y="1008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2" name="Line 291"/>
            <p:cNvSpPr>
              <a:spLocks noChangeShapeType="1"/>
            </p:cNvSpPr>
            <p:nvPr/>
          </p:nvSpPr>
          <p:spPr bwMode="auto">
            <a:xfrm>
              <a:off x="1014" y="991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3" name="Line 292"/>
            <p:cNvSpPr>
              <a:spLocks noChangeShapeType="1"/>
            </p:cNvSpPr>
            <p:nvPr/>
          </p:nvSpPr>
          <p:spPr bwMode="auto">
            <a:xfrm flipV="1">
              <a:off x="1392" y="168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4" name="Line 293"/>
            <p:cNvSpPr>
              <a:spLocks noChangeShapeType="1"/>
            </p:cNvSpPr>
            <p:nvPr/>
          </p:nvSpPr>
          <p:spPr bwMode="auto">
            <a:xfrm flipH="1" flipV="1">
              <a:off x="864" y="168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5" name="Line 294"/>
            <p:cNvSpPr>
              <a:spLocks noChangeShapeType="1"/>
            </p:cNvSpPr>
            <p:nvPr/>
          </p:nvSpPr>
          <p:spPr bwMode="auto">
            <a:xfrm>
              <a:off x="864" y="2208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6" name="Line 295"/>
            <p:cNvSpPr>
              <a:spLocks noChangeShapeType="1"/>
            </p:cNvSpPr>
            <p:nvPr/>
          </p:nvSpPr>
          <p:spPr bwMode="auto">
            <a:xfrm>
              <a:off x="1536" y="20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7" name="Line 296"/>
            <p:cNvSpPr>
              <a:spLocks noChangeShapeType="1"/>
            </p:cNvSpPr>
            <p:nvPr/>
          </p:nvSpPr>
          <p:spPr bwMode="auto">
            <a:xfrm flipV="1">
              <a:off x="1680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8" name="Line 297"/>
            <p:cNvSpPr>
              <a:spLocks noChangeShapeType="1"/>
            </p:cNvSpPr>
            <p:nvPr/>
          </p:nvSpPr>
          <p:spPr bwMode="auto">
            <a:xfrm flipV="1">
              <a:off x="720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79" name="Line 298"/>
            <p:cNvSpPr>
              <a:spLocks noChangeShapeType="1"/>
            </p:cNvSpPr>
            <p:nvPr/>
          </p:nvSpPr>
          <p:spPr bwMode="auto">
            <a:xfrm>
              <a:off x="720" y="326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0" name="Line 299"/>
            <p:cNvSpPr>
              <a:spLocks noChangeShapeType="1"/>
            </p:cNvSpPr>
            <p:nvPr/>
          </p:nvSpPr>
          <p:spPr bwMode="auto">
            <a:xfrm>
              <a:off x="1728" y="326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1" name="Line 300"/>
            <p:cNvSpPr>
              <a:spLocks noChangeShapeType="1"/>
            </p:cNvSpPr>
            <p:nvPr/>
          </p:nvSpPr>
          <p:spPr bwMode="auto">
            <a:xfrm>
              <a:off x="816" y="32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2" name="Line 301"/>
            <p:cNvSpPr>
              <a:spLocks noChangeShapeType="1"/>
            </p:cNvSpPr>
            <p:nvPr/>
          </p:nvSpPr>
          <p:spPr bwMode="auto">
            <a:xfrm>
              <a:off x="816" y="3600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3" name="Line 302"/>
            <p:cNvSpPr>
              <a:spLocks noChangeShapeType="1"/>
            </p:cNvSpPr>
            <p:nvPr/>
          </p:nvSpPr>
          <p:spPr bwMode="auto">
            <a:xfrm>
              <a:off x="1632" y="326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4" name="Line 303"/>
            <p:cNvSpPr>
              <a:spLocks noChangeShapeType="1"/>
            </p:cNvSpPr>
            <p:nvPr/>
          </p:nvSpPr>
          <p:spPr bwMode="auto">
            <a:xfrm flipH="1">
              <a:off x="2448" y="22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5" name="Line 304"/>
            <p:cNvSpPr>
              <a:spLocks noChangeShapeType="1"/>
            </p:cNvSpPr>
            <p:nvPr/>
          </p:nvSpPr>
          <p:spPr bwMode="auto">
            <a:xfrm flipV="1">
              <a:off x="2448" y="2736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6" name="Line 305"/>
            <p:cNvSpPr>
              <a:spLocks noChangeShapeType="1"/>
            </p:cNvSpPr>
            <p:nvPr/>
          </p:nvSpPr>
          <p:spPr bwMode="auto">
            <a:xfrm>
              <a:off x="1200" y="360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87" name="Text Box 306"/>
            <p:cNvSpPr txBox="1">
              <a:spLocks noChangeArrowheads="1"/>
            </p:cNvSpPr>
            <p:nvPr/>
          </p:nvSpPr>
          <p:spPr bwMode="auto">
            <a:xfrm>
              <a:off x="1056" y="388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  <p:sp>
          <p:nvSpPr>
            <p:cNvPr id="70688" name="Text Box 307"/>
            <p:cNvSpPr txBox="1">
              <a:spLocks noChangeArrowheads="1"/>
            </p:cNvSpPr>
            <p:nvPr/>
          </p:nvSpPr>
          <p:spPr bwMode="auto">
            <a:xfrm>
              <a:off x="576" y="3888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  <p:sp>
          <p:nvSpPr>
            <p:cNvPr id="70689" name="Text Box 308"/>
            <p:cNvSpPr txBox="1">
              <a:spLocks noChangeArrowheads="1"/>
            </p:cNvSpPr>
            <p:nvPr/>
          </p:nvSpPr>
          <p:spPr bwMode="auto">
            <a:xfrm>
              <a:off x="1632" y="3888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  <p:grpSp>
          <p:nvGrpSpPr>
            <p:cNvPr id="70690" name="Group 309"/>
            <p:cNvGrpSpPr>
              <a:grpSpLocks/>
            </p:cNvGrpSpPr>
            <p:nvPr/>
          </p:nvGrpSpPr>
          <p:grpSpPr bwMode="auto">
            <a:xfrm>
              <a:off x="480" y="1152"/>
              <a:ext cx="480" cy="336"/>
              <a:chOff x="720" y="1872"/>
              <a:chExt cx="480" cy="336"/>
            </a:xfrm>
          </p:grpSpPr>
          <p:sp>
            <p:nvSpPr>
              <p:cNvPr id="70765" name="Rectangle 31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66" name="Oval 31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691" name="Group 312"/>
            <p:cNvGrpSpPr>
              <a:grpSpLocks/>
            </p:cNvGrpSpPr>
            <p:nvPr/>
          </p:nvGrpSpPr>
          <p:grpSpPr bwMode="auto">
            <a:xfrm>
              <a:off x="480" y="1680"/>
              <a:ext cx="480" cy="336"/>
              <a:chOff x="720" y="1872"/>
              <a:chExt cx="480" cy="336"/>
            </a:xfrm>
          </p:grpSpPr>
          <p:sp>
            <p:nvSpPr>
              <p:cNvPr id="70763" name="Rectangle 31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64" name="Oval 31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692" name="Group 315"/>
            <p:cNvGrpSpPr>
              <a:grpSpLocks/>
            </p:cNvGrpSpPr>
            <p:nvPr/>
          </p:nvGrpSpPr>
          <p:grpSpPr bwMode="auto">
            <a:xfrm>
              <a:off x="1440" y="1680"/>
              <a:ext cx="480" cy="336"/>
              <a:chOff x="720" y="1872"/>
              <a:chExt cx="480" cy="336"/>
            </a:xfrm>
          </p:grpSpPr>
          <p:sp>
            <p:nvSpPr>
              <p:cNvPr id="70761" name="Rectangle 31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62" name="Oval 31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693" name="Group 318"/>
            <p:cNvGrpSpPr>
              <a:grpSpLocks/>
            </p:cNvGrpSpPr>
            <p:nvPr/>
          </p:nvGrpSpPr>
          <p:grpSpPr bwMode="auto">
            <a:xfrm>
              <a:off x="1440" y="1152"/>
              <a:ext cx="480" cy="336"/>
              <a:chOff x="720" y="1872"/>
              <a:chExt cx="480" cy="336"/>
            </a:xfrm>
          </p:grpSpPr>
          <p:sp>
            <p:nvSpPr>
              <p:cNvPr id="70759" name="Rectangle 319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60" name="Oval 320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0694" name="Line 321"/>
            <p:cNvSpPr>
              <a:spLocks noChangeShapeType="1"/>
            </p:cNvSpPr>
            <p:nvPr/>
          </p:nvSpPr>
          <p:spPr bwMode="auto">
            <a:xfrm flipV="1">
              <a:off x="720" y="2016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95" name="Line 322"/>
            <p:cNvSpPr>
              <a:spLocks noChangeShapeType="1"/>
            </p:cNvSpPr>
            <p:nvPr/>
          </p:nvSpPr>
          <p:spPr bwMode="auto">
            <a:xfrm flipH="1" flipV="1">
              <a:off x="1680" y="20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96" name="Line 323"/>
            <p:cNvSpPr>
              <a:spLocks noChangeShapeType="1"/>
            </p:cNvSpPr>
            <p:nvPr/>
          </p:nvSpPr>
          <p:spPr bwMode="auto">
            <a:xfrm>
              <a:off x="724" y="2343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97" name="Line 324"/>
            <p:cNvSpPr>
              <a:spLocks noChangeShapeType="1"/>
            </p:cNvSpPr>
            <p:nvPr/>
          </p:nvSpPr>
          <p:spPr bwMode="auto">
            <a:xfrm flipH="1" flipV="1">
              <a:off x="1392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98" name="Line 325"/>
            <p:cNvSpPr>
              <a:spLocks noChangeShapeType="1"/>
            </p:cNvSpPr>
            <p:nvPr/>
          </p:nvSpPr>
          <p:spPr bwMode="auto">
            <a:xfrm flipH="1">
              <a:off x="1056" y="2343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99" name="Line 326"/>
            <p:cNvSpPr>
              <a:spLocks noChangeShapeType="1"/>
            </p:cNvSpPr>
            <p:nvPr/>
          </p:nvSpPr>
          <p:spPr bwMode="auto">
            <a:xfrm>
              <a:off x="1014" y="2343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00" name="Line 327"/>
            <p:cNvSpPr>
              <a:spLocks noChangeShapeType="1"/>
            </p:cNvSpPr>
            <p:nvPr/>
          </p:nvSpPr>
          <p:spPr bwMode="auto">
            <a:xfrm flipV="1">
              <a:off x="1392" y="28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01" name="Line 328"/>
            <p:cNvSpPr>
              <a:spLocks noChangeShapeType="1"/>
            </p:cNvSpPr>
            <p:nvPr/>
          </p:nvSpPr>
          <p:spPr bwMode="auto">
            <a:xfrm flipH="1" flipV="1">
              <a:off x="864" y="28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02" name="Line 329"/>
            <p:cNvSpPr>
              <a:spLocks noChangeShapeType="1"/>
            </p:cNvSpPr>
            <p:nvPr/>
          </p:nvSpPr>
          <p:spPr bwMode="auto">
            <a:xfrm flipH="1" flipV="1">
              <a:off x="864" y="279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03" name="Line 330"/>
            <p:cNvSpPr>
              <a:spLocks noChangeShapeType="1"/>
            </p:cNvSpPr>
            <p:nvPr/>
          </p:nvSpPr>
          <p:spPr bwMode="auto">
            <a:xfrm flipV="1">
              <a:off x="1584" y="27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04" name="Line 331"/>
            <p:cNvSpPr>
              <a:spLocks noChangeShapeType="1"/>
            </p:cNvSpPr>
            <p:nvPr/>
          </p:nvSpPr>
          <p:spPr bwMode="auto">
            <a:xfrm flipV="1">
              <a:off x="1680" y="2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05" name="Line 332"/>
            <p:cNvSpPr>
              <a:spLocks noChangeShapeType="1"/>
            </p:cNvSpPr>
            <p:nvPr/>
          </p:nvSpPr>
          <p:spPr bwMode="auto">
            <a:xfrm flipV="1">
              <a:off x="720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0706" name="Group 333"/>
            <p:cNvGrpSpPr>
              <a:grpSpLocks/>
            </p:cNvGrpSpPr>
            <p:nvPr/>
          </p:nvGrpSpPr>
          <p:grpSpPr bwMode="auto">
            <a:xfrm>
              <a:off x="480" y="2456"/>
              <a:ext cx="480" cy="336"/>
              <a:chOff x="720" y="1872"/>
              <a:chExt cx="480" cy="336"/>
            </a:xfrm>
          </p:grpSpPr>
          <p:sp>
            <p:nvSpPr>
              <p:cNvPr id="70757" name="Rectangle 33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58" name="Oval 33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707" name="Group 336"/>
            <p:cNvGrpSpPr>
              <a:grpSpLocks/>
            </p:cNvGrpSpPr>
            <p:nvPr/>
          </p:nvGrpSpPr>
          <p:grpSpPr bwMode="auto">
            <a:xfrm>
              <a:off x="480" y="2936"/>
              <a:ext cx="480" cy="336"/>
              <a:chOff x="720" y="1872"/>
              <a:chExt cx="480" cy="336"/>
            </a:xfrm>
          </p:grpSpPr>
          <p:sp>
            <p:nvSpPr>
              <p:cNvPr id="70755" name="Rectangle 33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56" name="Oval 33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708" name="Group 339"/>
            <p:cNvGrpSpPr>
              <a:grpSpLocks/>
            </p:cNvGrpSpPr>
            <p:nvPr/>
          </p:nvGrpSpPr>
          <p:grpSpPr bwMode="auto">
            <a:xfrm>
              <a:off x="1440" y="2936"/>
              <a:ext cx="480" cy="336"/>
              <a:chOff x="720" y="1872"/>
              <a:chExt cx="480" cy="336"/>
            </a:xfrm>
          </p:grpSpPr>
          <p:sp>
            <p:nvSpPr>
              <p:cNvPr id="70753" name="Rectangle 34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54" name="Oval 34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709" name="Group 342"/>
            <p:cNvGrpSpPr>
              <a:grpSpLocks/>
            </p:cNvGrpSpPr>
            <p:nvPr/>
          </p:nvGrpSpPr>
          <p:grpSpPr bwMode="auto">
            <a:xfrm>
              <a:off x="1440" y="2408"/>
              <a:ext cx="480" cy="336"/>
              <a:chOff x="720" y="1872"/>
              <a:chExt cx="480" cy="336"/>
            </a:xfrm>
          </p:grpSpPr>
          <p:sp>
            <p:nvSpPr>
              <p:cNvPr id="70751" name="Rectangle 34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52" name="Oval 34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0710" name="Line 345"/>
            <p:cNvSpPr>
              <a:spLocks noChangeShapeType="1"/>
            </p:cNvSpPr>
            <p:nvPr/>
          </p:nvSpPr>
          <p:spPr bwMode="auto">
            <a:xfrm>
              <a:off x="864" y="20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0711" name="Group 346"/>
            <p:cNvGrpSpPr>
              <a:grpSpLocks/>
            </p:cNvGrpSpPr>
            <p:nvPr/>
          </p:nvGrpSpPr>
          <p:grpSpPr bwMode="auto">
            <a:xfrm>
              <a:off x="2208" y="2400"/>
              <a:ext cx="480" cy="336"/>
              <a:chOff x="720" y="1872"/>
              <a:chExt cx="480" cy="336"/>
            </a:xfrm>
          </p:grpSpPr>
          <p:sp>
            <p:nvSpPr>
              <p:cNvPr id="70749" name="Rectangle 34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750" name="Oval 34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0712" name="Line 349"/>
            <p:cNvSpPr>
              <a:spLocks noChangeShapeType="1"/>
            </p:cNvSpPr>
            <p:nvPr/>
          </p:nvSpPr>
          <p:spPr bwMode="auto">
            <a:xfrm flipV="1">
              <a:off x="864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13" name="Line 350"/>
            <p:cNvSpPr>
              <a:spLocks noChangeShapeType="1"/>
            </p:cNvSpPr>
            <p:nvPr/>
          </p:nvSpPr>
          <p:spPr bwMode="auto">
            <a:xfrm flipV="1">
              <a:off x="1584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14" name="Oval 351"/>
            <p:cNvSpPr>
              <a:spLocks noChangeArrowheads="1"/>
            </p:cNvSpPr>
            <p:nvPr/>
          </p:nvSpPr>
          <p:spPr bwMode="auto">
            <a:xfrm>
              <a:off x="1488" y="2160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15" name="Oval 352"/>
            <p:cNvSpPr>
              <a:spLocks noChangeArrowheads="1"/>
            </p:cNvSpPr>
            <p:nvPr/>
          </p:nvSpPr>
          <p:spPr bwMode="auto">
            <a:xfrm>
              <a:off x="1584" y="3552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16" name="Oval 353"/>
            <p:cNvSpPr>
              <a:spLocks noChangeArrowheads="1"/>
            </p:cNvSpPr>
            <p:nvPr/>
          </p:nvSpPr>
          <p:spPr bwMode="auto">
            <a:xfrm>
              <a:off x="1152" y="3552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17" name="Oval 354"/>
            <p:cNvSpPr>
              <a:spLocks noChangeArrowheads="1"/>
            </p:cNvSpPr>
            <p:nvPr/>
          </p:nvSpPr>
          <p:spPr bwMode="auto">
            <a:xfrm>
              <a:off x="1632" y="960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18" name="Oval 355"/>
            <p:cNvSpPr>
              <a:spLocks noChangeArrowheads="1"/>
            </p:cNvSpPr>
            <p:nvPr/>
          </p:nvSpPr>
          <p:spPr bwMode="auto">
            <a:xfrm>
              <a:off x="672" y="960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19" name="Rectangle 356"/>
            <p:cNvSpPr>
              <a:spLocks noChangeArrowheads="1"/>
            </p:cNvSpPr>
            <p:nvPr/>
          </p:nvSpPr>
          <p:spPr bwMode="auto">
            <a:xfrm>
              <a:off x="456" y="511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70720" name="Rectangle 357"/>
            <p:cNvSpPr>
              <a:spLocks noChangeArrowheads="1"/>
            </p:cNvSpPr>
            <p:nvPr/>
          </p:nvSpPr>
          <p:spPr bwMode="auto">
            <a:xfrm>
              <a:off x="1671" y="712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70721" name="Line 358"/>
            <p:cNvSpPr>
              <a:spLocks noChangeShapeType="1"/>
            </p:cNvSpPr>
            <p:nvPr/>
          </p:nvSpPr>
          <p:spPr bwMode="auto">
            <a:xfrm flipH="1">
              <a:off x="336" y="100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22" name="Line 359"/>
            <p:cNvSpPr>
              <a:spLocks noChangeShapeType="1"/>
            </p:cNvSpPr>
            <p:nvPr/>
          </p:nvSpPr>
          <p:spPr bwMode="auto">
            <a:xfrm>
              <a:off x="336" y="1008"/>
              <a:ext cx="0" cy="26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23" name="Line 360"/>
            <p:cNvSpPr>
              <a:spLocks noChangeShapeType="1"/>
            </p:cNvSpPr>
            <p:nvPr/>
          </p:nvSpPr>
          <p:spPr bwMode="auto">
            <a:xfrm>
              <a:off x="336" y="369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24" name="Line 361"/>
            <p:cNvSpPr>
              <a:spLocks noChangeShapeType="1"/>
            </p:cNvSpPr>
            <p:nvPr/>
          </p:nvSpPr>
          <p:spPr bwMode="auto">
            <a:xfrm flipV="1">
              <a:off x="1872" y="3264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25" name="Line 362"/>
            <p:cNvSpPr>
              <a:spLocks noChangeShapeType="1"/>
            </p:cNvSpPr>
            <p:nvPr/>
          </p:nvSpPr>
          <p:spPr bwMode="auto">
            <a:xfrm>
              <a:off x="1728" y="10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26" name="Line 363"/>
            <p:cNvSpPr>
              <a:spLocks noChangeShapeType="1"/>
            </p:cNvSpPr>
            <p:nvPr/>
          </p:nvSpPr>
          <p:spPr bwMode="auto">
            <a:xfrm>
              <a:off x="2016" y="1008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27" name="Line 364"/>
            <p:cNvSpPr>
              <a:spLocks noChangeShapeType="1"/>
            </p:cNvSpPr>
            <p:nvPr/>
          </p:nvSpPr>
          <p:spPr bwMode="auto">
            <a:xfrm flipH="1">
              <a:off x="624" y="3792"/>
              <a:ext cx="1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28" name="Line 365"/>
            <p:cNvSpPr>
              <a:spLocks noChangeShapeType="1"/>
            </p:cNvSpPr>
            <p:nvPr/>
          </p:nvSpPr>
          <p:spPr bwMode="auto">
            <a:xfrm flipV="1">
              <a:off x="624" y="3264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30" name="Line 368"/>
            <p:cNvSpPr>
              <a:spLocks noChangeShapeType="1"/>
            </p:cNvSpPr>
            <p:nvPr/>
          </p:nvSpPr>
          <p:spPr bwMode="auto">
            <a:xfrm>
              <a:off x="624" y="14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31" name="Line 369"/>
            <p:cNvSpPr>
              <a:spLocks noChangeShapeType="1"/>
            </p:cNvSpPr>
            <p:nvPr/>
          </p:nvSpPr>
          <p:spPr bwMode="auto">
            <a:xfrm flipH="1">
              <a:off x="0" y="158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32" name="Line 370"/>
            <p:cNvSpPr>
              <a:spLocks noChangeShapeType="1"/>
            </p:cNvSpPr>
            <p:nvPr/>
          </p:nvSpPr>
          <p:spPr bwMode="auto">
            <a:xfrm>
              <a:off x="192" y="163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33" name="Line 371"/>
            <p:cNvSpPr>
              <a:spLocks noChangeShapeType="1"/>
            </p:cNvSpPr>
            <p:nvPr/>
          </p:nvSpPr>
          <p:spPr bwMode="auto">
            <a:xfrm>
              <a:off x="192" y="3360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34" name="Line 372"/>
            <p:cNvSpPr>
              <a:spLocks noChangeShapeType="1"/>
            </p:cNvSpPr>
            <p:nvPr/>
          </p:nvSpPr>
          <p:spPr bwMode="auto">
            <a:xfrm flipV="1">
              <a:off x="1536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35" name="Line 373"/>
            <p:cNvSpPr>
              <a:spLocks noChangeShapeType="1"/>
            </p:cNvSpPr>
            <p:nvPr/>
          </p:nvSpPr>
          <p:spPr bwMode="auto">
            <a:xfrm flipH="1">
              <a:off x="192" y="292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36" name="Oval 374"/>
            <p:cNvSpPr>
              <a:spLocks noChangeArrowheads="1"/>
            </p:cNvSpPr>
            <p:nvPr/>
          </p:nvSpPr>
          <p:spPr bwMode="auto">
            <a:xfrm>
              <a:off x="144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37" name="Oval 375"/>
            <p:cNvSpPr>
              <a:spLocks noChangeArrowheads="1"/>
            </p:cNvSpPr>
            <p:nvPr/>
          </p:nvSpPr>
          <p:spPr bwMode="auto">
            <a:xfrm>
              <a:off x="144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38" name="Line 376"/>
            <p:cNvSpPr>
              <a:spLocks noChangeShapeType="1"/>
            </p:cNvSpPr>
            <p:nvPr/>
          </p:nvSpPr>
          <p:spPr bwMode="auto">
            <a:xfrm>
              <a:off x="576" y="27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0" name="Line 380"/>
            <p:cNvSpPr>
              <a:spLocks noChangeShapeType="1"/>
            </p:cNvSpPr>
            <p:nvPr/>
          </p:nvSpPr>
          <p:spPr bwMode="auto">
            <a:xfrm flipH="1">
              <a:off x="1824" y="158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1" name="Line 381"/>
            <p:cNvSpPr>
              <a:spLocks noChangeShapeType="1"/>
            </p:cNvSpPr>
            <p:nvPr/>
          </p:nvSpPr>
          <p:spPr bwMode="auto">
            <a:xfrm flipV="1">
              <a:off x="1824" y="148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2" name="Line 382"/>
            <p:cNvSpPr>
              <a:spLocks noChangeShapeType="1"/>
            </p:cNvSpPr>
            <p:nvPr/>
          </p:nvSpPr>
          <p:spPr bwMode="auto">
            <a:xfrm>
              <a:off x="2112" y="1584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3" name="Line 383"/>
            <p:cNvSpPr>
              <a:spLocks noChangeShapeType="1"/>
            </p:cNvSpPr>
            <p:nvPr/>
          </p:nvSpPr>
          <p:spPr bwMode="auto">
            <a:xfrm flipH="1">
              <a:off x="912" y="350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4" name="Line 384"/>
            <p:cNvSpPr>
              <a:spLocks noChangeShapeType="1"/>
            </p:cNvSpPr>
            <p:nvPr/>
          </p:nvSpPr>
          <p:spPr bwMode="auto">
            <a:xfrm flipV="1">
              <a:off x="912" y="326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5" name="Line 385"/>
            <p:cNvSpPr>
              <a:spLocks noChangeShapeType="1"/>
            </p:cNvSpPr>
            <p:nvPr/>
          </p:nvSpPr>
          <p:spPr bwMode="auto">
            <a:xfrm flipH="1">
              <a:off x="1824" y="28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6" name="Line 386"/>
            <p:cNvSpPr>
              <a:spLocks noChangeShapeType="1"/>
            </p:cNvSpPr>
            <p:nvPr/>
          </p:nvSpPr>
          <p:spPr bwMode="auto">
            <a:xfrm>
              <a:off x="1824" y="273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747" name="Oval 387"/>
            <p:cNvSpPr>
              <a:spLocks noChangeArrowheads="1"/>
            </p:cNvSpPr>
            <p:nvPr/>
          </p:nvSpPr>
          <p:spPr bwMode="auto">
            <a:xfrm>
              <a:off x="2064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0748" name="Oval 388"/>
            <p:cNvSpPr>
              <a:spLocks noChangeArrowheads="1"/>
            </p:cNvSpPr>
            <p:nvPr/>
          </p:nvSpPr>
          <p:spPr bwMode="auto">
            <a:xfrm>
              <a:off x="2064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626054" name="AutoShape 390"/>
          <p:cNvSpPr>
            <a:spLocks noChangeArrowheads="1"/>
          </p:cNvSpPr>
          <p:nvPr/>
        </p:nvSpPr>
        <p:spPr bwMode="auto">
          <a:xfrm>
            <a:off x="3733800" y="2743200"/>
            <a:ext cx="1295400" cy="4572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626058" name="Group 394"/>
          <p:cNvGrpSpPr>
            <a:grpSpLocks/>
          </p:cNvGrpSpPr>
          <p:nvPr/>
        </p:nvGrpSpPr>
        <p:grpSpPr bwMode="auto">
          <a:xfrm>
            <a:off x="3232150" y="1511300"/>
            <a:ext cx="2286000" cy="396875"/>
            <a:chOff x="2036" y="952"/>
            <a:chExt cx="1440" cy="250"/>
          </a:xfrm>
        </p:grpSpPr>
        <p:sp>
          <p:nvSpPr>
            <p:cNvPr id="70664" name="Text Box 391"/>
            <p:cNvSpPr txBox="1">
              <a:spLocks noChangeArrowheads="1"/>
            </p:cNvSpPr>
            <p:nvPr/>
          </p:nvSpPr>
          <p:spPr bwMode="auto">
            <a:xfrm>
              <a:off x="2036" y="952"/>
              <a:ext cx="14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簡化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: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去掉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  <a:r>
                <a:rPr lang="en-US" altLang="zh-CN" sz="2000" baseline="-25000" dirty="0">
                  <a:ea typeface="Noto Serif SC" panose="02020200000000000000" pitchFamily="18" charset="-122"/>
                </a:rPr>
                <a:t>D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和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  <a:r>
                <a:rPr lang="en-US" altLang="zh-CN" sz="2000" baseline="-25000" dirty="0"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70665" name="Line 392"/>
            <p:cNvSpPr>
              <a:spLocks noChangeShapeType="1"/>
            </p:cNvSpPr>
            <p:nvPr/>
          </p:nvSpPr>
          <p:spPr bwMode="auto">
            <a:xfrm>
              <a:off x="2744" y="96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0666" name="Line 393"/>
            <p:cNvSpPr>
              <a:spLocks noChangeShapeType="1"/>
            </p:cNvSpPr>
            <p:nvPr/>
          </p:nvSpPr>
          <p:spPr bwMode="auto">
            <a:xfrm>
              <a:off x="3096" y="9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2" name="Text Box 55">
            <a:extLst>
              <a:ext uri="{FF2B5EF4-FFF2-40B4-BE49-F238E27FC236}">
                <a16:creationId xmlns:a16="http://schemas.microsoft.com/office/drawing/2014/main" id="{C04FB509-5404-E9E5-D436-84E315C95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6" y="1651938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sp>
        <p:nvSpPr>
          <p:cNvPr id="3" name="Text Box 55">
            <a:extLst>
              <a:ext uri="{FF2B5EF4-FFF2-40B4-BE49-F238E27FC236}">
                <a16:creationId xmlns:a16="http://schemas.microsoft.com/office/drawing/2014/main" id="{247EC58B-6DF0-0827-E48B-B05AD2043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119" y="1771541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050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0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5CF34-F8B6-4BC0-B502-5DD3363C0918}" type="slidenum">
              <a:rPr lang="en-US" altLang="zh-CN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grpSp>
        <p:nvGrpSpPr>
          <p:cNvPr id="71684" name="Group 5"/>
          <p:cNvGrpSpPr>
            <a:grpSpLocks/>
          </p:cNvGrpSpPr>
          <p:nvPr/>
        </p:nvGrpSpPr>
        <p:grpSpPr bwMode="auto">
          <a:xfrm>
            <a:off x="511175" y="762799"/>
            <a:ext cx="3886200" cy="5800725"/>
            <a:chOff x="3264" y="570"/>
            <a:chExt cx="2448" cy="3654"/>
          </a:xfrm>
        </p:grpSpPr>
        <p:sp>
          <p:nvSpPr>
            <p:cNvPr id="71767" name="Line 6"/>
            <p:cNvSpPr>
              <a:spLocks noChangeShapeType="1"/>
            </p:cNvSpPr>
            <p:nvPr/>
          </p:nvSpPr>
          <p:spPr bwMode="auto">
            <a:xfrm flipV="1">
              <a:off x="364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68" name="Line 7"/>
            <p:cNvSpPr>
              <a:spLocks noChangeShapeType="1"/>
            </p:cNvSpPr>
            <p:nvPr/>
          </p:nvSpPr>
          <p:spPr bwMode="auto">
            <a:xfrm flipH="1" flipV="1">
              <a:off x="460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69" name="Line 8"/>
            <p:cNvSpPr>
              <a:spLocks noChangeShapeType="1"/>
            </p:cNvSpPr>
            <p:nvPr/>
          </p:nvSpPr>
          <p:spPr bwMode="auto">
            <a:xfrm>
              <a:off x="3652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0" name="Line 9"/>
            <p:cNvSpPr>
              <a:spLocks noChangeShapeType="1"/>
            </p:cNvSpPr>
            <p:nvPr/>
          </p:nvSpPr>
          <p:spPr bwMode="auto">
            <a:xfrm flipH="1">
              <a:off x="4314" y="103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1" name="Line 10"/>
            <p:cNvSpPr>
              <a:spLocks noChangeShapeType="1"/>
            </p:cNvSpPr>
            <p:nvPr/>
          </p:nvSpPr>
          <p:spPr bwMode="auto">
            <a:xfrm flipH="1">
              <a:off x="3984" y="1056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2" name="Line 11"/>
            <p:cNvSpPr>
              <a:spLocks noChangeShapeType="1"/>
            </p:cNvSpPr>
            <p:nvPr/>
          </p:nvSpPr>
          <p:spPr bwMode="auto">
            <a:xfrm>
              <a:off x="3942" y="1039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3" name="Line 12"/>
            <p:cNvSpPr>
              <a:spLocks noChangeShapeType="1"/>
            </p:cNvSpPr>
            <p:nvPr/>
          </p:nvSpPr>
          <p:spPr bwMode="auto">
            <a:xfrm flipV="1">
              <a:off x="4320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4" name="Line 13"/>
            <p:cNvSpPr>
              <a:spLocks noChangeShapeType="1"/>
            </p:cNvSpPr>
            <p:nvPr/>
          </p:nvSpPr>
          <p:spPr bwMode="auto">
            <a:xfrm flipH="1" flipV="1">
              <a:off x="3792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5" name="Line 14"/>
            <p:cNvSpPr>
              <a:spLocks noChangeShapeType="1"/>
            </p:cNvSpPr>
            <p:nvPr/>
          </p:nvSpPr>
          <p:spPr bwMode="auto">
            <a:xfrm>
              <a:off x="3792" y="2256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6" name="Line 15"/>
            <p:cNvSpPr>
              <a:spLocks noChangeShapeType="1"/>
            </p:cNvSpPr>
            <p:nvPr/>
          </p:nvSpPr>
          <p:spPr bwMode="auto">
            <a:xfrm>
              <a:off x="446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7" name="Line 16"/>
            <p:cNvSpPr>
              <a:spLocks noChangeShapeType="1"/>
            </p:cNvSpPr>
            <p:nvPr/>
          </p:nvSpPr>
          <p:spPr bwMode="auto">
            <a:xfrm flipV="1">
              <a:off x="460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8" name="Line 17"/>
            <p:cNvSpPr>
              <a:spLocks noChangeShapeType="1"/>
            </p:cNvSpPr>
            <p:nvPr/>
          </p:nvSpPr>
          <p:spPr bwMode="auto">
            <a:xfrm flipV="1">
              <a:off x="3648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79" name="Line 18"/>
            <p:cNvSpPr>
              <a:spLocks noChangeShapeType="1"/>
            </p:cNvSpPr>
            <p:nvPr/>
          </p:nvSpPr>
          <p:spPr bwMode="auto">
            <a:xfrm>
              <a:off x="3648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0" name="Line 19"/>
            <p:cNvSpPr>
              <a:spLocks noChangeShapeType="1"/>
            </p:cNvSpPr>
            <p:nvPr/>
          </p:nvSpPr>
          <p:spPr bwMode="auto">
            <a:xfrm>
              <a:off x="4656" y="33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1" name="Line 20"/>
            <p:cNvSpPr>
              <a:spLocks noChangeShapeType="1"/>
            </p:cNvSpPr>
            <p:nvPr/>
          </p:nvSpPr>
          <p:spPr bwMode="auto">
            <a:xfrm>
              <a:off x="3744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2" name="Line 21"/>
            <p:cNvSpPr>
              <a:spLocks noChangeShapeType="1"/>
            </p:cNvSpPr>
            <p:nvPr/>
          </p:nvSpPr>
          <p:spPr bwMode="auto">
            <a:xfrm>
              <a:off x="3744" y="350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3" name="Line 22"/>
            <p:cNvSpPr>
              <a:spLocks noChangeShapeType="1"/>
            </p:cNvSpPr>
            <p:nvPr/>
          </p:nvSpPr>
          <p:spPr bwMode="auto">
            <a:xfrm>
              <a:off x="4560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4" name="Line 23"/>
            <p:cNvSpPr>
              <a:spLocks noChangeShapeType="1"/>
            </p:cNvSpPr>
            <p:nvPr/>
          </p:nvSpPr>
          <p:spPr bwMode="auto">
            <a:xfrm flipH="1">
              <a:off x="5472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5" name="Line 24"/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6" name="Line 25"/>
            <p:cNvSpPr>
              <a:spLocks noChangeShapeType="1"/>
            </p:cNvSpPr>
            <p:nvPr/>
          </p:nvSpPr>
          <p:spPr bwMode="auto">
            <a:xfrm>
              <a:off x="4128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87" name="Text Box 26"/>
            <p:cNvSpPr txBox="1">
              <a:spLocks noChangeArrowheads="1"/>
            </p:cNvSpPr>
            <p:nvPr/>
          </p:nvSpPr>
          <p:spPr bwMode="auto">
            <a:xfrm>
              <a:off x="3984" y="3936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  <p:sp>
          <p:nvSpPr>
            <p:cNvPr id="71788" name="Text Box 27"/>
            <p:cNvSpPr txBox="1">
              <a:spLocks noChangeArrowheads="1"/>
            </p:cNvSpPr>
            <p:nvPr/>
          </p:nvSpPr>
          <p:spPr bwMode="auto">
            <a:xfrm>
              <a:off x="3504" y="3936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  <p:sp>
          <p:nvSpPr>
            <p:cNvPr id="71789" name="Text Box 28"/>
            <p:cNvSpPr txBox="1">
              <a:spLocks noChangeArrowheads="1"/>
            </p:cNvSpPr>
            <p:nvPr/>
          </p:nvSpPr>
          <p:spPr bwMode="auto">
            <a:xfrm>
              <a:off x="4560" y="3936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  <p:grpSp>
          <p:nvGrpSpPr>
            <p:cNvPr id="71790" name="Group 29"/>
            <p:cNvGrpSpPr>
              <a:grpSpLocks/>
            </p:cNvGrpSpPr>
            <p:nvPr/>
          </p:nvGrpSpPr>
          <p:grpSpPr bwMode="auto">
            <a:xfrm>
              <a:off x="3408" y="1200"/>
              <a:ext cx="480" cy="336"/>
              <a:chOff x="720" y="1872"/>
              <a:chExt cx="480" cy="336"/>
            </a:xfrm>
          </p:grpSpPr>
          <p:sp>
            <p:nvSpPr>
              <p:cNvPr id="71845" name="Rectangle 3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46" name="Oval 3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1791" name="Group 32"/>
            <p:cNvGrpSpPr>
              <a:grpSpLocks/>
            </p:cNvGrpSpPr>
            <p:nvPr/>
          </p:nvGrpSpPr>
          <p:grpSpPr bwMode="auto">
            <a:xfrm>
              <a:off x="3408" y="1728"/>
              <a:ext cx="480" cy="336"/>
              <a:chOff x="720" y="1872"/>
              <a:chExt cx="480" cy="336"/>
            </a:xfrm>
          </p:grpSpPr>
          <p:sp>
            <p:nvSpPr>
              <p:cNvPr id="71843" name="Rectangle 3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44" name="Oval 3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1792" name="Group 35"/>
            <p:cNvGrpSpPr>
              <a:grpSpLocks/>
            </p:cNvGrpSpPr>
            <p:nvPr/>
          </p:nvGrpSpPr>
          <p:grpSpPr bwMode="auto">
            <a:xfrm>
              <a:off x="4368" y="1728"/>
              <a:ext cx="480" cy="336"/>
              <a:chOff x="720" y="1872"/>
              <a:chExt cx="480" cy="336"/>
            </a:xfrm>
          </p:grpSpPr>
          <p:sp>
            <p:nvSpPr>
              <p:cNvPr id="71841" name="Rectangle 3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42" name="Oval 3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1793" name="Group 38"/>
            <p:cNvGrpSpPr>
              <a:grpSpLocks/>
            </p:cNvGrpSpPr>
            <p:nvPr/>
          </p:nvGrpSpPr>
          <p:grpSpPr bwMode="auto">
            <a:xfrm>
              <a:off x="4368" y="1200"/>
              <a:ext cx="480" cy="336"/>
              <a:chOff x="720" y="1872"/>
              <a:chExt cx="480" cy="336"/>
            </a:xfrm>
          </p:grpSpPr>
          <p:sp>
            <p:nvSpPr>
              <p:cNvPr id="71839" name="Rectangle 39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40" name="Oval 40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1794" name="Line 41"/>
            <p:cNvSpPr>
              <a:spLocks noChangeShapeType="1"/>
            </p:cNvSpPr>
            <p:nvPr/>
          </p:nvSpPr>
          <p:spPr bwMode="auto">
            <a:xfrm flipV="1">
              <a:off x="3648" y="2064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95" name="Line 42"/>
            <p:cNvSpPr>
              <a:spLocks noChangeShapeType="1"/>
            </p:cNvSpPr>
            <p:nvPr/>
          </p:nvSpPr>
          <p:spPr bwMode="auto">
            <a:xfrm flipH="1" flipV="1">
              <a:off x="4608" y="20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96" name="Line 43"/>
            <p:cNvSpPr>
              <a:spLocks noChangeShapeType="1"/>
            </p:cNvSpPr>
            <p:nvPr/>
          </p:nvSpPr>
          <p:spPr bwMode="auto">
            <a:xfrm>
              <a:off x="3652" y="2391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97" name="Line 44"/>
            <p:cNvSpPr>
              <a:spLocks noChangeShapeType="1"/>
            </p:cNvSpPr>
            <p:nvPr/>
          </p:nvSpPr>
          <p:spPr bwMode="auto">
            <a:xfrm flipH="1" flipV="1">
              <a:off x="4320" y="240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98" name="Line 45"/>
            <p:cNvSpPr>
              <a:spLocks noChangeShapeType="1"/>
            </p:cNvSpPr>
            <p:nvPr/>
          </p:nvSpPr>
          <p:spPr bwMode="auto">
            <a:xfrm flipH="1">
              <a:off x="3984" y="2391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799" name="Line 46"/>
            <p:cNvSpPr>
              <a:spLocks noChangeShapeType="1"/>
            </p:cNvSpPr>
            <p:nvPr/>
          </p:nvSpPr>
          <p:spPr bwMode="auto">
            <a:xfrm>
              <a:off x="3942" y="2391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00" name="Line 47"/>
            <p:cNvSpPr>
              <a:spLocks noChangeShapeType="1"/>
            </p:cNvSpPr>
            <p:nvPr/>
          </p:nvSpPr>
          <p:spPr bwMode="auto">
            <a:xfrm flipV="1">
              <a:off x="4320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01" name="Line 48"/>
            <p:cNvSpPr>
              <a:spLocks noChangeShapeType="1"/>
            </p:cNvSpPr>
            <p:nvPr/>
          </p:nvSpPr>
          <p:spPr bwMode="auto">
            <a:xfrm flipH="1" flipV="1">
              <a:off x="3792" y="2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02" name="Line 49"/>
            <p:cNvSpPr>
              <a:spLocks noChangeShapeType="1"/>
            </p:cNvSpPr>
            <p:nvPr/>
          </p:nvSpPr>
          <p:spPr bwMode="auto">
            <a:xfrm flipH="1" flipV="1">
              <a:off x="3792" y="2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03" name="Line 50"/>
            <p:cNvSpPr>
              <a:spLocks noChangeShapeType="1"/>
            </p:cNvSpPr>
            <p:nvPr/>
          </p:nvSpPr>
          <p:spPr bwMode="auto">
            <a:xfrm flipV="1">
              <a:off x="4512" y="2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04" name="Line 51"/>
            <p:cNvSpPr>
              <a:spLocks noChangeShapeType="1"/>
            </p:cNvSpPr>
            <p:nvPr/>
          </p:nvSpPr>
          <p:spPr bwMode="auto">
            <a:xfrm flipV="1">
              <a:off x="4608" y="27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05" name="Line 52"/>
            <p:cNvSpPr>
              <a:spLocks noChangeShapeType="1"/>
            </p:cNvSpPr>
            <p:nvPr/>
          </p:nvSpPr>
          <p:spPr bwMode="auto">
            <a:xfrm flipV="1">
              <a:off x="3648" y="28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1806" name="Group 53"/>
            <p:cNvGrpSpPr>
              <a:grpSpLocks/>
            </p:cNvGrpSpPr>
            <p:nvPr/>
          </p:nvGrpSpPr>
          <p:grpSpPr bwMode="auto">
            <a:xfrm>
              <a:off x="3408" y="2504"/>
              <a:ext cx="480" cy="336"/>
              <a:chOff x="720" y="1872"/>
              <a:chExt cx="480" cy="336"/>
            </a:xfrm>
          </p:grpSpPr>
          <p:sp>
            <p:nvSpPr>
              <p:cNvPr id="71837" name="Rectangle 54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38" name="Oval 55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1807" name="Group 56"/>
            <p:cNvGrpSpPr>
              <a:grpSpLocks/>
            </p:cNvGrpSpPr>
            <p:nvPr/>
          </p:nvGrpSpPr>
          <p:grpSpPr bwMode="auto">
            <a:xfrm>
              <a:off x="3408" y="2984"/>
              <a:ext cx="480" cy="336"/>
              <a:chOff x="720" y="1872"/>
              <a:chExt cx="480" cy="336"/>
            </a:xfrm>
          </p:grpSpPr>
          <p:sp>
            <p:nvSpPr>
              <p:cNvPr id="71835" name="Rectangle 5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36" name="Oval 5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1808" name="Group 59"/>
            <p:cNvGrpSpPr>
              <a:grpSpLocks/>
            </p:cNvGrpSpPr>
            <p:nvPr/>
          </p:nvGrpSpPr>
          <p:grpSpPr bwMode="auto">
            <a:xfrm>
              <a:off x="4368" y="2984"/>
              <a:ext cx="480" cy="336"/>
              <a:chOff x="720" y="1872"/>
              <a:chExt cx="480" cy="336"/>
            </a:xfrm>
          </p:grpSpPr>
          <p:sp>
            <p:nvSpPr>
              <p:cNvPr id="71833" name="Rectangle 6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34" name="Oval 6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1809" name="Group 62"/>
            <p:cNvGrpSpPr>
              <a:grpSpLocks/>
            </p:cNvGrpSpPr>
            <p:nvPr/>
          </p:nvGrpSpPr>
          <p:grpSpPr bwMode="auto">
            <a:xfrm>
              <a:off x="4368" y="2456"/>
              <a:ext cx="480" cy="336"/>
              <a:chOff x="720" y="1872"/>
              <a:chExt cx="480" cy="336"/>
            </a:xfrm>
          </p:grpSpPr>
          <p:sp>
            <p:nvSpPr>
              <p:cNvPr id="71831" name="Rectangle 6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32" name="Oval 6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1810" name="Line 65"/>
            <p:cNvSpPr>
              <a:spLocks noChangeShapeType="1"/>
            </p:cNvSpPr>
            <p:nvPr/>
          </p:nvSpPr>
          <p:spPr bwMode="auto">
            <a:xfrm>
              <a:off x="3792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1811" name="Group 66"/>
            <p:cNvGrpSpPr>
              <a:grpSpLocks/>
            </p:cNvGrpSpPr>
            <p:nvPr/>
          </p:nvGrpSpPr>
          <p:grpSpPr bwMode="auto">
            <a:xfrm>
              <a:off x="5232" y="2448"/>
              <a:ext cx="480" cy="336"/>
              <a:chOff x="720" y="1872"/>
              <a:chExt cx="480" cy="336"/>
            </a:xfrm>
          </p:grpSpPr>
          <p:sp>
            <p:nvSpPr>
              <p:cNvPr id="71829" name="Rectangle 6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830" name="Oval 6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1812" name="Line 69"/>
            <p:cNvSpPr>
              <a:spLocks noChangeShapeType="1"/>
            </p:cNvSpPr>
            <p:nvPr/>
          </p:nvSpPr>
          <p:spPr bwMode="auto">
            <a:xfrm flipV="1">
              <a:off x="379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13" name="Line 70"/>
            <p:cNvSpPr>
              <a:spLocks noChangeShapeType="1"/>
            </p:cNvSpPr>
            <p:nvPr/>
          </p:nvSpPr>
          <p:spPr bwMode="auto">
            <a:xfrm flipV="1">
              <a:off x="4512" y="15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14" name="Oval 71"/>
            <p:cNvSpPr>
              <a:spLocks noChangeArrowheads="1"/>
            </p:cNvSpPr>
            <p:nvPr/>
          </p:nvSpPr>
          <p:spPr bwMode="auto">
            <a:xfrm>
              <a:off x="441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1815" name="Oval 72"/>
            <p:cNvSpPr>
              <a:spLocks noChangeArrowheads="1"/>
            </p:cNvSpPr>
            <p:nvPr/>
          </p:nvSpPr>
          <p:spPr bwMode="auto">
            <a:xfrm>
              <a:off x="4512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1816" name="Oval 73"/>
            <p:cNvSpPr>
              <a:spLocks noChangeArrowheads="1"/>
            </p:cNvSpPr>
            <p:nvPr/>
          </p:nvSpPr>
          <p:spPr bwMode="auto">
            <a:xfrm>
              <a:off x="4080" y="345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1817" name="Oval 74"/>
            <p:cNvSpPr>
              <a:spLocks noChangeArrowheads="1"/>
            </p:cNvSpPr>
            <p:nvPr/>
          </p:nvSpPr>
          <p:spPr bwMode="auto">
            <a:xfrm>
              <a:off x="456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1818" name="Oval 75"/>
            <p:cNvSpPr>
              <a:spLocks noChangeArrowheads="1"/>
            </p:cNvSpPr>
            <p:nvPr/>
          </p:nvSpPr>
          <p:spPr bwMode="auto">
            <a:xfrm>
              <a:off x="3600" y="100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1819" name="Rectangle 76"/>
            <p:cNvSpPr>
              <a:spLocks noChangeArrowheads="1"/>
            </p:cNvSpPr>
            <p:nvPr/>
          </p:nvSpPr>
          <p:spPr bwMode="auto">
            <a:xfrm>
              <a:off x="3384" y="570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71820" name="Rectangle 77"/>
            <p:cNvSpPr>
              <a:spLocks noChangeArrowheads="1"/>
            </p:cNvSpPr>
            <p:nvPr/>
          </p:nvSpPr>
          <p:spPr bwMode="auto">
            <a:xfrm>
              <a:off x="4604" y="753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71821" name="Line 78"/>
            <p:cNvSpPr>
              <a:spLocks noChangeShapeType="1"/>
            </p:cNvSpPr>
            <p:nvPr/>
          </p:nvSpPr>
          <p:spPr bwMode="auto">
            <a:xfrm flipH="1">
              <a:off x="3264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22" name="Line 79"/>
            <p:cNvSpPr>
              <a:spLocks noChangeShapeType="1"/>
            </p:cNvSpPr>
            <p:nvPr/>
          </p:nvSpPr>
          <p:spPr bwMode="auto">
            <a:xfrm>
              <a:off x="3264" y="1056"/>
              <a:ext cx="0" cy="26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23" name="Line 80"/>
            <p:cNvSpPr>
              <a:spLocks noChangeShapeType="1"/>
            </p:cNvSpPr>
            <p:nvPr/>
          </p:nvSpPr>
          <p:spPr bwMode="auto">
            <a:xfrm>
              <a:off x="3264" y="369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24" name="Line 81"/>
            <p:cNvSpPr>
              <a:spLocks noChangeShapeType="1"/>
            </p:cNvSpPr>
            <p:nvPr/>
          </p:nvSpPr>
          <p:spPr bwMode="auto">
            <a:xfrm flipV="1">
              <a:off x="4800" y="331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25" name="Line 82"/>
            <p:cNvSpPr>
              <a:spLocks noChangeShapeType="1"/>
            </p:cNvSpPr>
            <p:nvPr/>
          </p:nvSpPr>
          <p:spPr bwMode="auto">
            <a:xfrm>
              <a:off x="4656" y="105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26" name="Line 83"/>
            <p:cNvSpPr>
              <a:spLocks noChangeShapeType="1"/>
            </p:cNvSpPr>
            <p:nvPr/>
          </p:nvSpPr>
          <p:spPr bwMode="auto">
            <a:xfrm>
              <a:off x="5040" y="1056"/>
              <a:ext cx="0" cy="2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27" name="Line 84"/>
            <p:cNvSpPr>
              <a:spLocks noChangeShapeType="1"/>
            </p:cNvSpPr>
            <p:nvPr/>
          </p:nvSpPr>
          <p:spPr bwMode="auto">
            <a:xfrm flipH="1">
              <a:off x="3552" y="3840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1828" name="Line 85"/>
            <p:cNvSpPr>
              <a:spLocks noChangeShapeType="1"/>
            </p:cNvSpPr>
            <p:nvPr/>
          </p:nvSpPr>
          <p:spPr bwMode="auto">
            <a:xfrm flipV="1">
              <a:off x="3552" y="3312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627882" name="Group 170"/>
          <p:cNvGrpSpPr>
            <a:grpSpLocks/>
          </p:cNvGrpSpPr>
          <p:nvPr/>
        </p:nvGrpSpPr>
        <p:grpSpPr bwMode="auto">
          <a:xfrm>
            <a:off x="5027479" y="808837"/>
            <a:ext cx="3810000" cy="5716588"/>
            <a:chOff x="3360" y="527"/>
            <a:chExt cx="2400" cy="3601"/>
          </a:xfrm>
        </p:grpSpPr>
        <p:sp>
          <p:nvSpPr>
            <p:cNvPr id="71690" name="Rectangle 157"/>
            <p:cNvSpPr>
              <a:spLocks noChangeArrowheads="1"/>
            </p:cNvSpPr>
            <p:nvPr/>
          </p:nvSpPr>
          <p:spPr bwMode="auto">
            <a:xfrm>
              <a:off x="3406" y="527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71691" name="Group 169"/>
            <p:cNvGrpSpPr>
              <a:grpSpLocks/>
            </p:cNvGrpSpPr>
            <p:nvPr/>
          </p:nvGrpSpPr>
          <p:grpSpPr bwMode="auto">
            <a:xfrm>
              <a:off x="3360" y="716"/>
              <a:ext cx="2400" cy="3412"/>
              <a:chOff x="3360" y="716"/>
              <a:chExt cx="2400" cy="3412"/>
            </a:xfrm>
          </p:grpSpPr>
          <p:sp>
            <p:nvSpPr>
              <p:cNvPr id="71692" name="Line 87"/>
              <p:cNvSpPr>
                <a:spLocks noChangeShapeType="1"/>
              </p:cNvSpPr>
              <p:nvPr/>
            </p:nvSpPr>
            <p:spPr bwMode="auto">
              <a:xfrm flipV="1">
                <a:off x="369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693" name="Line 88"/>
              <p:cNvSpPr>
                <a:spLocks noChangeShapeType="1"/>
              </p:cNvSpPr>
              <p:nvPr/>
            </p:nvSpPr>
            <p:spPr bwMode="auto">
              <a:xfrm flipH="1" flipV="1">
                <a:off x="465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694" name="Line 89"/>
              <p:cNvSpPr>
                <a:spLocks noChangeShapeType="1"/>
              </p:cNvSpPr>
              <p:nvPr/>
            </p:nvSpPr>
            <p:spPr bwMode="auto">
              <a:xfrm>
                <a:off x="3700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695" name="Line 90"/>
              <p:cNvSpPr>
                <a:spLocks noChangeShapeType="1"/>
              </p:cNvSpPr>
              <p:nvPr/>
            </p:nvSpPr>
            <p:spPr bwMode="auto">
              <a:xfrm flipH="1">
                <a:off x="4362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696" name="Line 91"/>
              <p:cNvSpPr>
                <a:spLocks noChangeShapeType="1"/>
              </p:cNvSpPr>
              <p:nvPr/>
            </p:nvSpPr>
            <p:spPr bwMode="auto">
              <a:xfrm flipH="1">
                <a:off x="4032" y="960"/>
                <a:ext cx="3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697" name="Line 92"/>
              <p:cNvSpPr>
                <a:spLocks noChangeShapeType="1"/>
              </p:cNvSpPr>
              <p:nvPr/>
            </p:nvSpPr>
            <p:spPr bwMode="auto">
              <a:xfrm>
                <a:off x="3990" y="943"/>
                <a:ext cx="378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698" name="Line 93"/>
              <p:cNvSpPr>
                <a:spLocks noChangeShapeType="1"/>
              </p:cNvSpPr>
              <p:nvPr/>
            </p:nvSpPr>
            <p:spPr bwMode="auto">
              <a:xfrm flipV="1">
                <a:off x="4368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699" name="Line 94"/>
              <p:cNvSpPr>
                <a:spLocks noChangeShapeType="1"/>
              </p:cNvSpPr>
              <p:nvPr/>
            </p:nvSpPr>
            <p:spPr bwMode="auto">
              <a:xfrm flipH="1" flipV="1">
                <a:off x="3840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0" name="Line 95"/>
              <p:cNvSpPr>
                <a:spLocks noChangeShapeType="1"/>
              </p:cNvSpPr>
              <p:nvPr/>
            </p:nvSpPr>
            <p:spPr bwMode="auto">
              <a:xfrm>
                <a:off x="3840" y="2160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1" name="Line 96"/>
              <p:cNvSpPr>
                <a:spLocks noChangeShapeType="1"/>
              </p:cNvSpPr>
              <p:nvPr/>
            </p:nvSpPr>
            <p:spPr bwMode="auto">
              <a:xfrm>
                <a:off x="4512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2" name="Line 97"/>
              <p:cNvSpPr>
                <a:spLocks noChangeShapeType="1"/>
              </p:cNvSpPr>
              <p:nvPr/>
            </p:nvSpPr>
            <p:spPr bwMode="auto">
              <a:xfrm flipV="1">
                <a:off x="465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3" name="Line 98"/>
              <p:cNvSpPr>
                <a:spLocks noChangeShapeType="1"/>
              </p:cNvSpPr>
              <p:nvPr/>
            </p:nvSpPr>
            <p:spPr bwMode="auto">
              <a:xfrm flipV="1">
                <a:off x="369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4" name="Line 99"/>
              <p:cNvSpPr>
                <a:spLocks noChangeShapeType="1"/>
              </p:cNvSpPr>
              <p:nvPr/>
            </p:nvSpPr>
            <p:spPr bwMode="auto">
              <a:xfrm>
                <a:off x="3696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5" name="Line 100"/>
              <p:cNvSpPr>
                <a:spLocks noChangeShapeType="1"/>
              </p:cNvSpPr>
              <p:nvPr/>
            </p:nvSpPr>
            <p:spPr bwMode="auto">
              <a:xfrm>
                <a:off x="4704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6" name="Line 101"/>
              <p:cNvSpPr>
                <a:spLocks noChangeShapeType="1"/>
              </p:cNvSpPr>
              <p:nvPr/>
            </p:nvSpPr>
            <p:spPr bwMode="auto">
              <a:xfrm>
                <a:off x="3792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7" name="Line 102"/>
              <p:cNvSpPr>
                <a:spLocks noChangeShapeType="1"/>
              </p:cNvSpPr>
              <p:nvPr/>
            </p:nvSpPr>
            <p:spPr bwMode="auto">
              <a:xfrm>
                <a:off x="3792" y="34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8" name="Line 103"/>
              <p:cNvSpPr>
                <a:spLocks noChangeShapeType="1"/>
              </p:cNvSpPr>
              <p:nvPr/>
            </p:nvSpPr>
            <p:spPr bwMode="auto">
              <a:xfrm>
                <a:off x="4560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09" name="Line 104"/>
              <p:cNvSpPr>
                <a:spLocks noChangeShapeType="1"/>
              </p:cNvSpPr>
              <p:nvPr/>
            </p:nvSpPr>
            <p:spPr bwMode="auto">
              <a:xfrm flipH="1">
                <a:off x="5520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10" name="Line 105"/>
              <p:cNvSpPr>
                <a:spLocks noChangeShapeType="1"/>
              </p:cNvSpPr>
              <p:nvPr/>
            </p:nvSpPr>
            <p:spPr bwMode="auto">
              <a:xfrm flipV="1">
                <a:off x="5520" y="268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11" name="Line 106"/>
              <p:cNvSpPr>
                <a:spLocks noChangeShapeType="1"/>
              </p:cNvSpPr>
              <p:nvPr/>
            </p:nvSpPr>
            <p:spPr bwMode="auto">
              <a:xfrm>
                <a:off x="4176" y="340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12" name="Text Box 107"/>
              <p:cNvSpPr txBox="1">
                <a:spLocks noChangeArrowheads="1"/>
              </p:cNvSpPr>
              <p:nvPr/>
            </p:nvSpPr>
            <p:spPr bwMode="auto">
              <a:xfrm>
                <a:off x="4032" y="3840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sp>
            <p:nvSpPr>
              <p:cNvPr id="71713" name="Text Box 108"/>
              <p:cNvSpPr txBox="1">
                <a:spLocks noChangeArrowheads="1"/>
              </p:cNvSpPr>
              <p:nvPr/>
            </p:nvSpPr>
            <p:spPr bwMode="auto">
              <a:xfrm>
                <a:off x="3552" y="38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71714" name="Text Box 109"/>
              <p:cNvSpPr txBox="1">
                <a:spLocks noChangeArrowheads="1"/>
              </p:cNvSpPr>
              <p:nvPr/>
            </p:nvSpPr>
            <p:spPr bwMode="auto">
              <a:xfrm>
                <a:off x="4608" y="3840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grpSp>
            <p:nvGrpSpPr>
              <p:cNvPr id="71715" name="Group 110"/>
              <p:cNvGrpSpPr>
                <a:grpSpLocks/>
              </p:cNvGrpSpPr>
              <p:nvPr/>
            </p:nvGrpSpPr>
            <p:grpSpPr bwMode="auto">
              <a:xfrm>
                <a:off x="3456" y="1104"/>
                <a:ext cx="480" cy="336"/>
                <a:chOff x="720" y="1872"/>
                <a:chExt cx="480" cy="336"/>
              </a:xfrm>
            </p:grpSpPr>
            <p:sp>
              <p:nvSpPr>
                <p:cNvPr id="71765" name="Rectangle 11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66" name="Oval 11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1716" name="Group 113"/>
              <p:cNvGrpSpPr>
                <a:grpSpLocks/>
              </p:cNvGrpSpPr>
              <p:nvPr/>
            </p:nvGrpSpPr>
            <p:grpSpPr bwMode="auto">
              <a:xfrm>
                <a:off x="3456" y="1632"/>
                <a:ext cx="480" cy="336"/>
                <a:chOff x="720" y="1872"/>
                <a:chExt cx="480" cy="336"/>
              </a:xfrm>
            </p:grpSpPr>
            <p:sp>
              <p:nvSpPr>
                <p:cNvPr id="71763" name="Rectangle 11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64" name="Oval 11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1717" name="Group 116"/>
              <p:cNvGrpSpPr>
                <a:grpSpLocks/>
              </p:cNvGrpSpPr>
              <p:nvPr/>
            </p:nvGrpSpPr>
            <p:grpSpPr bwMode="auto">
              <a:xfrm>
                <a:off x="4416" y="1632"/>
                <a:ext cx="480" cy="336"/>
                <a:chOff x="720" y="1872"/>
                <a:chExt cx="480" cy="336"/>
              </a:xfrm>
            </p:grpSpPr>
            <p:sp>
              <p:nvSpPr>
                <p:cNvPr id="71761" name="Rectangle 117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62" name="Oval 118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1718" name="Group 119"/>
              <p:cNvGrpSpPr>
                <a:grpSpLocks/>
              </p:cNvGrpSpPr>
              <p:nvPr/>
            </p:nvGrpSpPr>
            <p:grpSpPr bwMode="auto">
              <a:xfrm>
                <a:off x="4416" y="1104"/>
                <a:ext cx="480" cy="336"/>
                <a:chOff x="720" y="1872"/>
                <a:chExt cx="480" cy="336"/>
              </a:xfrm>
            </p:grpSpPr>
            <p:sp>
              <p:nvSpPr>
                <p:cNvPr id="7175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60" name="Oval 121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1719" name="Line 122"/>
              <p:cNvSpPr>
                <a:spLocks noChangeShapeType="1"/>
              </p:cNvSpPr>
              <p:nvPr/>
            </p:nvSpPr>
            <p:spPr bwMode="auto">
              <a:xfrm flipV="1">
                <a:off x="3696" y="1968"/>
                <a:ext cx="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0" name="Line 123"/>
              <p:cNvSpPr>
                <a:spLocks noChangeShapeType="1"/>
              </p:cNvSpPr>
              <p:nvPr/>
            </p:nvSpPr>
            <p:spPr bwMode="auto">
              <a:xfrm flipH="1" flipV="1">
                <a:off x="4656" y="196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1" name="Line 124"/>
              <p:cNvSpPr>
                <a:spLocks noChangeShapeType="1"/>
              </p:cNvSpPr>
              <p:nvPr/>
            </p:nvSpPr>
            <p:spPr bwMode="auto">
              <a:xfrm>
                <a:off x="3700" y="2295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2" name="Line 125"/>
              <p:cNvSpPr>
                <a:spLocks noChangeShapeType="1"/>
              </p:cNvSpPr>
              <p:nvPr/>
            </p:nvSpPr>
            <p:spPr bwMode="auto">
              <a:xfrm flipH="1" flipV="1">
                <a:off x="436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3" name="Line 126"/>
              <p:cNvSpPr>
                <a:spLocks noChangeShapeType="1"/>
              </p:cNvSpPr>
              <p:nvPr/>
            </p:nvSpPr>
            <p:spPr bwMode="auto">
              <a:xfrm flipH="1">
                <a:off x="4032" y="2295"/>
                <a:ext cx="33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4" name="Line 127"/>
              <p:cNvSpPr>
                <a:spLocks noChangeShapeType="1"/>
              </p:cNvSpPr>
              <p:nvPr/>
            </p:nvSpPr>
            <p:spPr bwMode="auto">
              <a:xfrm>
                <a:off x="3990" y="2295"/>
                <a:ext cx="372" cy="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5" name="Line 128"/>
              <p:cNvSpPr>
                <a:spLocks noChangeShapeType="1"/>
              </p:cNvSpPr>
              <p:nvPr/>
            </p:nvSpPr>
            <p:spPr bwMode="auto">
              <a:xfrm flipV="1">
                <a:off x="4368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6" name="Line 129"/>
              <p:cNvSpPr>
                <a:spLocks noChangeShapeType="1"/>
              </p:cNvSpPr>
              <p:nvPr/>
            </p:nvSpPr>
            <p:spPr bwMode="auto">
              <a:xfrm flipH="1" flipV="1">
                <a:off x="3840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7" name="Line 130"/>
              <p:cNvSpPr>
                <a:spLocks noChangeShapeType="1"/>
              </p:cNvSpPr>
              <p:nvPr/>
            </p:nvSpPr>
            <p:spPr bwMode="auto">
              <a:xfrm flipH="1" flipV="1">
                <a:off x="3840" y="274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8" name="Line 131"/>
              <p:cNvSpPr>
                <a:spLocks noChangeShapeType="1"/>
              </p:cNvSpPr>
              <p:nvPr/>
            </p:nvSpPr>
            <p:spPr bwMode="auto">
              <a:xfrm flipV="1">
                <a:off x="4560" y="269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29" name="Line 132"/>
              <p:cNvSpPr>
                <a:spLocks noChangeShapeType="1"/>
              </p:cNvSpPr>
              <p:nvPr/>
            </p:nvSpPr>
            <p:spPr bwMode="auto">
              <a:xfrm flipV="1">
                <a:off x="4656" y="26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30" name="Line 133"/>
              <p:cNvSpPr>
                <a:spLocks noChangeShapeType="1"/>
              </p:cNvSpPr>
              <p:nvPr/>
            </p:nvSpPr>
            <p:spPr bwMode="auto">
              <a:xfrm flipV="1">
                <a:off x="3696" y="274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1731" name="Group 134"/>
              <p:cNvGrpSpPr>
                <a:grpSpLocks/>
              </p:cNvGrpSpPr>
              <p:nvPr/>
            </p:nvGrpSpPr>
            <p:grpSpPr bwMode="auto">
              <a:xfrm>
                <a:off x="3456" y="2408"/>
                <a:ext cx="480" cy="336"/>
                <a:chOff x="720" y="1872"/>
                <a:chExt cx="480" cy="336"/>
              </a:xfrm>
            </p:grpSpPr>
            <p:sp>
              <p:nvSpPr>
                <p:cNvPr id="71757" name="Rectangle 13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58" name="Oval 13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1732" name="Group 137"/>
              <p:cNvGrpSpPr>
                <a:grpSpLocks/>
              </p:cNvGrpSpPr>
              <p:nvPr/>
            </p:nvGrpSpPr>
            <p:grpSpPr bwMode="auto">
              <a:xfrm>
                <a:off x="3456" y="2888"/>
                <a:ext cx="480" cy="336"/>
                <a:chOff x="720" y="1872"/>
                <a:chExt cx="480" cy="336"/>
              </a:xfrm>
            </p:grpSpPr>
            <p:sp>
              <p:nvSpPr>
                <p:cNvPr id="71755" name="Rectangle 13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56" name="Oval 13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1733" name="Group 140"/>
              <p:cNvGrpSpPr>
                <a:grpSpLocks/>
              </p:cNvGrpSpPr>
              <p:nvPr/>
            </p:nvGrpSpPr>
            <p:grpSpPr bwMode="auto">
              <a:xfrm>
                <a:off x="4416" y="2888"/>
                <a:ext cx="480" cy="336"/>
                <a:chOff x="720" y="1872"/>
                <a:chExt cx="480" cy="336"/>
              </a:xfrm>
            </p:grpSpPr>
            <p:sp>
              <p:nvSpPr>
                <p:cNvPr id="71753" name="Rectangle 14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54" name="Oval 14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1734" name="Group 143"/>
              <p:cNvGrpSpPr>
                <a:grpSpLocks/>
              </p:cNvGrpSpPr>
              <p:nvPr/>
            </p:nvGrpSpPr>
            <p:grpSpPr bwMode="auto">
              <a:xfrm>
                <a:off x="4416" y="2360"/>
                <a:ext cx="480" cy="336"/>
                <a:chOff x="720" y="1872"/>
                <a:chExt cx="480" cy="336"/>
              </a:xfrm>
            </p:grpSpPr>
            <p:sp>
              <p:nvSpPr>
                <p:cNvPr id="71751" name="Rectangle 14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52" name="Oval 14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1735" name="Line 146"/>
              <p:cNvSpPr>
                <a:spLocks noChangeShapeType="1"/>
              </p:cNvSpPr>
              <p:nvPr/>
            </p:nvSpPr>
            <p:spPr bwMode="auto">
              <a:xfrm>
                <a:off x="3840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1736" name="Group 147"/>
              <p:cNvGrpSpPr>
                <a:grpSpLocks/>
              </p:cNvGrpSpPr>
              <p:nvPr/>
            </p:nvGrpSpPr>
            <p:grpSpPr bwMode="auto">
              <a:xfrm>
                <a:off x="5280" y="2352"/>
                <a:ext cx="480" cy="336"/>
                <a:chOff x="720" y="1872"/>
                <a:chExt cx="480" cy="336"/>
              </a:xfrm>
            </p:grpSpPr>
            <p:sp>
              <p:nvSpPr>
                <p:cNvPr id="71749" name="Rectangle 14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750" name="Oval 14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1737" name="Line 150"/>
              <p:cNvSpPr>
                <a:spLocks noChangeShapeType="1"/>
              </p:cNvSpPr>
              <p:nvPr/>
            </p:nvSpPr>
            <p:spPr bwMode="auto">
              <a:xfrm flipV="1">
                <a:off x="384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38" name="Line 151"/>
              <p:cNvSpPr>
                <a:spLocks noChangeShapeType="1"/>
              </p:cNvSpPr>
              <p:nvPr/>
            </p:nvSpPr>
            <p:spPr bwMode="auto">
              <a:xfrm flipV="1">
                <a:off x="456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39" name="Oval 152"/>
              <p:cNvSpPr>
                <a:spLocks noChangeArrowheads="1"/>
              </p:cNvSpPr>
              <p:nvPr/>
            </p:nvSpPr>
            <p:spPr bwMode="auto">
              <a:xfrm>
                <a:off x="4464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40" name="Oval 153"/>
              <p:cNvSpPr>
                <a:spLocks noChangeArrowheads="1"/>
              </p:cNvSpPr>
              <p:nvPr/>
            </p:nvSpPr>
            <p:spPr bwMode="auto">
              <a:xfrm>
                <a:off x="4512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41" name="Oval 154"/>
              <p:cNvSpPr>
                <a:spLocks noChangeArrowheads="1"/>
              </p:cNvSpPr>
              <p:nvPr/>
            </p:nvSpPr>
            <p:spPr bwMode="auto">
              <a:xfrm>
                <a:off x="4128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42" name="Oval 155"/>
              <p:cNvSpPr>
                <a:spLocks noChangeArrowheads="1"/>
              </p:cNvSpPr>
              <p:nvPr/>
            </p:nvSpPr>
            <p:spPr bwMode="auto">
              <a:xfrm>
                <a:off x="460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43" name="Oval 156"/>
              <p:cNvSpPr>
                <a:spLocks noChangeArrowheads="1"/>
              </p:cNvSpPr>
              <p:nvPr/>
            </p:nvSpPr>
            <p:spPr bwMode="auto">
              <a:xfrm>
                <a:off x="364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44" name="Rectangle 158"/>
              <p:cNvSpPr>
                <a:spLocks noChangeArrowheads="1"/>
              </p:cNvSpPr>
              <p:nvPr/>
            </p:nvSpPr>
            <p:spPr bwMode="auto">
              <a:xfrm>
                <a:off x="4679" y="716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71745" name="Line 162"/>
              <p:cNvSpPr>
                <a:spLocks noChangeShapeType="1"/>
              </p:cNvSpPr>
              <p:nvPr/>
            </p:nvSpPr>
            <p:spPr bwMode="auto">
              <a:xfrm flipV="1">
                <a:off x="4848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46" name="Line 166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747" name="Rectangle 167"/>
              <p:cNvSpPr>
                <a:spLocks noChangeArrowheads="1"/>
              </p:cNvSpPr>
              <p:nvPr/>
            </p:nvSpPr>
            <p:spPr bwMode="auto">
              <a:xfrm>
                <a:off x="4848" y="3600"/>
                <a:ext cx="288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71748" name="Rectangle 168"/>
              <p:cNvSpPr>
                <a:spLocks noChangeArrowheads="1"/>
              </p:cNvSpPr>
              <p:nvPr/>
            </p:nvSpPr>
            <p:spPr bwMode="auto">
              <a:xfrm>
                <a:off x="3360" y="3840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</p:grpSp>
      </p:grpSp>
      <p:grpSp>
        <p:nvGrpSpPr>
          <p:cNvPr id="627887" name="Group 175"/>
          <p:cNvGrpSpPr>
            <a:grpSpLocks/>
          </p:cNvGrpSpPr>
          <p:nvPr/>
        </p:nvGrpSpPr>
        <p:grpSpPr bwMode="auto">
          <a:xfrm>
            <a:off x="3441700" y="1574800"/>
            <a:ext cx="1676400" cy="701675"/>
            <a:chOff x="2168" y="992"/>
            <a:chExt cx="1056" cy="442"/>
          </a:xfrm>
        </p:grpSpPr>
        <p:sp>
          <p:nvSpPr>
            <p:cNvPr id="71688" name="Text Box 172"/>
            <p:cNvSpPr txBox="1">
              <a:spLocks noChangeArrowheads="1"/>
            </p:cNvSpPr>
            <p:nvPr/>
          </p:nvSpPr>
          <p:spPr bwMode="auto">
            <a:xfrm>
              <a:off x="2168" y="992"/>
              <a:ext cx="105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簡化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: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將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Q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和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Q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用字母表示</a:t>
              </a:r>
              <a:endParaRPr lang="zh-CN" altLang="en-US" sz="20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71689" name="Line 173"/>
            <p:cNvSpPr>
              <a:spLocks noChangeShapeType="1"/>
            </p:cNvSpPr>
            <p:nvPr/>
          </p:nvSpPr>
          <p:spPr bwMode="auto">
            <a:xfrm>
              <a:off x="3021" y="101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627888" name="AutoShape 176"/>
          <p:cNvSpPr>
            <a:spLocks noChangeArrowheads="1"/>
          </p:cNvSpPr>
          <p:nvPr/>
        </p:nvSpPr>
        <p:spPr bwMode="auto">
          <a:xfrm>
            <a:off x="3581400" y="2514600"/>
            <a:ext cx="1295400" cy="4572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69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7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7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62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2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88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5F5C46-7417-489D-AD15-3953B376C828}" type="slidenum">
              <a:rPr lang="en-US" altLang="zh-CN"/>
              <a:pPr>
                <a:defRPr/>
              </a:pPr>
              <a:t>27</a:t>
            </a:fld>
            <a:endParaRPr lang="en-US" altLang="zh-CN" dirty="0"/>
          </a:p>
        </p:txBody>
      </p:sp>
      <p:grpSp>
        <p:nvGrpSpPr>
          <p:cNvPr id="628893" name="Group 157"/>
          <p:cNvGrpSpPr>
            <a:grpSpLocks/>
          </p:cNvGrpSpPr>
          <p:nvPr/>
        </p:nvGrpSpPr>
        <p:grpSpPr bwMode="auto">
          <a:xfrm>
            <a:off x="304800" y="762000"/>
            <a:ext cx="3810000" cy="5722938"/>
            <a:chOff x="3360" y="528"/>
            <a:chExt cx="2400" cy="3605"/>
          </a:xfrm>
        </p:grpSpPr>
        <p:sp>
          <p:nvSpPr>
            <p:cNvPr id="72805" name="Rectangle 158"/>
            <p:cNvSpPr>
              <a:spLocks noChangeArrowheads="1"/>
            </p:cNvSpPr>
            <p:nvPr/>
          </p:nvSpPr>
          <p:spPr bwMode="auto">
            <a:xfrm>
              <a:off x="3360" y="528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72806" name="Group 159"/>
            <p:cNvGrpSpPr>
              <a:grpSpLocks/>
            </p:cNvGrpSpPr>
            <p:nvPr/>
          </p:nvGrpSpPr>
          <p:grpSpPr bwMode="auto">
            <a:xfrm>
              <a:off x="3360" y="768"/>
              <a:ext cx="2400" cy="3365"/>
              <a:chOff x="3360" y="768"/>
              <a:chExt cx="2400" cy="3365"/>
            </a:xfrm>
          </p:grpSpPr>
          <p:sp>
            <p:nvSpPr>
              <p:cNvPr id="72807" name="Line 160"/>
              <p:cNvSpPr>
                <a:spLocks noChangeShapeType="1"/>
              </p:cNvSpPr>
              <p:nvPr/>
            </p:nvSpPr>
            <p:spPr bwMode="auto">
              <a:xfrm flipV="1">
                <a:off x="369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08" name="Line 161"/>
              <p:cNvSpPr>
                <a:spLocks noChangeShapeType="1"/>
              </p:cNvSpPr>
              <p:nvPr/>
            </p:nvSpPr>
            <p:spPr bwMode="auto">
              <a:xfrm flipH="1" flipV="1">
                <a:off x="4656" y="8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09" name="Line 162"/>
              <p:cNvSpPr>
                <a:spLocks noChangeShapeType="1"/>
              </p:cNvSpPr>
              <p:nvPr/>
            </p:nvSpPr>
            <p:spPr bwMode="auto">
              <a:xfrm>
                <a:off x="3700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0" name="Line 163"/>
              <p:cNvSpPr>
                <a:spLocks noChangeShapeType="1"/>
              </p:cNvSpPr>
              <p:nvPr/>
            </p:nvSpPr>
            <p:spPr bwMode="auto">
              <a:xfrm flipH="1">
                <a:off x="4362" y="94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1" name="Line 164"/>
              <p:cNvSpPr>
                <a:spLocks noChangeShapeType="1"/>
              </p:cNvSpPr>
              <p:nvPr/>
            </p:nvSpPr>
            <p:spPr bwMode="auto">
              <a:xfrm flipH="1">
                <a:off x="4032" y="960"/>
                <a:ext cx="3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2" name="Line 165"/>
              <p:cNvSpPr>
                <a:spLocks noChangeShapeType="1"/>
              </p:cNvSpPr>
              <p:nvPr/>
            </p:nvSpPr>
            <p:spPr bwMode="auto">
              <a:xfrm>
                <a:off x="3990" y="943"/>
                <a:ext cx="378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3" name="Line 166"/>
              <p:cNvSpPr>
                <a:spLocks noChangeShapeType="1"/>
              </p:cNvSpPr>
              <p:nvPr/>
            </p:nvSpPr>
            <p:spPr bwMode="auto">
              <a:xfrm flipV="1">
                <a:off x="4368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4" name="Line 167"/>
              <p:cNvSpPr>
                <a:spLocks noChangeShapeType="1"/>
              </p:cNvSpPr>
              <p:nvPr/>
            </p:nvSpPr>
            <p:spPr bwMode="auto">
              <a:xfrm flipH="1" flipV="1">
                <a:off x="3840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5" name="Line 168"/>
              <p:cNvSpPr>
                <a:spLocks noChangeShapeType="1"/>
              </p:cNvSpPr>
              <p:nvPr/>
            </p:nvSpPr>
            <p:spPr bwMode="auto">
              <a:xfrm>
                <a:off x="3840" y="2160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6" name="Line 169"/>
              <p:cNvSpPr>
                <a:spLocks noChangeShapeType="1"/>
              </p:cNvSpPr>
              <p:nvPr/>
            </p:nvSpPr>
            <p:spPr bwMode="auto">
              <a:xfrm>
                <a:off x="4512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7" name="Line 170"/>
              <p:cNvSpPr>
                <a:spLocks noChangeShapeType="1"/>
              </p:cNvSpPr>
              <p:nvPr/>
            </p:nvSpPr>
            <p:spPr bwMode="auto">
              <a:xfrm flipV="1">
                <a:off x="465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8" name="Line 171"/>
              <p:cNvSpPr>
                <a:spLocks noChangeShapeType="1"/>
              </p:cNvSpPr>
              <p:nvPr/>
            </p:nvSpPr>
            <p:spPr bwMode="auto">
              <a:xfrm flipV="1">
                <a:off x="3696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19" name="Line 172"/>
              <p:cNvSpPr>
                <a:spLocks noChangeShapeType="1"/>
              </p:cNvSpPr>
              <p:nvPr/>
            </p:nvSpPr>
            <p:spPr bwMode="auto">
              <a:xfrm>
                <a:off x="3696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0" name="Line 173"/>
              <p:cNvSpPr>
                <a:spLocks noChangeShapeType="1"/>
              </p:cNvSpPr>
              <p:nvPr/>
            </p:nvSpPr>
            <p:spPr bwMode="auto">
              <a:xfrm>
                <a:off x="4704" y="3216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1" name="Line 174"/>
              <p:cNvSpPr>
                <a:spLocks noChangeShapeType="1"/>
              </p:cNvSpPr>
              <p:nvPr/>
            </p:nvSpPr>
            <p:spPr bwMode="auto">
              <a:xfrm>
                <a:off x="3792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2" name="Line 175"/>
              <p:cNvSpPr>
                <a:spLocks noChangeShapeType="1"/>
              </p:cNvSpPr>
              <p:nvPr/>
            </p:nvSpPr>
            <p:spPr bwMode="auto">
              <a:xfrm>
                <a:off x="3792" y="34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3" name="Line 176"/>
              <p:cNvSpPr>
                <a:spLocks noChangeShapeType="1"/>
              </p:cNvSpPr>
              <p:nvPr/>
            </p:nvSpPr>
            <p:spPr bwMode="auto">
              <a:xfrm>
                <a:off x="4560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4" name="Line 177"/>
              <p:cNvSpPr>
                <a:spLocks noChangeShapeType="1"/>
              </p:cNvSpPr>
              <p:nvPr/>
            </p:nvSpPr>
            <p:spPr bwMode="auto">
              <a:xfrm flipH="1">
                <a:off x="5520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5" name="Line 178"/>
              <p:cNvSpPr>
                <a:spLocks noChangeShapeType="1"/>
              </p:cNvSpPr>
              <p:nvPr/>
            </p:nvSpPr>
            <p:spPr bwMode="auto">
              <a:xfrm flipV="1">
                <a:off x="5520" y="268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6" name="Line 179"/>
              <p:cNvSpPr>
                <a:spLocks noChangeShapeType="1"/>
              </p:cNvSpPr>
              <p:nvPr/>
            </p:nvSpPr>
            <p:spPr bwMode="auto">
              <a:xfrm>
                <a:off x="4176" y="340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27" name="Text Box 180"/>
              <p:cNvSpPr txBox="1">
                <a:spLocks noChangeArrowheads="1"/>
              </p:cNvSpPr>
              <p:nvPr/>
            </p:nvSpPr>
            <p:spPr bwMode="auto">
              <a:xfrm>
                <a:off x="4032" y="3840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sp>
            <p:nvSpPr>
              <p:cNvPr id="72828" name="Text Box 181"/>
              <p:cNvSpPr txBox="1">
                <a:spLocks noChangeArrowheads="1"/>
              </p:cNvSpPr>
              <p:nvPr/>
            </p:nvSpPr>
            <p:spPr bwMode="auto">
              <a:xfrm>
                <a:off x="3552" y="38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72829" name="Text Box 182"/>
              <p:cNvSpPr txBox="1">
                <a:spLocks noChangeArrowheads="1"/>
              </p:cNvSpPr>
              <p:nvPr/>
            </p:nvSpPr>
            <p:spPr bwMode="auto">
              <a:xfrm>
                <a:off x="4608" y="3840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grpSp>
            <p:nvGrpSpPr>
              <p:cNvPr id="72830" name="Group 183"/>
              <p:cNvGrpSpPr>
                <a:grpSpLocks/>
              </p:cNvGrpSpPr>
              <p:nvPr/>
            </p:nvGrpSpPr>
            <p:grpSpPr bwMode="auto">
              <a:xfrm>
                <a:off x="3456" y="1104"/>
                <a:ext cx="480" cy="336"/>
                <a:chOff x="720" y="1872"/>
                <a:chExt cx="480" cy="336"/>
              </a:xfrm>
            </p:grpSpPr>
            <p:sp>
              <p:nvSpPr>
                <p:cNvPr id="72880" name="Rectangle 18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81" name="Oval 18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831" name="Group 186"/>
              <p:cNvGrpSpPr>
                <a:grpSpLocks/>
              </p:cNvGrpSpPr>
              <p:nvPr/>
            </p:nvGrpSpPr>
            <p:grpSpPr bwMode="auto">
              <a:xfrm>
                <a:off x="3456" y="1632"/>
                <a:ext cx="480" cy="336"/>
                <a:chOff x="720" y="1872"/>
                <a:chExt cx="480" cy="336"/>
              </a:xfrm>
            </p:grpSpPr>
            <p:sp>
              <p:nvSpPr>
                <p:cNvPr id="72878" name="Rectangle 187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79" name="Oval 188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832" name="Group 189"/>
              <p:cNvGrpSpPr>
                <a:grpSpLocks/>
              </p:cNvGrpSpPr>
              <p:nvPr/>
            </p:nvGrpSpPr>
            <p:grpSpPr bwMode="auto">
              <a:xfrm>
                <a:off x="4416" y="1632"/>
                <a:ext cx="480" cy="336"/>
                <a:chOff x="720" y="1872"/>
                <a:chExt cx="480" cy="336"/>
              </a:xfrm>
            </p:grpSpPr>
            <p:sp>
              <p:nvSpPr>
                <p:cNvPr id="72876" name="Rectangle 190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77" name="Oval 191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833" name="Group 192"/>
              <p:cNvGrpSpPr>
                <a:grpSpLocks/>
              </p:cNvGrpSpPr>
              <p:nvPr/>
            </p:nvGrpSpPr>
            <p:grpSpPr bwMode="auto">
              <a:xfrm>
                <a:off x="4416" y="1104"/>
                <a:ext cx="480" cy="336"/>
                <a:chOff x="720" y="1872"/>
                <a:chExt cx="480" cy="336"/>
              </a:xfrm>
            </p:grpSpPr>
            <p:sp>
              <p:nvSpPr>
                <p:cNvPr id="72874" name="Rectangle 193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75" name="Oval 194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834" name="Line 195"/>
              <p:cNvSpPr>
                <a:spLocks noChangeShapeType="1"/>
              </p:cNvSpPr>
              <p:nvPr/>
            </p:nvSpPr>
            <p:spPr bwMode="auto">
              <a:xfrm flipV="1">
                <a:off x="3696" y="1968"/>
                <a:ext cx="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35" name="Line 196"/>
              <p:cNvSpPr>
                <a:spLocks noChangeShapeType="1"/>
              </p:cNvSpPr>
              <p:nvPr/>
            </p:nvSpPr>
            <p:spPr bwMode="auto">
              <a:xfrm flipH="1" flipV="1">
                <a:off x="4656" y="196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36" name="Line 197"/>
              <p:cNvSpPr>
                <a:spLocks noChangeShapeType="1"/>
              </p:cNvSpPr>
              <p:nvPr/>
            </p:nvSpPr>
            <p:spPr bwMode="auto">
              <a:xfrm>
                <a:off x="3700" y="2295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37" name="Line 198"/>
              <p:cNvSpPr>
                <a:spLocks noChangeShapeType="1"/>
              </p:cNvSpPr>
              <p:nvPr/>
            </p:nvSpPr>
            <p:spPr bwMode="auto">
              <a:xfrm flipH="1" flipV="1">
                <a:off x="436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38" name="Line 199"/>
              <p:cNvSpPr>
                <a:spLocks noChangeShapeType="1"/>
              </p:cNvSpPr>
              <p:nvPr/>
            </p:nvSpPr>
            <p:spPr bwMode="auto">
              <a:xfrm flipH="1">
                <a:off x="4032" y="2295"/>
                <a:ext cx="33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39" name="Line 200"/>
              <p:cNvSpPr>
                <a:spLocks noChangeShapeType="1"/>
              </p:cNvSpPr>
              <p:nvPr/>
            </p:nvSpPr>
            <p:spPr bwMode="auto">
              <a:xfrm>
                <a:off x="3990" y="2295"/>
                <a:ext cx="372" cy="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40" name="Line 201"/>
              <p:cNvSpPr>
                <a:spLocks noChangeShapeType="1"/>
              </p:cNvSpPr>
              <p:nvPr/>
            </p:nvSpPr>
            <p:spPr bwMode="auto">
              <a:xfrm flipV="1">
                <a:off x="4368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41" name="Line 202"/>
              <p:cNvSpPr>
                <a:spLocks noChangeShapeType="1"/>
              </p:cNvSpPr>
              <p:nvPr/>
            </p:nvSpPr>
            <p:spPr bwMode="auto">
              <a:xfrm flipH="1" flipV="1">
                <a:off x="3840" y="28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42" name="Line 203"/>
              <p:cNvSpPr>
                <a:spLocks noChangeShapeType="1"/>
              </p:cNvSpPr>
              <p:nvPr/>
            </p:nvSpPr>
            <p:spPr bwMode="auto">
              <a:xfrm flipH="1" flipV="1">
                <a:off x="3840" y="274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43" name="Line 204"/>
              <p:cNvSpPr>
                <a:spLocks noChangeShapeType="1"/>
              </p:cNvSpPr>
              <p:nvPr/>
            </p:nvSpPr>
            <p:spPr bwMode="auto">
              <a:xfrm flipV="1">
                <a:off x="4560" y="269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44" name="Line 205"/>
              <p:cNvSpPr>
                <a:spLocks noChangeShapeType="1"/>
              </p:cNvSpPr>
              <p:nvPr/>
            </p:nvSpPr>
            <p:spPr bwMode="auto">
              <a:xfrm flipV="1">
                <a:off x="4656" y="26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45" name="Line 206"/>
              <p:cNvSpPr>
                <a:spLocks noChangeShapeType="1"/>
              </p:cNvSpPr>
              <p:nvPr/>
            </p:nvSpPr>
            <p:spPr bwMode="auto">
              <a:xfrm flipV="1">
                <a:off x="3696" y="274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2846" name="Group 207"/>
              <p:cNvGrpSpPr>
                <a:grpSpLocks/>
              </p:cNvGrpSpPr>
              <p:nvPr/>
            </p:nvGrpSpPr>
            <p:grpSpPr bwMode="auto">
              <a:xfrm>
                <a:off x="3456" y="2408"/>
                <a:ext cx="480" cy="336"/>
                <a:chOff x="720" y="1872"/>
                <a:chExt cx="480" cy="336"/>
              </a:xfrm>
            </p:grpSpPr>
            <p:sp>
              <p:nvSpPr>
                <p:cNvPr id="72872" name="Rectangle 20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73" name="Oval 20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847" name="Group 210"/>
              <p:cNvGrpSpPr>
                <a:grpSpLocks/>
              </p:cNvGrpSpPr>
              <p:nvPr/>
            </p:nvGrpSpPr>
            <p:grpSpPr bwMode="auto">
              <a:xfrm>
                <a:off x="3456" y="2888"/>
                <a:ext cx="480" cy="336"/>
                <a:chOff x="720" y="1872"/>
                <a:chExt cx="480" cy="336"/>
              </a:xfrm>
            </p:grpSpPr>
            <p:sp>
              <p:nvSpPr>
                <p:cNvPr id="72870" name="Rectangle 21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71" name="Oval 21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848" name="Group 213"/>
              <p:cNvGrpSpPr>
                <a:grpSpLocks/>
              </p:cNvGrpSpPr>
              <p:nvPr/>
            </p:nvGrpSpPr>
            <p:grpSpPr bwMode="auto">
              <a:xfrm>
                <a:off x="4416" y="2888"/>
                <a:ext cx="480" cy="336"/>
                <a:chOff x="720" y="1872"/>
                <a:chExt cx="480" cy="336"/>
              </a:xfrm>
            </p:grpSpPr>
            <p:sp>
              <p:nvSpPr>
                <p:cNvPr id="72868" name="Rectangle 214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69" name="Oval 21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849" name="Group 216"/>
              <p:cNvGrpSpPr>
                <a:grpSpLocks/>
              </p:cNvGrpSpPr>
              <p:nvPr/>
            </p:nvGrpSpPr>
            <p:grpSpPr bwMode="auto">
              <a:xfrm>
                <a:off x="4416" y="2360"/>
                <a:ext cx="480" cy="336"/>
                <a:chOff x="720" y="1872"/>
                <a:chExt cx="480" cy="336"/>
              </a:xfrm>
            </p:grpSpPr>
            <p:sp>
              <p:nvSpPr>
                <p:cNvPr id="72866" name="Rectangle 217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67" name="Oval 218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850" name="Line 219"/>
              <p:cNvSpPr>
                <a:spLocks noChangeShapeType="1"/>
              </p:cNvSpPr>
              <p:nvPr/>
            </p:nvSpPr>
            <p:spPr bwMode="auto">
              <a:xfrm>
                <a:off x="3840" y="196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2851" name="Group 220"/>
              <p:cNvGrpSpPr>
                <a:grpSpLocks/>
              </p:cNvGrpSpPr>
              <p:nvPr/>
            </p:nvGrpSpPr>
            <p:grpSpPr bwMode="auto">
              <a:xfrm>
                <a:off x="5280" y="2352"/>
                <a:ext cx="480" cy="336"/>
                <a:chOff x="720" y="1872"/>
                <a:chExt cx="480" cy="336"/>
              </a:xfrm>
            </p:grpSpPr>
            <p:sp>
              <p:nvSpPr>
                <p:cNvPr id="72864" name="Rectangle 22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65" name="Oval 22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852" name="Line 223"/>
              <p:cNvSpPr>
                <a:spLocks noChangeShapeType="1"/>
              </p:cNvSpPr>
              <p:nvPr/>
            </p:nvSpPr>
            <p:spPr bwMode="auto">
              <a:xfrm flipV="1">
                <a:off x="384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53" name="Line 224"/>
              <p:cNvSpPr>
                <a:spLocks noChangeShapeType="1"/>
              </p:cNvSpPr>
              <p:nvPr/>
            </p:nvSpPr>
            <p:spPr bwMode="auto">
              <a:xfrm flipV="1">
                <a:off x="4560" y="144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54" name="Oval 225"/>
              <p:cNvSpPr>
                <a:spLocks noChangeArrowheads="1"/>
              </p:cNvSpPr>
              <p:nvPr/>
            </p:nvSpPr>
            <p:spPr bwMode="auto">
              <a:xfrm>
                <a:off x="4464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55" name="Oval 226"/>
              <p:cNvSpPr>
                <a:spLocks noChangeArrowheads="1"/>
              </p:cNvSpPr>
              <p:nvPr/>
            </p:nvSpPr>
            <p:spPr bwMode="auto">
              <a:xfrm>
                <a:off x="4512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56" name="Oval 227"/>
              <p:cNvSpPr>
                <a:spLocks noChangeArrowheads="1"/>
              </p:cNvSpPr>
              <p:nvPr/>
            </p:nvSpPr>
            <p:spPr bwMode="auto">
              <a:xfrm>
                <a:off x="4128" y="3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57" name="Oval 228"/>
              <p:cNvSpPr>
                <a:spLocks noChangeArrowheads="1"/>
              </p:cNvSpPr>
              <p:nvPr/>
            </p:nvSpPr>
            <p:spPr bwMode="auto">
              <a:xfrm>
                <a:off x="460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58" name="Oval 229"/>
              <p:cNvSpPr>
                <a:spLocks noChangeArrowheads="1"/>
              </p:cNvSpPr>
              <p:nvPr/>
            </p:nvSpPr>
            <p:spPr bwMode="auto">
              <a:xfrm>
                <a:off x="3648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59" name="Rectangle 230"/>
              <p:cNvSpPr>
                <a:spLocks noChangeArrowheads="1"/>
              </p:cNvSpPr>
              <p:nvPr/>
            </p:nvSpPr>
            <p:spPr bwMode="auto">
              <a:xfrm>
                <a:off x="4704" y="76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72860" name="Line 231"/>
              <p:cNvSpPr>
                <a:spLocks noChangeShapeType="1"/>
              </p:cNvSpPr>
              <p:nvPr/>
            </p:nvSpPr>
            <p:spPr bwMode="auto">
              <a:xfrm flipV="1">
                <a:off x="4848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61" name="Line 232"/>
              <p:cNvSpPr>
                <a:spLocks noChangeShapeType="1"/>
              </p:cNvSpPr>
              <p:nvPr/>
            </p:nvSpPr>
            <p:spPr bwMode="auto">
              <a:xfrm flipV="1">
                <a:off x="3552" y="321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862" name="Rectangle 233"/>
              <p:cNvSpPr>
                <a:spLocks noChangeArrowheads="1"/>
              </p:cNvSpPr>
              <p:nvPr/>
            </p:nvSpPr>
            <p:spPr bwMode="auto">
              <a:xfrm>
                <a:off x="4838" y="3687"/>
                <a:ext cx="288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4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lnSpc>
                    <a:spcPts val="24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72863" name="Rectangle 234"/>
              <p:cNvSpPr>
                <a:spLocks noChangeArrowheads="1"/>
              </p:cNvSpPr>
              <p:nvPr/>
            </p:nvSpPr>
            <p:spPr bwMode="auto">
              <a:xfrm>
                <a:off x="3360" y="3840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</p:grpSp>
      </p:grpSp>
      <p:sp>
        <p:nvSpPr>
          <p:cNvPr id="629059" name="Rectangle 323"/>
          <p:cNvSpPr>
            <a:spLocks noChangeArrowheads="1"/>
          </p:cNvSpPr>
          <p:nvPr/>
        </p:nvSpPr>
        <p:spPr bwMode="auto">
          <a:xfrm>
            <a:off x="4800600" y="762000"/>
            <a:ext cx="4191000" cy="41148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629063" name="Text Box 327"/>
          <p:cNvSpPr txBox="1">
            <a:spLocks noChangeArrowheads="1"/>
          </p:cNvSpPr>
          <p:nvPr/>
        </p:nvSpPr>
        <p:spPr bwMode="auto">
          <a:xfrm>
            <a:off x="7696200" y="1066800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ea typeface="Noto Serif SC" panose="02020200000000000000" pitchFamily="18" charset="-122"/>
              </a:rPr>
              <a:t>RS</a:t>
            </a:r>
            <a:r>
              <a:rPr lang="zh-CN" altLang="en-US" sz="2400" b="1" dirty="0">
                <a:ea typeface="Noto Serif SC" panose="02020200000000000000" pitchFamily="18" charset="-122"/>
              </a:rPr>
              <a:t>觸發器</a:t>
            </a:r>
          </a:p>
        </p:txBody>
      </p:sp>
      <p:grpSp>
        <p:nvGrpSpPr>
          <p:cNvPr id="629076" name="Group 340"/>
          <p:cNvGrpSpPr>
            <a:grpSpLocks/>
          </p:cNvGrpSpPr>
          <p:nvPr/>
        </p:nvGrpSpPr>
        <p:grpSpPr bwMode="auto">
          <a:xfrm>
            <a:off x="5029200" y="152400"/>
            <a:ext cx="3810000" cy="6586538"/>
            <a:chOff x="3168" y="96"/>
            <a:chExt cx="2400" cy="4149"/>
          </a:xfrm>
        </p:grpSpPr>
        <p:sp>
          <p:nvSpPr>
            <p:cNvPr id="72716" name="Rectangle 236"/>
            <p:cNvSpPr>
              <a:spLocks noChangeArrowheads="1"/>
            </p:cNvSpPr>
            <p:nvPr/>
          </p:nvSpPr>
          <p:spPr bwMode="auto">
            <a:xfrm>
              <a:off x="3168" y="96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72717" name="Group 320"/>
            <p:cNvGrpSpPr>
              <a:grpSpLocks/>
            </p:cNvGrpSpPr>
            <p:nvPr/>
          </p:nvGrpSpPr>
          <p:grpSpPr bwMode="auto">
            <a:xfrm>
              <a:off x="3264" y="336"/>
              <a:ext cx="2304" cy="3360"/>
              <a:chOff x="3264" y="336"/>
              <a:chExt cx="2304" cy="3360"/>
            </a:xfrm>
          </p:grpSpPr>
          <p:sp>
            <p:nvSpPr>
              <p:cNvPr id="72736" name="Line 238"/>
              <p:cNvSpPr>
                <a:spLocks noChangeShapeType="1"/>
              </p:cNvSpPr>
              <p:nvPr/>
            </p:nvSpPr>
            <p:spPr bwMode="auto">
              <a:xfrm flipV="1">
                <a:off x="3504" y="3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37" name="Line 239"/>
              <p:cNvSpPr>
                <a:spLocks noChangeShapeType="1"/>
              </p:cNvSpPr>
              <p:nvPr/>
            </p:nvSpPr>
            <p:spPr bwMode="auto">
              <a:xfrm flipH="1" flipV="1">
                <a:off x="4464" y="3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38" name="Line 240"/>
              <p:cNvSpPr>
                <a:spLocks noChangeShapeType="1"/>
              </p:cNvSpPr>
              <p:nvPr/>
            </p:nvSpPr>
            <p:spPr bwMode="auto">
              <a:xfrm>
                <a:off x="3508" y="511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39" name="Line 241"/>
              <p:cNvSpPr>
                <a:spLocks noChangeShapeType="1"/>
              </p:cNvSpPr>
              <p:nvPr/>
            </p:nvSpPr>
            <p:spPr bwMode="auto">
              <a:xfrm flipH="1">
                <a:off x="4170" y="511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0" name="Line 242"/>
              <p:cNvSpPr>
                <a:spLocks noChangeShapeType="1"/>
              </p:cNvSpPr>
              <p:nvPr/>
            </p:nvSpPr>
            <p:spPr bwMode="auto">
              <a:xfrm flipH="1">
                <a:off x="3840" y="528"/>
                <a:ext cx="3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1" name="Line 243"/>
              <p:cNvSpPr>
                <a:spLocks noChangeShapeType="1"/>
              </p:cNvSpPr>
              <p:nvPr/>
            </p:nvSpPr>
            <p:spPr bwMode="auto">
              <a:xfrm>
                <a:off x="3798" y="511"/>
                <a:ext cx="378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2" name="Line 244"/>
              <p:cNvSpPr>
                <a:spLocks noChangeShapeType="1"/>
              </p:cNvSpPr>
              <p:nvPr/>
            </p:nvSpPr>
            <p:spPr bwMode="auto">
              <a:xfrm flipV="1">
                <a:off x="4176" y="12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3" name="Line 245"/>
              <p:cNvSpPr>
                <a:spLocks noChangeShapeType="1"/>
              </p:cNvSpPr>
              <p:nvPr/>
            </p:nvSpPr>
            <p:spPr bwMode="auto">
              <a:xfrm flipH="1" flipV="1">
                <a:off x="3648" y="12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4" name="Line 246"/>
              <p:cNvSpPr>
                <a:spLocks noChangeShapeType="1"/>
              </p:cNvSpPr>
              <p:nvPr/>
            </p:nvSpPr>
            <p:spPr bwMode="auto">
              <a:xfrm>
                <a:off x="3648" y="1728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5" name="Line 247"/>
              <p:cNvSpPr>
                <a:spLocks noChangeShapeType="1"/>
              </p:cNvSpPr>
              <p:nvPr/>
            </p:nvSpPr>
            <p:spPr bwMode="auto">
              <a:xfrm>
                <a:off x="4320" y="15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6" name="Line 248"/>
              <p:cNvSpPr>
                <a:spLocks noChangeShapeType="1"/>
              </p:cNvSpPr>
              <p:nvPr/>
            </p:nvSpPr>
            <p:spPr bwMode="auto">
              <a:xfrm flipV="1">
                <a:off x="4464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7" name="Line 249"/>
              <p:cNvSpPr>
                <a:spLocks noChangeShapeType="1"/>
              </p:cNvSpPr>
              <p:nvPr/>
            </p:nvSpPr>
            <p:spPr bwMode="auto">
              <a:xfrm flipV="1">
                <a:off x="3504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8" name="Line 252"/>
              <p:cNvSpPr>
                <a:spLocks noChangeShapeType="1"/>
              </p:cNvSpPr>
              <p:nvPr/>
            </p:nvSpPr>
            <p:spPr bwMode="auto">
              <a:xfrm>
                <a:off x="3600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49" name="Line 253"/>
              <p:cNvSpPr>
                <a:spLocks noChangeShapeType="1"/>
              </p:cNvSpPr>
              <p:nvPr/>
            </p:nvSpPr>
            <p:spPr bwMode="auto">
              <a:xfrm>
                <a:off x="3600" y="2976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50" name="Line 254"/>
              <p:cNvSpPr>
                <a:spLocks noChangeShapeType="1"/>
              </p:cNvSpPr>
              <p:nvPr/>
            </p:nvSpPr>
            <p:spPr bwMode="auto">
              <a:xfrm>
                <a:off x="4368" y="278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51" name="Line 255"/>
              <p:cNvSpPr>
                <a:spLocks noChangeShapeType="1"/>
              </p:cNvSpPr>
              <p:nvPr/>
            </p:nvSpPr>
            <p:spPr bwMode="auto">
              <a:xfrm flipH="1">
                <a:off x="5328" y="17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52" name="Line 256"/>
              <p:cNvSpPr>
                <a:spLocks noChangeShapeType="1"/>
              </p:cNvSpPr>
              <p:nvPr/>
            </p:nvSpPr>
            <p:spPr bwMode="auto">
              <a:xfrm flipV="1">
                <a:off x="5328" y="2256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53" name="Line 257"/>
              <p:cNvSpPr>
                <a:spLocks noChangeShapeType="1"/>
              </p:cNvSpPr>
              <p:nvPr/>
            </p:nvSpPr>
            <p:spPr bwMode="auto">
              <a:xfrm>
                <a:off x="3984" y="297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54" name="Text Box 258"/>
              <p:cNvSpPr txBox="1">
                <a:spLocks noChangeArrowheads="1"/>
              </p:cNvSpPr>
              <p:nvPr/>
            </p:nvSpPr>
            <p:spPr bwMode="auto">
              <a:xfrm>
                <a:off x="3840" y="3408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72755" name="Group 261"/>
              <p:cNvGrpSpPr>
                <a:grpSpLocks/>
              </p:cNvGrpSpPr>
              <p:nvPr/>
            </p:nvGrpSpPr>
            <p:grpSpPr bwMode="auto">
              <a:xfrm>
                <a:off x="3264" y="672"/>
                <a:ext cx="480" cy="336"/>
                <a:chOff x="720" y="1872"/>
                <a:chExt cx="480" cy="336"/>
              </a:xfrm>
            </p:grpSpPr>
            <p:sp>
              <p:nvSpPr>
                <p:cNvPr id="72803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04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756" name="Group 264"/>
              <p:cNvGrpSpPr>
                <a:grpSpLocks/>
              </p:cNvGrpSpPr>
              <p:nvPr/>
            </p:nvGrpSpPr>
            <p:grpSpPr bwMode="auto">
              <a:xfrm>
                <a:off x="3264" y="1200"/>
                <a:ext cx="480" cy="336"/>
                <a:chOff x="720" y="1872"/>
                <a:chExt cx="480" cy="336"/>
              </a:xfrm>
            </p:grpSpPr>
            <p:sp>
              <p:nvSpPr>
                <p:cNvPr id="72801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02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757" name="Group 267"/>
              <p:cNvGrpSpPr>
                <a:grpSpLocks/>
              </p:cNvGrpSpPr>
              <p:nvPr/>
            </p:nvGrpSpPr>
            <p:grpSpPr bwMode="auto">
              <a:xfrm>
                <a:off x="4224" y="1200"/>
                <a:ext cx="480" cy="336"/>
                <a:chOff x="720" y="1872"/>
                <a:chExt cx="480" cy="336"/>
              </a:xfrm>
            </p:grpSpPr>
            <p:sp>
              <p:nvSpPr>
                <p:cNvPr id="72799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800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758" name="Group 270"/>
              <p:cNvGrpSpPr>
                <a:grpSpLocks/>
              </p:cNvGrpSpPr>
              <p:nvPr/>
            </p:nvGrpSpPr>
            <p:grpSpPr bwMode="auto">
              <a:xfrm>
                <a:off x="4224" y="672"/>
                <a:ext cx="480" cy="336"/>
                <a:chOff x="720" y="1872"/>
                <a:chExt cx="480" cy="336"/>
              </a:xfrm>
            </p:grpSpPr>
            <p:sp>
              <p:nvSpPr>
                <p:cNvPr id="72797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98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759" name="Line 273"/>
              <p:cNvSpPr>
                <a:spLocks noChangeShapeType="1"/>
              </p:cNvSpPr>
              <p:nvPr/>
            </p:nvSpPr>
            <p:spPr bwMode="auto">
              <a:xfrm flipV="1">
                <a:off x="3504" y="1536"/>
                <a:ext cx="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0" name="Line 274"/>
              <p:cNvSpPr>
                <a:spLocks noChangeShapeType="1"/>
              </p:cNvSpPr>
              <p:nvPr/>
            </p:nvSpPr>
            <p:spPr bwMode="auto">
              <a:xfrm flipH="1" flipV="1">
                <a:off x="4464" y="153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1" name="Line 275"/>
              <p:cNvSpPr>
                <a:spLocks noChangeShapeType="1"/>
              </p:cNvSpPr>
              <p:nvPr/>
            </p:nvSpPr>
            <p:spPr bwMode="auto">
              <a:xfrm>
                <a:off x="3508" y="1863"/>
                <a:ext cx="2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2" name="Line 276"/>
              <p:cNvSpPr>
                <a:spLocks noChangeShapeType="1"/>
              </p:cNvSpPr>
              <p:nvPr/>
            </p:nvSpPr>
            <p:spPr bwMode="auto">
              <a:xfrm flipH="1" flipV="1">
                <a:off x="4176" y="187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3" name="Line 277"/>
              <p:cNvSpPr>
                <a:spLocks noChangeShapeType="1"/>
              </p:cNvSpPr>
              <p:nvPr/>
            </p:nvSpPr>
            <p:spPr bwMode="auto">
              <a:xfrm flipH="1">
                <a:off x="3840" y="1863"/>
                <a:ext cx="33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4" name="Line 278"/>
              <p:cNvSpPr>
                <a:spLocks noChangeShapeType="1"/>
              </p:cNvSpPr>
              <p:nvPr/>
            </p:nvSpPr>
            <p:spPr bwMode="auto">
              <a:xfrm>
                <a:off x="3798" y="1863"/>
                <a:ext cx="372" cy="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5" name="Line 279"/>
              <p:cNvSpPr>
                <a:spLocks noChangeShapeType="1"/>
              </p:cNvSpPr>
              <p:nvPr/>
            </p:nvSpPr>
            <p:spPr bwMode="auto">
              <a:xfrm flipV="1">
                <a:off x="4176" y="24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6" name="Line 280"/>
              <p:cNvSpPr>
                <a:spLocks noChangeShapeType="1"/>
              </p:cNvSpPr>
              <p:nvPr/>
            </p:nvSpPr>
            <p:spPr bwMode="auto">
              <a:xfrm flipH="1" flipV="1">
                <a:off x="3648" y="24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7" name="Line 281"/>
              <p:cNvSpPr>
                <a:spLocks noChangeShapeType="1"/>
              </p:cNvSpPr>
              <p:nvPr/>
            </p:nvSpPr>
            <p:spPr bwMode="auto">
              <a:xfrm flipH="1" flipV="1">
                <a:off x="3648" y="23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8" name="Line 282"/>
              <p:cNvSpPr>
                <a:spLocks noChangeShapeType="1"/>
              </p:cNvSpPr>
              <p:nvPr/>
            </p:nvSpPr>
            <p:spPr bwMode="auto">
              <a:xfrm flipV="1">
                <a:off x="4368" y="2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69" name="Line 283"/>
              <p:cNvSpPr>
                <a:spLocks noChangeShapeType="1"/>
              </p:cNvSpPr>
              <p:nvPr/>
            </p:nvSpPr>
            <p:spPr bwMode="auto">
              <a:xfrm flipV="1">
                <a:off x="4464" y="22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70" name="Line 284"/>
              <p:cNvSpPr>
                <a:spLocks noChangeShapeType="1"/>
              </p:cNvSpPr>
              <p:nvPr/>
            </p:nvSpPr>
            <p:spPr bwMode="auto">
              <a:xfrm flipV="1">
                <a:off x="3504" y="231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2771" name="Group 285"/>
              <p:cNvGrpSpPr>
                <a:grpSpLocks/>
              </p:cNvGrpSpPr>
              <p:nvPr/>
            </p:nvGrpSpPr>
            <p:grpSpPr bwMode="auto">
              <a:xfrm>
                <a:off x="3264" y="1976"/>
                <a:ext cx="480" cy="336"/>
                <a:chOff x="720" y="1872"/>
                <a:chExt cx="480" cy="336"/>
              </a:xfrm>
            </p:grpSpPr>
            <p:sp>
              <p:nvSpPr>
                <p:cNvPr id="72795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96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772" name="Group 288"/>
              <p:cNvGrpSpPr>
                <a:grpSpLocks/>
              </p:cNvGrpSpPr>
              <p:nvPr/>
            </p:nvGrpSpPr>
            <p:grpSpPr bwMode="auto">
              <a:xfrm>
                <a:off x="3264" y="2456"/>
                <a:ext cx="480" cy="336"/>
                <a:chOff x="720" y="1872"/>
                <a:chExt cx="480" cy="336"/>
              </a:xfrm>
            </p:grpSpPr>
            <p:sp>
              <p:nvSpPr>
                <p:cNvPr id="72793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94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773" name="Group 291"/>
              <p:cNvGrpSpPr>
                <a:grpSpLocks/>
              </p:cNvGrpSpPr>
              <p:nvPr/>
            </p:nvGrpSpPr>
            <p:grpSpPr bwMode="auto">
              <a:xfrm>
                <a:off x="4224" y="2456"/>
                <a:ext cx="480" cy="336"/>
                <a:chOff x="720" y="1872"/>
                <a:chExt cx="480" cy="336"/>
              </a:xfrm>
            </p:grpSpPr>
            <p:sp>
              <p:nvSpPr>
                <p:cNvPr id="72791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92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2774" name="Group 294"/>
              <p:cNvGrpSpPr>
                <a:grpSpLocks/>
              </p:cNvGrpSpPr>
              <p:nvPr/>
            </p:nvGrpSpPr>
            <p:grpSpPr bwMode="auto">
              <a:xfrm>
                <a:off x="4224" y="1928"/>
                <a:ext cx="480" cy="336"/>
                <a:chOff x="720" y="1872"/>
                <a:chExt cx="480" cy="336"/>
              </a:xfrm>
            </p:grpSpPr>
            <p:sp>
              <p:nvSpPr>
                <p:cNvPr id="72789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90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775" name="Line 297"/>
              <p:cNvSpPr>
                <a:spLocks noChangeShapeType="1"/>
              </p:cNvSpPr>
              <p:nvPr/>
            </p:nvSpPr>
            <p:spPr bwMode="auto">
              <a:xfrm>
                <a:off x="3648" y="15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2776" name="Group 298"/>
              <p:cNvGrpSpPr>
                <a:grpSpLocks/>
              </p:cNvGrpSpPr>
              <p:nvPr/>
            </p:nvGrpSpPr>
            <p:grpSpPr bwMode="auto">
              <a:xfrm>
                <a:off x="5088" y="1920"/>
                <a:ext cx="480" cy="336"/>
                <a:chOff x="720" y="1872"/>
                <a:chExt cx="480" cy="336"/>
              </a:xfrm>
            </p:grpSpPr>
            <p:sp>
              <p:nvSpPr>
                <p:cNvPr id="72787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88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777" name="Line 301"/>
              <p:cNvSpPr>
                <a:spLocks noChangeShapeType="1"/>
              </p:cNvSpPr>
              <p:nvPr/>
            </p:nvSpPr>
            <p:spPr bwMode="auto">
              <a:xfrm flipV="1">
                <a:off x="3648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78" name="Line 302"/>
              <p:cNvSpPr>
                <a:spLocks noChangeShapeType="1"/>
              </p:cNvSpPr>
              <p:nvPr/>
            </p:nvSpPr>
            <p:spPr bwMode="auto">
              <a:xfrm flipV="1">
                <a:off x="4368" y="100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79" name="Oval 303"/>
              <p:cNvSpPr>
                <a:spLocks noChangeArrowheads="1"/>
              </p:cNvSpPr>
              <p:nvPr/>
            </p:nvSpPr>
            <p:spPr bwMode="auto">
              <a:xfrm>
                <a:off x="427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80" name="Oval 304"/>
              <p:cNvSpPr>
                <a:spLocks noChangeArrowheads="1"/>
              </p:cNvSpPr>
              <p:nvPr/>
            </p:nvSpPr>
            <p:spPr bwMode="auto">
              <a:xfrm>
                <a:off x="4320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81" name="Oval 305"/>
              <p:cNvSpPr>
                <a:spLocks noChangeArrowheads="1"/>
              </p:cNvSpPr>
              <p:nvPr/>
            </p:nvSpPr>
            <p:spPr bwMode="auto">
              <a:xfrm>
                <a:off x="3936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82" name="Oval 306"/>
              <p:cNvSpPr>
                <a:spLocks noChangeArrowheads="1"/>
              </p:cNvSpPr>
              <p:nvPr/>
            </p:nvSpPr>
            <p:spPr bwMode="auto">
              <a:xfrm>
                <a:off x="4416" y="4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83" name="Oval 307"/>
              <p:cNvSpPr>
                <a:spLocks noChangeArrowheads="1"/>
              </p:cNvSpPr>
              <p:nvPr/>
            </p:nvSpPr>
            <p:spPr bwMode="auto">
              <a:xfrm>
                <a:off x="3456" y="4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84" name="Rectangle 308"/>
              <p:cNvSpPr>
                <a:spLocks noChangeArrowheads="1"/>
              </p:cNvSpPr>
              <p:nvPr/>
            </p:nvSpPr>
            <p:spPr bwMode="auto">
              <a:xfrm>
                <a:off x="4512" y="336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72785" name="Line 315"/>
              <p:cNvSpPr>
                <a:spLocks noChangeShapeType="1"/>
              </p:cNvSpPr>
              <p:nvPr/>
            </p:nvSpPr>
            <p:spPr bwMode="auto">
              <a:xfrm flipV="1">
                <a:off x="3408" y="278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786" name="Line 319"/>
              <p:cNvSpPr>
                <a:spLocks noChangeShapeType="1"/>
              </p:cNvSpPr>
              <p:nvPr/>
            </p:nvSpPr>
            <p:spPr bwMode="auto">
              <a:xfrm flipV="1">
                <a:off x="4608" y="278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2718" name="Text Box 328"/>
            <p:cNvSpPr txBox="1">
              <a:spLocks noChangeArrowheads="1"/>
            </p:cNvSpPr>
            <p:nvPr/>
          </p:nvSpPr>
          <p:spPr bwMode="auto">
            <a:xfrm>
              <a:off x="3216" y="306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72719" name="Text Box 329"/>
            <p:cNvSpPr txBox="1">
              <a:spLocks noChangeArrowheads="1"/>
            </p:cNvSpPr>
            <p:nvPr/>
          </p:nvSpPr>
          <p:spPr bwMode="auto">
            <a:xfrm>
              <a:off x="4608" y="307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72720" name="Group 332"/>
            <p:cNvGrpSpPr>
              <a:grpSpLocks/>
            </p:cNvGrpSpPr>
            <p:nvPr/>
          </p:nvGrpSpPr>
          <p:grpSpPr bwMode="auto">
            <a:xfrm>
              <a:off x="3168" y="3168"/>
              <a:ext cx="480" cy="1056"/>
              <a:chOff x="3168" y="3168"/>
              <a:chExt cx="480" cy="1056"/>
            </a:xfrm>
          </p:grpSpPr>
          <p:grpSp>
            <p:nvGrpSpPr>
              <p:cNvPr id="72729" name="Group 324"/>
              <p:cNvGrpSpPr>
                <a:grpSpLocks/>
              </p:cNvGrpSpPr>
              <p:nvPr/>
            </p:nvGrpSpPr>
            <p:grpSpPr bwMode="auto">
              <a:xfrm>
                <a:off x="3168" y="3312"/>
                <a:ext cx="480" cy="912"/>
                <a:chOff x="3168" y="3216"/>
                <a:chExt cx="480" cy="912"/>
              </a:xfrm>
            </p:grpSpPr>
            <p:sp>
              <p:nvSpPr>
                <p:cNvPr id="72731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32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3168" y="3840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72733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34" name="Rectangle 312"/>
                <p:cNvSpPr>
                  <a:spLocks noChangeArrowheads="1"/>
                </p:cNvSpPr>
                <p:nvPr/>
              </p:nvSpPr>
              <p:spPr bwMode="auto">
                <a:xfrm>
                  <a:off x="3389" y="3840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2735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730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2721" name="Group 333"/>
            <p:cNvGrpSpPr>
              <a:grpSpLocks/>
            </p:cNvGrpSpPr>
            <p:nvPr/>
          </p:nvGrpSpPr>
          <p:grpSpPr bwMode="auto">
            <a:xfrm>
              <a:off x="4416" y="3168"/>
              <a:ext cx="498" cy="1077"/>
              <a:chOff x="4416" y="3168"/>
              <a:chExt cx="498" cy="1077"/>
            </a:xfrm>
          </p:grpSpPr>
          <p:grpSp>
            <p:nvGrpSpPr>
              <p:cNvPr id="72722" name="Group 325"/>
              <p:cNvGrpSpPr>
                <a:grpSpLocks/>
              </p:cNvGrpSpPr>
              <p:nvPr/>
            </p:nvGrpSpPr>
            <p:grpSpPr bwMode="auto">
              <a:xfrm>
                <a:off x="4416" y="3312"/>
                <a:ext cx="498" cy="933"/>
                <a:chOff x="4393" y="3216"/>
                <a:chExt cx="498" cy="933"/>
              </a:xfrm>
            </p:grpSpPr>
            <p:sp>
              <p:nvSpPr>
                <p:cNvPr id="72724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393" y="3840"/>
                  <a:ext cx="21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72725" name="Rectangle 311"/>
                <p:cNvSpPr>
                  <a:spLocks noChangeArrowheads="1"/>
                </p:cNvSpPr>
                <p:nvPr/>
              </p:nvSpPr>
              <p:spPr bwMode="auto">
                <a:xfrm>
                  <a:off x="4603" y="3703"/>
                  <a:ext cx="288" cy="4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ts val="24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lnSpc>
                      <a:spcPts val="24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2726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27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728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723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grpSp>
        <p:nvGrpSpPr>
          <p:cNvPr id="629075" name="Group 339"/>
          <p:cNvGrpSpPr>
            <a:grpSpLocks/>
          </p:cNvGrpSpPr>
          <p:nvPr/>
        </p:nvGrpSpPr>
        <p:grpSpPr bwMode="auto">
          <a:xfrm>
            <a:off x="2773363" y="1430338"/>
            <a:ext cx="1981200" cy="701675"/>
            <a:chOff x="1747" y="901"/>
            <a:chExt cx="1248" cy="442"/>
          </a:xfrm>
        </p:grpSpPr>
        <p:sp>
          <p:nvSpPr>
            <p:cNvPr id="72714" name="Text Box 336"/>
            <p:cNvSpPr txBox="1">
              <a:spLocks noChangeArrowheads="1"/>
            </p:cNvSpPr>
            <p:nvPr/>
          </p:nvSpPr>
          <p:spPr bwMode="auto">
            <a:xfrm>
              <a:off x="1747" y="901"/>
              <a:ext cx="124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ea typeface="Noto Serif SC" panose="02020200000000000000" pitchFamily="18" charset="-122"/>
                </a:rPr>
                <a:t>簡化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: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將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QK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和</a:t>
              </a:r>
              <a:r>
                <a:rPr lang="en-US" altLang="zh-CN" sz="2000" dirty="0">
                  <a:ea typeface="Noto Serif SC" panose="02020200000000000000" pitchFamily="18" charset="-122"/>
                </a:rPr>
                <a:t>JQ</a:t>
              </a:r>
              <a:r>
                <a:rPr lang="zh-CN" altLang="en-US" sz="2000" dirty="0">
                  <a:ea typeface="Noto Serif SC" panose="02020200000000000000" pitchFamily="18" charset="-122"/>
                </a:rPr>
                <a:t>用及閘表示</a:t>
              </a:r>
              <a:endParaRPr lang="zh-CN" altLang="en-US" sz="2000" baseline="-25000" dirty="0">
                <a:ea typeface="Noto Serif SC" panose="02020200000000000000" pitchFamily="18" charset="-122"/>
              </a:endParaRPr>
            </a:p>
          </p:txBody>
        </p:sp>
        <p:sp>
          <p:nvSpPr>
            <p:cNvPr id="72715" name="Line 337"/>
            <p:cNvSpPr>
              <a:spLocks noChangeShapeType="1"/>
            </p:cNvSpPr>
            <p:nvPr/>
          </p:nvSpPr>
          <p:spPr bwMode="auto">
            <a:xfrm>
              <a:off x="2765" y="93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629074" name="AutoShape 338"/>
          <p:cNvSpPr>
            <a:spLocks noChangeArrowheads="1"/>
          </p:cNvSpPr>
          <p:nvPr/>
        </p:nvSpPr>
        <p:spPr bwMode="auto">
          <a:xfrm>
            <a:off x="3276600" y="2438400"/>
            <a:ext cx="1295400" cy="4572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705109D-4D53-C0CF-8C88-2B36A3EBC928}"/>
              </a:ext>
            </a:extLst>
          </p:cNvPr>
          <p:cNvGrpSpPr/>
          <p:nvPr/>
        </p:nvGrpSpPr>
        <p:grpSpPr>
          <a:xfrm>
            <a:off x="3646055" y="5562600"/>
            <a:ext cx="1040670" cy="1004027"/>
            <a:chOff x="3646055" y="5562600"/>
            <a:chExt cx="1040670" cy="1004027"/>
          </a:xfrm>
        </p:grpSpPr>
        <p:sp>
          <p:nvSpPr>
            <p:cNvPr id="2" name="Text Box 180">
              <a:extLst>
                <a:ext uri="{FF2B5EF4-FFF2-40B4-BE49-F238E27FC236}">
                  <a16:creationId xmlns:a16="http://schemas.microsoft.com/office/drawing/2014/main" id="{8BF88FCD-6A3B-8990-52DF-119E432FA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R=KQ</a:t>
              </a:r>
            </a:p>
          </p:txBody>
        </p:sp>
        <p:sp>
          <p:nvSpPr>
            <p:cNvPr id="3" name="Text Box 180">
              <a:extLst>
                <a:ext uri="{FF2B5EF4-FFF2-40B4-BE49-F238E27FC236}">
                  <a16:creationId xmlns:a16="http://schemas.microsoft.com/office/drawing/2014/main" id="{1636AF46-8934-8E41-9AEE-C3E1C630D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_</a:t>
              </a: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S=JQ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646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9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9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2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9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9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059" grpId="0" animBg="1"/>
      <p:bldP spid="629063" grpId="0" autoUpdateAnimBg="0"/>
      <p:bldP spid="62907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47AD91-00FD-4EDF-A4BC-72B223F70439}" type="slidenum">
              <a:rPr lang="en-US" altLang="zh-CN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630066" name="Text Box 306"/>
          <p:cNvSpPr txBox="1">
            <a:spLocks noChangeArrowheads="1"/>
          </p:cNvSpPr>
          <p:nvPr/>
        </p:nvSpPr>
        <p:spPr bwMode="auto">
          <a:xfrm>
            <a:off x="3124200" y="4845050"/>
            <a:ext cx="1524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J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K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：</a:t>
            </a:r>
          </a:p>
        </p:txBody>
      </p:sp>
      <p:sp>
        <p:nvSpPr>
          <p:cNvPr id="630067" name="Rectangle 307"/>
          <p:cNvSpPr>
            <a:spLocks noChangeArrowheads="1"/>
          </p:cNvSpPr>
          <p:nvPr/>
        </p:nvSpPr>
        <p:spPr bwMode="auto">
          <a:xfrm>
            <a:off x="4813300" y="4845050"/>
            <a:ext cx="1816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R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en-US" altLang="zh-CN" sz="2000" baseline="-25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S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30068" name="Rectangle 308"/>
          <p:cNvSpPr>
            <a:spLocks noChangeArrowheads="1"/>
          </p:cNvSpPr>
          <p:nvPr/>
        </p:nvSpPr>
        <p:spPr bwMode="auto">
          <a:xfrm>
            <a:off x="3200400" y="5302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當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en-US" altLang="zh-CN" sz="2000" baseline="-25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時，</a:t>
            </a:r>
            <a:r>
              <a:rPr lang="en-US" altLang="zh-CN" sz="2000" dirty="0">
                <a:ea typeface="Noto Serif SC" panose="02020200000000000000" pitchFamily="18" charset="-122"/>
              </a:rPr>
              <a:t>R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S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30071" name="Rectangle 311"/>
          <p:cNvSpPr>
            <a:spLocks noChangeArrowheads="1"/>
          </p:cNvSpPr>
          <p:nvPr/>
        </p:nvSpPr>
        <p:spPr bwMode="auto">
          <a:xfrm>
            <a:off x="3200400" y="5683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當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en-US" altLang="zh-CN" sz="2000" baseline="-25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ea typeface="Noto Serif SC" panose="02020200000000000000" pitchFamily="18" charset="-122"/>
              </a:rPr>
              <a:t>時，</a:t>
            </a:r>
            <a:r>
              <a:rPr lang="en-US" altLang="zh-CN" sz="2000" dirty="0">
                <a:ea typeface="Noto Serif SC" panose="02020200000000000000" pitchFamily="18" charset="-122"/>
              </a:rPr>
              <a:t>R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S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30073" name="Text Box 313"/>
          <p:cNvSpPr txBox="1">
            <a:spLocks noChangeArrowheads="1"/>
          </p:cNvSpPr>
          <p:nvPr/>
        </p:nvSpPr>
        <p:spPr bwMode="auto">
          <a:xfrm>
            <a:off x="2740309" y="6190351"/>
            <a:ext cx="2590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所以當</a:t>
            </a:r>
            <a:r>
              <a:rPr lang="en-US" altLang="zh-CN" sz="2000" dirty="0">
                <a:ea typeface="Noto Serif SC" panose="02020200000000000000" pitchFamily="18" charset="-122"/>
              </a:rPr>
              <a:t>J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K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ea typeface="Noto Serif SC" panose="02020200000000000000" pitchFamily="18" charset="-122"/>
              </a:rPr>
              <a:t>時，</a:t>
            </a:r>
          </a:p>
        </p:txBody>
      </p:sp>
      <p:sp>
        <p:nvSpPr>
          <p:cNvPr id="630075" name="Rectangle 31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630076" name="Text Box 316"/>
          <p:cNvSpPr txBox="1">
            <a:spLocks noChangeArrowheads="1"/>
          </p:cNvSpPr>
          <p:nvPr/>
        </p:nvSpPr>
        <p:spPr bwMode="auto">
          <a:xfrm>
            <a:off x="112175" y="96066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  <p:sp>
        <p:nvSpPr>
          <p:cNvPr id="630077" name="Text Box 317"/>
          <p:cNvSpPr txBox="1">
            <a:spLocks noChangeArrowheads="1"/>
          </p:cNvSpPr>
          <p:nvPr/>
        </p:nvSpPr>
        <p:spPr bwMode="auto">
          <a:xfrm>
            <a:off x="3619533" y="92868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  <p:sp>
        <p:nvSpPr>
          <p:cNvPr id="630078" name="Rectangle 318"/>
          <p:cNvSpPr>
            <a:spLocks noChangeArrowheads="1"/>
          </p:cNvSpPr>
          <p:nvPr/>
        </p:nvSpPr>
        <p:spPr bwMode="auto">
          <a:xfrm>
            <a:off x="6166104" y="2865166"/>
            <a:ext cx="80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0   1</a:t>
            </a:r>
          </a:p>
        </p:txBody>
      </p:sp>
      <p:grpSp>
        <p:nvGrpSpPr>
          <p:cNvPr id="99" name="组合 98"/>
          <p:cNvGrpSpPr/>
          <p:nvPr/>
        </p:nvGrpSpPr>
        <p:grpSpPr>
          <a:xfrm>
            <a:off x="7238204" y="340863"/>
            <a:ext cx="1756730" cy="4760505"/>
            <a:chOff x="4595565" y="-14682"/>
            <a:chExt cx="3853110" cy="7044132"/>
          </a:xfrm>
        </p:grpSpPr>
        <p:sp>
          <p:nvSpPr>
            <p:cNvPr id="101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229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121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2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4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5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6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7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8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9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0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1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2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3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4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6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7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8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9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40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8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9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41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6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7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42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4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5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43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2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3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44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5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6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7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8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9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0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1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2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3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4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5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56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80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1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57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8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9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58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6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7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59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74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5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60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61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72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3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62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3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4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5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6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7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8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9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70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71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103" name="Text Box 328"/>
            <p:cNvSpPr txBox="1">
              <a:spLocks noChangeArrowheads="1"/>
            </p:cNvSpPr>
            <p:nvPr/>
          </p:nvSpPr>
          <p:spPr bwMode="auto">
            <a:xfrm>
              <a:off x="4781922" y="4747982"/>
              <a:ext cx="380999" cy="592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104" name="Text Box 329"/>
            <p:cNvSpPr txBox="1">
              <a:spLocks noChangeArrowheads="1"/>
            </p:cNvSpPr>
            <p:nvPr/>
          </p:nvSpPr>
          <p:spPr bwMode="auto">
            <a:xfrm>
              <a:off x="7177881" y="4731422"/>
              <a:ext cx="380999" cy="592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105" name="Group 332"/>
            <p:cNvGrpSpPr>
              <a:grpSpLocks/>
            </p:cNvGrpSpPr>
            <p:nvPr/>
          </p:nvGrpSpPr>
          <p:grpSpPr bwMode="auto">
            <a:xfrm>
              <a:off x="4710114" y="5029201"/>
              <a:ext cx="1389063" cy="1922463"/>
              <a:chOff x="2967" y="3168"/>
              <a:chExt cx="875" cy="1211"/>
            </a:xfrm>
          </p:grpSpPr>
          <p:grpSp>
            <p:nvGrpSpPr>
              <p:cNvPr id="114" name="Group 324"/>
              <p:cNvGrpSpPr>
                <a:grpSpLocks/>
              </p:cNvGrpSpPr>
              <p:nvPr/>
            </p:nvGrpSpPr>
            <p:grpSpPr bwMode="auto">
              <a:xfrm>
                <a:off x="2967" y="3312"/>
                <a:ext cx="875" cy="1067"/>
                <a:chOff x="2967" y="3216"/>
                <a:chExt cx="875" cy="1067"/>
              </a:xfrm>
            </p:grpSpPr>
            <p:sp>
              <p:nvSpPr>
                <p:cNvPr id="116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7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67" y="3853"/>
                  <a:ext cx="550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118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9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0" y="3838"/>
                  <a:ext cx="572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120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5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06" name="Group 333"/>
            <p:cNvGrpSpPr>
              <a:grpSpLocks/>
            </p:cNvGrpSpPr>
            <p:nvPr/>
          </p:nvGrpSpPr>
          <p:grpSpPr bwMode="auto">
            <a:xfrm>
              <a:off x="6659563" y="5029200"/>
              <a:ext cx="1620839" cy="2000250"/>
              <a:chOff x="4195" y="3168"/>
              <a:chExt cx="1021" cy="1260"/>
            </a:xfrm>
          </p:grpSpPr>
          <p:grpSp>
            <p:nvGrpSpPr>
              <p:cNvPr id="107" name="Group 325"/>
              <p:cNvGrpSpPr>
                <a:grpSpLocks/>
              </p:cNvGrpSpPr>
              <p:nvPr/>
            </p:nvGrpSpPr>
            <p:grpSpPr bwMode="auto">
              <a:xfrm>
                <a:off x="4195" y="3312"/>
                <a:ext cx="1021" cy="1116"/>
                <a:chOff x="4172" y="3216"/>
                <a:chExt cx="1021" cy="1116"/>
              </a:xfrm>
            </p:grpSpPr>
            <p:sp>
              <p:nvSpPr>
                <p:cNvPr id="109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72" y="3902"/>
                  <a:ext cx="474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110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6" y="3543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111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2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3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08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EE12B1-A072-18D8-E8D1-54ECCB1AC1EC}"/>
              </a:ext>
            </a:extLst>
          </p:cNvPr>
          <p:cNvGrpSpPr/>
          <p:nvPr/>
        </p:nvGrpSpPr>
        <p:grpSpPr>
          <a:xfrm>
            <a:off x="252187" y="1219911"/>
            <a:ext cx="3437399" cy="3468742"/>
            <a:chOff x="4716001" y="1712858"/>
            <a:chExt cx="3437399" cy="3468742"/>
          </a:xfrm>
        </p:grpSpPr>
        <p:grpSp>
          <p:nvGrpSpPr>
            <p:cNvPr id="3" name="Group 226">
              <a:extLst>
                <a:ext uri="{FF2B5EF4-FFF2-40B4-BE49-F238E27FC236}">
                  <a16:creationId xmlns:a16="http://schemas.microsoft.com/office/drawing/2014/main" id="{51081057-F17D-7ED6-F2F9-DA7D032094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10" name="Rectangle 118">
                <a:extLst>
                  <a:ext uri="{FF2B5EF4-FFF2-40B4-BE49-F238E27FC236}">
                    <a16:creationId xmlns:a16="http://schemas.microsoft.com/office/drawing/2014/main" id="{15F6823E-FF64-9815-C244-2174D6AC4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" name="Rectangle 119">
                <a:extLst>
                  <a:ext uri="{FF2B5EF4-FFF2-40B4-BE49-F238E27FC236}">
                    <a16:creationId xmlns:a16="http://schemas.microsoft.com/office/drawing/2014/main" id="{97D9935E-4619-2D0D-AAA7-102B11923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0    1   </a:t>
                </a: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0   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" name="Rectangle 120">
                <a:extLst>
                  <a:ext uri="{FF2B5EF4-FFF2-40B4-BE49-F238E27FC236}">
                    <a16:creationId xmlns:a16="http://schemas.microsoft.com/office/drawing/2014/main" id="{B4154510-7E15-71FD-D291-9191AFC56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13" name="Rectangle 121">
                <a:extLst>
                  <a:ext uri="{FF2B5EF4-FFF2-40B4-BE49-F238E27FC236}">
                    <a16:creationId xmlns:a16="http://schemas.microsoft.com/office/drawing/2014/main" id="{EAE42F83-6A1F-B64C-6175-1BC32E897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         CP  R  S</a:t>
                </a:r>
              </a:p>
            </p:txBody>
          </p:sp>
          <p:sp>
            <p:nvSpPr>
              <p:cNvPr id="14" name="Line 122">
                <a:extLst>
                  <a:ext uri="{FF2B5EF4-FFF2-40B4-BE49-F238E27FC236}">
                    <a16:creationId xmlns:a16="http://schemas.microsoft.com/office/drawing/2014/main" id="{84211AF0-7F27-9C23-08DF-46080EA73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" name="Line 123">
                <a:extLst>
                  <a:ext uri="{FF2B5EF4-FFF2-40B4-BE49-F238E27FC236}">
                    <a16:creationId xmlns:a16="http://schemas.microsoft.com/office/drawing/2014/main" id="{BBB84465-A134-0D24-ECD2-65003572A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" name="Line 124">
                <a:extLst>
                  <a:ext uri="{FF2B5EF4-FFF2-40B4-BE49-F238E27FC236}">
                    <a16:creationId xmlns:a16="http://schemas.microsoft.com/office/drawing/2014/main" id="{F01F6C13-5AEE-7B18-E348-0E7370FF9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7" name="Line 125">
                <a:extLst>
                  <a:ext uri="{FF2B5EF4-FFF2-40B4-BE49-F238E27FC236}">
                    <a16:creationId xmlns:a16="http://schemas.microsoft.com/office/drawing/2014/main" id="{2E56813B-BEBA-D334-3B71-811ACED1D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8" name="Line 126">
                <a:extLst>
                  <a:ext uri="{FF2B5EF4-FFF2-40B4-BE49-F238E27FC236}">
                    <a16:creationId xmlns:a16="http://schemas.microsoft.com/office/drawing/2014/main" id="{4C4A4C78-65EA-98E8-6C1B-41093E52C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" name="Line 127">
                <a:extLst>
                  <a:ext uri="{FF2B5EF4-FFF2-40B4-BE49-F238E27FC236}">
                    <a16:creationId xmlns:a16="http://schemas.microsoft.com/office/drawing/2014/main" id="{6E8BCF48-2FC6-22EE-9B02-672F20212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20" name="Group 136">
                <a:extLst>
                  <a:ext uri="{FF2B5EF4-FFF2-40B4-BE49-F238E27FC236}">
                    <a16:creationId xmlns:a16="http://schemas.microsoft.com/office/drawing/2014/main" id="{E96C07E4-0BBA-D1C5-342C-5AD338C353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41" name="Line 137">
                  <a:extLst>
                    <a:ext uri="{FF2B5EF4-FFF2-40B4-BE49-F238E27FC236}">
                      <a16:creationId xmlns:a16="http://schemas.microsoft.com/office/drawing/2014/main" id="{A5BC7D42-5C0B-8F44-0E11-DDA718E3FC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2" name="Line 138">
                  <a:extLst>
                    <a:ext uri="{FF2B5EF4-FFF2-40B4-BE49-F238E27FC236}">
                      <a16:creationId xmlns:a16="http://schemas.microsoft.com/office/drawing/2014/main" id="{F7D58FD1-DFCB-7AF0-F57E-6811B7EF9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3" name="Line 139">
                  <a:extLst>
                    <a:ext uri="{FF2B5EF4-FFF2-40B4-BE49-F238E27FC236}">
                      <a16:creationId xmlns:a16="http://schemas.microsoft.com/office/drawing/2014/main" id="{5804DFD3-EBE9-B872-5A9B-A914696185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4" name="Line 140">
                  <a:extLst>
                    <a:ext uri="{FF2B5EF4-FFF2-40B4-BE49-F238E27FC236}">
                      <a16:creationId xmlns:a16="http://schemas.microsoft.com/office/drawing/2014/main" id="{C0F06318-0E83-9151-DBF3-27DE375C50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5" name="Line 141">
                  <a:extLst>
                    <a:ext uri="{FF2B5EF4-FFF2-40B4-BE49-F238E27FC236}">
                      <a16:creationId xmlns:a16="http://schemas.microsoft.com/office/drawing/2014/main" id="{74387249-5F38-4077-2250-B3FF0807C2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1" name="Group 142">
                <a:extLst>
                  <a:ext uri="{FF2B5EF4-FFF2-40B4-BE49-F238E27FC236}">
                    <a16:creationId xmlns:a16="http://schemas.microsoft.com/office/drawing/2014/main" id="{6321E14E-DB5B-EBC1-1CE4-41E01DCE80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36" name="Line 143">
                  <a:extLst>
                    <a:ext uri="{FF2B5EF4-FFF2-40B4-BE49-F238E27FC236}">
                      <a16:creationId xmlns:a16="http://schemas.microsoft.com/office/drawing/2014/main" id="{94FC5B97-789F-BA69-2691-D29DFAB41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7" name="Line 144">
                  <a:extLst>
                    <a:ext uri="{FF2B5EF4-FFF2-40B4-BE49-F238E27FC236}">
                      <a16:creationId xmlns:a16="http://schemas.microsoft.com/office/drawing/2014/main" id="{8582D7A4-5716-CCF5-02C4-CA6138B0FE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8" name="Line 145">
                  <a:extLst>
                    <a:ext uri="{FF2B5EF4-FFF2-40B4-BE49-F238E27FC236}">
                      <a16:creationId xmlns:a16="http://schemas.microsoft.com/office/drawing/2014/main" id="{3E603927-123E-501E-1FBE-970307F8DB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9" name="Line 146">
                  <a:extLst>
                    <a:ext uri="{FF2B5EF4-FFF2-40B4-BE49-F238E27FC236}">
                      <a16:creationId xmlns:a16="http://schemas.microsoft.com/office/drawing/2014/main" id="{9A29691A-BBB9-2916-5D67-40C27BFC91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0" name="Line 147">
                  <a:extLst>
                    <a:ext uri="{FF2B5EF4-FFF2-40B4-BE49-F238E27FC236}">
                      <a16:creationId xmlns:a16="http://schemas.microsoft.com/office/drawing/2014/main" id="{B7197691-3BEC-3374-C433-9292D223B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2" name="Group 148">
                <a:extLst>
                  <a:ext uri="{FF2B5EF4-FFF2-40B4-BE49-F238E27FC236}">
                    <a16:creationId xmlns:a16="http://schemas.microsoft.com/office/drawing/2014/main" id="{F79B649E-EBF0-AEBA-1416-ED60679B74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31" name="Line 149">
                  <a:extLst>
                    <a:ext uri="{FF2B5EF4-FFF2-40B4-BE49-F238E27FC236}">
                      <a16:creationId xmlns:a16="http://schemas.microsoft.com/office/drawing/2014/main" id="{20BA321D-3E5F-00F5-2573-F6BEB367B7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2" name="Line 150">
                  <a:extLst>
                    <a:ext uri="{FF2B5EF4-FFF2-40B4-BE49-F238E27FC236}">
                      <a16:creationId xmlns:a16="http://schemas.microsoft.com/office/drawing/2014/main" id="{B4D53FBE-20BA-C8B8-0BEB-181DE5322E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3" name="Line 151">
                  <a:extLst>
                    <a:ext uri="{FF2B5EF4-FFF2-40B4-BE49-F238E27FC236}">
                      <a16:creationId xmlns:a16="http://schemas.microsoft.com/office/drawing/2014/main" id="{9AF1FB3D-BAFF-C055-127B-90D65696C8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4" name="Line 152">
                  <a:extLst>
                    <a:ext uri="{FF2B5EF4-FFF2-40B4-BE49-F238E27FC236}">
                      <a16:creationId xmlns:a16="http://schemas.microsoft.com/office/drawing/2014/main" id="{C2F9B2B2-D59B-FBB7-1BF8-1311E26AAF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5" name="Line 153">
                  <a:extLst>
                    <a:ext uri="{FF2B5EF4-FFF2-40B4-BE49-F238E27FC236}">
                      <a16:creationId xmlns:a16="http://schemas.microsoft.com/office/drawing/2014/main" id="{240D728A-B3A7-72A0-F23D-038A7CA8A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3" name="Group 154">
                <a:extLst>
                  <a:ext uri="{FF2B5EF4-FFF2-40B4-BE49-F238E27FC236}">
                    <a16:creationId xmlns:a16="http://schemas.microsoft.com/office/drawing/2014/main" id="{81E9D362-C624-A70B-1BF8-596C9462FD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26" name="Line 155">
                  <a:extLst>
                    <a:ext uri="{FF2B5EF4-FFF2-40B4-BE49-F238E27FC236}">
                      <a16:creationId xmlns:a16="http://schemas.microsoft.com/office/drawing/2014/main" id="{75AD6689-DD53-11BF-E02F-F0DAA4C09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" name="Line 156">
                  <a:extLst>
                    <a:ext uri="{FF2B5EF4-FFF2-40B4-BE49-F238E27FC236}">
                      <a16:creationId xmlns:a16="http://schemas.microsoft.com/office/drawing/2014/main" id="{8B096BA9-5447-60D0-B203-F4275ADEEC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8" name="Line 157">
                  <a:extLst>
                    <a:ext uri="{FF2B5EF4-FFF2-40B4-BE49-F238E27FC236}">
                      <a16:creationId xmlns:a16="http://schemas.microsoft.com/office/drawing/2014/main" id="{06E9BBB5-6FCC-83CB-2C5A-182CAEC91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9" name="Line 158">
                  <a:extLst>
                    <a:ext uri="{FF2B5EF4-FFF2-40B4-BE49-F238E27FC236}">
                      <a16:creationId xmlns:a16="http://schemas.microsoft.com/office/drawing/2014/main" id="{D3F18639-561B-D1A6-80CD-415A508DEF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0" name="Line 159">
                  <a:extLst>
                    <a:ext uri="{FF2B5EF4-FFF2-40B4-BE49-F238E27FC236}">
                      <a16:creationId xmlns:a16="http://schemas.microsoft.com/office/drawing/2014/main" id="{6E19C603-60FD-14F9-B8D4-FC4093D140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24" name="Line 160">
                <a:extLst>
                  <a:ext uri="{FF2B5EF4-FFF2-40B4-BE49-F238E27FC236}">
                    <a16:creationId xmlns:a16="http://schemas.microsoft.com/office/drawing/2014/main" id="{37722B67-203B-A0A3-B7C1-B74523697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5" name="Text Box 224">
                <a:extLst>
                  <a:ext uri="{FF2B5EF4-FFF2-40B4-BE49-F238E27FC236}">
                    <a16:creationId xmlns:a16="http://schemas.microsoft.com/office/drawing/2014/main" id="{7CB29D1E-CC87-C8F1-E9F7-9FACF7B09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ea typeface="Noto Serif SC" panose="02020200000000000000" pitchFamily="18" charset="-122"/>
                  </a:rPr>
                  <a:t>1*  1*</a:t>
                </a:r>
              </a:p>
            </p:txBody>
          </p:sp>
        </p:grpSp>
        <p:sp>
          <p:nvSpPr>
            <p:cNvPr id="4" name="Text Box 55">
              <a:extLst>
                <a:ext uri="{FF2B5EF4-FFF2-40B4-BE49-F238E27FC236}">
                  <a16:creationId xmlns:a16="http://schemas.microsoft.com/office/drawing/2014/main" id="{55F741AD-6289-CE78-6223-9FA66CCC4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5" name="Text Box 55">
              <a:extLst>
                <a:ext uri="{FF2B5EF4-FFF2-40B4-BE49-F238E27FC236}">
                  <a16:creationId xmlns:a16="http://schemas.microsoft.com/office/drawing/2014/main" id="{67FB8975-6969-B48D-70AB-E61664E39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6" name="Text Box 55">
              <a:extLst>
                <a:ext uri="{FF2B5EF4-FFF2-40B4-BE49-F238E27FC236}">
                  <a16:creationId xmlns:a16="http://schemas.microsoft.com/office/drawing/2014/main" id="{34276616-2D52-1035-C351-69BEE9DD0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7" name="Text Box 55">
              <a:extLst>
                <a:ext uri="{FF2B5EF4-FFF2-40B4-BE49-F238E27FC236}">
                  <a16:creationId xmlns:a16="http://schemas.microsoft.com/office/drawing/2014/main" id="{2C0B48D6-5537-AF0E-B057-57158B36C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8" name="Text Box 55">
              <a:extLst>
                <a:ext uri="{FF2B5EF4-FFF2-40B4-BE49-F238E27FC236}">
                  <a16:creationId xmlns:a16="http://schemas.microsoft.com/office/drawing/2014/main" id="{FA0463A2-2B2D-14A9-7170-C5AAC37BF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9" name="Text Box 55">
              <a:extLst>
                <a:ext uri="{FF2B5EF4-FFF2-40B4-BE49-F238E27FC236}">
                  <a16:creationId xmlns:a16="http://schemas.microsoft.com/office/drawing/2014/main" id="{0BC40E98-2008-CA30-21F4-630AEB606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4BBC9EA-A147-700E-A3E4-344F7C0BDF47}"/>
              </a:ext>
            </a:extLst>
          </p:cNvPr>
          <p:cNvGrpSpPr/>
          <p:nvPr/>
        </p:nvGrpSpPr>
        <p:grpSpPr>
          <a:xfrm>
            <a:off x="3705903" y="1207441"/>
            <a:ext cx="3296021" cy="3474096"/>
            <a:chOff x="3705903" y="1207441"/>
            <a:chExt cx="3296021" cy="3474096"/>
          </a:xfrm>
        </p:grpSpPr>
        <p:grpSp>
          <p:nvGrpSpPr>
            <p:cNvPr id="630079" name="Group 319"/>
            <p:cNvGrpSpPr>
              <a:grpSpLocks/>
            </p:cNvGrpSpPr>
            <p:nvPr/>
          </p:nvGrpSpPr>
          <p:grpSpPr bwMode="auto">
            <a:xfrm>
              <a:off x="3725324" y="1446212"/>
              <a:ext cx="3276600" cy="3235325"/>
              <a:chOff x="3216" y="918"/>
              <a:chExt cx="2064" cy="2038"/>
            </a:xfrm>
          </p:grpSpPr>
          <p:sp>
            <p:nvSpPr>
              <p:cNvPr id="630022" name="Rectangle 262"/>
              <p:cNvSpPr>
                <a:spLocks noChangeArrowheads="1"/>
              </p:cNvSpPr>
              <p:nvPr/>
            </p:nvSpPr>
            <p:spPr bwMode="auto">
              <a:xfrm>
                <a:off x="4676" y="1244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630023" name="Rectangle 263"/>
              <p:cNvSpPr>
                <a:spLocks noChangeArrowheads="1"/>
              </p:cNvSpPr>
              <p:nvPr/>
            </p:nvSpPr>
            <p:spPr bwMode="auto">
              <a:xfrm>
                <a:off x="3216" y="1244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0    1   </a:t>
                </a: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0   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0024" name="Rectangle 264"/>
              <p:cNvSpPr>
                <a:spLocks noChangeArrowheads="1"/>
              </p:cNvSpPr>
              <p:nvPr/>
            </p:nvSpPr>
            <p:spPr bwMode="auto">
              <a:xfrm>
                <a:off x="4676" y="918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630025" name="Rectangle 265"/>
              <p:cNvSpPr>
                <a:spLocks noChangeArrowheads="1"/>
              </p:cNvSpPr>
              <p:nvPr/>
            </p:nvSpPr>
            <p:spPr bwMode="auto">
              <a:xfrm>
                <a:off x="3216" y="918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         CP  J   K</a:t>
                </a:r>
              </a:p>
            </p:txBody>
          </p:sp>
          <p:sp>
            <p:nvSpPr>
              <p:cNvPr id="73750" name="Line 266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1" name="Line 267"/>
              <p:cNvSpPr>
                <a:spLocks noChangeShapeType="1"/>
              </p:cNvSpPr>
              <p:nvPr/>
            </p:nvSpPr>
            <p:spPr bwMode="auto">
              <a:xfrm>
                <a:off x="3216" y="1244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2" name="Line 268"/>
              <p:cNvSpPr>
                <a:spLocks noChangeShapeType="1"/>
              </p:cNvSpPr>
              <p:nvPr/>
            </p:nvSpPr>
            <p:spPr bwMode="auto">
              <a:xfrm>
                <a:off x="3216" y="295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3" name="Line 269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4" name="Line 270"/>
              <p:cNvSpPr>
                <a:spLocks noChangeShapeType="1"/>
              </p:cNvSpPr>
              <p:nvPr/>
            </p:nvSpPr>
            <p:spPr bwMode="auto">
              <a:xfrm>
                <a:off x="4676" y="918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5" name="Line 271"/>
              <p:cNvSpPr>
                <a:spLocks noChangeShapeType="1"/>
              </p:cNvSpPr>
              <p:nvPr/>
            </p:nvSpPr>
            <p:spPr bwMode="auto">
              <a:xfrm>
                <a:off x="5280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3760" name="Group 280"/>
              <p:cNvGrpSpPr>
                <a:grpSpLocks/>
              </p:cNvGrpSpPr>
              <p:nvPr/>
            </p:nvGrpSpPr>
            <p:grpSpPr bwMode="auto">
              <a:xfrm>
                <a:off x="3727" y="1878"/>
                <a:ext cx="385" cy="96"/>
                <a:chOff x="3360" y="3552"/>
                <a:chExt cx="385" cy="96"/>
              </a:xfrm>
            </p:grpSpPr>
            <p:sp>
              <p:nvSpPr>
                <p:cNvPr id="73780" name="Line 281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1" name="Line 282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2" name="Line 283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3" name="Line 284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4" name="Line 285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3761" name="Group 286"/>
              <p:cNvGrpSpPr>
                <a:grpSpLocks/>
              </p:cNvGrpSpPr>
              <p:nvPr/>
            </p:nvGrpSpPr>
            <p:grpSpPr bwMode="auto">
              <a:xfrm>
                <a:off x="3727" y="2166"/>
                <a:ext cx="385" cy="96"/>
                <a:chOff x="3360" y="3552"/>
                <a:chExt cx="385" cy="96"/>
              </a:xfrm>
            </p:grpSpPr>
            <p:sp>
              <p:nvSpPr>
                <p:cNvPr id="73775" name="Line 28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6" name="Line 28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7" name="Line 28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8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9" name="Line 29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3762" name="Group 292"/>
              <p:cNvGrpSpPr>
                <a:grpSpLocks/>
              </p:cNvGrpSpPr>
              <p:nvPr/>
            </p:nvGrpSpPr>
            <p:grpSpPr bwMode="auto">
              <a:xfrm>
                <a:off x="3727" y="2454"/>
                <a:ext cx="385" cy="96"/>
                <a:chOff x="3360" y="3552"/>
                <a:chExt cx="385" cy="96"/>
              </a:xfrm>
            </p:grpSpPr>
            <p:sp>
              <p:nvSpPr>
                <p:cNvPr id="73770" name="Line 29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1" name="Line 29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2" name="Line 29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3" name="Line 29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4" name="Line 29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3763" name="Group 298"/>
              <p:cNvGrpSpPr>
                <a:grpSpLocks/>
              </p:cNvGrpSpPr>
              <p:nvPr/>
            </p:nvGrpSpPr>
            <p:grpSpPr bwMode="auto">
              <a:xfrm>
                <a:off x="3727" y="2694"/>
                <a:ext cx="385" cy="96"/>
                <a:chOff x="3360" y="3552"/>
                <a:chExt cx="385" cy="96"/>
              </a:xfrm>
            </p:grpSpPr>
            <p:sp>
              <p:nvSpPr>
                <p:cNvPr id="73765" name="Line 29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6" name="Line 30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7" name="Line 30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8" name="Line 30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9" name="Line 30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3764" name="Line 304"/>
              <p:cNvSpPr>
                <a:spLocks noChangeShapeType="1"/>
              </p:cNvSpPr>
              <p:nvPr/>
            </p:nvSpPr>
            <p:spPr bwMode="auto">
              <a:xfrm flipH="1">
                <a:off x="3216" y="1782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46" name="Text Box 55">
              <a:extLst>
                <a:ext uri="{FF2B5EF4-FFF2-40B4-BE49-F238E27FC236}">
                  <a16:creationId xmlns:a16="http://schemas.microsoft.com/office/drawing/2014/main" id="{0ABAB489-C8AD-4090-E0F7-E854C886C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5903" y="1207441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47" name="Text Box 55">
              <a:extLst>
                <a:ext uri="{FF2B5EF4-FFF2-40B4-BE49-F238E27FC236}">
                  <a16:creationId xmlns:a16="http://schemas.microsoft.com/office/drawing/2014/main" id="{C3870784-5FDE-3F50-874F-4698A06AE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124" y="1207497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48" name="Text Box 55">
              <a:extLst>
                <a:ext uri="{FF2B5EF4-FFF2-40B4-BE49-F238E27FC236}">
                  <a16:creationId xmlns:a16="http://schemas.microsoft.com/office/drawing/2014/main" id="{169E04BF-6378-375A-FBD3-D71B6DA8E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706" y="123184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49" name="Text Box 55">
              <a:extLst>
                <a:ext uri="{FF2B5EF4-FFF2-40B4-BE49-F238E27FC236}">
                  <a16:creationId xmlns:a16="http://schemas.microsoft.com/office/drawing/2014/main" id="{E91ECDC9-2899-E767-D098-815AE15DA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1929" y="1517558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01B5A417-D62E-A3D7-F641-CB1C66B10930}"/>
              </a:ext>
            </a:extLst>
          </p:cNvPr>
          <p:cNvGrpSpPr/>
          <p:nvPr/>
        </p:nvGrpSpPr>
        <p:grpSpPr>
          <a:xfrm>
            <a:off x="1224199" y="5186323"/>
            <a:ext cx="1040670" cy="1004027"/>
            <a:chOff x="3646055" y="5562600"/>
            <a:chExt cx="1040670" cy="1004027"/>
          </a:xfrm>
        </p:grpSpPr>
        <p:sp>
          <p:nvSpPr>
            <p:cNvPr id="53" name="Text Box 180">
              <a:extLst>
                <a:ext uri="{FF2B5EF4-FFF2-40B4-BE49-F238E27FC236}">
                  <a16:creationId xmlns:a16="http://schemas.microsoft.com/office/drawing/2014/main" id="{453F96AF-D891-7D60-BBBC-D8ECF6BC3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R=KQ</a:t>
              </a:r>
            </a:p>
          </p:txBody>
        </p:sp>
        <p:sp>
          <p:nvSpPr>
            <p:cNvPr id="54" name="Text Box 180">
              <a:extLst>
                <a:ext uri="{FF2B5EF4-FFF2-40B4-BE49-F238E27FC236}">
                  <a16:creationId xmlns:a16="http://schemas.microsoft.com/office/drawing/2014/main" id="{301CE561-A0D3-48E9-55CC-E6CA590FF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_</a:t>
              </a: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S=JQ</a:t>
              </a:r>
            </a:p>
          </p:txBody>
        </p:sp>
      </p:grpSp>
      <p:sp>
        <p:nvSpPr>
          <p:cNvPr id="55" name="Rectangle 307">
            <a:extLst>
              <a:ext uri="{FF2B5EF4-FFF2-40B4-BE49-F238E27FC236}">
                <a16:creationId xmlns:a16="http://schemas.microsoft.com/office/drawing/2014/main" id="{DE98C158-F477-F822-1B95-1019794F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119" y="5160134"/>
            <a:ext cx="1816100" cy="5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          _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Q=0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</a:p>
        </p:txBody>
      </p:sp>
      <p:sp>
        <p:nvSpPr>
          <p:cNvPr id="56" name="Rectangle 307">
            <a:extLst>
              <a:ext uri="{FF2B5EF4-FFF2-40B4-BE49-F238E27FC236}">
                <a16:creationId xmlns:a16="http://schemas.microsoft.com/office/drawing/2014/main" id="{26691345-DAF4-EAB7-5B37-F67CF9EA9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030" y="5540979"/>
            <a:ext cx="1816100" cy="5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          _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Q=0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</a:p>
        </p:txBody>
      </p:sp>
      <p:sp>
        <p:nvSpPr>
          <p:cNvPr id="57" name="Rectangle 307">
            <a:extLst>
              <a:ext uri="{FF2B5EF4-FFF2-40B4-BE49-F238E27FC236}">
                <a16:creationId xmlns:a16="http://schemas.microsoft.com/office/drawing/2014/main" id="{3BED7B48-E675-DAC8-589C-BE1CE3730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939" y="6042555"/>
            <a:ext cx="1816100" cy="5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          _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Q=0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740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0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30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066" grpId="0" autoUpdateAnimBg="0"/>
      <p:bldP spid="630067" grpId="0" autoUpdateAnimBg="0"/>
      <p:bldP spid="630068" grpId="0" autoUpdateAnimBg="0"/>
      <p:bldP spid="630071" grpId="0" autoUpdateAnimBg="0"/>
      <p:bldP spid="630073" grpId="0" autoUpdateAnimBg="0"/>
      <p:bldP spid="630076" grpId="0" autoUpdateAnimBg="0"/>
      <p:bldP spid="630077" grpId="0" autoUpdateAnimBg="0"/>
      <p:bldP spid="630078" grpId="0" autoUpdateAnimBg="0"/>
      <p:bldP spid="55" grpId="0" autoUpdateAnimBg="0"/>
      <p:bldP spid="56" grpId="0" autoUpdateAnimBg="0"/>
      <p:bldP spid="5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47AD91-00FD-4EDF-A4BC-72B223F70439}" type="slidenum">
              <a:rPr lang="en-US" altLang="zh-CN"/>
              <a:pPr>
                <a:defRPr/>
              </a:pPr>
              <a:t>29</a:t>
            </a:fld>
            <a:endParaRPr lang="en-US" altLang="zh-CN" dirty="0"/>
          </a:p>
        </p:txBody>
      </p:sp>
      <p:sp>
        <p:nvSpPr>
          <p:cNvPr id="630066" name="Text Box 306"/>
          <p:cNvSpPr txBox="1">
            <a:spLocks noChangeArrowheads="1"/>
          </p:cNvSpPr>
          <p:nvPr/>
        </p:nvSpPr>
        <p:spPr bwMode="auto">
          <a:xfrm>
            <a:off x="3124200" y="4845050"/>
            <a:ext cx="1524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J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K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solidFill>
                  <a:srgbClr val="FFFF00"/>
                </a:solidFill>
                <a:ea typeface="Noto Serif SC" panose="02020200000000000000" pitchFamily="18" charset="-122"/>
              </a:rPr>
              <a:t>：</a:t>
            </a:r>
          </a:p>
        </p:txBody>
      </p:sp>
      <p:sp>
        <p:nvSpPr>
          <p:cNvPr id="630067" name="Rectangle 307"/>
          <p:cNvSpPr>
            <a:spLocks noChangeArrowheads="1"/>
          </p:cNvSpPr>
          <p:nvPr/>
        </p:nvSpPr>
        <p:spPr bwMode="auto">
          <a:xfrm>
            <a:off x="4706399" y="4741862"/>
            <a:ext cx="1816100" cy="5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               _  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R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S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</a:p>
        </p:txBody>
      </p:sp>
      <p:sp>
        <p:nvSpPr>
          <p:cNvPr id="630068" name="Rectangle 308"/>
          <p:cNvSpPr>
            <a:spLocks noChangeArrowheads="1"/>
          </p:cNvSpPr>
          <p:nvPr/>
        </p:nvSpPr>
        <p:spPr bwMode="auto">
          <a:xfrm>
            <a:off x="3200400" y="5302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當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en-US" altLang="zh-CN" sz="2000" baseline="-25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時，</a:t>
            </a:r>
            <a:r>
              <a:rPr lang="en-US" altLang="zh-CN" sz="2000" dirty="0">
                <a:ea typeface="Noto Serif SC" panose="02020200000000000000" pitchFamily="18" charset="-122"/>
              </a:rPr>
              <a:t>R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S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</a:p>
        </p:txBody>
      </p:sp>
      <p:sp>
        <p:nvSpPr>
          <p:cNvPr id="630071" name="Rectangle 311"/>
          <p:cNvSpPr>
            <a:spLocks noChangeArrowheads="1"/>
          </p:cNvSpPr>
          <p:nvPr/>
        </p:nvSpPr>
        <p:spPr bwMode="auto">
          <a:xfrm>
            <a:off x="3200400" y="5683250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當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en-US" altLang="zh-CN" sz="2000" baseline="-25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ea typeface="Noto Serif SC" panose="02020200000000000000" pitchFamily="18" charset="-122"/>
              </a:rPr>
              <a:t>時，</a:t>
            </a:r>
            <a:r>
              <a:rPr lang="en-US" altLang="zh-CN" sz="2000" dirty="0">
                <a:ea typeface="Noto Serif SC" panose="02020200000000000000" pitchFamily="18" charset="-122"/>
              </a:rPr>
              <a:t>R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S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30073" name="Text Box 313"/>
          <p:cNvSpPr txBox="1">
            <a:spLocks noChangeArrowheads="1"/>
          </p:cNvSpPr>
          <p:nvPr/>
        </p:nvSpPr>
        <p:spPr bwMode="auto">
          <a:xfrm>
            <a:off x="2740309" y="6190351"/>
            <a:ext cx="2590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所以當</a:t>
            </a:r>
            <a:r>
              <a:rPr lang="en-US" altLang="zh-CN" sz="2000" dirty="0">
                <a:ea typeface="Noto Serif SC" panose="02020200000000000000" pitchFamily="18" charset="-122"/>
              </a:rPr>
              <a:t>J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K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時，</a:t>
            </a:r>
          </a:p>
        </p:txBody>
      </p:sp>
      <p:sp>
        <p:nvSpPr>
          <p:cNvPr id="630075" name="Rectangle 315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630076" name="Text Box 316"/>
          <p:cNvSpPr txBox="1">
            <a:spLocks noChangeArrowheads="1"/>
          </p:cNvSpPr>
          <p:nvPr/>
        </p:nvSpPr>
        <p:spPr bwMode="auto">
          <a:xfrm>
            <a:off x="112175" y="96066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R-S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  <p:sp>
        <p:nvSpPr>
          <p:cNvPr id="630077" name="Text Box 317"/>
          <p:cNvSpPr txBox="1">
            <a:spLocks noChangeArrowheads="1"/>
          </p:cNvSpPr>
          <p:nvPr/>
        </p:nvSpPr>
        <p:spPr bwMode="auto">
          <a:xfrm>
            <a:off x="3619533" y="92868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  <p:grpSp>
        <p:nvGrpSpPr>
          <p:cNvPr id="99" name="组合 98"/>
          <p:cNvGrpSpPr/>
          <p:nvPr/>
        </p:nvGrpSpPr>
        <p:grpSpPr>
          <a:xfrm>
            <a:off x="7238204" y="340863"/>
            <a:ext cx="1756730" cy="4760505"/>
            <a:chOff x="4595565" y="-14682"/>
            <a:chExt cx="3853110" cy="7044132"/>
          </a:xfrm>
        </p:grpSpPr>
        <p:sp>
          <p:nvSpPr>
            <p:cNvPr id="101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229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121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2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4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5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6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7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8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9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0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1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2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3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4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6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7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8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9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40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8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9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41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6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7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42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84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5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43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82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3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44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5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6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7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8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9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0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1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2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3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4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5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56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80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81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57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8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9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58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76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7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59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74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5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60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61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72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3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62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3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4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5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6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7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8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9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70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71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103" name="Text Box 328"/>
            <p:cNvSpPr txBox="1">
              <a:spLocks noChangeArrowheads="1"/>
            </p:cNvSpPr>
            <p:nvPr/>
          </p:nvSpPr>
          <p:spPr bwMode="auto">
            <a:xfrm>
              <a:off x="4781922" y="4747982"/>
              <a:ext cx="380999" cy="592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104" name="Text Box 329"/>
            <p:cNvSpPr txBox="1">
              <a:spLocks noChangeArrowheads="1"/>
            </p:cNvSpPr>
            <p:nvPr/>
          </p:nvSpPr>
          <p:spPr bwMode="auto">
            <a:xfrm>
              <a:off x="7177881" y="4731422"/>
              <a:ext cx="380999" cy="592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105" name="Group 332"/>
            <p:cNvGrpSpPr>
              <a:grpSpLocks/>
            </p:cNvGrpSpPr>
            <p:nvPr/>
          </p:nvGrpSpPr>
          <p:grpSpPr bwMode="auto">
            <a:xfrm>
              <a:off x="4710114" y="5029201"/>
              <a:ext cx="1389063" cy="1922463"/>
              <a:chOff x="2967" y="3168"/>
              <a:chExt cx="875" cy="1211"/>
            </a:xfrm>
          </p:grpSpPr>
          <p:grpSp>
            <p:nvGrpSpPr>
              <p:cNvPr id="114" name="Group 324"/>
              <p:cNvGrpSpPr>
                <a:grpSpLocks/>
              </p:cNvGrpSpPr>
              <p:nvPr/>
            </p:nvGrpSpPr>
            <p:grpSpPr bwMode="auto">
              <a:xfrm>
                <a:off x="2967" y="3312"/>
                <a:ext cx="875" cy="1067"/>
                <a:chOff x="2967" y="3216"/>
                <a:chExt cx="875" cy="1067"/>
              </a:xfrm>
            </p:grpSpPr>
            <p:sp>
              <p:nvSpPr>
                <p:cNvPr id="116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7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67" y="3853"/>
                  <a:ext cx="550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118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9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0" y="3838"/>
                  <a:ext cx="572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120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5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106" name="Group 333"/>
            <p:cNvGrpSpPr>
              <a:grpSpLocks/>
            </p:cNvGrpSpPr>
            <p:nvPr/>
          </p:nvGrpSpPr>
          <p:grpSpPr bwMode="auto">
            <a:xfrm>
              <a:off x="6659563" y="5029200"/>
              <a:ext cx="1620839" cy="2000250"/>
              <a:chOff x="4195" y="3168"/>
              <a:chExt cx="1021" cy="1260"/>
            </a:xfrm>
          </p:grpSpPr>
          <p:grpSp>
            <p:nvGrpSpPr>
              <p:cNvPr id="107" name="Group 325"/>
              <p:cNvGrpSpPr>
                <a:grpSpLocks/>
              </p:cNvGrpSpPr>
              <p:nvPr/>
            </p:nvGrpSpPr>
            <p:grpSpPr bwMode="auto">
              <a:xfrm>
                <a:off x="4195" y="3312"/>
                <a:ext cx="1021" cy="1116"/>
                <a:chOff x="4172" y="3216"/>
                <a:chExt cx="1021" cy="1116"/>
              </a:xfrm>
            </p:grpSpPr>
            <p:sp>
              <p:nvSpPr>
                <p:cNvPr id="109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72" y="3902"/>
                  <a:ext cx="474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110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6" y="3543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111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2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3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08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EE12B1-A072-18D8-E8D1-54ECCB1AC1EC}"/>
              </a:ext>
            </a:extLst>
          </p:cNvPr>
          <p:cNvGrpSpPr/>
          <p:nvPr/>
        </p:nvGrpSpPr>
        <p:grpSpPr>
          <a:xfrm>
            <a:off x="252187" y="1219911"/>
            <a:ext cx="3437399" cy="3468742"/>
            <a:chOff x="4716001" y="1712858"/>
            <a:chExt cx="3437399" cy="3468742"/>
          </a:xfrm>
        </p:grpSpPr>
        <p:grpSp>
          <p:nvGrpSpPr>
            <p:cNvPr id="3" name="Group 226">
              <a:extLst>
                <a:ext uri="{FF2B5EF4-FFF2-40B4-BE49-F238E27FC236}">
                  <a16:creationId xmlns:a16="http://schemas.microsoft.com/office/drawing/2014/main" id="{51081057-F17D-7ED6-F2F9-DA7D032094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4400" y="1946275"/>
              <a:ext cx="3429000" cy="3235325"/>
              <a:chOff x="2976" y="1226"/>
              <a:chExt cx="2160" cy="2038"/>
            </a:xfrm>
          </p:grpSpPr>
          <p:sp>
            <p:nvSpPr>
              <p:cNvPr id="10" name="Rectangle 118">
                <a:extLst>
                  <a:ext uri="{FF2B5EF4-FFF2-40B4-BE49-F238E27FC236}">
                    <a16:creationId xmlns:a16="http://schemas.microsoft.com/office/drawing/2014/main" id="{15F6823E-FF64-9815-C244-2174D6AC4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6" y="1552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" name="Rectangle 119">
                <a:extLst>
                  <a:ext uri="{FF2B5EF4-FFF2-40B4-BE49-F238E27FC236}">
                    <a16:creationId xmlns:a16="http://schemas.microsoft.com/office/drawing/2014/main" id="{97D9935E-4619-2D0D-AAA7-102B11923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552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0    1   </a:t>
                </a: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0   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" name="Rectangle 120">
                <a:extLst>
                  <a:ext uri="{FF2B5EF4-FFF2-40B4-BE49-F238E27FC236}">
                    <a16:creationId xmlns:a16="http://schemas.microsoft.com/office/drawing/2014/main" id="{B4154510-7E15-71FD-D291-9191AFC56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6" y="1226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13" name="Rectangle 121">
                <a:extLst>
                  <a:ext uri="{FF2B5EF4-FFF2-40B4-BE49-F238E27FC236}">
                    <a16:creationId xmlns:a16="http://schemas.microsoft.com/office/drawing/2014/main" id="{EAE42F83-6A1F-B64C-6175-1BC32E897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226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         CP  R  S</a:t>
                </a:r>
              </a:p>
            </p:txBody>
          </p:sp>
          <p:sp>
            <p:nvSpPr>
              <p:cNvPr id="14" name="Line 122">
                <a:extLst>
                  <a:ext uri="{FF2B5EF4-FFF2-40B4-BE49-F238E27FC236}">
                    <a16:creationId xmlns:a16="http://schemas.microsoft.com/office/drawing/2014/main" id="{84211AF0-7F27-9C23-08DF-46080EA73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" name="Line 123">
                <a:extLst>
                  <a:ext uri="{FF2B5EF4-FFF2-40B4-BE49-F238E27FC236}">
                    <a16:creationId xmlns:a16="http://schemas.microsoft.com/office/drawing/2014/main" id="{BBB84465-A134-0D24-ECD2-65003572A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552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" name="Line 124">
                <a:extLst>
                  <a:ext uri="{FF2B5EF4-FFF2-40B4-BE49-F238E27FC236}">
                    <a16:creationId xmlns:a16="http://schemas.microsoft.com/office/drawing/2014/main" id="{F01F6C13-5AEE-7B18-E348-0E7370FF9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3264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7" name="Line 125">
                <a:extLst>
                  <a:ext uri="{FF2B5EF4-FFF2-40B4-BE49-F238E27FC236}">
                    <a16:creationId xmlns:a16="http://schemas.microsoft.com/office/drawing/2014/main" id="{2E56813B-BEBA-D334-3B71-811ACED1D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8" name="Line 126">
                <a:extLst>
                  <a:ext uri="{FF2B5EF4-FFF2-40B4-BE49-F238E27FC236}">
                    <a16:creationId xmlns:a16="http://schemas.microsoft.com/office/drawing/2014/main" id="{4C4A4C78-65EA-98E8-6C1B-41093E52C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6" y="1226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" name="Line 127">
                <a:extLst>
                  <a:ext uri="{FF2B5EF4-FFF2-40B4-BE49-F238E27FC236}">
                    <a16:creationId xmlns:a16="http://schemas.microsoft.com/office/drawing/2014/main" id="{6E8BCF48-2FC6-22EE-9B02-672F20212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1226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20" name="Group 136">
                <a:extLst>
                  <a:ext uri="{FF2B5EF4-FFF2-40B4-BE49-F238E27FC236}">
                    <a16:creationId xmlns:a16="http://schemas.microsoft.com/office/drawing/2014/main" id="{E96C07E4-0BBA-D1C5-342C-5AD338C353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186"/>
                <a:ext cx="385" cy="96"/>
                <a:chOff x="3360" y="3552"/>
                <a:chExt cx="385" cy="96"/>
              </a:xfrm>
            </p:grpSpPr>
            <p:sp>
              <p:nvSpPr>
                <p:cNvPr id="41" name="Line 137">
                  <a:extLst>
                    <a:ext uri="{FF2B5EF4-FFF2-40B4-BE49-F238E27FC236}">
                      <a16:creationId xmlns:a16="http://schemas.microsoft.com/office/drawing/2014/main" id="{A5BC7D42-5C0B-8F44-0E11-DDA718E3FC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2" name="Line 138">
                  <a:extLst>
                    <a:ext uri="{FF2B5EF4-FFF2-40B4-BE49-F238E27FC236}">
                      <a16:creationId xmlns:a16="http://schemas.microsoft.com/office/drawing/2014/main" id="{F7D58FD1-DFCB-7AF0-F57E-6811B7EF9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3" name="Line 139">
                  <a:extLst>
                    <a:ext uri="{FF2B5EF4-FFF2-40B4-BE49-F238E27FC236}">
                      <a16:creationId xmlns:a16="http://schemas.microsoft.com/office/drawing/2014/main" id="{5804DFD3-EBE9-B872-5A9B-A914696185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4" name="Line 140">
                  <a:extLst>
                    <a:ext uri="{FF2B5EF4-FFF2-40B4-BE49-F238E27FC236}">
                      <a16:creationId xmlns:a16="http://schemas.microsoft.com/office/drawing/2014/main" id="{C0F06318-0E83-9151-DBF3-27DE375C50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5" name="Line 141">
                  <a:extLst>
                    <a:ext uri="{FF2B5EF4-FFF2-40B4-BE49-F238E27FC236}">
                      <a16:creationId xmlns:a16="http://schemas.microsoft.com/office/drawing/2014/main" id="{74387249-5F38-4077-2250-B3FF0807C2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1" name="Group 142">
                <a:extLst>
                  <a:ext uri="{FF2B5EF4-FFF2-40B4-BE49-F238E27FC236}">
                    <a16:creationId xmlns:a16="http://schemas.microsoft.com/office/drawing/2014/main" id="{6321E14E-DB5B-EBC1-1CE4-41E01DCE80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474"/>
                <a:ext cx="385" cy="96"/>
                <a:chOff x="3360" y="3552"/>
                <a:chExt cx="385" cy="96"/>
              </a:xfrm>
            </p:grpSpPr>
            <p:sp>
              <p:nvSpPr>
                <p:cNvPr id="36" name="Line 143">
                  <a:extLst>
                    <a:ext uri="{FF2B5EF4-FFF2-40B4-BE49-F238E27FC236}">
                      <a16:creationId xmlns:a16="http://schemas.microsoft.com/office/drawing/2014/main" id="{94FC5B97-789F-BA69-2691-D29DFAB41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7" name="Line 144">
                  <a:extLst>
                    <a:ext uri="{FF2B5EF4-FFF2-40B4-BE49-F238E27FC236}">
                      <a16:creationId xmlns:a16="http://schemas.microsoft.com/office/drawing/2014/main" id="{8582D7A4-5716-CCF5-02C4-CA6138B0FE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8" name="Line 145">
                  <a:extLst>
                    <a:ext uri="{FF2B5EF4-FFF2-40B4-BE49-F238E27FC236}">
                      <a16:creationId xmlns:a16="http://schemas.microsoft.com/office/drawing/2014/main" id="{3E603927-123E-501E-1FBE-970307F8DB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9" name="Line 146">
                  <a:extLst>
                    <a:ext uri="{FF2B5EF4-FFF2-40B4-BE49-F238E27FC236}">
                      <a16:creationId xmlns:a16="http://schemas.microsoft.com/office/drawing/2014/main" id="{9A29691A-BBB9-2916-5D67-40C27BFC91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0" name="Line 147">
                  <a:extLst>
                    <a:ext uri="{FF2B5EF4-FFF2-40B4-BE49-F238E27FC236}">
                      <a16:creationId xmlns:a16="http://schemas.microsoft.com/office/drawing/2014/main" id="{B7197691-3BEC-3374-C433-9292D223B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2" name="Group 148">
                <a:extLst>
                  <a:ext uri="{FF2B5EF4-FFF2-40B4-BE49-F238E27FC236}">
                    <a16:creationId xmlns:a16="http://schemas.microsoft.com/office/drawing/2014/main" id="{F79B649E-EBF0-AEBA-1416-ED60679B74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2762"/>
                <a:ext cx="385" cy="96"/>
                <a:chOff x="3360" y="3552"/>
                <a:chExt cx="385" cy="96"/>
              </a:xfrm>
            </p:grpSpPr>
            <p:sp>
              <p:nvSpPr>
                <p:cNvPr id="31" name="Line 149">
                  <a:extLst>
                    <a:ext uri="{FF2B5EF4-FFF2-40B4-BE49-F238E27FC236}">
                      <a16:creationId xmlns:a16="http://schemas.microsoft.com/office/drawing/2014/main" id="{20BA321D-3E5F-00F5-2573-F6BEB367B7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2" name="Line 150">
                  <a:extLst>
                    <a:ext uri="{FF2B5EF4-FFF2-40B4-BE49-F238E27FC236}">
                      <a16:creationId xmlns:a16="http://schemas.microsoft.com/office/drawing/2014/main" id="{B4D53FBE-20BA-C8B8-0BEB-181DE5322E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3" name="Line 151">
                  <a:extLst>
                    <a:ext uri="{FF2B5EF4-FFF2-40B4-BE49-F238E27FC236}">
                      <a16:creationId xmlns:a16="http://schemas.microsoft.com/office/drawing/2014/main" id="{9AF1FB3D-BAFF-C055-127B-90D65696C8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4" name="Line 152">
                  <a:extLst>
                    <a:ext uri="{FF2B5EF4-FFF2-40B4-BE49-F238E27FC236}">
                      <a16:creationId xmlns:a16="http://schemas.microsoft.com/office/drawing/2014/main" id="{C2F9B2B2-D59B-FBB7-1BF8-1311E26AAF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5" name="Line 153">
                  <a:extLst>
                    <a:ext uri="{FF2B5EF4-FFF2-40B4-BE49-F238E27FC236}">
                      <a16:creationId xmlns:a16="http://schemas.microsoft.com/office/drawing/2014/main" id="{240D728A-B3A7-72A0-F23D-038A7CA8A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23" name="Group 154">
                <a:extLst>
                  <a:ext uri="{FF2B5EF4-FFF2-40B4-BE49-F238E27FC236}">
                    <a16:creationId xmlns:a16="http://schemas.microsoft.com/office/drawing/2014/main" id="{81E9D362-C624-A70B-1BF8-596C9462FD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87" y="3002"/>
                <a:ext cx="385" cy="96"/>
                <a:chOff x="3360" y="3552"/>
                <a:chExt cx="385" cy="96"/>
              </a:xfrm>
            </p:grpSpPr>
            <p:sp>
              <p:nvSpPr>
                <p:cNvPr id="26" name="Line 155">
                  <a:extLst>
                    <a:ext uri="{FF2B5EF4-FFF2-40B4-BE49-F238E27FC236}">
                      <a16:creationId xmlns:a16="http://schemas.microsoft.com/office/drawing/2014/main" id="{75AD6689-DD53-11BF-E02F-F0DAA4C09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7" name="Line 156">
                  <a:extLst>
                    <a:ext uri="{FF2B5EF4-FFF2-40B4-BE49-F238E27FC236}">
                      <a16:creationId xmlns:a16="http://schemas.microsoft.com/office/drawing/2014/main" id="{8B096BA9-5447-60D0-B203-F4275ADEEC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8" name="Line 157">
                  <a:extLst>
                    <a:ext uri="{FF2B5EF4-FFF2-40B4-BE49-F238E27FC236}">
                      <a16:creationId xmlns:a16="http://schemas.microsoft.com/office/drawing/2014/main" id="{06E9BBB5-6FCC-83CB-2C5A-182CAEC91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9" name="Line 158">
                  <a:extLst>
                    <a:ext uri="{FF2B5EF4-FFF2-40B4-BE49-F238E27FC236}">
                      <a16:creationId xmlns:a16="http://schemas.microsoft.com/office/drawing/2014/main" id="{D3F18639-561B-D1A6-80CD-415A508DEF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0" name="Line 159">
                  <a:extLst>
                    <a:ext uri="{FF2B5EF4-FFF2-40B4-BE49-F238E27FC236}">
                      <a16:creationId xmlns:a16="http://schemas.microsoft.com/office/drawing/2014/main" id="{6E19C603-60FD-14F9-B8D4-FC4093D140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24" name="Line 160">
                <a:extLst>
                  <a:ext uri="{FF2B5EF4-FFF2-40B4-BE49-F238E27FC236}">
                    <a16:creationId xmlns:a16="http://schemas.microsoft.com/office/drawing/2014/main" id="{37722B67-203B-A0A3-B7C1-B745236972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2090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5" name="Text Box 224">
                <a:extLst>
                  <a:ext uri="{FF2B5EF4-FFF2-40B4-BE49-F238E27FC236}">
                    <a16:creationId xmlns:a16="http://schemas.microsoft.com/office/drawing/2014/main" id="{7CB29D1E-CC87-C8F1-E9F7-9FACF7B09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2966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ea typeface="Noto Serif SC" panose="02020200000000000000" pitchFamily="18" charset="-122"/>
                  </a:rPr>
                  <a:t>1*  1*</a:t>
                </a:r>
              </a:p>
            </p:txBody>
          </p:sp>
        </p:grpSp>
        <p:sp>
          <p:nvSpPr>
            <p:cNvPr id="4" name="Text Box 55">
              <a:extLst>
                <a:ext uri="{FF2B5EF4-FFF2-40B4-BE49-F238E27FC236}">
                  <a16:creationId xmlns:a16="http://schemas.microsoft.com/office/drawing/2014/main" id="{55F741AD-6289-CE78-6223-9FA66CCC4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1" y="1730265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5" name="Text Box 55">
              <a:extLst>
                <a:ext uri="{FF2B5EF4-FFF2-40B4-BE49-F238E27FC236}">
                  <a16:creationId xmlns:a16="http://schemas.microsoft.com/office/drawing/2014/main" id="{67FB8975-6969-B48D-70AB-E61664E39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222" y="1730321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6" name="Text Box 55">
              <a:extLst>
                <a:ext uri="{FF2B5EF4-FFF2-40B4-BE49-F238E27FC236}">
                  <a16:creationId xmlns:a16="http://schemas.microsoft.com/office/drawing/2014/main" id="{34276616-2D52-1035-C351-69BEE9DD0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9480" y="1712858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7" name="Text Box 55">
              <a:extLst>
                <a:ext uri="{FF2B5EF4-FFF2-40B4-BE49-F238E27FC236}">
                  <a16:creationId xmlns:a16="http://schemas.microsoft.com/office/drawing/2014/main" id="{2C0B48D6-5537-AF0E-B057-57158B36C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0703" y="199857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8" name="Text Box 55">
              <a:extLst>
                <a:ext uri="{FF2B5EF4-FFF2-40B4-BE49-F238E27FC236}">
                  <a16:creationId xmlns:a16="http://schemas.microsoft.com/office/drawing/2014/main" id="{FA0463A2-2B2D-14A9-7170-C5AAC37BF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8139" y="3991335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9" name="Text Box 55">
              <a:extLst>
                <a:ext uri="{FF2B5EF4-FFF2-40B4-BE49-F238E27FC236}">
                  <a16:creationId xmlns:a16="http://schemas.microsoft.com/office/drawing/2014/main" id="{0BC40E98-2008-CA30-21F4-630AEB606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5650" y="4280478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4BBC9EA-A147-700E-A3E4-344F7C0BDF47}"/>
              </a:ext>
            </a:extLst>
          </p:cNvPr>
          <p:cNvGrpSpPr/>
          <p:nvPr/>
        </p:nvGrpSpPr>
        <p:grpSpPr>
          <a:xfrm>
            <a:off x="3705903" y="1207441"/>
            <a:ext cx="3296021" cy="3474096"/>
            <a:chOff x="3705903" y="1207441"/>
            <a:chExt cx="3296021" cy="3474096"/>
          </a:xfrm>
        </p:grpSpPr>
        <p:grpSp>
          <p:nvGrpSpPr>
            <p:cNvPr id="630079" name="Group 319"/>
            <p:cNvGrpSpPr>
              <a:grpSpLocks/>
            </p:cNvGrpSpPr>
            <p:nvPr/>
          </p:nvGrpSpPr>
          <p:grpSpPr bwMode="auto">
            <a:xfrm>
              <a:off x="3725324" y="1446212"/>
              <a:ext cx="3276600" cy="3235325"/>
              <a:chOff x="3216" y="918"/>
              <a:chExt cx="2064" cy="2038"/>
            </a:xfrm>
          </p:grpSpPr>
          <p:sp>
            <p:nvSpPr>
              <p:cNvPr id="630022" name="Rectangle 262"/>
              <p:cNvSpPr>
                <a:spLocks noChangeArrowheads="1"/>
              </p:cNvSpPr>
              <p:nvPr/>
            </p:nvSpPr>
            <p:spPr bwMode="auto">
              <a:xfrm>
                <a:off x="4676" y="1244"/>
                <a:ext cx="604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630023" name="Rectangle 263"/>
              <p:cNvSpPr>
                <a:spLocks noChangeArrowheads="1"/>
              </p:cNvSpPr>
              <p:nvPr/>
            </p:nvSpPr>
            <p:spPr bwMode="auto">
              <a:xfrm>
                <a:off x="3216" y="1244"/>
                <a:ext cx="1460" cy="1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0    1   </a:t>
                </a: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0         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1    1        0   0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  <a:sym typeface="Symbol" panose="05050102010706020507" pitchFamily="18" charset="2"/>
                  </a:rPr>
                  <a:t>1    1        1   1</a:t>
                </a:r>
                <a:endParaRPr lang="en-US" altLang="zh-CN" sz="24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0024" name="Rectangle 264"/>
              <p:cNvSpPr>
                <a:spLocks noChangeArrowheads="1"/>
              </p:cNvSpPr>
              <p:nvPr/>
            </p:nvSpPr>
            <p:spPr bwMode="auto">
              <a:xfrm>
                <a:off x="4676" y="918"/>
                <a:ext cx="604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</a:t>
                </a:r>
              </a:p>
            </p:txBody>
          </p:sp>
          <p:sp>
            <p:nvSpPr>
              <p:cNvPr id="630025" name="Rectangle 265"/>
              <p:cNvSpPr>
                <a:spLocks noChangeArrowheads="1"/>
              </p:cNvSpPr>
              <p:nvPr/>
            </p:nvSpPr>
            <p:spPr bwMode="auto">
              <a:xfrm>
                <a:off x="3216" y="918"/>
                <a:ext cx="1460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          CP  J   K</a:t>
                </a:r>
              </a:p>
            </p:txBody>
          </p:sp>
          <p:sp>
            <p:nvSpPr>
              <p:cNvPr id="73750" name="Line 266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1" name="Line 267"/>
              <p:cNvSpPr>
                <a:spLocks noChangeShapeType="1"/>
              </p:cNvSpPr>
              <p:nvPr/>
            </p:nvSpPr>
            <p:spPr bwMode="auto">
              <a:xfrm>
                <a:off x="3216" y="1244"/>
                <a:ext cx="20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2" name="Line 268"/>
              <p:cNvSpPr>
                <a:spLocks noChangeShapeType="1"/>
              </p:cNvSpPr>
              <p:nvPr/>
            </p:nvSpPr>
            <p:spPr bwMode="auto">
              <a:xfrm>
                <a:off x="3216" y="2956"/>
                <a:ext cx="206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3" name="Line 269"/>
              <p:cNvSpPr>
                <a:spLocks noChangeShapeType="1"/>
              </p:cNvSpPr>
              <p:nvPr/>
            </p:nvSpPr>
            <p:spPr bwMode="auto">
              <a:xfrm>
                <a:off x="3216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4" name="Line 270"/>
              <p:cNvSpPr>
                <a:spLocks noChangeShapeType="1"/>
              </p:cNvSpPr>
              <p:nvPr/>
            </p:nvSpPr>
            <p:spPr bwMode="auto">
              <a:xfrm>
                <a:off x="4676" y="918"/>
                <a:ext cx="0" cy="20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755" name="Line 271"/>
              <p:cNvSpPr>
                <a:spLocks noChangeShapeType="1"/>
              </p:cNvSpPr>
              <p:nvPr/>
            </p:nvSpPr>
            <p:spPr bwMode="auto">
              <a:xfrm>
                <a:off x="5280" y="918"/>
                <a:ext cx="0" cy="203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73760" name="Group 280"/>
              <p:cNvGrpSpPr>
                <a:grpSpLocks/>
              </p:cNvGrpSpPr>
              <p:nvPr/>
            </p:nvGrpSpPr>
            <p:grpSpPr bwMode="auto">
              <a:xfrm>
                <a:off x="3727" y="1878"/>
                <a:ext cx="385" cy="96"/>
                <a:chOff x="3360" y="3552"/>
                <a:chExt cx="385" cy="96"/>
              </a:xfrm>
            </p:grpSpPr>
            <p:sp>
              <p:nvSpPr>
                <p:cNvPr id="73780" name="Line 281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1" name="Line 282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2" name="Line 283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3" name="Line 284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84" name="Line 285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3761" name="Group 286"/>
              <p:cNvGrpSpPr>
                <a:grpSpLocks/>
              </p:cNvGrpSpPr>
              <p:nvPr/>
            </p:nvGrpSpPr>
            <p:grpSpPr bwMode="auto">
              <a:xfrm>
                <a:off x="3727" y="2166"/>
                <a:ext cx="385" cy="96"/>
                <a:chOff x="3360" y="3552"/>
                <a:chExt cx="385" cy="96"/>
              </a:xfrm>
            </p:grpSpPr>
            <p:sp>
              <p:nvSpPr>
                <p:cNvPr id="73775" name="Line 287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6" name="Line 288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7" name="Line 289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8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9" name="Line 291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3762" name="Group 292"/>
              <p:cNvGrpSpPr>
                <a:grpSpLocks/>
              </p:cNvGrpSpPr>
              <p:nvPr/>
            </p:nvGrpSpPr>
            <p:grpSpPr bwMode="auto">
              <a:xfrm>
                <a:off x="3727" y="2454"/>
                <a:ext cx="385" cy="96"/>
                <a:chOff x="3360" y="3552"/>
                <a:chExt cx="385" cy="96"/>
              </a:xfrm>
            </p:grpSpPr>
            <p:sp>
              <p:nvSpPr>
                <p:cNvPr id="73770" name="Line 293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1" name="Line 294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2" name="Line 295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3" name="Line 296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74" name="Line 297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73763" name="Group 298"/>
              <p:cNvGrpSpPr>
                <a:grpSpLocks/>
              </p:cNvGrpSpPr>
              <p:nvPr/>
            </p:nvGrpSpPr>
            <p:grpSpPr bwMode="auto">
              <a:xfrm>
                <a:off x="3727" y="2694"/>
                <a:ext cx="385" cy="96"/>
                <a:chOff x="3360" y="3552"/>
                <a:chExt cx="385" cy="96"/>
              </a:xfrm>
            </p:grpSpPr>
            <p:sp>
              <p:nvSpPr>
                <p:cNvPr id="73765" name="Line 299"/>
                <p:cNvSpPr>
                  <a:spLocks noChangeShapeType="1"/>
                </p:cNvSpPr>
                <p:nvPr/>
              </p:nvSpPr>
              <p:spPr bwMode="auto">
                <a:xfrm>
                  <a:off x="3456" y="355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6" name="Line 300"/>
                <p:cNvSpPr>
                  <a:spLocks noChangeShapeType="1"/>
                </p:cNvSpPr>
                <p:nvPr/>
              </p:nvSpPr>
              <p:spPr bwMode="auto">
                <a:xfrm>
                  <a:off x="3457" y="3557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7" name="Line 301"/>
                <p:cNvSpPr>
                  <a:spLocks noChangeShapeType="1"/>
                </p:cNvSpPr>
                <p:nvPr/>
              </p:nvSpPr>
              <p:spPr bwMode="auto">
                <a:xfrm>
                  <a:off x="3648" y="355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8" name="Line 302"/>
                <p:cNvSpPr>
                  <a:spLocks noChangeShapeType="1"/>
                </p:cNvSpPr>
                <p:nvPr/>
              </p:nvSpPr>
              <p:spPr bwMode="auto">
                <a:xfrm flipH="1">
                  <a:off x="3360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3769" name="Line 303"/>
                <p:cNvSpPr>
                  <a:spLocks noChangeShapeType="1"/>
                </p:cNvSpPr>
                <p:nvPr/>
              </p:nvSpPr>
              <p:spPr bwMode="auto">
                <a:xfrm flipH="1">
                  <a:off x="3648" y="3648"/>
                  <a:ext cx="9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3764" name="Line 304"/>
              <p:cNvSpPr>
                <a:spLocks noChangeShapeType="1"/>
              </p:cNvSpPr>
              <p:nvPr/>
            </p:nvSpPr>
            <p:spPr bwMode="auto">
              <a:xfrm flipH="1">
                <a:off x="3216" y="1782"/>
                <a:ext cx="2064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46" name="Text Box 55">
              <a:extLst>
                <a:ext uri="{FF2B5EF4-FFF2-40B4-BE49-F238E27FC236}">
                  <a16:creationId xmlns:a16="http://schemas.microsoft.com/office/drawing/2014/main" id="{0ABAB489-C8AD-4090-E0F7-E854C886C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5903" y="1207441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47" name="Text Box 55">
              <a:extLst>
                <a:ext uri="{FF2B5EF4-FFF2-40B4-BE49-F238E27FC236}">
                  <a16:creationId xmlns:a16="http://schemas.microsoft.com/office/drawing/2014/main" id="{C3870784-5FDE-3F50-874F-4698A06AE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124" y="1207497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48" name="Text Box 55">
              <a:extLst>
                <a:ext uri="{FF2B5EF4-FFF2-40B4-BE49-F238E27FC236}">
                  <a16:creationId xmlns:a16="http://schemas.microsoft.com/office/drawing/2014/main" id="{169E04BF-6378-375A-FBD3-D71B6DA8E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706" y="123184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49" name="Text Box 55">
              <a:extLst>
                <a:ext uri="{FF2B5EF4-FFF2-40B4-BE49-F238E27FC236}">
                  <a16:creationId xmlns:a16="http://schemas.microsoft.com/office/drawing/2014/main" id="{E91ECDC9-2899-E767-D098-815AE15DA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1929" y="1517558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01B5A417-D62E-A3D7-F641-CB1C66B10930}"/>
              </a:ext>
            </a:extLst>
          </p:cNvPr>
          <p:cNvGrpSpPr/>
          <p:nvPr/>
        </p:nvGrpSpPr>
        <p:grpSpPr>
          <a:xfrm>
            <a:off x="1224199" y="5186323"/>
            <a:ext cx="1040670" cy="1004027"/>
            <a:chOff x="3646055" y="5562600"/>
            <a:chExt cx="1040670" cy="1004027"/>
          </a:xfrm>
        </p:grpSpPr>
        <p:sp>
          <p:nvSpPr>
            <p:cNvPr id="53" name="Text Box 180">
              <a:extLst>
                <a:ext uri="{FF2B5EF4-FFF2-40B4-BE49-F238E27FC236}">
                  <a16:creationId xmlns:a16="http://schemas.microsoft.com/office/drawing/2014/main" id="{453F96AF-D891-7D60-BBBC-D8ECF6BC3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055" y="5562600"/>
              <a:ext cx="10406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R=KQ</a:t>
              </a:r>
            </a:p>
          </p:txBody>
        </p:sp>
        <p:sp>
          <p:nvSpPr>
            <p:cNvPr id="54" name="Text Box 180">
              <a:extLst>
                <a:ext uri="{FF2B5EF4-FFF2-40B4-BE49-F238E27FC236}">
                  <a16:creationId xmlns:a16="http://schemas.microsoft.com/office/drawing/2014/main" id="{301CE561-A0D3-48E9-55CC-E6CA590FF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519" y="5858741"/>
              <a:ext cx="97174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_</a:t>
              </a:r>
            </a:p>
            <a:p>
              <a:pPr eaLnBrk="1" hangingPunct="1"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S=JQ</a:t>
              </a:r>
            </a:p>
          </p:txBody>
        </p:sp>
      </p:grpSp>
      <p:sp>
        <p:nvSpPr>
          <p:cNvPr id="55" name="Rectangle 307">
            <a:extLst>
              <a:ext uri="{FF2B5EF4-FFF2-40B4-BE49-F238E27FC236}">
                <a16:creationId xmlns:a16="http://schemas.microsoft.com/office/drawing/2014/main" id="{DE98C158-F477-F822-1B95-1019794F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119" y="5160134"/>
            <a:ext cx="1816100" cy="5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          _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Q=1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56" name="Rectangle 307">
            <a:extLst>
              <a:ext uri="{FF2B5EF4-FFF2-40B4-BE49-F238E27FC236}">
                <a16:creationId xmlns:a16="http://schemas.microsoft.com/office/drawing/2014/main" id="{26691345-DAF4-EAB7-5B37-F67CF9EA9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030" y="5540979"/>
            <a:ext cx="1816100" cy="5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          _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Q=1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57" name="Rectangle 307">
            <a:extLst>
              <a:ext uri="{FF2B5EF4-FFF2-40B4-BE49-F238E27FC236}">
                <a16:creationId xmlns:a16="http://schemas.microsoft.com/office/drawing/2014/main" id="{3BED7B48-E675-DAC8-589C-BE1CE3730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939" y="6042555"/>
            <a:ext cx="1816100" cy="5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          _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ea typeface="Noto Serif SC" panose="02020200000000000000" pitchFamily="18" charset="-122"/>
              </a:rPr>
              <a:t>Q=1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630078" name="Rectangle 318"/>
          <p:cNvSpPr>
            <a:spLocks noChangeArrowheads="1"/>
          </p:cNvSpPr>
          <p:nvPr/>
        </p:nvSpPr>
        <p:spPr bwMode="auto">
          <a:xfrm>
            <a:off x="6151327" y="2865167"/>
            <a:ext cx="80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0   1</a:t>
            </a:r>
          </a:p>
        </p:txBody>
      </p:sp>
      <p:sp>
        <p:nvSpPr>
          <p:cNvPr id="51" name="Rectangle 109">
            <a:extLst>
              <a:ext uri="{FF2B5EF4-FFF2-40B4-BE49-F238E27FC236}">
                <a16:creationId xmlns:a16="http://schemas.microsoft.com/office/drawing/2014/main" id="{D9028F3F-C7EB-926C-28EF-C1A7C6735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95" y="3281091"/>
            <a:ext cx="803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1   0</a:t>
            </a:r>
          </a:p>
        </p:txBody>
      </p:sp>
    </p:spTree>
    <p:extLst>
      <p:ext uri="{BB962C8B-B14F-4D97-AF65-F5344CB8AC3E}">
        <p14:creationId xmlns:p14="http://schemas.microsoft.com/office/powerpoint/2010/main" val="128355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3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066" grpId="0" autoUpdateAnimBg="0"/>
      <p:bldP spid="630067" grpId="0" autoUpdateAnimBg="0"/>
      <p:bldP spid="630068" grpId="0" autoUpdateAnimBg="0"/>
      <p:bldP spid="630071" grpId="0" autoUpdateAnimBg="0"/>
      <p:bldP spid="630073" grpId="0" autoUpdateAnimBg="0"/>
      <p:bldP spid="55" grpId="0" autoUpdateAnimBg="0"/>
      <p:bldP spid="56" grpId="0" autoUpdateAnimBg="0"/>
      <p:bldP spid="57" grpId="0" autoUpdateAnimBg="0"/>
      <p:bldP spid="5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6ECB33-8E8F-442F-AF4A-D8FF9B3D0969}" type="slidenum">
              <a:rPr lang="en-US" altLang="zh-CN"/>
              <a:pPr>
                <a:defRPr/>
              </a:pPr>
              <a:t>30</a:t>
            </a:fld>
            <a:endParaRPr lang="en-US" altLang="zh-CN" dirty="0"/>
          </a:p>
        </p:txBody>
      </p:sp>
      <p:grpSp>
        <p:nvGrpSpPr>
          <p:cNvPr id="75780" name="Group 260"/>
          <p:cNvGrpSpPr>
            <a:grpSpLocks/>
          </p:cNvGrpSpPr>
          <p:nvPr/>
        </p:nvGrpSpPr>
        <p:grpSpPr bwMode="auto">
          <a:xfrm>
            <a:off x="381000" y="152400"/>
            <a:ext cx="4495800" cy="6400800"/>
            <a:chOff x="2736" y="192"/>
            <a:chExt cx="2832" cy="4032"/>
          </a:xfrm>
        </p:grpSpPr>
        <p:sp>
          <p:nvSpPr>
            <p:cNvPr id="75782" name="Rectangle 49"/>
            <p:cNvSpPr>
              <a:spLocks noChangeArrowheads="1"/>
            </p:cNvSpPr>
            <p:nvPr/>
          </p:nvSpPr>
          <p:spPr bwMode="auto">
            <a:xfrm>
              <a:off x="3168" y="192"/>
              <a:ext cx="28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75783" name="Group 50"/>
            <p:cNvGrpSpPr>
              <a:grpSpLocks/>
            </p:cNvGrpSpPr>
            <p:nvPr/>
          </p:nvGrpSpPr>
          <p:grpSpPr bwMode="auto">
            <a:xfrm>
              <a:off x="3168" y="3312"/>
              <a:ext cx="480" cy="912"/>
              <a:chOff x="3168" y="3216"/>
              <a:chExt cx="480" cy="912"/>
            </a:xfrm>
          </p:grpSpPr>
          <p:sp>
            <p:nvSpPr>
              <p:cNvPr id="75881" name="Line 51"/>
              <p:cNvSpPr>
                <a:spLocks noChangeShapeType="1"/>
              </p:cNvSpPr>
              <p:nvPr/>
            </p:nvSpPr>
            <p:spPr bwMode="auto">
              <a:xfrm>
                <a:off x="3456" y="34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82" name="Text Box 52"/>
              <p:cNvSpPr txBox="1">
                <a:spLocks noChangeArrowheads="1"/>
              </p:cNvSpPr>
              <p:nvPr/>
            </p:nvSpPr>
            <p:spPr bwMode="auto">
              <a:xfrm>
                <a:off x="3168" y="38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75883" name="Line 53"/>
              <p:cNvSpPr>
                <a:spLocks noChangeShapeType="1"/>
              </p:cNvSpPr>
              <p:nvPr/>
            </p:nvSpPr>
            <p:spPr bwMode="auto">
              <a:xfrm flipV="1">
                <a:off x="3312" y="340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84" name="Rectangle 54"/>
              <p:cNvSpPr>
                <a:spLocks noChangeArrowheads="1"/>
              </p:cNvSpPr>
              <p:nvPr/>
            </p:nvSpPr>
            <p:spPr bwMode="auto">
              <a:xfrm>
                <a:off x="3389" y="3840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75885" name="Rectangle 55"/>
              <p:cNvSpPr>
                <a:spLocks noChangeArrowheads="1"/>
              </p:cNvSpPr>
              <p:nvPr/>
            </p:nvSpPr>
            <p:spPr bwMode="auto">
              <a:xfrm>
                <a:off x="3216" y="3216"/>
                <a:ext cx="3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784" name="Group 56"/>
            <p:cNvGrpSpPr>
              <a:grpSpLocks/>
            </p:cNvGrpSpPr>
            <p:nvPr/>
          </p:nvGrpSpPr>
          <p:grpSpPr bwMode="auto">
            <a:xfrm>
              <a:off x="4393" y="3312"/>
              <a:ext cx="455" cy="912"/>
              <a:chOff x="4393" y="3216"/>
              <a:chExt cx="455" cy="912"/>
            </a:xfrm>
          </p:grpSpPr>
          <p:sp>
            <p:nvSpPr>
              <p:cNvPr id="75876" name="Text Box 57"/>
              <p:cNvSpPr txBox="1">
                <a:spLocks noChangeArrowheads="1"/>
              </p:cNvSpPr>
              <p:nvPr/>
            </p:nvSpPr>
            <p:spPr bwMode="auto">
              <a:xfrm>
                <a:off x="4393" y="3840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sp>
            <p:nvSpPr>
              <p:cNvPr id="75877" name="Rectangle 58"/>
              <p:cNvSpPr>
                <a:spLocks noChangeArrowheads="1"/>
              </p:cNvSpPr>
              <p:nvPr/>
            </p:nvSpPr>
            <p:spPr bwMode="auto">
              <a:xfrm>
                <a:off x="4560" y="3600"/>
                <a:ext cx="288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75878" name="Line 59"/>
              <p:cNvSpPr>
                <a:spLocks noChangeShapeType="1"/>
              </p:cNvSpPr>
              <p:nvPr/>
            </p:nvSpPr>
            <p:spPr bwMode="auto">
              <a:xfrm>
                <a:off x="4656" y="34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79" name="Line 60"/>
              <p:cNvSpPr>
                <a:spLocks noChangeShapeType="1"/>
              </p:cNvSpPr>
              <p:nvPr/>
            </p:nvSpPr>
            <p:spPr bwMode="auto">
              <a:xfrm flipV="1">
                <a:off x="4512" y="340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80" name="Rectangle 61"/>
              <p:cNvSpPr>
                <a:spLocks noChangeArrowheads="1"/>
              </p:cNvSpPr>
              <p:nvPr/>
            </p:nvSpPr>
            <p:spPr bwMode="auto">
              <a:xfrm>
                <a:off x="4416" y="3216"/>
                <a:ext cx="33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5785" name="Line 63"/>
            <p:cNvSpPr>
              <a:spLocks noChangeShapeType="1"/>
            </p:cNvSpPr>
            <p:nvPr/>
          </p:nvSpPr>
          <p:spPr bwMode="auto">
            <a:xfrm flipV="1">
              <a:off x="3504" y="4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86" name="Line 64"/>
            <p:cNvSpPr>
              <a:spLocks noChangeShapeType="1"/>
            </p:cNvSpPr>
            <p:nvPr/>
          </p:nvSpPr>
          <p:spPr bwMode="auto">
            <a:xfrm flipH="1" flipV="1">
              <a:off x="4464" y="4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87" name="Line 65"/>
            <p:cNvSpPr>
              <a:spLocks noChangeShapeType="1"/>
            </p:cNvSpPr>
            <p:nvPr/>
          </p:nvSpPr>
          <p:spPr bwMode="auto">
            <a:xfrm>
              <a:off x="3508" y="607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88" name="Line 66"/>
            <p:cNvSpPr>
              <a:spLocks noChangeShapeType="1"/>
            </p:cNvSpPr>
            <p:nvPr/>
          </p:nvSpPr>
          <p:spPr bwMode="auto">
            <a:xfrm flipH="1">
              <a:off x="4170" y="607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89" name="Line 67"/>
            <p:cNvSpPr>
              <a:spLocks noChangeShapeType="1"/>
            </p:cNvSpPr>
            <p:nvPr/>
          </p:nvSpPr>
          <p:spPr bwMode="auto">
            <a:xfrm flipH="1">
              <a:off x="3840" y="624"/>
              <a:ext cx="3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0" name="Line 68"/>
            <p:cNvSpPr>
              <a:spLocks noChangeShapeType="1"/>
            </p:cNvSpPr>
            <p:nvPr/>
          </p:nvSpPr>
          <p:spPr bwMode="auto">
            <a:xfrm>
              <a:off x="3798" y="607"/>
              <a:ext cx="378" cy="6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1" name="Line 69"/>
            <p:cNvSpPr>
              <a:spLocks noChangeShapeType="1"/>
            </p:cNvSpPr>
            <p:nvPr/>
          </p:nvSpPr>
          <p:spPr bwMode="auto">
            <a:xfrm flipV="1">
              <a:off x="4176" y="129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2" name="Line 70"/>
            <p:cNvSpPr>
              <a:spLocks noChangeShapeType="1"/>
            </p:cNvSpPr>
            <p:nvPr/>
          </p:nvSpPr>
          <p:spPr bwMode="auto">
            <a:xfrm flipH="1" flipV="1">
              <a:off x="3648" y="129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3" name="Line 71"/>
            <p:cNvSpPr>
              <a:spLocks noChangeShapeType="1"/>
            </p:cNvSpPr>
            <p:nvPr/>
          </p:nvSpPr>
          <p:spPr bwMode="auto">
            <a:xfrm>
              <a:off x="3648" y="1824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4" name="Line 72"/>
            <p:cNvSpPr>
              <a:spLocks noChangeShapeType="1"/>
            </p:cNvSpPr>
            <p:nvPr/>
          </p:nvSpPr>
          <p:spPr bwMode="auto">
            <a:xfrm>
              <a:off x="4320" y="16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5" name="Line 73"/>
            <p:cNvSpPr>
              <a:spLocks noChangeShapeType="1"/>
            </p:cNvSpPr>
            <p:nvPr/>
          </p:nvSpPr>
          <p:spPr bwMode="auto">
            <a:xfrm flipV="1">
              <a:off x="4464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6" name="Line 74"/>
            <p:cNvSpPr>
              <a:spLocks noChangeShapeType="1"/>
            </p:cNvSpPr>
            <p:nvPr/>
          </p:nvSpPr>
          <p:spPr bwMode="auto">
            <a:xfrm flipV="1">
              <a:off x="3504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7" name="Line 75"/>
            <p:cNvSpPr>
              <a:spLocks noChangeShapeType="1"/>
            </p:cNvSpPr>
            <p:nvPr/>
          </p:nvSpPr>
          <p:spPr bwMode="auto">
            <a:xfrm>
              <a:off x="3600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8" name="Line 76"/>
            <p:cNvSpPr>
              <a:spLocks noChangeShapeType="1"/>
            </p:cNvSpPr>
            <p:nvPr/>
          </p:nvSpPr>
          <p:spPr bwMode="auto">
            <a:xfrm>
              <a:off x="3600" y="3216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799" name="Line 77"/>
            <p:cNvSpPr>
              <a:spLocks noChangeShapeType="1"/>
            </p:cNvSpPr>
            <p:nvPr/>
          </p:nvSpPr>
          <p:spPr bwMode="auto">
            <a:xfrm>
              <a:off x="4368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00" name="Line 78"/>
            <p:cNvSpPr>
              <a:spLocks noChangeShapeType="1"/>
            </p:cNvSpPr>
            <p:nvPr/>
          </p:nvSpPr>
          <p:spPr bwMode="auto">
            <a:xfrm flipH="1">
              <a:off x="5328" y="18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01" name="Line 79"/>
            <p:cNvSpPr>
              <a:spLocks noChangeShapeType="1"/>
            </p:cNvSpPr>
            <p:nvPr/>
          </p:nvSpPr>
          <p:spPr bwMode="auto">
            <a:xfrm flipV="1">
              <a:off x="5328" y="2352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02" name="Line 80"/>
            <p:cNvSpPr>
              <a:spLocks noChangeShapeType="1"/>
            </p:cNvSpPr>
            <p:nvPr/>
          </p:nvSpPr>
          <p:spPr bwMode="auto">
            <a:xfrm>
              <a:off x="3984" y="321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03" name="Text Box 81"/>
            <p:cNvSpPr txBox="1">
              <a:spLocks noChangeArrowheads="1"/>
            </p:cNvSpPr>
            <p:nvPr/>
          </p:nvSpPr>
          <p:spPr bwMode="auto">
            <a:xfrm>
              <a:off x="3840" y="350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  <p:grpSp>
          <p:nvGrpSpPr>
            <p:cNvPr id="75804" name="Group 82"/>
            <p:cNvGrpSpPr>
              <a:grpSpLocks/>
            </p:cNvGrpSpPr>
            <p:nvPr/>
          </p:nvGrpSpPr>
          <p:grpSpPr bwMode="auto">
            <a:xfrm>
              <a:off x="3264" y="768"/>
              <a:ext cx="480" cy="336"/>
              <a:chOff x="720" y="1872"/>
              <a:chExt cx="480" cy="336"/>
            </a:xfrm>
          </p:grpSpPr>
          <p:sp>
            <p:nvSpPr>
              <p:cNvPr id="75874" name="Rectangle 8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75" name="Oval 8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805" name="Group 85"/>
            <p:cNvGrpSpPr>
              <a:grpSpLocks/>
            </p:cNvGrpSpPr>
            <p:nvPr/>
          </p:nvGrpSpPr>
          <p:grpSpPr bwMode="auto">
            <a:xfrm>
              <a:off x="3264" y="1296"/>
              <a:ext cx="480" cy="336"/>
              <a:chOff x="720" y="1872"/>
              <a:chExt cx="480" cy="336"/>
            </a:xfrm>
          </p:grpSpPr>
          <p:sp>
            <p:nvSpPr>
              <p:cNvPr id="75872" name="Rectangle 8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73" name="Oval 8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806" name="Group 88"/>
            <p:cNvGrpSpPr>
              <a:grpSpLocks/>
            </p:cNvGrpSpPr>
            <p:nvPr/>
          </p:nvGrpSpPr>
          <p:grpSpPr bwMode="auto">
            <a:xfrm>
              <a:off x="4224" y="1296"/>
              <a:ext cx="480" cy="336"/>
              <a:chOff x="720" y="1872"/>
              <a:chExt cx="480" cy="336"/>
            </a:xfrm>
          </p:grpSpPr>
          <p:sp>
            <p:nvSpPr>
              <p:cNvPr id="75870" name="Rectangle 89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71" name="Oval 90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807" name="Group 91"/>
            <p:cNvGrpSpPr>
              <a:grpSpLocks/>
            </p:cNvGrpSpPr>
            <p:nvPr/>
          </p:nvGrpSpPr>
          <p:grpSpPr bwMode="auto">
            <a:xfrm>
              <a:off x="4224" y="768"/>
              <a:ext cx="480" cy="336"/>
              <a:chOff x="720" y="1872"/>
              <a:chExt cx="480" cy="336"/>
            </a:xfrm>
          </p:grpSpPr>
          <p:sp>
            <p:nvSpPr>
              <p:cNvPr id="75868" name="Rectangle 92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69" name="Oval 93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5808" name="Line 94"/>
            <p:cNvSpPr>
              <a:spLocks noChangeShapeType="1"/>
            </p:cNvSpPr>
            <p:nvPr/>
          </p:nvSpPr>
          <p:spPr bwMode="auto">
            <a:xfrm flipV="1">
              <a:off x="3504" y="1632"/>
              <a:ext cx="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09" name="Line 95"/>
            <p:cNvSpPr>
              <a:spLocks noChangeShapeType="1"/>
            </p:cNvSpPr>
            <p:nvPr/>
          </p:nvSpPr>
          <p:spPr bwMode="auto">
            <a:xfrm flipH="1" flipV="1">
              <a:off x="4464" y="163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0" name="Line 96"/>
            <p:cNvSpPr>
              <a:spLocks noChangeShapeType="1"/>
            </p:cNvSpPr>
            <p:nvPr/>
          </p:nvSpPr>
          <p:spPr bwMode="auto">
            <a:xfrm>
              <a:off x="3508" y="1959"/>
              <a:ext cx="2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1" name="Line 97"/>
            <p:cNvSpPr>
              <a:spLocks noChangeShapeType="1"/>
            </p:cNvSpPr>
            <p:nvPr/>
          </p:nvSpPr>
          <p:spPr bwMode="auto">
            <a:xfrm flipH="1" flipV="1">
              <a:off x="4176" y="19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2" name="Line 98"/>
            <p:cNvSpPr>
              <a:spLocks noChangeShapeType="1"/>
            </p:cNvSpPr>
            <p:nvPr/>
          </p:nvSpPr>
          <p:spPr bwMode="auto">
            <a:xfrm flipH="1">
              <a:off x="3840" y="1959"/>
              <a:ext cx="33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3" name="Line 99"/>
            <p:cNvSpPr>
              <a:spLocks noChangeShapeType="1"/>
            </p:cNvSpPr>
            <p:nvPr/>
          </p:nvSpPr>
          <p:spPr bwMode="auto">
            <a:xfrm>
              <a:off x="3798" y="1959"/>
              <a:ext cx="372" cy="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4" name="Line 100"/>
            <p:cNvSpPr>
              <a:spLocks noChangeShapeType="1"/>
            </p:cNvSpPr>
            <p:nvPr/>
          </p:nvSpPr>
          <p:spPr bwMode="auto">
            <a:xfrm flipV="1">
              <a:off x="4176" y="25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5" name="Line 101"/>
            <p:cNvSpPr>
              <a:spLocks noChangeShapeType="1"/>
            </p:cNvSpPr>
            <p:nvPr/>
          </p:nvSpPr>
          <p:spPr bwMode="auto">
            <a:xfrm flipH="1" flipV="1">
              <a:off x="3648" y="25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6" name="Line 102"/>
            <p:cNvSpPr>
              <a:spLocks noChangeShapeType="1"/>
            </p:cNvSpPr>
            <p:nvPr/>
          </p:nvSpPr>
          <p:spPr bwMode="auto">
            <a:xfrm flipH="1" flipV="1">
              <a:off x="3648" y="24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7" name="Line 103"/>
            <p:cNvSpPr>
              <a:spLocks noChangeShapeType="1"/>
            </p:cNvSpPr>
            <p:nvPr/>
          </p:nvSpPr>
          <p:spPr bwMode="auto">
            <a:xfrm flipV="1">
              <a:off x="4368" y="23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8" name="Line 104"/>
            <p:cNvSpPr>
              <a:spLocks noChangeShapeType="1"/>
            </p:cNvSpPr>
            <p:nvPr/>
          </p:nvSpPr>
          <p:spPr bwMode="auto">
            <a:xfrm flipV="1">
              <a:off x="4464" y="23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19" name="Line 105"/>
            <p:cNvSpPr>
              <a:spLocks noChangeShapeType="1"/>
            </p:cNvSpPr>
            <p:nvPr/>
          </p:nvSpPr>
          <p:spPr bwMode="auto">
            <a:xfrm flipV="1">
              <a:off x="3504" y="2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5820" name="Group 106"/>
            <p:cNvGrpSpPr>
              <a:grpSpLocks/>
            </p:cNvGrpSpPr>
            <p:nvPr/>
          </p:nvGrpSpPr>
          <p:grpSpPr bwMode="auto">
            <a:xfrm>
              <a:off x="3264" y="2072"/>
              <a:ext cx="480" cy="336"/>
              <a:chOff x="720" y="1872"/>
              <a:chExt cx="480" cy="336"/>
            </a:xfrm>
          </p:grpSpPr>
          <p:sp>
            <p:nvSpPr>
              <p:cNvPr id="75866" name="Rectangle 107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67" name="Oval 108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821" name="Group 109"/>
            <p:cNvGrpSpPr>
              <a:grpSpLocks/>
            </p:cNvGrpSpPr>
            <p:nvPr/>
          </p:nvGrpSpPr>
          <p:grpSpPr bwMode="auto">
            <a:xfrm>
              <a:off x="3264" y="2552"/>
              <a:ext cx="480" cy="336"/>
              <a:chOff x="720" y="1872"/>
              <a:chExt cx="480" cy="336"/>
            </a:xfrm>
          </p:grpSpPr>
          <p:sp>
            <p:nvSpPr>
              <p:cNvPr id="75864" name="Rectangle 11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65" name="Oval 11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822" name="Group 112"/>
            <p:cNvGrpSpPr>
              <a:grpSpLocks/>
            </p:cNvGrpSpPr>
            <p:nvPr/>
          </p:nvGrpSpPr>
          <p:grpSpPr bwMode="auto">
            <a:xfrm>
              <a:off x="4224" y="2552"/>
              <a:ext cx="480" cy="336"/>
              <a:chOff x="720" y="1872"/>
              <a:chExt cx="480" cy="336"/>
            </a:xfrm>
          </p:grpSpPr>
          <p:sp>
            <p:nvSpPr>
              <p:cNvPr id="75862" name="Rectangle 113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63" name="Oval 11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823" name="Group 115"/>
            <p:cNvGrpSpPr>
              <a:grpSpLocks/>
            </p:cNvGrpSpPr>
            <p:nvPr/>
          </p:nvGrpSpPr>
          <p:grpSpPr bwMode="auto">
            <a:xfrm>
              <a:off x="4224" y="2024"/>
              <a:ext cx="480" cy="336"/>
              <a:chOff x="720" y="1872"/>
              <a:chExt cx="480" cy="336"/>
            </a:xfrm>
          </p:grpSpPr>
          <p:sp>
            <p:nvSpPr>
              <p:cNvPr id="75860" name="Rectangle 116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61" name="Oval 117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5824" name="Line 118"/>
            <p:cNvSpPr>
              <a:spLocks noChangeShapeType="1"/>
            </p:cNvSpPr>
            <p:nvPr/>
          </p:nvSpPr>
          <p:spPr bwMode="auto">
            <a:xfrm>
              <a:off x="3648" y="16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5825" name="Group 119"/>
            <p:cNvGrpSpPr>
              <a:grpSpLocks/>
            </p:cNvGrpSpPr>
            <p:nvPr/>
          </p:nvGrpSpPr>
          <p:grpSpPr bwMode="auto">
            <a:xfrm>
              <a:off x="5088" y="2016"/>
              <a:ext cx="480" cy="336"/>
              <a:chOff x="720" y="1872"/>
              <a:chExt cx="480" cy="336"/>
            </a:xfrm>
          </p:grpSpPr>
          <p:sp>
            <p:nvSpPr>
              <p:cNvPr id="75858" name="Rectangle 120"/>
              <p:cNvSpPr>
                <a:spLocks noChangeArrowheads="1"/>
              </p:cNvSpPr>
              <p:nvPr/>
            </p:nvSpPr>
            <p:spPr bwMode="auto">
              <a:xfrm>
                <a:off x="720" y="1968"/>
                <a:ext cx="480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9" name="Oval 121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5826" name="Line 122"/>
            <p:cNvSpPr>
              <a:spLocks noChangeShapeType="1"/>
            </p:cNvSpPr>
            <p:nvPr/>
          </p:nvSpPr>
          <p:spPr bwMode="auto">
            <a:xfrm flipV="1">
              <a:off x="3648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27" name="Line 123"/>
            <p:cNvSpPr>
              <a:spLocks noChangeShapeType="1"/>
            </p:cNvSpPr>
            <p:nvPr/>
          </p:nvSpPr>
          <p:spPr bwMode="auto">
            <a:xfrm flipV="1">
              <a:off x="4368" y="11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28" name="Oval 124"/>
            <p:cNvSpPr>
              <a:spLocks noChangeArrowheads="1"/>
            </p:cNvSpPr>
            <p:nvPr/>
          </p:nvSpPr>
          <p:spPr bwMode="auto">
            <a:xfrm>
              <a:off x="4272" y="177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5829" name="Oval 125"/>
            <p:cNvSpPr>
              <a:spLocks noChangeArrowheads="1"/>
            </p:cNvSpPr>
            <p:nvPr/>
          </p:nvSpPr>
          <p:spPr bwMode="auto">
            <a:xfrm>
              <a:off x="4320" y="316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5830" name="Oval 126"/>
            <p:cNvSpPr>
              <a:spLocks noChangeArrowheads="1"/>
            </p:cNvSpPr>
            <p:nvPr/>
          </p:nvSpPr>
          <p:spPr bwMode="auto">
            <a:xfrm>
              <a:off x="3936" y="3168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5831" name="Oval 127"/>
            <p:cNvSpPr>
              <a:spLocks noChangeArrowheads="1"/>
            </p:cNvSpPr>
            <p:nvPr/>
          </p:nvSpPr>
          <p:spPr bwMode="auto">
            <a:xfrm>
              <a:off x="4416" y="57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5832" name="Oval 128"/>
            <p:cNvSpPr>
              <a:spLocks noChangeArrowheads="1"/>
            </p:cNvSpPr>
            <p:nvPr/>
          </p:nvSpPr>
          <p:spPr bwMode="auto">
            <a:xfrm>
              <a:off x="3456" y="576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75833" name="Rectangle 129"/>
            <p:cNvSpPr>
              <a:spLocks noChangeArrowheads="1"/>
            </p:cNvSpPr>
            <p:nvPr/>
          </p:nvSpPr>
          <p:spPr bwMode="auto">
            <a:xfrm>
              <a:off x="4512" y="432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sp>
          <p:nvSpPr>
            <p:cNvPr id="75834" name="Line 130"/>
            <p:cNvSpPr>
              <a:spLocks noChangeShapeType="1"/>
            </p:cNvSpPr>
            <p:nvPr/>
          </p:nvSpPr>
          <p:spPr bwMode="auto">
            <a:xfrm flipV="1">
              <a:off x="3408" y="288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5835" name="Line 131"/>
            <p:cNvSpPr>
              <a:spLocks noChangeShapeType="1"/>
            </p:cNvSpPr>
            <p:nvPr/>
          </p:nvSpPr>
          <p:spPr bwMode="auto">
            <a:xfrm flipV="1">
              <a:off x="4608" y="288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grpSp>
          <p:nvGrpSpPr>
            <p:cNvPr id="75836" name="Group 238"/>
            <p:cNvGrpSpPr>
              <a:grpSpLocks/>
            </p:cNvGrpSpPr>
            <p:nvPr/>
          </p:nvGrpSpPr>
          <p:grpSpPr bwMode="auto">
            <a:xfrm>
              <a:off x="2736" y="1104"/>
              <a:ext cx="1536" cy="1872"/>
              <a:chOff x="1392" y="1536"/>
              <a:chExt cx="1536" cy="1872"/>
            </a:xfrm>
          </p:grpSpPr>
          <p:sp>
            <p:nvSpPr>
              <p:cNvPr id="75849" name="Line 240"/>
              <p:cNvSpPr>
                <a:spLocks noChangeShapeType="1"/>
              </p:cNvSpPr>
              <p:nvPr/>
            </p:nvSpPr>
            <p:spPr bwMode="auto">
              <a:xfrm>
                <a:off x="2016" y="15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0" name="Line 241"/>
              <p:cNvSpPr>
                <a:spLocks noChangeShapeType="1"/>
              </p:cNvSpPr>
              <p:nvPr/>
            </p:nvSpPr>
            <p:spPr bwMode="auto">
              <a:xfrm flipH="1">
                <a:off x="1392" y="163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1" name="Line 242"/>
              <p:cNvSpPr>
                <a:spLocks noChangeShapeType="1"/>
              </p:cNvSpPr>
              <p:nvPr/>
            </p:nvSpPr>
            <p:spPr bwMode="auto">
              <a:xfrm>
                <a:off x="1584" y="1680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2" name="Line 243"/>
              <p:cNvSpPr>
                <a:spLocks noChangeShapeType="1"/>
              </p:cNvSpPr>
              <p:nvPr/>
            </p:nvSpPr>
            <p:spPr bwMode="auto">
              <a:xfrm>
                <a:off x="1584" y="3408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3" name="Line 244"/>
              <p:cNvSpPr>
                <a:spLocks noChangeShapeType="1"/>
              </p:cNvSpPr>
              <p:nvPr/>
            </p:nvSpPr>
            <p:spPr bwMode="auto">
              <a:xfrm flipV="1">
                <a:off x="2928" y="33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4" name="Line 245"/>
              <p:cNvSpPr>
                <a:spLocks noChangeShapeType="1"/>
              </p:cNvSpPr>
              <p:nvPr/>
            </p:nvSpPr>
            <p:spPr bwMode="auto">
              <a:xfrm flipH="1">
                <a:off x="1584" y="297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5" name="Oval 246"/>
              <p:cNvSpPr>
                <a:spLocks noChangeArrowheads="1"/>
              </p:cNvSpPr>
              <p:nvPr/>
            </p:nvSpPr>
            <p:spPr bwMode="auto">
              <a:xfrm>
                <a:off x="1536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6" name="Oval 247"/>
              <p:cNvSpPr>
                <a:spLocks noChangeArrowheads="1"/>
              </p:cNvSpPr>
              <p:nvPr/>
            </p:nvSpPr>
            <p:spPr bwMode="auto">
              <a:xfrm>
                <a:off x="1536" y="15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57" name="Line 248"/>
              <p:cNvSpPr>
                <a:spLocks noChangeShapeType="1"/>
              </p:cNvSpPr>
              <p:nvPr/>
            </p:nvSpPr>
            <p:spPr bwMode="auto">
              <a:xfrm>
                <a:off x="1968" y="283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5837" name="Group 249"/>
            <p:cNvGrpSpPr>
              <a:grpSpLocks/>
            </p:cNvGrpSpPr>
            <p:nvPr/>
          </p:nvGrpSpPr>
          <p:grpSpPr bwMode="auto">
            <a:xfrm>
              <a:off x="3696" y="1104"/>
              <a:ext cx="1632" cy="2016"/>
              <a:chOff x="2304" y="1536"/>
              <a:chExt cx="1632" cy="2016"/>
            </a:xfrm>
          </p:grpSpPr>
          <p:sp>
            <p:nvSpPr>
              <p:cNvPr id="75839" name="Line 251"/>
              <p:cNvSpPr>
                <a:spLocks noChangeShapeType="1"/>
              </p:cNvSpPr>
              <p:nvPr/>
            </p:nvSpPr>
            <p:spPr bwMode="auto">
              <a:xfrm flipH="1">
                <a:off x="3216" y="163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0" name="Line 252"/>
              <p:cNvSpPr>
                <a:spLocks noChangeShapeType="1"/>
              </p:cNvSpPr>
              <p:nvPr/>
            </p:nvSpPr>
            <p:spPr bwMode="auto">
              <a:xfrm flipV="1">
                <a:off x="3216" y="15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1" name="Line 253"/>
              <p:cNvSpPr>
                <a:spLocks noChangeShapeType="1"/>
              </p:cNvSpPr>
              <p:nvPr/>
            </p:nvSpPr>
            <p:spPr bwMode="auto">
              <a:xfrm>
                <a:off x="3504" y="1632"/>
                <a:ext cx="0" cy="19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2" name="Line 254"/>
              <p:cNvSpPr>
                <a:spLocks noChangeShapeType="1"/>
              </p:cNvSpPr>
              <p:nvPr/>
            </p:nvSpPr>
            <p:spPr bwMode="auto">
              <a:xfrm flipH="1">
                <a:off x="2304" y="3552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3" name="Line 255"/>
              <p:cNvSpPr>
                <a:spLocks noChangeShapeType="1"/>
              </p:cNvSpPr>
              <p:nvPr/>
            </p:nvSpPr>
            <p:spPr bwMode="auto">
              <a:xfrm flipV="1">
                <a:off x="2304" y="331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4" name="Line 256"/>
              <p:cNvSpPr>
                <a:spLocks noChangeShapeType="1"/>
              </p:cNvSpPr>
              <p:nvPr/>
            </p:nvSpPr>
            <p:spPr bwMode="auto">
              <a:xfrm flipH="1">
                <a:off x="3216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5" name="Line 257"/>
              <p:cNvSpPr>
                <a:spLocks noChangeShapeType="1"/>
              </p:cNvSpPr>
              <p:nvPr/>
            </p:nvSpPr>
            <p:spPr bwMode="auto">
              <a:xfrm>
                <a:off x="3216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6" name="Oval 258"/>
              <p:cNvSpPr>
                <a:spLocks noChangeArrowheads="1"/>
              </p:cNvSpPr>
              <p:nvPr/>
            </p:nvSpPr>
            <p:spPr bwMode="auto">
              <a:xfrm>
                <a:off x="3456" y="283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847" name="Oval 259"/>
              <p:cNvSpPr>
                <a:spLocks noChangeArrowheads="1"/>
              </p:cNvSpPr>
              <p:nvPr/>
            </p:nvSpPr>
            <p:spPr bwMode="auto">
              <a:xfrm>
                <a:off x="3456" y="15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</p:grpSp>
      </p:grpSp>
      <p:sp>
        <p:nvSpPr>
          <p:cNvPr id="75781" name="Rectangle 261"/>
          <p:cNvSpPr>
            <a:spLocks noChangeArrowheads="1"/>
          </p:cNvSpPr>
          <p:nvPr/>
        </p:nvSpPr>
        <p:spPr bwMode="auto">
          <a:xfrm>
            <a:off x="5105400" y="1447800"/>
            <a:ext cx="3487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觸發器的功能表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0B81BEE-B30C-FA38-9893-FF87BA7048AF}"/>
              </a:ext>
            </a:extLst>
          </p:cNvPr>
          <p:cNvGrpSpPr/>
          <p:nvPr/>
        </p:nvGrpSpPr>
        <p:grpSpPr>
          <a:xfrm>
            <a:off x="5201258" y="2037415"/>
            <a:ext cx="3366367" cy="3474096"/>
            <a:chOff x="5201258" y="2037415"/>
            <a:chExt cx="3366367" cy="3474096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B05759B8-1444-DD2F-358B-D8F87260FBC3}"/>
                </a:ext>
              </a:extLst>
            </p:cNvPr>
            <p:cNvGrpSpPr/>
            <p:nvPr/>
          </p:nvGrpSpPr>
          <p:grpSpPr>
            <a:xfrm>
              <a:off x="5201258" y="2037415"/>
              <a:ext cx="3296021" cy="3474096"/>
              <a:chOff x="3705903" y="1207441"/>
              <a:chExt cx="3296021" cy="3474096"/>
            </a:xfrm>
          </p:grpSpPr>
          <p:grpSp>
            <p:nvGrpSpPr>
              <p:cNvPr id="3" name="Group 319">
                <a:extLst>
                  <a:ext uri="{FF2B5EF4-FFF2-40B4-BE49-F238E27FC236}">
                    <a16:creationId xmlns:a16="http://schemas.microsoft.com/office/drawing/2014/main" id="{01E4D50A-6AA0-A6A5-C70B-0FF7B4C55B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5324" y="1446212"/>
                <a:ext cx="3276600" cy="3235325"/>
                <a:chOff x="3216" y="918"/>
                <a:chExt cx="2064" cy="2038"/>
              </a:xfrm>
            </p:grpSpPr>
            <p:sp>
              <p:nvSpPr>
                <p:cNvPr id="8" name="Rectangle 262">
                  <a:extLst>
                    <a:ext uri="{FF2B5EF4-FFF2-40B4-BE49-F238E27FC236}">
                      <a16:creationId xmlns:a16="http://schemas.microsoft.com/office/drawing/2014/main" id="{34C493C0-51FD-E0DE-296F-A8D566C5B3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6" y="1244"/>
                  <a:ext cx="604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0   1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1   0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</a:t>
                  </a:r>
                </a:p>
              </p:txBody>
            </p:sp>
            <p:sp>
              <p:nvSpPr>
                <p:cNvPr id="9" name="Rectangle 263">
                  <a:extLst>
                    <a:ext uri="{FF2B5EF4-FFF2-40B4-BE49-F238E27FC236}">
                      <a16:creationId xmlns:a16="http://schemas.microsoft.com/office/drawing/2014/main" id="{FA356E3D-D535-72BE-4BB1-6A46E49BD7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1244"/>
                  <a:ext cx="1460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0    1   </a:t>
                  </a: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      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0         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1    1        0   1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1    1        1   0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1    1        0   0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1    1        1   1</a:t>
                  </a:r>
                  <a:endParaRPr lang="en-US" altLang="zh-CN" sz="24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0" name="Rectangle 264">
                  <a:extLst>
                    <a:ext uri="{FF2B5EF4-FFF2-40B4-BE49-F238E27FC236}">
                      <a16:creationId xmlns:a16="http://schemas.microsoft.com/office/drawing/2014/main" id="{97FFAA40-BE0C-47B9-E76A-03EFC04FA6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6" y="918"/>
                  <a:ext cx="604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dirty="0">
                      <a:ea typeface="Noto Serif SC" panose="02020200000000000000" pitchFamily="18" charset="-122"/>
                    </a:rPr>
                    <a:t> </a:t>
                  </a:r>
                </a:p>
              </p:txBody>
            </p:sp>
            <p:sp>
              <p:nvSpPr>
                <p:cNvPr id="11" name="Rectangle 265">
                  <a:extLst>
                    <a:ext uri="{FF2B5EF4-FFF2-40B4-BE49-F238E27FC236}">
                      <a16:creationId xmlns:a16="http://schemas.microsoft.com/office/drawing/2014/main" id="{B475E932-1F37-A1C4-1B2C-5B9E6D699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918"/>
                  <a:ext cx="1460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         CP  J   K</a:t>
                  </a:r>
                </a:p>
              </p:txBody>
            </p:sp>
            <p:sp>
              <p:nvSpPr>
                <p:cNvPr id="12" name="Line 266">
                  <a:extLst>
                    <a:ext uri="{FF2B5EF4-FFF2-40B4-BE49-F238E27FC236}">
                      <a16:creationId xmlns:a16="http://schemas.microsoft.com/office/drawing/2014/main" id="{200F206C-00A9-A113-802B-025DCE062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" name="Line 267">
                  <a:extLst>
                    <a:ext uri="{FF2B5EF4-FFF2-40B4-BE49-F238E27FC236}">
                      <a16:creationId xmlns:a16="http://schemas.microsoft.com/office/drawing/2014/main" id="{B91AD5FF-D59F-708C-E146-D1A134248C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244"/>
                  <a:ext cx="20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" name="Line 268">
                  <a:extLst>
                    <a:ext uri="{FF2B5EF4-FFF2-40B4-BE49-F238E27FC236}">
                      <a16:creationId xmlns:a16="http://schemas.microsoft.com/office/drawing/2014/main" id="{C6E08886-180E-F7FA-5E7B-E8F285D305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956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" name="Line 269">
                  <a:extLst>
                    <a:ext uri="{FF2B5EF4-FFF2-40B4-BE49-F238E27FC236}">
                      <a16:creationId xmlns:a16="http://schemas.microsoft.com/office/drawing/2014/main" id="{C87E0804-9714-F233-DB70-D44956296F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6" name="Line 270">
                  <a:extLst>
                    <a:ext uri="{FF2B5EF4-FFF2-40B4-BE49-F238E27FC236}">
                      <a16:creationId xmlns:a16="http://schemas.microsoft.com/office/drawing/2014/main" id="{B566EACB-34D0-C7BD-C48B-A808CA8B4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6" y="918"/>
                  <a:ext cx="0" cy="203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" name="Line 271">
                  <a:extLst>
                    <a:ext uri="{FF2B5EF4-FFF2-40B4-BE49-F238E27FC236}">
                      <a16:creationId xmlns:a16="http://schemas.microsoft.com/office/drawing/2014/main" id="{E14CD51C-4C0D-2A9E-3BF8-E2C2415FDF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0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grpSp>
              <p:nvGrpSpPr>
                <p:cNvPr id="18" name="Group 280">
                  <a:extLst>
                    <a:ext uri="{FF2B5EF4-FFF2-40B4-BE49-F238E27FC236}">
                      <a16:creationId xmlns:a16="http://schemas.microsoft.com/office/drawing/2014/main" id="{F7E907FB-D308-6CC0-830C-83E5B86BFF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1878"/>
                  <a:ext cx="385" cy="96"/>
                  <a:chOff x="3360" y="3552"/>
                  <a:chExt cx="385" cy="96"/>
                </a:xfrm>
              </p:grpSpPr>
              <p:sp>
                <p:nvSpPr>
                  <p:cNvPr id="38" name="Line 281">
                    <a:extLst>
                      <a:ext uri="{FF2B5EF4-FFF2-40B4-BE49-F238E27FC236}">
                        <a16:creationId xmlns:a16="http://schemas.microsoft.com/office/drawing/2014/main" id="{963D8D52-FCD1-D24D-566B-DA1B671F5E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9" name="Line 282">
                    <a:extLst>
                      <a:ext uri="{FF2B5EF4-FFF2-40B4-BE49-F238E27FC236}">
                        <a16:creationId xmlns:a16="http://schemas.microsoft.com/office/drawing/2014/main" id="{97EE4A8D-A3C8-A867-29B7-3A9F3CBC4C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0" name="Line 283">
                    <a:extLst>
                      <a:ext uri="{FF2B5EF4-FFF2-40B4-BE49-F238E27FC236}">
                        <a16:creationId xmlns:a16="http://schemas.microsoft.com/office/drawing/2014/main" id="{02173BC8-9303-1A52-576D-03AD407963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1" name="Line 284">
                    <a:extLst>
                      <a:ext uri="{FF2B5EF4-FFF2-40B4-BE49-F238E27FC236}">
                        <a16:creationId xmlns:a16="http://schemas.microsoft.com/office/drawing/2014/main" id="{CECE875C-6FF6-3B91-13C0-D08B8AAF24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2" name="Line 285">
                    <a:extLst>
                      <a:ext uri="{FF2B5EF4-FFF2-40B4-BE49-F238E27FC236}">
                        <a16:creationId xmlns:a16="http://schemas.microsoft.com/office/drawing/2014/main" id="{C5EBF2F1-34BB-5E78-0F91-455849A0B9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grpSp>
              <p:nvGrpSpPr>
                <p:cNvPr id="19" name="Group 286">
                  <a:extLst>
                    <a:ext uri="{FF2B5EF4-FFF2-40B4-BE49-F238E27FC236}">
                      <a16:creationId xmlns:a16="http://schemas.microsoft.com/office/drawing/2014/main" id="{F039DC54-3525-3D8C-F21A-77A704D68A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2166"/>
                  <a:ext cx="385" cy="96"/>
                  <a:chOff x="3360" y="3552"/>
                  <a:chExt cx="385" cy="96"/>
                </a:xfrm>
              </p:grpSpPr>
              <p:sp>
                <p:nvSpPr>
                  <p:cNvPr id="33" name="Line 287">
                    <a:extLst>
                      <a:ext uri="{FF2B5EF4-FFF2-40B4-BE49-F238E27FC236}">
                        <a16:creationId xmlns:a16="http://schemas.microsoft.com/office/drawing/2014/main" id="{D26E8BD0-418D-677A-232F-4C85D80219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4" name="Line 288">
                    <a:extLst>
                      <a:ext uri="{FF2B5EF4-FFF2-40B4-BE49-F238E27FC236}">
                        <a16:creationId xmlns:a16="http://schemas.microsoft.com/office/drawing/2014/main" id="{BDA9D6BE-3F66-B82A-6AC8-5761AEAEE4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5" name="Line 289">
                    <a:extLst>
                      <a:ext uri="{FF2B5EF4-FFF2-40B4-BE49-F238E27FC236}">
                        <a16:creationId xmlns:a16="http://schemas.microsoft.com/office/drawing/2014/main" id="{418EB3FF-B7CE-CFE6-DD69-F5A58E25B7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6" name="Line 290">
                    <a:extLst>
                      <a:ext uri="{FF2B5EF4-FFF2-40B4-BE49-F238E27FC236}">
                        <a16:creationId xmlns:a16="http://schemas.microsoft.com/office/drawing/2014/main" id="{6489356E-87DE-D089-30EB-2182571501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7" name="Line 291">
                    <a:extLst>
                      <a:ext uri="{FF2B5EF4-FFF2-40B4-BE49-F238E27FC236}">
                        <a16:creationId xmlns:a16="http://schemas.microsoft.com/office/drawing/2014/main" id="{193666BC-5E01-3122-3767-7CC1E61907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grpSp>
              <p:nvGrpSpPr>
                <p:cNvPr id="20" name="Group 292">
                  <a:extLst>
                    <a:ext uri="{FF2B5EF4-FFF2-40B4-BE49-F238E27FC236}">
                      <a16:creationId xmlns:a16="http://schemas.microsoft.com/office/drawing/2014/main" id="{FB4FD913-B816-131E-E4AA-95824D7515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2454"/>
                  <a:ext cx="385" cy="96"/>
                  <a:chOff x="3360" y="3552"/>
                  <a:chExt cx="385" cy="96"/>
                </a:xfrm>
              </p:grpSpPr>
              <p:sp>
                <p:nvSpPr>
                  <p:cNvPr id="28" name="Line 293">
                    <a:extLst>
                      <a:ext uri="{FF2B5EF4-FFF2-40B4-BE49-F238E27FC236}">
                        <a16:creationId xmlns:a16="http://schemas.microsoft.com/office/drawing/2014/main" id="{8ED6D2BC-1854-5E0E-20A0-E8FB1FD779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29" name="Line 294">
                    <a:extLst>
                      <a:ext uri="{FF2B5EF4-FFF2-40B4-BE49-F238E27FC236}">
                        <a16:creationId xmlns:a16="http://schemas.microsoft.com/office/drawing/2014/main" id="{8D699548-84F9-7055-6426-91A2BE9DC4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0" name="Line 295">
                    <a:extLst>
                      <a:ext uri="{FF2B5EF4-FFF2-40B4-BE49-F238E27FC236}">
                        <a16:creationId xmlns:a16="http://schemas.microsoft.com/office/drawing/2014/main" id="{7BFDFF56-2213-1A33-3811-6112E300F8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1" name="Line 296">
                    <a:extLst>
                      <a:ext uri="{FF2B5EF4-FFF2-40B4-BE49-F238E27FC236}">
                        <a16:creationId xmlns:a16="http://schemas.microsoft.com/office/drawing/2014/main" id="{C2913AA1-AAD6-9A3C-A597-E833CA1A17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2" name="Line 297">
                    <a:extLst>
                      <a:ext uri="{FF2B5EF4-FFF2-40B4-BE49-F238E27FC236}">
                        <a16:creationId xmlns:a16="http://schemas.microsoft.com/office/drawing/2014/main" id="{5337972E-7375-3CE5-46EF-A496A7DEAC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grpSp>
              <p:nvGrpSpPr>
                <p:cNvPr id="21" name="Group 298">
                  <a:extLst>
                    <a:ext uri="{FF2B5EF4-FFF2-40B4-BE49-F238E27FC236}">
                      <a16:creationId xmlns:a16="http://schemas.microsoft.com/office/drawing/2014/main" id="{847777E0-9A6D-45BA-97EE-3157E86AE6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2694"/>
                  <a:ext cx="385" cy="96"/>
                  <a:chOff x="3360" y="3552"/>
                  <a:chExt cx="385" cy="96"/>
                </a:xfrm>
              </p:grpSpPr>
              <p:sp>
                <p:nvSpPr>
                  <p:cNvPr id="23" name="Line 299">
                    <a:extLst>
                      <a:ext uri="{FF2B5EF4-FFF2-40B4-BE49-F238E27FC236}">
                        <a16:creationId xmlns:a16="http://schemas.microsoft.com/office/drawing/2014/main" id="{954ED81B-0B81-0E11-4ED5-52F5EED2A3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24" name="Line 300">
                    <a:extLst>
                      <a:ext uri="{FF2B5EF4-FFF2-40B4-BE49-F238E27FC236}">
                        <a16:creationId xmlns:a16="http://schemas.microsoft.com/office/drawing/2014/main" id="{3663B014-16F3-7A64-2B6E-66853BAD22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25" name="Line 301">
                    <a:extLst>
                      <a:ext uri="{FF2B5EF4-FFF2-40B4-BE49-F238E27FC236}">
                        <a16:creationId xmlns:a16="http://schemas.microsoft.com/office/drawing/2014/main" id="{F5A1F159-6A0D-E358-AB87-A18EA44677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26" name="Line 302">
                    <a:extLst>
                      <a:ext uri="{FF2B5EF4-FFF2-40B4-BE49-F238E27FC236}">
                        <a16:creationId xmlns:a16="http://schemas.microsoft.com/office/drawing/2014/main" id="{7B3FC321-D110-DDD4-AAB1-A40CBE6741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27" name="Line 303">
                    <a:extLst>
                      <a:ext uri="{FF2B5EF4-FFF2-40B4-BE49-F238E27FC236}">
                        <a16:creationId xmlns:a16="http://schemas.microsoft.com/office/drawing/2014/main" id="{9D39C5C6-5EFB-488A-5A22-7AF4177B02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sp>
              <p:nvSpPr>
                <p:cNvPr id="22" name="Line 304">
                  <a:extLst>
                    <a:ext uri="{FF2B5EF4-FFF2-40B4-BE49-F238E27FC236}">
                      <a16:creationId xmlns:a16="http://schemas.microsoft.com/office/drawing/2014/main" id="{AE4E0A1C-9E43-729B-59C2-91297740E3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16" y="1782"/>
                  <a:ext cx="2064" cy="0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4" name="Text Box 55">
                <a:extLst>
                  <a:ext uri="{FF2B5EF4-FFF2-40B4-BE49-F238E27FC236}">
                    <a16:creationId xmlns:a16="http://schemas.microsoft.com/office/drawing/2014/main" id="{0B2F83DE-5C3F-D824-618E-DA269D1C2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5903" y="1207441"/>
                <a:ext cx="554960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D</a:t>
                </a:r>
              </a:p>
            </p:txBody>
          </p:sp>
          <p:sp>
            <p:nvSpPr>
              <p:cNvPr id="5" name="Text Box 55">
                <a:extLst>
                  <a:ext uri="{FF2B5EF4-FFF2-40B4-BE49-F238E27FC236}">
                    <a16:creationId xmlns:a16="http://schemas.microsoft.com/office/drawing/2014/main" id="{EB7E0A73-BEDC-5730-084D-1E0A2B8946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2124" y="1207497"/>
                <a:ext cx="511679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D</a:t>
                </a:r>
              </a:p>
            </p:txBody>
          </p:sp>
          <p:sp>
            <p:nvSpPr>
              <p:cNvPr id="6" name="Text Box 55">
                <a:extLst>
                  <a:ext uri="{FF2B5EF4-FFF2-40B4-BE49-F238E27FC236}">
                    <a16:creationId xmlns:a16="http://schemas.microsoft.com/office/drawing/2014/main" id="{6D273D74-271E-C1CE-4620-429B2C74A2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40706" y="1231846"/>
                <a:ext cx="413896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7" name="Text Box 55">
                <a:extLst>
                  <a:ext uri="{FF2B5EF4-FFF2-40B4-BE49-F238E27FC236}">
                    <a16:creationId xmlns:a16="http://schemas.microsoft.com/office/drawing/2014/main" id="{A031AD9D-54FC-9C08-168E-38C752E261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1929" y="1517558"/>
                <a:ext cx="413896" cy="4129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43" name="Rectangle 318">
              <a:extLst>
                <a:ext uri="{FF2B5EF4-FFF2-40B4-BE49-F238E27FC236}">
                  <a16:creationId xmlns:a16="http://schemas.microsoft.com/office/drawing/2014/main" id="{CF2905F7-FFBB-759E-BF94-5DE47B6C9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6471" y="3640138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Noto Serif SC" panose="02020200000000000000" pitchFamily="18" charset="-122"/>
                </a:rPr>
                <a:t>0   1</a:t>
              </a:r>
            </a:p>
          </p:txBody>
        </p:sp>
        <p:sp>
          <p:nvSpPr>
            <p:cNvPr id="44" name="Rectangle 109">
              <a:extLst>
                <a:ext uri="{FF2B5EF4-FFF2-40B4-BE49-F238E27FC236}">
                  <a16:creationId xmlns:a16="http://schemas.microsoft.com/office/drawing/2014/main" id="{CA0AF628-F6F6-2B2D-CB5E-15D8ABC92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3539" y="4056062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Noto Serif SC" panose="02020200000000000000" pitchFamily="18" charset="-122"/>
                </a:rPr>
                <a:t>1   0</a:t>
              </a:r>
            </a:p>
          </p:txBody>
        </p:sp>
        <p:sp>
          <p:nvSpPr>
            <p:cNvPr id="45" name="Text Box 55">
              <a:extLst>
                <a:ext uri="{FF2B5EF4-FFF2-40B4-BE49-F238E27FC236}">
                  <a16:creationId xmlns:a16="http://schemas.microsoft.com/office/drawing/2014/main" id="{362A2199-3233-ACFA-8652-544DB6389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7092" y="427885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46" name="Text Box 55">
              <a:extLst>
                <a:ext uri="{FF2B5EF4-FFF2-40B4-BE49-F238E27FC236}">
                  <a16:creationId xmlns:a16="http://schemas.microsoft.com/office/drawing/2014/main" id="{C8FF6735-2438-545D-2D3F-4E5C09B1C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4603" y="4567995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47" name="Text Box 55">
              <a:extLst>
                <a:ext uri="{FF2B5EF4-FFF2-40B4-BE49-F238E27FC236}">
                  <a16:creationId xmlns:a16="http://schemas.microsoft.com/office/drawing/2014/main" id="{C15909F1-820F-A76E-0B8A-17DA32BEC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1373" y="474186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48" name="Text Box 55">
              <a:extLst>
                <a:ext uri="{FF2B5EF4-FFF2-40B4-BE49-F238E27FC236}">
                  <a16:creationId xmlns:a16="http://schemas.microsoft.com/office/drawing/2014/main" id="{DCFCFF1E-D03A-306C-53B2-238DF1860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7854" y="5027719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</p:grpSp>
      <p:sp>
        <p:nvSpPr>
          <p:cNvPr id="49" name="Text Box 55">
            <a:extLst>
              <a:ext uri="{FF2B5EF4-FFF2-40B4-BE49-F238E27FC236}">
                <a16:creationId xmlns:a16="http://schemas.microsoft.com/office/drawing/2014/main" id="{4A17D182-4BC4-11D1-F45B-02547B347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13" y="920612"/>
            <a:ext cx="554960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R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sp>
        <p:nvSpPr>
          <p:cNvPr id="50" name="Text Box 55">
            <a:extLst>
              <a:ext uri="{FF2B5EF4-FFF2-40B4-BE49-F238E27FC236}">
                <a16:creationId xmlns:a16="http://schemas.microsoft.com/office/drawing/2014/main" id="{DE942097-C2E5-B5B0-F161-398FADA44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332" y="966247"/>
            <a:ext cx="511679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</a:t>
            </a:r>
            <a:r>
              <a: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61180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D52CDC-0B8A-4DFE-8896-E01D12BD2CCD}" type="slidenum">
              <a:rPr lang="en-US" altLang="zh-CN"/>
              <a:pPr>
                <a:defRPr/>
              </a:pPr>
              <a:t>31</a:t>
            </a:fld>
            <a:endParaRPr lang="en-US" altLang="zh-CN" dirty="0"/>
          </a:p>
        </p:txBody>
      </p:sp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1371600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</a:p>
          <a:p>
            <a:pPr eaLnBrk="1" hangingPunct="1">
              <a:defRPr/>
            </a:pPr>
            <a:endParaRPr lang="en-US" altLang="zh-CN" sz="2800" dirty="0"/>
          </a:p>
        </p:txBody>
      </p:sp>
      <p:sp>
        <p:nvSpPr>
          <p:cNvPr id="532556" name="Rectangle 76"/>
          <p:cNvSpPr>
            <a:spLocks noChangeArrowheads="1"/>
          </p:cNvSpPr>
          <p:nvPr/>
        </p:nvSpPr>
        <p:spPr bwMode="auto">
          <a:xfrm>
            <a:off x="1371600" y="5334000"/>
            <a:ext cx="6438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J-K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觸發器功能表的前提：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Noto Serif SC" panose="02020200000000000000" pitchFamily="18" charset="-122"/>
            </a:endParaRPr>
          </a:p>
        </p:txBody>
      </p:sp>
      <p:sp>
        <p:nvSpPr>
          <p:cNvPr id="532559" name="Rectangle 79"/>
          <p:cNvSpPr>
            <a:spLocks noChangeArrowheads="1"/>
          </p:cNvSpPr>
          <p:nvPr/>
        </p:nvSpPr>
        <p:spPr bwMode="auto">
          <a:xfrm>
            <a:off x="1371600" y="5867400"/>
            <a:ext cx="706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只是在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CP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期間，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J,K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Noto Serif SC" panose="02020200000000000000" pitchFamily="18" charset="-122"/>
              </a:rPr>
              <a:t>不發生變化的前提下給出的</a:t>
            </a:r>
          </a:p>
        </p:txBody>
      </p:sp>
      <p:grpSp>
        <p:nvGrpSpPr>
          <p:cNvPr id="67" name="组合 66"/>
          <p:cNvGrpSpPr/>
          <p:nvPr/>
        </p:nvGrpSpPr>
        <p:grpSpPr>
          <a:xfrm>
            <a:off x="7238204" y="340863"/>
            <a:ext cx="1756730" cy="4760505"/>
            <a:chOff x="4595565" y="-14682"/>
            <a:chExt cx="3853110" cy="7044132"/>
          </a:xfrm>
        </p:grpSpPr>
        <p:sp>
          <p:nvSpPr>
            <p:cNvPr id="69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229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5181600" y="527721"/>
              <a:ext cx="3267075" cy="5559927"/>
              <a:chOff x="5181600" y="527721"/>
              <a:chExt cx="3267075" cy="5559927"/>
            </a:xfrm>
          </p:grpSpPr>
          <p:sp>
            <p:nvSpPr>
              <p:cNvPr id="89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0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2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5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6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7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8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9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0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1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2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5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6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7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08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6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7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9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4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5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0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3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1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1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2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4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5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6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7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8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9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0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1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2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4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9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5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7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6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5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7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3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8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9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1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30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1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2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3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4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6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7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683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38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9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1" name="Text Box 328"/>
            <p:cNvSpPr txBox="1">
              <a:spLocks noChangeArrowheads="1"/>
            </p:cNvSpPr>
            <p:nvPr/>
          </p:nvSpPr>
          <p:spPr bwMode="auto">
            <a:xfrm>
              <a:off x="4781922" y="4747982"/>
              <a:ext cx="380999" cy="592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72" name="Text Box 329"/>
            <p:cNvSpPr txBox="1">
              <a:spLocks noChangeArrowheads="1"/>
            </p:cNvSpPr>
            <p:nvPr/>
          </p:nvSpPr>
          <p:spPr bwMode="auto">
            <a:xfrm>
              <a:off x="7177881" y="4731422"/>
              <a:ext cx="380999" cy="592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73" name="Group 332"/>
            <p:cNvGrpSpPr>
              <a:grpSpLocks/>
            </p:cNvGrpSpPr>
            <p:nvPr/>
          </p:nvGrpSpPr>
          <p:grpSpPr bwMode="auto">
            <a:xfrm>
              <a:off x="4710114" y="5029201"/>
              <a:ext cx="1389063" cy="1922463"/>
              <a:chOff x="2967" y="3168"/>
              <a:chExt cx="875" cy="1211"/>
            </a:xfrm>
          </p:grpSpPr>
          <p:grpSp>
            <p:nvGrpSpPr>
              <p:cNvPr id="82" name="Group 324"/>
              <p:cNvGrpSpPr>
                <a:grpSpLocks/>
              </p:cNvGrpSpPr>
              <p:nvPr/>
            </p:nvGrpSpPr>
            <p:grpSpPr bwMode="auto">
              <a:xfrm>
                <a:off x="2967" y="3312"/>
                <a:ext cx="875" cy="1067"/>
                <a:chOff x="2967" y="3216"/>
                <a:chExt cx="875" cy="1067"/>
              </a:xfrm>
            </p:grpSpPr>
            <p:sp>
              <p:nvSpPr>
                <p:cNvPr id="84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5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67" y="3853"/>
                  <a:ext cx="550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86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7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0" y="3838"/>
                  <a:ext cx="572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88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83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4" name="Group 333"/>
            <p:cNvGrpSpPr>
              <a:grpSpLocks/>
            </p:cNvGrpSpPr>
            <p:nvPr/>
          </p:nvGrpSpPr>
          <p:grpSpPr bwMode="auto">
            <a:xfrm>
              <a:off x="6659563" y="5029200"/>
              <a:ext cx="1620839" cy="2000250"/>
              <a:chOff x="4195" y="3168"/>
              <a:chExt cx="1021" cy="1260"/>
            </a:xfrm>
          </p:grpSpPr>
          <p:grpSp>
            <p:nvGrpSpPr>
              <p:cNvPr id="75" name="Group 325"/>
              <p:cNvGrpSpPr>
                <a:grpSpLocks/>
              </p:cNvGrpSpPr>
              <p:nvPr/>
            </p:nvGrpSpPr>
            <p:grpSpPr bwMode="auto">
              <a:xfrm>
                <a:off x="4195" y="3312"/>
                <a:ext cx="1021" cy="1116"/>
                <a:chOff x="4172" y="3216"/>
                <a:chExt cx="1021" cy="1116"/>
              </a:xfrm>
            </p:grpSpPr>
            <p:sp>
              <p:nvSpPr>
                <p:cNvPr id="77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72" y="3902"/>
                  <a:ext cx="474" cy="4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78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6" y="3543"/>
                  <a:ext cx="777" cy="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9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0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1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6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B36867-B8A0-6322-BC15-2215036BE0FB}"/>
              </a:ext>
            </a:extLst>
          </p:cNvPr>
          <p:cNvGrpSpPr/>
          <p:nvPr/>
        </p:nvGrpSpPr>
        <p:grpSpPr>
          <a:xfrm>
            <a:off x="3700363" y="1476556"/>
            <a:ext cx="3366367" cy="3474096"/>
            <a:chOff x="5201258" y="2037415"/>
            <a:chExt cx="3366367" cy="347409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E9C70AB-C27A-BF5C-B147-854F91AF3C66}"/>
                </a:ext>
              </a:extLst>
            </p:cNvPr>
            <p:cNvGrpSpPr/>
            <p:nvPr/>
          </p:nvGrpSpPr>
          <p:grpSpPr>
            <a:xfrm>
              <a:off x="5201258" y="2037415"/>
              <a:ext cx="3296021" cy="3474096"/>
              <a:chOff x="3705903" y="1207441"/>
              <a:chExt cx="3296021" cy="3474096"/>
            </a:xfrm>
          </p:grpSpPr>
          <p:grpSp>
            <p:nvGrpSpPr>
              <p:cNvPr id="10" name="Group 319">
                <a:extLst>
                  <a:ext uri="{FF2B5EF4-FFF2-40B4-BE49-F238E27FC236}">
                    <a16:creationId xmlns:a16="http://schemas.microsoft.com/office/drawing/2014/main" id="{1327E438-4461-A0AE-A935-84EBD094F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5324" y="1446212"/>
                <a:ext cx="3276600" cy="3235325"/>
                <a:chOff x="3216" y="918"/>
                <a:chExt cx="2064" cy="2038"/>
              </a:xfrm>
            </p:grpSpPr>
            <p:sp>
              <p:nvSpPr>
                <p:cNvPr id="15" name="Rectangle 262">
                  <a:extLst>
                    <a:ext uri="{FF2B5EF4-FFF2-40B4-BE49-F238E27FC236}">
                      <a16:creationId xmlns:a16="http://schemas.microsoft.com/office/drawing/2014/main" id="{E2E69032-ADB6-862D-473C-1B945F1DE5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6" y="1244"/>
                  <a:ext cx="604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0   1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1   0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</a:t>
                  </a:r>
                </a:p>
              </p:txBody>
            </p:sp>
            <p:sp>
              <p:nvSpPr>
                <p:cNvPr id="16" name="Rectangle 263">
                  <a:extLst>
                    <a:ext uri="{FF2B5EF4-FFF2-40B4-BE49-F238E27FC236}">
                      <a16:creationId xmlns:a16="http://schemas.microsoft.com/office/drawing/2014/main" id="{7DC7E6BB-1423-2699-DD34-541C3CBEF8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1244"/>
                  <a:ext cx="1460" cy="17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0    1   </a:t>
                  </a: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      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0         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1    1        0   1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1    1        1   0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1    1        0   0</a:t>
                  </a:r>
                </a:p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  <a:sym typeface="Symbol" panose="05050102010706020507" pitchFamily="18" charset="2"/>
                    </a:rPr>
                    <a:t>1    1        1   1</a:t>
                  </a:r>
                  <a:endParaRPr lang="en-US" altLang="zh-CN" sz="24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7" name="Rectangle 264">
                  <a:extLst>
                    <a:ext uri="{FF2B5EF4-FFF2-40B4-BE49-F238E27FC236}">
                      <a16:creationId xmlns:a16="http://schemas.microsoft.com/office/drawing/2014/main" id="{E2C5A628-142B-2C04-0A97-27E94C1797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6" y="918"/>
                  <a:ext cx="604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dirty="0">
                      <a:ea typeface="Noto Serif SC" panose="02020200000000000000" pitchFamily="18" charset="-122"/>
                    </a:rPr>
                    <a:t> </a:t>
                  </a:r>
                </a:p>
              </p:txBody>
            </p:sp>
            <p:sp>
              <p:nvSpPr>
                <p:cNvPr id="18" name="Rectangle 265">
                  <a:extLst>
                    <a:ext uri="{FF2B5EF4-FFF2-40B4-BE49-F238E27FC236}">
                      <a16:creationId xmlns:a16="http://schemas.microsoft.com/office/drawing/2014/main" id="{380EB4FA-FDDE-E2EF-CF00-AFFD95B50F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918"/>
                  <a:ext cx="1460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algn="l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algn="l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a typeface="Noto Serif SC" panose="02020200000000000000" pitchFamily="18" charset="-122"/>
                    </a:rPr>
                    <a:t>          CP  J   K</a:t>
                  </a:r>
                </a:p>
              </p:txBody>
            </p:sp>
            <p:sp>
              <p:nvSpPr>
                <p:cNvPr id="19" name="Line 266">
                  <a:extLst>
                    <a:ext uri="{FF2B5EF4-FFF2-40B4-BE49-F238E27FC236}">
                      <a16:creationId xmlns:a16="http://schemas.microsoft.com/office/drawing/2014/main" id="{86F27A52-8217-B3C7-362F-47A17C3C37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0" name="Line 267">
                  <a:extLst>
                    <a:ext uri="{FF2B5EF4-FFF2-40B4-BE49-F238E27FC236}">
                      <a16:creationId xmlns:a16="http://schemas.microsoft.com/office/drawing/2014/main" id="{D3C523B7-69C6-5B00-0688-9FF9112E48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244"/>
                  <a:ext cx="20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1" name="Line 268">
                  <a:extLst>
                    <a:ext uri="{FF2B5EF4-FFF2-40B4-BE49-F238E27FC236}">
                      <a16:creationId xmlns:a16="http://schemas.microsoft.com/office/drawing/2014/main" id="{101BBA00-2C14-3FE7-8475-62A266D0D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956"/>
                  <a:ext cx="206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2" name="Line 269">
                  <a:extLst>
                    <a:ext uri="{FF2B5EF4-FFF2-40B4-BE49-F238E27FC236}">
                      <a16:creationId xmlns:a16="http://schemas.microsoft.com/office/drawing/2014/main" id="{502BD56E-FE28-3080-4FE7-4E42A0BF51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3" name="Line 270">
                  <a:extLst>
                    <a:ext uri="{FF2B5EF4-FFF2-40B4-BE49-F238E27FC236}">
                      <a16:creationId xmlns:a16="http://schemas.microsoft.com/office/drawing/2014/main" id="{462D1DA4-BE0C-D9FE-F489-A78A82F6F5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6" y="918"/>
                  <a:ext cx="0" cy="203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24" name="Line 271">
                  <a:extLst>
                    <a:ext uri="{FF2B5EF4-FFF2-40B4-BE49-F238E27FC236}">
                      <a16:creationId xmlns:a16="http://schemas.microsoft.com/office/drawing/2014/main" id="{4579EB2E-C167-C107-D5E5-6C9B559A5A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0" y="918"/>
                  <a:ext cx="0" cy="20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grpSp>
              <p:nvGrpSpPr>
                <p:cNvPr id="25" name="Group 280">
                  <a:extLst>
                    <a:ext uri="{FF2B5EF4-FFF2-40B4-BE49-F238E27FC236}">
                      <a16:creationId xmlns:a16="http://schemas.microsoft.com/office/drawing/2014/main" id="{C62E312F-07DF-5048-A7B3-C4C9EE9A7E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1878"/>
                  <a:ext cx="385" cy="96"/>
                  <a:chOff x="3360" y="3552"/>
                  <a:chExt cx="385" cy="96"/>
                </a:xfrm>
              </p:grpSpPr>
              <p:sp>
                <p:nvSpPr>
                  <p:cNvPr id="45" name="Line 281">
                    <a:extLst>
                      <a:ext uri="{FF2B5EF4-FFF2-40B4-BE49-F238E27FC236}">
                        <a16:creationId xmlns:a16="http://schemas.microsoft.com/office/drawing/2014/main" id="{131B7952-2C5E-1E1A-1456-EED07DC512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6" name="Line 282">
                    <a:extLst>
                      <a:ext uri="{FF2B5EF4-FFF2-40B4-BE49-F238E27FC236}">
                        <a16:creationId xmlns:a16="http://schemas.microsoft.com/office/drawing/2014/main" id="{9E74CDD9-3419-2B48-8090-FE628E93B2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7" name="Line 283">
                    <a:extLst>
                      <a:ext uri="{FF2B5EF4-FFF2-40B4-BE49-F238E27FC236}">
                        <a16:creationId xmlns:a16="http://schemas.microsoft.com/office/drawing/2014/main" id="{80840B2A-7365-F864-5CDC-B76AF33187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8" name="Line 284">
                    <a:extLst>
                      <a:ext uri="{FF2B5EF4-FFF2-40B4-BE49-F238E27FC236}">
                        <a16:creationId xmlns:a16="http://schemas.microsoft.com/office/drawing/2014/main" id="{15B364DD-6FEF-9B14-3055-6BF1BFD38DF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9" name="Line 285">
                    <a:extLst>
                      <a:ext uri="{FF2B5EF4-FFF2-40B4-BE49-F238E27FC236}">
                        <a16:creationId xmlns:a16="http://schemas.microsoft.com/office/drawing/2014/main" id="{39738B03-CDA5-86AF-6043-02139ED0A9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grpSp>
              <p:nvGrpSpPr>
                <p:cNvPr id="26" name="Group 286">
                  <a:extLst>
                    <a:ext uri="{FF2B5EF4-FFF2-40B4-BE49-F238E27FC236}">
                      <a16:creationId xmlns:a16="http://schemas.microsoft.com/office/drawing/2014/main" id="{1EA0AB3C-BF8D-0018-342F-30CC28CE5F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2166"/>
                  <a:ext cx="385" cy="96"/>
                  <a:chOff x="3360" y="3552"/>
                  <a:chExt cx="385" cy="96"/>
                </a:xfrm>
              </p:grpSpPr>
              <p:sp>
                <p:nvSpPr>
                  <p:cNvPr id="40" name="Line 287">
                    <a:extLst>
                      <a:ext uri="{FF2B5EF4-FFF2-40B4-BE49-F238E27FC236}">
                        <a16:creationId xmlns:a16="http://schemas.microsoft.com/office/drawing/2014/main" id="{8CEBBDCF-F7D3-BB52-293E-87B9EE3078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1" name="Line 288">
                    <a:extLst>
                      <a:ext uri="{FF2B5EF4-FFF2-40B4-BE49-F238E27FC236}">
                        <a16:creationId xmlns:a16="http://schemas.microsoft.com/office/drawing/2014/main" id="{B7F1F5E0-CB33-6992-6033-24D580C7C1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2" name="Line 289">
                    <a:extLst>
                      <a:ext uri="{FF2B5EF4-FFF2-40B4-BE49-F238E27FC236}">
                        <a16:creationId xmlns:a16="http://schemas.microsoft.com/office/drawing/2014/main" id="{59FBCA22-FC83-9D6A-5FB3-A0899140BB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3" name="Line 290">
                    <a:extLst>
                      <a:ext uri="{FF2B5EF4-FFF2-40B4-BE49-F238E27FC236}">
                        <a16:creationId xmlns:a16="http://schemas.microsoft.com/office/drawing/2014/main" id="{4A8C27AB-F2D6-64CB-190A-468010F8F0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44" name="Line 291">
                    <a:extLst>
                      <a:ext uri="{FF2B5EF4-FFF2-40B4-BE49-F238E27FC236}">
                        <a16:creationId xmlns:a16="http://schemas.microsoft.com/office/drawing/2014/main" id="{4338D2C0-A03B-0780-A06E-3AE7664117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grpSp>
              <p:nvGrpSpPr>
                <p:cNvPr id="27" name="Group 292">
                  <a:extLst>
                    <a:ext uri="{FF2B5EF4-FFF2-40B4-BE49-F238E27FC236}">
                      <a16:creationId xmlns:a16="http://schemas.microsoft.com/office/drawing/2014/main" id="{1DF194E8-6027-1FC9-FE8A-AA8EB6274F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2454"/>
                  <a:ext cx="385" cy="96"/>
                  <a:chOff x="3360" y="3552"/>
                  <a:chExt cx="385" cy="96"/>
                </a:xfrm>
              </p:grpSpPr>
              <p:sp>
                <p:nvSpPr>
                  <p:cNvPr id="35" name="Line 293">
                    <a:extLst>
                      <a:ext uri="{FF2B5EF4-FFF2-40B4-BE49-F238E27FC236}">
                        <a16:creationId xmlns:a16="http://schemas.microsoft.com/office/drawing/2014/main" id="{914C0D35-A288-14CC-EA4D-96C62F5DA5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6" name="Line 294">
                    <a:extLst>
                      <a:ext uri="{FF2B5EF4-FFF2-40B4-BE49-F238E27FC236}">
                        <a16:creationId xmlns:a16="http://schemas.microsoft.com/office/drawing/2014/main" id="{F6B3A944-8504-3488-E463-A474CC39BD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7" name="Line 295">
                    <a:extLst>
                      <a:ext uri="{FF2B5EF4-FFF2-40B4-BE49-F238E27FC236}">
                        <a16:creationId xmlns:a16="http://schemas.microsoft.com/office/drawing/2014/main" id="{AF8182E7-6300-88C5-2AC4-69D48D865A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8" name="Line 296">
                    <a:extLst>
                      <a:ext uri="{FF2B5EF4-FFF2-40B4-BE49-F238E27FC236}">
                        <a16:creationId xmlns:a16="http://schemas.microsoft.com/office/drawing/2014/main" id="{D5203A78-4684-A9E1-F4A0-D9860C7916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9" name="Line 297">
                    <a:extLst>
                      <a:ext uri="{FF2B5EF4-FFF2-40B4-BE49-F238E27FC236}">
                        <a16:creationId xmlns:a16="http://schemas.microsoft.com/office/drawing/2014/main" id="{A27A02AE-C66D-145F-92EB-AA185F2EAE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grpSp>
              <p:nvGrpSpPr>
                <p:cNvPr id="28" name="Group 298">
                  <a:extLst>
                    <a:ext uri="{FF2B5EF4-FFF2-40B4-BE49-F238E27FC236}">
                      <a16:creationId xmlns:a16="http://schemas.microsoft.com/office/drawing/2014/main" id="{5FD0BCF4-78E4-13A3-48FA-5D145B9B61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27" y="2694"/>
                  <a:ext cx="385" cy="96"/>
                  <a:chOff x="3360" y="3552"/>
                  <a:chExt cx="385" cy="96"/>
                </a:xfrm>
              </p:grpSpPr>
              <p:sp>
                <p:nvSpPr>
                  <p:cNvPr id="30" name="Line 299">
                    <a:extLst>
                      <a:ext uri="{FF2B5EF4-FFF2-40B4-BE49-F238E27FC236}">
                        <a16:creationId xmlns:a16="http://schemas.microsoft.com/office/drawing/2014/main" id="{A83B498E-2B2C-A8C4-1763-8D28DB7F67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55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1" name="Line 300">
                    <a:extLst>
                      <a:ext uri="{FF2B5EF4-FFF2-40B4-BE49-F238E27FC236}">
                        <a16:creationId xmlns:a16="http://schemas.microsoft.com/office/drawing/2014/main" id="{5D305070-4757-1E80-8615-9F01F96E80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7" y="3557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2" name="Line 301">
                    <a:extLst>
                      <a:ext uri="{FF2B5EF4-FFF2-40B4-BE49-F238E27FC236}">
                        <a16:creationId xmlns:a16="http://schemas.microsoft.com/office/drawing/2014/main" id="{2D9B304F-D974-94C7-D6B7-6E9FDF2F33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52"/>
                    <a:ext cx="0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3" name="Line 302">
                    <a:extLst>
                      <a:ext uri="{FF2B5EF4-FFF2-40B4-BE49-F238E27FC236}">
                        <a16:creationId xmlns:a16="http://schemas.microsoft.com/office/drawing/2014/main" id="{31AA582C-9974-EA1B-5844-F11064B703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  <p:sp>
                <p:nvSpPr>
                  <p:cNvPr id="34" name="Line 303">
                    <a:extLst>
                      <a:ext uri="{FF2B5EF4-FFF2-40B4-BE49-F238E27FC236}">
                        <a16:creationId xmlns:a16="http://schemas.microsoft.com/office/drawing/2014/main" id="{41D81FEA-AA2F-9926-E321-0AF87B89F6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3648"/>
                    <a:ext cx="9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Noto Serif SC" panose="02020200000000000000" pitchFamily="18" charset="-122"/>
                    </a:endParaRPr>
                  </a:p>
                </p:txBody>
              </p:sp>
            </p:grpSp>
            <p:sp>
              <p:nvSpPr>
                <p:cNvPr id="29" name="Line 304">
                  <a:extLst>
                    <a:ext uri="{FF2B5EF4-FFF2-40B4-BE49-F238E27FC236}">
                      <a16:creationId xmlns:a16="http://schemas.microsoft.com/office/drawing/2014/main" id="{9AABBA15-5A53-E463-8D3E-D10C778D2C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16" y="1782"/>
                  <a:ext cx="2064" cy="0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" name="Text Box 55">
                <a:extLst>
                  <a:ext uri="{FF2B5EF4-FFF2-40B4-BE49-F238E27FC236}">
                    <a16:creationId xmlns:a16="http://schemas.microsoft.com/office/drawing/2014/main" id="{CE8B1E33-B389-788B-7633-5093317C99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5903" y="1207441"/>
                <a:ext cx="554960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R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D</a:t>
                </a:r>
              </a:p>
            </p:txBody>
          </p:sp>
          <p:sp>
            <p:nvSpPr>
              <p:cNvPr id="12" name="Text Box 55">
                <a:extLst>
                  <a:ext uri="{FF2B5EF4-FFF2-40B4-BE49-F238E27FC236}">
                    <a16:creationId xmlns:a16="http://schemas.microsoft.com/office/drawing/2014/main" id="{8BB367A4-94CD-B17C-6E24-A16311752C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2124" y="1207497"/>
                <a:ext cx="511679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S</a:t>
                </a:r>
                <a:r>
                  <a:rPr lang="en-US" altLang="zh-CN" sz="2400" baseline="-250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D</a:t>
                </a:r>
              </a:p>
            </p:txBody>
          </p:sp>
          <p:sp>
            <p:nvSpPr>
              <p:cNvPr id="13" name="Text Box 55">
                <a:extLst>
                  <a:ext uri="{FF2B5EF4-FFF2-40B4-BE49-F238E27FC236}">
                    <a16:creationId xmlns:a16="http://schemas.microsoft.com/office/drawing/2014/main" id="{803F8B21-D105-0151-6BA2-EF26551D1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40706" y="1231846"/>
                <a:ext cx="413896" cy="733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_</a:t>
                </a:r>
              </a:p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endParaRPr>
              </a:p>
            </p:txBody>
          </p:sp>
          <p:sp>
            <p:nvSpPr>
              <p:cNvPr id="14" name="Text Box 55">
                <a:extLst>
                  <a:ext uri="{FF2B5EF4-FFF2-40B4-BE49-F238E27FC236}">
                    <a16:creationId xmlns:a16="http://schemas.microsoft.com/office/drawing/2014/main" id="{BA8A7724-8667-88E9-7015-B5D8E48A5C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1929" y="1517558"/>
                <a:ext cx="413896" cy="4129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25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  <a:endPara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4" name="Rectangle 318">
              <a:extLst>
                <a:ext uri="{FF2B5EF4-FFF2-40B4-BE49-F238E27FC236}">
                  <a16:creationId xmlns:a16="http://schemas.microsoft.com/office/drawing/2014/main" id="{0CC9893F-2317-BB40-15F2-F09F26F85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6471" y="3640138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Noto Serif SC" panose="02020200000000000000" pitchFamily="18" charset="-122"/>
                </a:rPr>
                <a:t>0   1</a:t>
              </a:r>
            </a:p>
          </p:txBody>
        </p:sp>
        <p:sp>
          <p:nvSpPr>
            <p:cNvPr id="5" name="Rectangle 109">
              <a:extLst>
                <a:ext uri="{FF2B5EF4-FFF2-40B4-BE49-F238E27FC236}">
                  <a16:creationId xmlns:a16="http://schemas.microsoft.com/office/drawing/2014/main" id="{5D1FDCEB-DBCC-CE02-6DA1-1B2E29491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3539" y="4056062"/>
              <a:ext cx="803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ea typeface="Noto Serif SC" panose="02020200000000000000" pitchFamily="18" charset="-122"/>
                </a:rPr>
                <a:t>1   0</a:t>
              </a:r>
            </a:p>
          </p:txBody>
        </p:sp>
        <p:sp>
          <p:nvSpPr>
            <p:cNvPr id="6" name="Text Box 55">
              <a:extLst>
                <a:ext uri="{FF2B5EF4-FFF2-40B4-BE49-F238E27FC236}">
                  <a16:creationId xmlns:a16="http://schemas.microsoft.com/office/drawing/2014/main" id="{F497CBB6-CF73-DFD0-6D21-1CE3DCD13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7092" y="427885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7" name="Text Box 55">
              <a:extLst>
                <a:ext uri="{FF2B5EF4-FFF2-40B4-BE49-F238E27FC236}">
                  <a16:creationId xmlns:a16="http://schemas.microsoft.com/office/drawing/2014/main" id="{11761B49-DC8C-28C5-0A7B-734CCFE98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4603" y="4567995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8" name="Text Box 55">
              <a:extLst>
                <a:ext uri="{FF2B5EF4-FFF2-40B4-BE49-F238E27FC236}">
                  <a16:creationId xmlns:a16="http://schemas.microsoft.com/office/drawing/2014/main" id="{54E3AD39-5472-9CEB-7BC6-A34D0C853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1373" y="4741862"/>
              <a:ext cx="540533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9" name="Text Box 55">
              <a:extLst>
                <a:ext uri="{FF2B5EF4-FFF2-40B4-BE49-F238E27FC236}">
                  <a16:creationId xmlns:a16="http://schemas.microsoft.com/office/drawing/2014/main" id="{A8A22379-BB6F-1CA1-5C28-C7C67B79A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7854" y="5027719"/>
              <a:ext cx="540533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0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6350452-37D6-CF24-90FB-5774EAB58277}"/>
              </a:ext>
            </a:extLst>
          </p:cNvPr>
          <p:cNvGrpSpPr/>
          <p:nvPr/>
        </p:nvGrpSpPr>
        <p:grpSpPr>
          <a:xfrm>
            <a:off x="990600" y="2057400"/>
            <a:ext cx="2514600" cy="2971800"/>
            <a:chOff x="990600" y="2057400"/>
            <a:chExt cx="2514600" cy="2971800"/>
          </a:xfrm>
        </p:grpSpPr>
        <p:grpSp>
          <p:nvGrpSpPr>
            <p:cNvPr id="532557" name="Group 77"/>
            <p:cNvGrpSpPr>
              <a:grpSpLocks/>
            </p:cNvGrpSpPr>
            <p:nvPr/>
          </p:nvGrpSpPr>
          <p:grpSpPr bwMode="auto">
            <a:xfrm>
              <a:off x="990600" y="2057400"/>
              <a:ext cx="2514600" cy="2971800"/>
              <a:chOff x="624" y="1296"/>
              <a:chExt cx="1584" cy="1872"/>
            </a:xfrm>
          </p:grpSpPr>
          <p:sp>
            <p:nvSpPr>
              <p:cNvPr id="76852" name="Rectangle 5"/>
              <p:cNvSpPr>
                <a:spLocks noChangeArrowheads="1"/>
              </p:cNvSpPr>
              <p:nvPr/>
            </p:nvSpPr>
            <p:spPr bwMode="auto">
              <a:xfrm>
                <a:off x="1056" y="1584"/>
                <a:ext cx="720" cy="129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853" name="Text Box 8"/>
              <p:cNvSpPr txBox="1">
                <a:spLocks noChangeArrowheads="1"/>
              </p:cNvSpPr>
              <p:nvPr/>
            </p:nvSpPr>
            <p:spPr bwMode="auto">
              <a:xfrm>
                <a:off x="1056" y="17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sp>
            <p:nvSpPr>
              <p:cNvPr id="76854" name="Text Box 9"/>
              <p:cNvSpPr txBox="1">
                <a:spLocks noChangeArrowheads="1"/>
              </p:cNvSpPr>
              <p:nvPr/>
            </p:nvSpPr>
            <p:spPr bwMode="auto">
              <a:xfrm>
                <a:off x="1056" y="23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76855" name="Text Box 10"/>
              <p:cNvSpPr txBox="1">
                <a:spLocks noChangeArrowheads="1"/>
              </p:cNvSpPr>
              <p:nvPr/>
            </p:nvSpPr>
            <p:spPr bwMode="auto">
              <a:xfrm>
                <a:off x="1008" y="205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sp>
            <p:nvSpPr>
              <p:cNvPr id="76860" name="Line 15"/>
              <p:cNvSpPr>
                <a:spLocks noChangeShapeType="1"/>
              </p:cNvSpPr>
              <p:nvPr/>
            </p:nvSpPr>
            <p:spPr bwMode="auto">
              <a:xfrm flipH="1">
                <a:off x="624" y="1872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861" name="Line 16"/>
              <p:cNvSpPr>
                <a:spLocks noChangeShapeType="1"/>
              </p:cNvSpPr>
              <p:nvPr/>
            </p:nvSpPr>
            <p:spPr bwMode="auto">
              <a:xfrm flipH="1">
                <a:off x="624" y="216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862" name="Line 17"/>
              <p:cNvSpPr>
                <a:spLocks noChangeShapeType="1"/>
              </p:cNvSpPr>
              <p:nvPr/>
            </p:nvSpPr>
            <p:spPr bwMode="auto">
              <a:xfrm flipH="1">
                <a:off x="624" y="249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863" name="Line 18"/>
              <p:cNvSpPr>
                <a:spLocks noChangeShapeType="1"/>
              </p:cNvSpPr>
              <p:nvPr/>
            </p:nvSpPr>
            <p:spPr bwMode="auto">
              <a:xfrm flipH="1">
                <a:off x="1776" y="1920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864" name="Line 19"/>
              <p:cNvSpPr>
                <a:spLocks noChangeShapeType="1"/>
              </p:cNvSpPr>
              <p:nvPr/>
            </p:nvSpPr>
            <p:spPr bwMode="auto">
              <a:xfrm flipH="1">
                <a:off x="1776" y="249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865" name="Line 20"/>
              <p:cNvSpPr>
                <a:spLocks noChangeShapeType="1"/>
              </p:cNvSpPr>
              <p:nvPr/>
            </p:nvSpPr>
            <p:spPr bwMode="auto">
              <a:xfrm flipV="1">
                <a:off x="1392" y="12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866" name="Line 21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50" name="Text Box 55">
              <a:extLst>
                <a:ext uri="{FF2B5EF4-FFF2-40B4-BE49-F238E27FC236}">
                  <a16:creationId xmlns:a16="http://schemas.microsoft.com/office/drawing/2014/main" id="{7447F33C-261A-AB62-6124-59DC95DEC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7871" y="2289940"/>
              <a:ext cx="554960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R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51" name="Text Box 55">
              <a:extLst>
                <a:ext uri="{FF2B5EF4-FFF2-40B4-BE49-F238E27FC236}">
                  <a16:creationId xmlns:a16="http://schemas.microsoft.com/office/drawing/2014/main" id="{98099961-8732-17D0-C28E-4528DFF40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037" y="3754584"/>
              <a:ext cx="511679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S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D</a:t>
              </a:r>
            </a:p>
          </p:txBody>
        </p:sp>
        <p:sp>
          <p:nvSpPr>
            <p:cNvPr id="52" name="Text Box 55">
              <a:extLst>
                <a:ext uri="{FF2B5EF4-FFF2-40B4-BE49-F238E27FC236}">
                  <a16:creationId xmlns:a16="http://schemas.microsoft.com/office/drawing/2014/main" id="{84D71B0E-8283-E561-AE27-99C3485CB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640" y="3482160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53" name="Text Box 55">
              <a:extLst>
                <a:ext uri="{FF2B5EF4-FFF2-40B4-BE49-F238E27FC236}">
                  <a16:creationId xmlns:a16="http://schemas.microsoft.com/office/drawing/2014/main" id="{6A7B0EFF-9843-57A0-4572-5795D404F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0801" y="2885518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675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6" grpId="0" autoUpdateAnimBg="0"/>
      <p:bldP spid="53255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C5D261-4B96-4ADE-B4FD-235D08BA4E52}" type="slidenum">
              <a:rPr lang="en-US" altLang="zh-CN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觸發器和邊沿</a:t>
            </a:r>
            <a:r>
              <a:rPr lang="en-US" altLang="zh-CN" dirty="0"/>
              <a:t>J-K</a:t>
            </a:r>
            <a:r>
              <a:rPr lang="zh-CN" altLang="en-US" dirty="0"/>
              <a:t>觸發器的差別</a:t>
            </a:r>
          </a:p>
        </p:txBody>
      </p:sp>
      <p:sp>
        <p:nvSpPr>
          <p:cNvPr id="533509" name="Rectangle 5"/>
          <p:cNvSpPr>
            <a:spLocks noChangeArrowheads="1"/>
          </p:cNvSpPr>
          <p:nvPr/>
        </p:nvSpPr>
        <p:spPr bwMode="auto">
          <a:xfrm>
            <a:off x="457200" y="3962400"/>
            <a:ext cx="8305800" cy="252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Noto Serif SC" panose="02020200000000000000" pitchFamily="18" charset="-122"/>
              </a:rPr>
              <a:t>但是，主從觸發器和負邊沿觸發器的觸發方式截然不同：</a:t>
            </a:r>
          </a:p>
          <a:p>
            <a:pPr lvl="2" eaLnBrk="1" hangingPunct="1"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Noto Serif SC" panose="02020200000000000000" pitchFamily="18" charset="-122"/>
              </a:rPr>
              <a:t>邊沿觸發器在約定時鐘跳變到來時，輸出反映的是觸發器的輸入資料。</a:t>
            </a:r>
          </a:p>
          <a:p>
            <a:pPr lvl="2" eaLnBrk="1" hangingPunct="1"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Noto Serif SC" panose="02020200000000000000" pitchFamily="18" charset="-122"/>
              </a:rPr>
              <a:t>主從觸發器反映的是從觸發器的狀態，不一定是輸入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Noto Serif SC" panose="02020200000000000000" pitchFamily="18" charset="-122"/>
              </a:rPr>
              <a:t>J,K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Noto Serif SC" panose="02020200000000000000" pitchFamily="18" charset="-122"/>
              </a:rPr>
              <a:t>的狀態。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345D972-F0F1-B4F8-2896-18E89DF9CFE4}"/>
              </a:ext>
            </a:extLst>
          </p:cNvPr>
          <p:cNvGrpSpPr/>
          <p:nvPr/>
        </p:nvGrpSpPr>
        <p:grpSpPr>
          <a:xfrm>
            <a:off x="457200" y="2057400"/>
            <a:ext cx="7924800" cy="1569660"/>
            <a:chOff x="457200" y="2057400"/>
            <a:chExt cx="7924800" cy="1569660"/>
          </a:xfrm>
        </p:grpSpPr>
        <p:sp>
          <p:nvSpPr>
            <p:cNvPr id="533510" name="Rectangle 6"/>
            <p:cNvSpPr>
              <a:spLocks noChangeArrowheads="1"/>
            </p:cNvSpPr>
            <p:nvPr/>
          </p:nvSpPr>
          <p:spPr bwMode="auto">
            <a:xfrm>
              <a:off x="457200" y="2057400"/>
              <a:ext cx="7924800" cy="1569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673100" indent="-2159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主觸發器在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CP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＝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期間接收資料，在時鐘的負跳變到來時，從觸發器接收主觸發器的狀態。主從觸發器的輸出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Q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和     狀態在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CP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Noto Serif SC" panose="02020200000000000000" pitchFamily="18" charset="-122"/>
                </a:rPr>
                <a:t>的負跳變時才發生變化，似乎是負邊沿觸發器。</a:t>
              </a:r>
            </a:p>
          </p:txBody>
        </p:sp>
        <p:sp>
          <p:nvSpPr>
            <p:cNvPr id="2" name="Text Box 55">
              <a:extLst>
                <a:ext uri="{FF2B5EF4-FFF2-40B4-BE49-F238E27FC236}">
                  <a16:creationId xmlns:a16="http://schemas.microsoft.com/office/drawing/2014/main" id="{F3E54723-B445-426E-35D9-FF6C291D3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752" y="2523170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564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06BE9E-0C5F-47C6-9F64-FD83856B751B}" type="slidenum">
              <a:rPr lang="en-US" altLang="zh-CN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534530" name="Line 2"/>
          <p:cNvSpPr>
            <a:spLocks noChangeShapeType="1"/>
          </p:cNvSpPr>
          <p:nvPr/>
        </p:nvSpPr>
        <p:spPr bwMode="auto">
          <a:xfrm>
            <a:off x="4053880" y="2412504"/>
            <a:ext cx="0" cy="32004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31" name="Line 3"/>
          <p:cNvSpPr>
            <a:spLocks noChangeShapeType="1"/>
          </p:cNvSpPr>
          <p:nvPr/>
        </p:nvSpPr>
        <p:spPr bwMode="auto">
          <a:xfrm>
            <a:off x="5882680" y="2336304"/>
            <a:ext cx="0" cy="32004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453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觸發器和邊沿</a:t>
            </a:r>
            <a:r>
              <a:rPr lang="en-US" altLang="zh-CN" dirty="0"/>
              <a:t>J-K</a:t>
            </a:r>
            <a:r>
              <a:rPr lang="zh-CN" altLang="en-US" dirty="0"/>
              <a:t>觸發器的差別</a:t>
            </a:r>
          </a:p>
        </p:txBody>
      </p:sp>
      <p:grpSp>
        <p:nvGrpSpPr>
          <p:cNvPr id="78855" name="Group 6"/>
          <p:cNvGrpSpPr>
            <a:grpSpLocks/>
          </p:cNvGrpSpPr>
          <p:nvPr/>
        </p:nvGrpSpPr>
        <p:grpSpPr bwMode="auto">
          <a:xfrm>
            <a:off x="1691680" y="2564904"/>
            <a:ext cx="5105400" cy="533400"/>
            <a:chOff x="912" y="1296"/>
            <a:chExt cx="3216" cy="336"/>
          </a:xfrm>
        </p:grpSpPr>
        <p:sp>
          <p:nvSpPr>
            <p:cNvPr id="78879" name="Line 7"/>
            <p:cNvSpPr>
              <a:spLocks noChangeShapeType="1"/>
            </p:cNvSpPr>
            <p:nvPr/>
          </p:nvSpPr>
          <p:spPr bwMode="auto">
            <a:xfrm>
              <a:off x="1296" y="15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0" name="Line 8"/>
            <p:cNvSpPr>
              <a:spLocks noChangeShapeType="1"/>
            </p:cNvSpPr>
            <p:nvPr/>
          </p:nvSpPr>
          <p:spPr bwMode="auto">
            <a:xfrm flipV="1">
              <a:off x="1824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1" name="Line 9"/>
            <p:cNvSpPr>
              <a:spLocks noChangeShapeType="1"/>
            </p:cNvSpPr>
            <p:nvPr/>
          </p:nvSpPr>
          <p:spPr bwMode="auto">
            <a:xfrm>
              <a:off x="1824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2" name="Line 10"/>
            <p:cNvSpPr>
              <a:spLocks noChangeShapeType="1"/>
            </p:cNvSpPr>
            <p:nvPr/>
          </p:nvSpPr>
          <p:spPr bwMode="auto">
            <a:xfrm>
              <a:off x="2400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3" name="Line 11"/>
            <p:cNvSpPr>
              <a:spLocks noChangeShapeType="1"/>
            </p:cNvSpPr>
            <p:nvPr/>
          </p:nvSpPr>
          <p:spPr bwMode="auto">
            <a:xfrm>
              <a:off x="2400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4" name="Line 12"/>
            <p:cNvSpPr>
              <a:spLocks noChangeShapeType="1"/>
            </p:cNvSpPr>
            <p:nvPr/>
          </p:nvSpPr>
          <p:spPr bwMode="auto">
            <a:xfrm flipV="1">
              <a:off x="2976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5" name="Line 13"/>
            <p:cNvSpPr>
              <a:spLocks noChangeShapeType="1"/>
            </p:cNvSpPr>
            <p:nvPr/>
          </p:nvSpPr>
          <p:spPr bwMode="auto">
            <a:xfrm>
              <a:off x="2976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6" name="Line 14"/>
            <p:cNvSpPr>
              <a:spLocks noChangeShapeType="1"/>
            </p:cNvSpPr>
            <p:nvPr/>
          </p:nvSpPr>
          <p:spPr bwMode="auto">
            <a:xfrm>
              <a:off x="3552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7" name="Line 15"/>
            <p:cNvSpPr>
              <a:spLocks noChangeShapeType="1"/>
            </p:cNvSpPr>
            <p:nvPr/>
          </p:nvSpPr>
          <p:spPr bwMode="auto">
            <a:xfrm>
              <a:off x="3552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88" name="Text Box 16"/>
            <p:cNvSpPr txBox="1">
              <a:spLocks noChangeArrowheads="1"/>
            </p:cNvSpPr>
            <p:nvPr/>
          </p:nvSpPr>
          <p:spPr bwMode="auto">
            <a:xfrm>
              <a:off x="912" y="134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78856" name="Group 17"/>
          <p:cNvGrpSpPr>
            <a:grpSpLocks/>
          </p:cNvGrpSpPr>
          <p:nvPr/>
        </p:nvGrpSpPr>
        <p:grpSpPr bwMode="auto">
          <a:xfrm>
            <a:off x="1691680" y="3098304"/>
            <a:ext cx="5105400" cy="533400"/>
            <a:chOff x="912" y="1872"/>
            <a:chExt cx="3216" cy="336"/>
          </a:xfrm>
        </p:grpSpPr>
        <p:sp>
          <p:nvSpPr>
            <p:cNvPr id="78873" name="Line 18"/>
            <p:cNvSpPr>
              <a:spLocks noChangeShapeType="1"/>
            </p:cNvSpPr>
            <p:nvPr/>
          </p:nvSpPr>
          <p:spPr bwMode="auto">
            <a:xfrm>
              <a:off x="1344" y="2112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4" name="Line 19"/>
            <p:cNvSpPr>
              <a:spLocks noChangeShapeType="1"/>
            </p:cNvSpPr>
            <p:nvPr/>
          </p:nvSpPr>
          <p:spPr bwMode="auto">
            <a:xfrm flipV="1">
              <a:off x="3168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5" name="Line 20"/>
            <p:cNvSpPr>
              <a:spLocks noChangeShapeType="1"/>
            </p:cNvSpPr>
            <p:nvPr/>
          </p:nvSpPr>
          <p:spPr bwMode="auto">
            <a:xfrm>
              <a:off x="3168" y="18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6" name="Line 21"/>
            <p:cNvSpPr>
              <a:spLocks noChangeShapeType="1"/>
            </p:cNvSpPr>
            <p:nvPr/>
          </p:nvSpPr>
          <p:spPr bwMode="auto">
            <a:xfrm>
              <a:off x="3456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7" name="Line 22"/>
            <p:cNvSpPr>
              <a:spLocks noChangeShapeType="1"/>
            </p:cNvSpPr>
            <p:nvPr/>
          </p:nvSpPr>
          <p:spPr bwMode="auto">
            <a:xfrm>
              <a:off x="3456" y="21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8" name="Rectangle 23"/>
            <p:cNvSpPr>
              <a:spLocks noChangeArrowheads="1"/>
            </p:cNvSpPr>
            <p:nvPr/>
          </p:nvSpPr>
          <p:spPr bwMode="auto">
            <a:xfrm>
              <a:off x="912" y="1920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</p:grpSp>
      <p:grpSp>
        <p:nvGrpSpPr>
          <p:cNvPr id="78857" name="Group 24"/>
          <p:cNvGrpSpPr>
            <a:grpSpLocks/>
          </p:cNvGrpSpPr>
          <p:nvPr/>
        </p:nvGrpSpPr>
        <p:grpSpPr bwMode="auto">
          <a:xfrm>
            <a:off x="1691680" y="3707904"/>
            <a:ext cx="5105400" cy="533400"/>
            <a:chOff x="912" y="2352"/>
            <a:chExt cx="3216" cy="336"/>
          </a:xfrm>
        </p:grpSpPr>
        <p:sp>
          <p:nvSpPr>
            <p:cNvPr id="78869" name="Line 25"/>
            <p:cNvSpPr>
              <a:spLocks noChangeShapeType="1"/>
            </p:cNvSpPr>
            <p:nvPr/>
          </p:nvSpPr>
          <p:spPr bwMode="auto">
            <a:xfrm>
              <a:off x="1344" y="259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0" name="Line 26"/>
            <p:cNvSpPr>
              <a:spLocks noChangeShapeType="1"/>
            </p:cNvSpPr>
            <p:nvPr/>
          </p:nvSpPr>
          <p:spPr bwMode="auto">
            <a:xfrm flipV="1">
              <a:off x="1632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1" name="Line 27"/>
            <p:cNvSpPr>
              <a:spLocks noChangeShapeType="1"/>
            </p:cNvSpPr>
            <p:nvPr/>
          </p:nvSpPr>
          <p:spPr bwMode="auto">
            <a:xfrm>
              <a:off x="1632" y="2352"/>
              <a:ext cx="2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8872" name="Rectangle 28"/>
            <p:cNvSpPr>
              <a:spLocks noChangeArrowheads="1"/>
            </p:cNvSpPr>
            <p:nvPr/>
          </p:nvSpPr>
          <p:spPr bwMode="auto">
            <a:xfrm>
              <a:off x="912" y="240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</p:grpSp>
      <p:sp>
        <p:nvSpPr>
          <p:cNvPr id="534557" name="Line 29"/>
          <p:cNvSpPr>
            <a:spLocks noChangeShapeType="1"/>
          </p:cNvSpPr>
          <p:nvPr/>
        </p:nvSpPr>
        <p:spPr bwMode="auto">
          <a:xfrm>
            <a:off x="2301280" y="4546104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58" name="Line 30"/>
          <p:cNvSpPr>
            <a:spLocks noChangeShapeType="1"/>
          </p:cNvSpPr>
          <p:nvPr/>
        </p:nvSpPr>
        <p:spPr bwMode="auto">
          <a:xfrm>
            <a:off x="5882680" y="4850904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59" name="Line 31"/>
          <p:cNvSpPr>
            <a:spLocks noChangeShapeType="1"/>
          </p:cNvSpPr>
          <p:nvPr/>
        </p:nvSpPr>
        <p:spPr bwMode="auto">
          <a:xfrm>
            <a:off x="4053880" y="5003304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60" name="Line 32"/>
          <p:cNvSpPr>
            <a:spLocks noChangeShapeType="1"/>
          </p:cNvSpPr>
          <p:nvPr/>
        </p:nvSpPr>
        <p:spPr bwMode="auto">
          <a:xfrm>
            <a:off x="2301280" y="5460504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63" name="AutoShape 35"/>
          <p:cNvSpPr>
            <a:spLocks noChangeArrowheads="1"/>
          </p:cNvSpPr>
          <p:nvPr/>
        </p:nvSpPr>
        <p:spPr bwMode="auto">
          <a:xfrm>
            <a:off x="167680" y="4241304"/>
            <a:ext cx="1066800" cy="838200"/>
          </a:xfrm>
          <a:prstGeom prst="wedgeRoundRectCallout">
            <a:avLst>
              <a:gd name="adj1" fmla="val 96875"/>
              <a:gd name="adj2" fmla="val 32764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邊沿觸發器</a:t>
            </a:r>
          </a:p>
        </p:txBody>
      </p:sp>
      <p:sp>
        <p:nvSpPr>
          <p:cNvPr id="534564" name="Line 36"/>
          <p:cNvSpPr>
            <a:spLocks noChangeShapeType="1"/>
          </p:cNvSpPr>
          <p:nvPr/>
        </p:nvSpPr>
        <p:spPr bwMode="auto">
          <a:xfrm>
            <a:off x="4053880" y="4850904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65" name="Line 37"/>
          <p:cNvSpPr>
            <a:spLocks noChangeShapeType="1"/>
          </p:cNvSpPr>
          <p:nvPr/>
        </p:nvSpPr>
        <p:spPr bwMode="auto">
          <a:xfrm>
            <a:off x="5882680" y="5003304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66" name="Line 38"/>
          <p:cNvSpPr>
            <a:spLocks noChangeShapeType="1"/>
          </p:cNvSpPr>
          <p:nvPr/>
        </p:nvSpPr>
        <p:spPr bwMode="auto">
          <a:xfrm>
            <a:off x="4053880" y="4546104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4567" name="Line 39"/>
          <p:cNvSpPr>
            <a:spLocks noChangeShapeType="1"/>
          </p:cNvSpPr>
          <p:nvPr/>
        </p:nvSpPr>
        <p:spPr bwMode="auto">
          <a:xfrm>
            <a:off x="4053880" y="5003304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2" name="Text Box 55">
            <a:extLst>
              <a:ext uri="{FF2B5EF4-FFF2-40B4-BE49-F238E27FC236}">
                <a16:creationId xmlns:a16="http://schemas.microsoft.com/office/drawing/2014/main" id="{CD4AFFDA-FE08-3690-A12F-4EA8D25C5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983" y="4924085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3" name="Text Box 55">
            <a:extLst>
              <a:ext uri="{FF2B5EF4-FFF2-40B4-BE49-F238E27FC236}">
                <a16:creationId xmlns:a16="http://schemas.microsoft.com/office/drawing/2014/main" id="{48F27DEB-C2AB-2691-E7BB-68B75969A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0331" y="4390685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761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53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53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53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53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53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53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53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53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53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63" grpId="0" animBg="1" autoUpdateAnimBg="0"/>
      <p:bldP spid="2" grpId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834DD8-7E8F-40DE-B677-C61C6F48EA9A}" type="slidenum">
              <a:rPr lang="en-US" altLang="zh-CN"/>
              <a:pPr>
                <a:defRPr/>
              </a:pPr>
              <a:t>34</a:t>
            </a:fld>
            <a:endParaRPr lang="en-US" altLang="zh-CN" dirty="0"/>
          </a:p>
        </p:txBody>
      </p:sp>
      <p:sp>
        <p:nvSpPr>
          <p:cNvPr id="535605" name="Line 53"/>
          <p:cNvSpPr>
            <a:spLocks noChangeShapeType="1"/>
          </p:cNvSpPr>
          <p:nvPr/>
        </p:nvSpPr>
        <p:spPr bwMode="auto">
          <a:xfrm>
            <a:off x="3810000" y="182880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54" name="Line 2"/>
          <p:cNvSpPr>
            <a:spLocks noChangeShapeType="1"/>
          </p:cNvSpPr>
          <p:nvPr/>
        </p:nvSpPr>
        <p:spPr bwMode="auto">
          <a:xfrm>
            <a:off x="5638800" y="190500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55" name="Line 3"/>
          <p:cNvSpPr>
            <a:spLocks noChangeShapeType="1"/>
          </p:cNvSpPr>
          <p:nvPr/>
        </p:nvSpPr>
        <p:spPr bwMode="auto">
          <a:xfrm>
            <a:off x="5029200" y="190500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5557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179512" y="1257300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主從</a:t>
            </a:r>
            <a:r>
              <a:rPr lang="en-US" altLang="zh-CN" sz="2800" dirty="0"/>
              <a:t>J-K</a:t>
            </a:r>
            <a:r>
              <a:rPr lang="zh-CN" altLang="en-US" sz="2800" dirty="0"/>
              <a:t>觸發器和邊沿</a:t>
            </a:r>
            <a:r>
              <a:rPr lang="en-US" altLang="zh-CN" sz="2800" dirty="0"/>
              <a:t>J-K</a:t>
            </a:r>
            <a:r>
              <a:rPr lang="zh-CN" altLang="en-US" sz="2800" dirty="0"/>
              <a:t>觸發器的差別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535558" name="Group 6"/>
          <p:cNvGrpSpPr>
            <a:grpSpLocks/>
          </p:cNvGrpSpPr>
          <p:nvPr/>
        </p:nvGrpSpPr>
        <p:grpSpPr bwMode="auto">
          <a:xfrm>
            <a:off x="1447800" y="2057400"/>
            <a:ext cx="5105400" cy="533400"/>
            <a:chOff x="912" y="1296"/>
            <a:chExt cx="3216" cy="336"/>
          </a:xfrm>
        </p:grpSpPr>
        <p:sp>
          <p:nvSpPr>
            <p:cNvPr id="79927" name="Line 7"/>
            <p:cNvSpPr>
              <a:spLocks noChangeShapeType="1"/>
            </p:cNvSpPr>
            <p:nvPr/>
          </p:nvSpPr>
          <p:spPr bwMode="auto">
            <a:xfrm>
              <a:off x="1296" y="15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8" name="Line 8"/>
            <p:cNvSpPr>
              <a:spLocks noChangeShapeType="1"/>
            </p:cNvSpPr>
            <p:nvPr/>
          </p:nvSpPr>
          <p:spPr bwMode="auto">
            <a:xfrm flipV="1">
              <a:off x="1824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9" name="Line 9"/>
            <p:cNvSpPr>
              <a:spLocks noChangeShapeType="1"/>
            </p:cNvSpPr>
            <p:nvPr/>
          </p:nvSpPr>
          <p:spPr bwMode="auto">
            <a:xfrm>
              <a:off x="1824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30" name="Line 10"/>
            <p:cNvSpPr>
              <a:spLocks noChangeShapeType="1"/>
            </p:cNvSpPr>
            <p:nvPr/>
          </p:nvSpPr>
          <p:spPr bwMode="auto">
            <a:xfrm>
              <a:off x="2400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31" name="Line 11"/>
            <p:cNvSpPr>
              <a:spLocks noChangeShapeType="1"/>
            </p:cNvSpPr>
            <p:nvPr/>
          </p:nvSpPr>
          <p:spPr bwMode="auto">
            <a:xfrm>
              <a:off x="2400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32" name="Line 12"/>
            <p:cNvSpPr>
              <a:spLocks noChangeShapeType="1"/>
            </p:cNvSpPr>
            <p:nvPr/>
          </p:nvSpPr>
          <p:spPr bwMode="auto">
            <a:xfrm flipV="1">
              <a:off x="2976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33" name="Line 13"/>
            <p:cNvSpPr>
              <a:spLocks noChangeShapeType="1"/>
            </p:cNvSpPr>
            <p:nvPr/>
          </p:nvSpPr>
          <p:spPr bwMode="auto">
            <a:xfrm>
              <a:off x="2976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34" name="Line 14"/>
            <p:cNvSpPr>
              <a:spLocks noChangeShapeType="1"/>
            </p:cNvSpPr>
            <p:nvPr/>
          </p:nvSpPr>
          <p:spPr bwMode="auto">
            <a:xfrm>
              <a:off x="3552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35" name="Line 15"/>
            <p:cNvSpPr>
              <a:spLocks noChangeShapeType="1"/>
            </p:cNvSpPr>
            <p:nvPr/>
          </p:nvSpPr>
          <p:spPr bwMode="auto">
            <a:xfrm>
              <a:off x="3552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36" name="Text Box 16"/>
            <p:cNvSpPr txBox="1">
              <a:spLocks noChangeArrowheads="1"/>
            </p:cNvSpPr>
            <p:nvPr/>
          </p:nvSpPr>
          <p:spPr bwMode="auto">
            <a:xfrm>
              <a:off x="912" y="134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535569" name="Group 17"/>
          <p:cNvGrpSpPr>
            <a:grpSpLocks/>
          </p:cNvGrpSpPr>
          <p:nvPr/>
        </p:nvGrpSpPr>
        <p:grpSpPr bwMode="auto">
          <a:xfrm>
            <a:off x="1447800" y="2590800"/>
            <a:ext cx="5105400" cy="533400"/>
            <a:chOff x="912" y="1872"/>
            <a:chExt cx="3216" cy="336"/>
          </a:xfrm>
        </p:grpSpPr>
        <p:sp>
          <p:nvSpPr>
            <p:cNvPr id="79921" name="Line 18"/>
            <p:cNvSpPr>
              <a:spLocks noChangeShapeType="1"/>
            </p:cNvSpPr>
            <p:nvPr/>
          </p:nvSpPr>
          <p:spPr bwMode="auto">
            <a:xfrm>
              <a:off x="1344" y="2112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2" name="Line 19"/>
            <p:cNvSpPr>
              <a:spLocks noChangeShapeType="1"/>
            </p:cNvSpPr>
            <p:nvPr/>
          </p:nvSpPr>
          <p:spPr bwMode="auto">
            <a:xfrm flipV="1">
              <a:off x="3168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3" name="Line 20"/>
            <p:cNvSpPr>
              <a:spLocks noChangeShapeType="1"/>
            </p:cNvSpPr>
            <p:nvPr/>
          </p:nvSpPr>
          <p:spPr bwMode="auto">
            <a:xfrm>
              <a:off x="3168" y="18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4" name="Line 21"/>
            <p:cNvSpPr>
              <a:spLocks noChangeShapeType="1"/>
            </p:cNvSpPr>
            <p:nvPr/>
          </p:nvSpPr>
          <p:spPr bwMode="auto">
            <a:xfrm>
              <a:off x="3456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5" name="Line 22"/>
            <p:cNvSpPr>
              <a:spLocks noChangeShapeType="1"/>
            </p:cNvSpPr>
            <p:nvPr/>
          </p:nvSpPr>
          <p:spPr bwMode="auto">
            <a:xfrm>
              <a:off x="3456" y="21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6" name="Rectangle 23"/>
            <p:cNvSpPr>
              <a:spLocks noChangeArrowheads="1"/>
            </p:cNvSpPr>
            <p:nvPr/>
          </p:nvSpPr>
          <p:spPr bwMode="auto">
            <a:xfrm>
              <a:off x="912" y="1920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</p:grpSp>
      <p:grpSp>
        <p:nvGrpSpPr>
          <p:cNvPr id="535576" name="Group 24"/>
          <p:cNvGrpSpPr>
            <a:grpSpLocks/>
          </p:cNvGrpSpPr>
          <p:nvPr/>
        </p:nvGrpSpPr>
        <p:grpSpPr bwMode="auto">
          <a:xfrm>
            <a:off x="1447800" y="3200400"/>
            <a:ext cx="5105400" cy="533400"/>
            <a:chOff x="912" y="2352"/>
            <a:chExt cx="3216" cy="336"/>
          </a:xfrm>
        </p:grpSpPr>
        <p:sp>
          <p:nvSpPr>
            <p:cNvPr id="79917" name="Line 25"/>
            <p:cNvSpPr>
              <a:spLocks noChangeShapeType="1"/>
            </p:cNvSpPr>
            <p:nvPr/>
          </p:nvSpPr>
          <p:spPr bwMode="auto">
            <a:xfrm>
              <a:off x="1344" y="259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18" name="Line 26"/>
            <p:cNvSpPr>
              <a:spLocks noChangeShapeType="1"/>
            </p:cNvSpPr>
            <p:nvPr/>
          </p:nvSpPr>
          <p:spPr bwMode="auto">
            <a:xfrm flipV="1">
              <a:off x="1632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19" name="Line 27"/>
            <p:cNvSpPr>
              <a:spLocks noChangeShapeType="1"/>
            </p:cNvSpPr>
            <p:nvPr/>
          </p:nvSpPr>
          <p:spPr bwMode="auto">
            <a:xfrm>
              <a:off x="1632" y="2352"/>
              <a:ext cx="2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79920" name="Rectangle 28"/>
            <p:cNvSpPr>
              <a:spLocks noChangeArrowheads="1"/>
            </p:cNvSpPr>
            <p:nvPr/>
          </p:nvSpPr>
          <p:spPr bwMode="auto">
            <a:xfrm>
              <a:off x="912" y="240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</p:grpSp>
      <p:sp>
        <p:nvSpPr>
          <p:cNvPr id="535581" name="Line 29"/>
          <p:cNvSpPr>
            <a:spLocks noChangeShapeType="1"/>
          </p:cNvSpPr>
          <p:nvPr/>
        </p:nvSpPr>
        <p:spPr bwMode="auto">
          <a:xfrm flipV="1">
            <a:off x="2895600" y="4114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82" name="Line 30"/>
          <p:cNvSpPr>
            <a:spLocks noChangeShapeType="1"/>
          </p:cNvSpPr>
          <p:nvPr/>
        </p:nvSpPr>
        <p:spPr bwMode="auto">
          <a:xfrm flipV="1">
            <a:off x="5029200" y="3733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83" name="Line 31"/>
          <p:cNvSpPr>
            <a:spLocks noChangeShapeType="1"/>
          </p:cNvSpPr>
          <p:nvPr/>
        </p:nvSpPr>
        <p:spPr bwMode="auto">
          <a:xfrm>
            <a:off x="5029200" y="37338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84" name="Line 32"/>
          <p:cNvSpPr>
            <a:spLocks noChangeShapeType="1"/>
          </p:cNvSpPr>
          <p:nvPr/>
        </p:nvSpPr>
        <p:spPr bwMode="auto">
          <a:xfrm>
            <a:off x="5029200" y="47244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85" name="Line 33"/>
          <p:cNvSpPr>
            <a:spLocks noChangeShapeType="1"/>
          </p:cNvSpPr>
          <p:nvPr/>
        </p:nvSpPr>
        <p:spPr bwMode="auto">
          <a:xfrm flipV="1">
            <a:off x="5029200" y="43434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86" name="Line 34"/>
          <p:cNvSpPr>
            <a:spLocks noChangeShapeType="1"/>
          </p:cNvSpPr>
          <p:nvPr/>
        </p:nvSpPr>
        <p:spPr bwMode="auto">
          <a:xfrm>
            <a:off x="2893672" y="4329185"/>
            <a:ext cx="916327" cy="1421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89" name="Line 37"/>
          <p:cNvSpPr>
            <a:spLocks noChangeShapeType="1"/>
          </p:cNvSpPr>
          <p:nvPr/>
        </p:nvSpPr>
        <p:spPr bwMode="auto">
          <a:xfrm>
            <a:off x="2057400" y="51816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90" name="Line 38"/>
          <p:cNvSpPr>
            <a:spLocks noChangeShapeType="1"/>
          </p:cNvSpPr>
          <p:nvPr/>
        </p:nvSpPr>
        <p:spPr bwMode="auto">
          <a:xfrm flipV="1">
            <a:off x="3810000" y="5181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91" name="Line 39"/>
          <p:cNvSpPr>
            <a:spLocks noChangeShapeType="1"/>
          </p:cNvSpPr>
          <p:nvPr/>
        </p:nvSpPr>
        <p:spPr bwMode="auto">
          <a:xfrm>
            <a:off x="5638800" y="51816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92" name="Line 40"/>
          <p:cNvSpPr>
            <a:spLocks noChangeShapeType="1"/>
          </p:cNvSpPr>
          <p:nvPr/>
        </p:nvSpPr>
        <p:spPr bwMode="auto">
          <a:xfrm>
            <a:off x="3810000" y="57912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93" name="Line 41"/>
          <p:cNvSpPr>
            <a:spLocks noChangeShapeType="1"/>
          </p:cNvSpPr>
          <p:nvPr/>
        </p:nvSpPr>
        <p:spPr bwMode="auto">
          <a:xfrm flipV="1">
            <a:off x="5638800" y="5791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94" name="Line 42"/>
          <p:cNvSpPr>
            <a:spLocks noChangeShapeType="1"/>
          </p:cNvSpPr>
          <p:nvPr/>
        </p:nvSpPr>
        <p:spPr bwMode="auto">
          <a:xfrm>
            <a:off x="2057400" y="6172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597" name="AutoShape 45"/>
          <p:cNvSpPr>
            <a:spLocks noChangeArrowheads="1"/>
          </p:cNvSpPr>
          <p:nvPr/>
        </p:nvSpPr>
        <p:spPr bwMode="auto">
          <a:xfrm>
            <a:off x="228600" y="3581400"/>
            <a:ext cx="914400" cy="838200"/>
          </a:xfrm>
          <a:prstGeom prst="wedgeRoundRectCallout">
            <a:avLst>
              <a:gd name="adj1" fmla="val 83856"/>
              <a:gd name="adj2" fmla="val 35796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主觸發器</a:t>
            </a:r>
          </a:p>
        </p:txBody>
      </p:sp>
      <p:sp>
        <p:nvSpPr>
          <p:cNvPr id="535598" name="AutoShape 46"/>
          <p:cNvSpPr>
            <a:spLocks noChangeArrowheads="1"/>
          </p:cNvSpPr>
          <p:nvPr/>
        </p:nvSpPr>
        <p:spPr bwMode="auto">
          <a:xfrm>
            <a:off x="228600" y="4953000"/>
            <a:ext cx="914400" cy="838200"/>
          </a:xfrm>
          <a:prstGeom prst="wedgeRoundRectCallout">
            <a:avLst>
              <a:gd name="adj1" fmla="val 83856"/>
              <a:gd name="adj2" fmla="val 35796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從觸發器</a:t>
            </a:r>
          </a:p>
        </p:txBody>
      </p:sp>
      <p:grpSp>
        <p:nvGrpSpPr>
          <p:cNvPr id="535602" name="Group 50"/>
          <p:cNvGrpSpPr>
            <a:grpSpLocks/>
          </p:cNvGrpSpPr>
          <p:nvPr/>
        </p:nvGrpSpPr>
        <p:grpSpPr bwMode="auto">
          <a:xfrm>
            <a:off x="5181600" y="3810000"/>
            <a:ext cx="3505200" cy="708025"/>
            <a:chOff x="1440" y="3840"/>
            <a:chExt cx="2208" cy="446"/>
          </a:xfrm>
        </p:grpSpPr>
        <p:sp>
          <p:nvSpPr>
            <p:cNvPr id="79915" name="Text Box 48"/>
            <p:cNvSpPr txBox="1">
              <a:spLocks noChangeArrowheads="1"/>
            </p:cNvSpPr>
            <p:nvPr/>
          </p:nvSpPr>
          <p:spPr bwMode="auto">
            <a:xfrm>
              <a:off x="1440" y="3840"/>
              <a:ext cx="2208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(JQ=0,KQ=0, Q</a:t>
              </a:r>
              <a:r>
                <a:rPr lang="zh-CN" altLang="en-US" sz="12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主</a:t>
              </a:r>
              <a:r>
                <a:rPr lang="zh-CN" altLang="en-US" sz="20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不會變化</a:t>
              </a:r>
              <a:r>
                <a:rPr lang="en-US" altLang="zh-CN" sz="20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)</a:t>
              </a:r>
            </a:p>
          </p:txBody>
        </p:sp>
        <p:sp>
          <p:nvSpPr>
            <p:cNvPr id="79916" name="Line 49"/>
            <p:cNvSpPr>
              <a:spLocks noChangeShapeType="1"/>
            </p:cNvSpPr>
            <p:nvPr/>
          </p:nvSpPr>
          <p:spPr bwMode="auto">
            <a:xfrm>
              <a:off x="1667" y="3885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535603" name="Line 51"/>
          <p:cNvSpPr>
            <a:spLocks noChangeShapeType="1"/>
          </p:cNvSpPr>
          <p:nvPr/>
        </p:nvSpPr>
        <p:spPr bwMode="auto">
          <a:xfrm>
            <a:off x="5486400" y="1905000"/>
            <a:ext cx="0" cy="449580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04" name="Line 52"/>
          <p:cNvSpPr>
            <a:spLocks noChangeShapeType="1"/>
          </p:cNvSpPr>
          <p:nvPr/>
        </p:nvSpPr>
        <p:spPr bwMode="auto">
          <a:xfrm>
            <a:off x="5486400" y="37338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06" name="Line 54"/>
          <p:cNvSpPr>
            <a:spLocks noChangeShapeType="1"/>
          </p:cNvSpPr>
          <p:nvPr/>
        </p:nvSpPr>
        <p:spPr bwMode="auto">
          <a:xfrm flipV="1">
            <a:off x="3810000" y="41148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07" name="Line 55"/>
          <p:cNvSpPr>
            <a:spLocks noChangeShapeType="1"/>
          </p:cNvSpPr>
          <p:nvPr/>
        </p:nvSpPr>
        <p:spPr bwMode="auto">
          <a:xfrm>
            <a:off x="3810000" y="43434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08" name="Line 56"/>
          <p:cNvSpPr>
            <a:spLocks noChangeShapeType="1"/>
          </p:cNvSpPr>
          <p:nvPr/>
        </p:nvSpPr>
        <p:spPr bwMode="auto">
          <a:xfrm>
            <a:off x="3810000" y="55626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09" name="Line 57"/>
          <p:cNvSpPr>
            <a:spLocks noChangeShapeType="1"/>
          </p:cNvSpPr>
          <p:nvPr/>
        </p:nvSpPr>
        <p:spPr bwMode="auto">
          <a:xfrm flipV="1">
            <a:off x="3810000" y="5791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10" name="Line 58"/>
          <p:cNvSpPr>
            <a:spLocks noChangeShapeType="1"/>
          </p:cNvSpPr>
          <p:nvPr/>
        </p:nvSpPr>
        <p:spPr bwMode="auto">
          <a:xfrm>
            <a:off x="5029200" y="55626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11" name="Line 59"/>
          <p:cNvSpPr>
            <a:spLocks noChangeShapeType="1"/>
          </p:cNvSpPr>
          <p:nvPr/>
        </p:nvSpPr>
        <p:spPr bwMode="auto">
          <a:xfrm>
            <a:off x="5029200" y="57912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12" name="Line 60"/>
          <p:cNvSpPr>
            <a:spLocks noChangeShapeType="1"/>
          </p:cNvSpPr>
          <p:nvPr/>
        </p:nvSpPr>
        <p:spPr bwMode="auto">
          <a:xfrm flipV="1">
            <a:off x="5638800" y="5181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13" name="Line 61"/>
          <p:cNvSpPr>
            <a:spLocks noChangeShapeType="1"/>
          </p:cNvSpPr>
          <p:nvPr/>
        </p:nvSpPr>
        <p:spPr bwMode="auto">
          <a:xfrm>
            <a:off x="5638800" y="61722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14" name="Line 62"/>
          <p:cNvSpPr>
            <a:spLocks noChangeShapeType="1"/>
          </p:cNvSpPr>
          <p:nvPr/>
        </p:nvSpPr>
        <p:spPr bwMode="auto">
          <a:xfrm>
            <a:off x="5486400" y="47244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5615" name="Text Box 63"/>
          <p:cNvSpPr txBox="1">
            <a:spLocks noChangeArrowheads="1"/>
          </p:cNvSpPr>
          <p:nvPr/>
        </p:nvSpPr>
        <p:spPr bwMode="auto">
          <a:xfrm>
            <a:off x="6781800" y="4800600"/>
            <a:ext cx="2362200" cy="193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ea typeface="Noto Serif SC" panose="02020200000000000000" pitchFamily="18" charset="-122"/>
              </a:rPr>
              <a:t>問題：此時刻</a:t>
            </a:r>
            <a:r>
              <a:rPr lang="en-US" altLang="zh-CN" sz="2000" dirty="0">
                <a:ea typeface="Noto Serif SC" panose="02020200000000000000" pitchFamily="18" charset="-122"/>
              </a:rPr>
              <a:t>J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，</a:t>
            </a:r>
            <a:r>
              <a:rPr lang="en-US" altLang="zh-CN" sz="2000" dirty="0">
                <a:ea typeface="Noto Serif SC" panose="02020200000000000000" pitchFamily="18" charset="-122"/>
              </a:rPr>
              <a:t>K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ea typeface="Noto Serif SC" panose="02020200000000000000" pitchFamily="18" charset="-122"/>
              </a:rPr>
              <a:t>，從觸發器的輸出應為：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0</a:t>
            </a:r>
            <a:r>
              <a:rPr lang="zh-CN" altLang="en-US" sz="2000" dirty="0">
                <a:ea typeface="Noto Serif SC" panose="02020200000000000000" pitchFamily="18" charset="-122"/>
              </a:rPr>
              <a:t>。實際結果：</a:t>
            </a:r>
            <a:r>
              <a:rPr lang="en-US" altLang="zh-CN" sz="2000" dirty="0">
                <a:ea typeface="Noto Serif SC" panose="02020200000000000000" pitchFamily="18" charset="-122"/>
              </a:rPr>
              <a:t>Q</a:t>
            </a:r>
            <a:r>
              <a:rPr lang="zh-CN" altLang="en-US" sz="2000" dirty="0">
                <a:ea typeface="Noto Serif SC" panose="02020200000000000000" pitchFamily="18" charset="-122"/>
              </a:rPr>
              <a:t>＝</a:t>
            </a:r>
            <a:r>
              <a:rPr lang="en-US" altLang="zh-CN" sz="2000" dirty="0">
                <a:ea typeface="Noto Serif SC" panose="02020200000000000000" pitchFamily="18" charset="-122"/>
              </a:rPr>
              <a:t>1</a:t>
            </a:r>
            <a:r>
              <a:rPr lang="zh-CN" altLang="en-US" sz="2000" dirty="0">
                <a:ea typeface="Noto Serif SC" panose="02020200000000000000" pitchFamily="18" charset="-122"/>
              </a:rPr>
              <a:t>，與</a:t>
            </a:r>
            <a:r>
              <a:rPr lang="en-US" altLang="zh-CN" sz="2000" dirty="0">
                <a:ea typeface="Noto Serif SC" panose="02020200000000000000" pitchFamily="18" charset="-122"/>
              </a:rPr>
              <a:t>JK</a:t>
            </a:r>
            <a:r>
              <a:rPr lang="zh-CN" altLang="en-US" sz="2000" dirty="0">
                <a:ea typeface="Noto Serif SC" panose="02020200000000000000" pitchFamily="18" charset="-122"/>
              </a:rPr>
              <a:t>觸發器功能表不符</a:t>
            </a:r>
          </a:p>
        </p:txBody>
      </p:sp>
      <p:sp>
        <p:nvSpPr>
          <p:cNvPr id="535616" name="Line 64"/>
          <p:cNvSpPr>
            <a:spLocks noChangeShapeType="1"/>
          </p:cNvSpPr>
          <p:nvPr/>
        </p:nvSpPr>
        <p:spPr bwMode="auto">
          <a:xfrm flipH="1" flipV="1">
            <a:off x="5715000" y="5257800"/>
            <a:ext cx="10668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6963869" y="-71765"/>
            <a:ext cx="1756730" cy="3829657"/>
            <a:chOff x="4595565" y="-14682"/>
            <a:chExt cx="3853110" cy="7066360"/>
          </a:xfrm>
        </p:grpSpPr>
        <p:sp>
          <p:nvSpPr>
            <p:cNvPr id="67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533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5181600" y="527721"/>
              <a:ext cx="3267075" cy="5728650"/>
              <a:chOff x="5181600" y="527721"/>
              <a:chExt cx="3267075" cy="5728650"/>
            </a:xfrm>
          </p:grpSpPr>
          <p:sp>
            <p:nvSpPr>
              <p:cNvPr id="87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8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9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0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2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5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6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7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8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9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0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1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2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5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4" cy="851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06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4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5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7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3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8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1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9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9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0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1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2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4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5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6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7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8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9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0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1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2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7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3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5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4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3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5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1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6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7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8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9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8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9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0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1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2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3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4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851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36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7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9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70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71" name="Group 332"/>
            <p:cNvGrpSpPr>
              <a:grpSpLocks/>
            </p:cNvGrpSpPr>
            <p:nvPr/>
          </p:nvGrpSpPr>
          <p:grpSpPr bwMode="auto">
            <a:xfrm>
              <a:off x="4721225" y="5029201"/>
              <a:ext cx="1390650" cy="1941513"/>
              <a:chOff x="2974" y="3168"/>
              <a:chExt cx="876" cy="1223"/>
            </a:xfrm>
          </p:grpSpPr>
          <p:grpSp>
            <p:nvGrpSpPr>
              <p:cNvPr id="80" name="Group 324"/>
              <p:cNvGrpSpPr>
                <a:grpSpLocks/>
              </p:cNvGrpSpPr>
              <p:nvPr/>
            </p:nvGrpSpPr>
            <p:grpSpPr bwMode="auto">
              <a:xfrm>
                <a:off x="2974" y="3312"/>
                <a:ext cx="876" cy="1079"/>
                <a:chOff x="2974" y="3216"/>
                <a:chExt cx="876" cy="1079"/>
              </a:xfrm>
            </p:grpSpPr>
            <p:sp>
              <p:nvSpPr>
                <p:cNvPr id="82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3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550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84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5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572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86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81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2" name="Group 333"/>
            <p:cNvGrpSpPr>
              <a:grpSpLocks/>
            </p:cNvGrpSpPr>
            <p:nvPr/>
          </p:nvGrpSpPr>
          <p:grpSpPr bwMode="auto">
            <a:xfrm>
              <a:off x="6651628" y="5029202"/>
              <a:ext cx="1619252" cy="2022476"/>
              <a:chOff x="4190" y="3168"/>
              <a:chExt cx="1020" cy="1274"/>
            </a:xfrm>
          </p:grpSpPr>
          <p:grpSp>
            <p:nvGrpSpPr>
              <p:cNvPr id="73" name="Group 325"/>
              <p:cNvGrpSpPr>
                <a:grpSpLocks/>
              </p:cNvGrpSpPr>
              <p:nvPr/>
            </p:nvGrpSpPr>
            <p:grpSpPr bwMode="auto">
              <a:xfrm>
                <a:off x="4190" y="3312"/>
                <a:ext cx="1020" cy="1130"/>
                <a:chOff x="4167" y="3216"/>
                <a:chExt cx="1020" cy="1130"/>
              </a:xfrm>
            </p:grpSpPr>
            <p:sp>
              <p:nvSpPr>
                <p:cNvPr id="75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474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76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9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7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8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9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4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sp>
        <p:nvSpPr>
          <p:cNvPr id="2" name="Text Box 55">
            <a:extLst>
              <a:ext uri="{FF2B5EF4-FFF2-40B4-BE49-F238E27FC236}">
                <a16:creationId xmlns:a16="http://schemas.microsoft.com/office/drawing/2014/main" id="{733EF32A-BADD-92F0-8F81-BA3699CB9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767" y="5614933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3" name="Text Box 55">
            <a:extLst>
              <a:ext uri="{FF2B5EF4-FFF2-40B4-BE49-F238E27FC236}">
                <a16:creationId xmlns:a16="http://schemas.microsoft.com/office/drawing/2014/main" id="{A13D469D-5AAF-95D4-302F-771CB58DB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841" y="5073466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4" name="Text Box 55">
            <a:extLst>
              <a:ext uri="{FF2B5EF4-FFF2-40B4-BE49-F238E27FC236}">
                <a16:creationId xmlns:a16="http://schemas.microsoft.com/office/drawing/2014/main" id="{A0632504-44A4-2111-06AD-45E610EAD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265" y="4023204"/>
            <a:ext cx="413896" cy="733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_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5" name="Text Box 55">
            <a:extLst>
              <a:ext uri="{FF2B5EF4-FFF2-40B4-BE49-F238E27FC236}">
                <a16:creationId xmlns:a16="http://schemas.microsoft.com/office/drawing/2014/main" id="{BCC15BA4-B02F-36F3-CD44-6AB44626C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251" y="3757686"/>
            <a:ext cx="413896" cy="41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endParaRPr lang="en-US" altLang="zh-CN" sz="2400" baseline="-250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6" name="Line 53">
            <a:extLst>
              <a:ext uri="{FF2B5EF4-FFF2-40B4-BE49-F238E27FC236}">
                <a16:creationId xmlns:a16="http://schemas.microsoft.com/office/drawing/2014/main" id="{7A9F6EF9-B63E-DE19-6374-8B2E729D7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852667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7" name="Line 29">
            <a:extLst>
              <a:ext uri="{FF2B5EF4-FFF2-40B4-BE49-F238E27FC236}">
                <a16:creationId xmlns:a16="http://schemas.microsoft.com/office/drawing/2014/main" id="{3266D4F6-E523-5C30-87AD-308A5B601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3002" y="3748032"/>
            <a:ext cx="730632" cy="96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8" name="Line 30">
            <a:extLst>
              <a:ext uri="{FF2B5EF4-FFF2-40B4-BE49-F238E27FC236}">
                <a16:creationId xmlns:a16="http://schemas.microsoft.com/office/drawing/2014/main" id="{02498073-94B6-3E42-5671-FFBF1984FA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3634" y="3748032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9" name="Line 29">
            <a:extLst>
              <a:ext uri="{FF2B5EF4-FFF2-40B4-BE49-F238E27FC236}">
                <a16:creationId xmlns:a16="http://schemas.microsoft.com/office/drawing/2014/main" id="{2DC41334-3366-8E08-8E05-B1D56FC3C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3985" y="4714747"/>
            <a:ext cx="730632" cy="96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10" name="Line 30">
            <a:extLst>
              <a:ext uri="{FF2B5EF4-FFF2-40B4-BE49-F238E27FC236}">
                <a16:creationId xmlns:a16="http://schemas.microsoft.com/office/drawing/2014/main" id="{D69B0A97-3BA4-8089-C9BE-778A3304EF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3672" y="4336596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27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53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53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53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53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53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0" dur="500"/>
                                        <p:tgtEl>
                                          <p:spTgt spid="53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5" dur="500"/>
                                        <p:tgtEl>
                                          <p:spTgt spid="53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0" dur="500"/>
                                        <p:tgtEl>
                                          <p:spTgt spid="53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5" dur="500"/>
                                        <p:tgtEl>
                                          <p:spTgt spid="53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500"/>
                                        <p:tgtEl>
                                          <p:spTgt spid="53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5" dur="500"/>
                                        <p:tgtEl>
                                          <p:spTgt spid="53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0" dur="500"/>
                                        <p:tgtEl>
                                          <p:spTgt spid="5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5" dur="500"/>
                                        <p:tgtEl>
                                          <p:spTgt spid="53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0" dur="500"/>
                                        <p:tgtEl>
                                          <p:spTgt spid="53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5" dur="500"/>
                                        <p:tgtEl>
                                          <p:spTgt spid="53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0" dur="500"/>
                                        <p:tgtEl>
                                          <p:spTgt spid="53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5" dur="500"/>
                                        <p:tgtEl>
                                          <p:spTgt spid="53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0" dur="500"/>
                                        <p:tgtEl>
                                          <p:spTgt spid="53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5" dur="500"/>
                                        <p:tgtEl>
                                          <p:spTgt spid="53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3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3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6" dur="500"/>
                                        <p:tgtEl>
                                          <p:spTgt spid="53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1" dur="500"/>
                                        <p:tgtEl>
                                          <p:spTgt spid="53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6" dur="500"/>
                                        <p:tgtEl>
                                          <p:spTgt spid="5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1" dur="500"/>
                                        <p:tgtEl>
                                          <p:spTgt spid="53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6" dur="500"/>
                                        <p:tgtEl>
                                          <p:spTgt spid="5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1" dur="500"/>
                                        <p:tgtEl>
                                          <p:spTgt spid="53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6" dur="500"/>
                                        <p:tgtEl>
                                          <p:spTgt spid="53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53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6" dur="500"/>
                                        <p:tgtEl>
                                          <p:spTgt spid="53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97" grpId="0" animBg="1" autoUpdateAnimBg="0"/>
      <p:bldP spid="535598" grpId="0" animBg="1" autoUpdateAnimBg="0"/>
      <p:bldP spid="535615" grpId="0" animBg="1" autoUpdateAnimBg="0"/>
      <p:bldP spid="2" grpId="0"/>
      <p:bldP spid="3" grpId="0"/>
      <p:bldP spid="4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EFFC2-3228-4BBF-8FB7-DE0412FF31F0}" type="slidenum">
              <a:rPr lang="en-US" altLang="zh-CN"/>
              <a:pPr>
                <a:defRPr/>
              </a:pPr>
              <a:t>35</a:t>
            </a:fld>
            <a:endParaRPr lang="en-US" altLang="zh-CN" dirty="0"/>
          </a:p>
        </p:txBody>
      </p:sp>
      <p:sp>
        <p:nvSpPr>
          <p:cNvPr id="80899" name="Line 2"/>
          <p:cNvSpPr>
            <a:spLocks noChangeShapeType="1"/>
          </p:cNvSpPr>
          <p:nvPr/>
        </p:nvSpPr>
        <p:spPr bwMode="auto">
          <a:xfrm>
            <a:off x="3995936" y="2085720"/>
            <a:ext cx="0" cy="4495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80900" name="Line 3"/>
          <p:cNvSpPr>
            <a:spLocks noChangeShapeType="1"/>
          </p:cNvSpPr>
          <p:nvPr/>
        </p:nvSpPr>
        <p:spPr bwMode="auto">
          <a:xfrm>
            <a:off x="5824736" y="2009520"/>
            <a:ext cx="0" cy="4648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6348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634885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觸發器和邊沿</a:t>
            </a:r>
            <a:r>
              <a:rPr lang="en-US" altLang="zh-CN" dirty="0"/>
              <a:t>J-K</a:t>
            </a:r>
            <a:r>
              <a:rPr lang="zh-CN" altLang="en-US" dirty="0"/>
              <a:t>觸發器的差別</a:t>
            </a:r>
          </a:p>
        </p:txBody>
      </p:sp>
      <p:grpSp>
        <p:nvGrpSpPr>
          <p:cNvPr id="80903" name="Group 6"/>
          <p:cNvGrpSpPr>
            <a:grpSpLocks/>
          </p:cNvGrpSpPr>
          <p:nvPr/>
        </p:nvGrpSpPr>
        <p:grpSpPr bwMode="auto">
          <a:xfrm>
            <a:off x="1633736" y="2238120"/>
            <a:ext cx="5105400" cy="533400"/>
            <a:chOff x="912" y="1296"/>
            <a:chExt cx="3216" cy="336"/>
          </a:xfrm>
        </p:grpSpPr>
        <p:sp>
          <p:nvSpPr>
            <p:cNvPr id="80944" name="Line 7"/>
            <p:cNvSpPr>
              <a:spLocks noChangeShapeType="1"/>
            </p:cNvSpPr>
            <p:nvPr/>
          </p:nvSpPr>
          <p:spPr bwMode="auto">
            <a:xfrm>
              <a:off x="1296" y="153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5" name="Line 8"/>
            <p:cNvSpPr>
              <a:spLocks noChangeShapeType="1"/>
            </p:cNvSpPr>
            <p:nvPr/>
          </p:nvSpPr>
          <p:spPr bwMode="auto">
            <a:xfrm flipV="1">
              <a:off x="1824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6" name="Line 9"/>
            <p:cNvSpPr>
              <a:spLocks noChangeShapeType="1"/>
            </p:cNvSpPr>
            <p:nvPr/>
          </p:nvSpPr>
          <p:spPr bwMode="auto">
            <a:xfrm>
              <a:off x="1824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7" name="Line 10"/>
            <p:cNvSpPr>
              <a:spLocks noChangeShapeType="1"/>
            </p:cNvSpPr>
            <p:nvPr/>
          </p:nvSpPr>
          <p:spPr bwMode="auto">
            <a:xfrm>
              <a:off x="2400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8" name="Line 11"/>
            <p:cNvSpPr>
              <a:spLocks noChangeShapeType="1"/>
            </p:cNvSpPr>
            <p:nvPr/>
          </p:nvSpPr>
          <p:spPr bwMode="auto">
            <a:xfrm>
              <a:off x="2400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9" name="Line 12"/>
            <p:cNvSpPr>
              <a:spLocks noChangeShapeType="1"/>
            </p:cNvSpPr>
            <p:nvPr/>
          </p:nvSpPr>
          <p:spPr bwMode="auto">
            <a:xfrm flipV="1">
              <a:off x="2976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50" name="Line 13"/>
            <p:cNvSpPr>
              <a:spLocks noChangeShapeType="1"/>
            </p:cNvSpPr>
            <p:nvPr/>
          </p:nvSpPr>
          <p:spPr bwMode="auto">
            <a:xfrm>
              <a:off x="2976" y="129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51" name="Line 14"/>
            <p:cNvSpPr>
              <a:spLocks noChangeShapeType="1"/>
            </p:cNvSpPr>
            <p:nvPr/>
          </p:nvSpPr>
          <p:spPr bwMode="auto">
            <a:xfrm>
              <a:off x="3552" y="129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52" name="Line 15"/>
            <p:cNvSpPr>
              <a:spLocks noChangeShapeType="1"/>
            </p:cNvSpPr>
            <p:nvPr/>
          </p:nvSpPr>
          <p:spPr bwMode="auto">
            <a:xfrm>
              <a:off x="3552" y="153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53" name="Text Box 16"/>
            <p:cNvSpPr txBox="1">
              <a:spLocks noChangeArrowheads="1"/>
            </p:cNvSpPr>
            <p:nvPr/>
          </p:nvSpPr>
          <p:spPr bwMode="auto">
            <a:xfrm>
              <a:off x="912" y="134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80904" name="Group 17"/>
          <p:cNvGrpSpPr>
            <a:grpSpLocks/>
          </p:cNvGrpSpPr>
          <p:nvPr/>
        </p:nvGrpSpPr>
        <p:grpSpPr bwMode="auto">
          <a:xfrm>
            <a:off x="1633736" y="2771520"/>
            <a:ext cx="5105400" cy="533400"/>
            <a:chOff x="912" y="1872"/>
            <a:chExt cx="3216" cy="336"/>
          </a:xfrm>
        </p:grpSpPr>
        <p:sp>
          <p:nvSpPr>
            <p:cNvPr id="80938" name="Line 18"/>
            <p:cNvSpPr>
              <a:spLocks noChangeShapeType="1"/>
            </p:cNvSpPr>
            <p:nvPr/>
          </p:nvSpPr>
          <p:spPr bwMode="auto">
            <a:xfrm>
              <a:off x="1344" y="2112"/>
              <a:ext cx="18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39" name="Line 19"/>
            <p:cNvSpPr>
              <a:spLocks noChangeShapeType="1"/>
            </p:cNvSpPr>
            <p:nvPr/>
          </p:nvSpPr>
          <p:spPr bwMode="auto">
            <a:xfrm flipV="1">
              <a:off x="3168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0" name="Line 20"/>
            <p:cNvSpPr>
              <a:spLocks noChangeShapeType="1"/>
            </p:cNvSpPr>
            <p:nvPr/>
          </p:nvSpPr>
          <p:spPr bwMode="auto">
            <a:xfrm>
              <a:off x="3168" y="18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1" name="Line 21"/>
            <p:cNvSpPr>
              <a:spLocks noChangeShapeType="1"/>
            </p:cNvSpPr>
            <p:nvPr/>
          </p:nvSpPr>
          <p:spPr bwMode="auto">
            <a:xfrm>
              <a:off x="3456" y="187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2" name="Line 22"/>
            <p:cNvSpPr>
              <a:spLocks noChangeShapeType="1"/>
            </p:cNvSpPr>
            <p:nvPr/>
          </p:nvSpPr>
          <p:spPr bwMode="auto">
            <a:xfrm>
              <a:off x="3456" y="21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43" name="Rectangle 23"/>
            <p:cNvSpPr>
              <a:spLocks noChangeArrowheads="1"/>
            </p:cNvSpPr>
            <p:nvPr/>
          </p:nvSpPr>
          <p:spPr bwMode="auto">
            <a:xfrm>
              <a:off x="912" y="1920"/>
              <a:ext cx="2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</p:grpSp>
      <p:grpSp>
        <p:nvGrpSpPr>
          <p:cNvPr id="80905" name="Group 24"/>
          <p:cNvGrpSpPr>
            <a:grpSpLocks/>
          </p:cNvGrpSpPr>
          <p:nvPr/>
        </p:nvGrpSpPr>
        <p:grpSpPr bwMode="auto">
          <a:xfrm>
            <a:off x="1633736" y="3381120"/>
            <a:ext cx="5105400" cy="533400"/>
            <a:chOff x="912" y="2352"/>
            <a:chExt cx="3216" cy="336"/>
          </a:xfrm>
        </p:grpSpPr>
        <p:sp>
          <p:nvSpPr>
            <p:cNvPr id="80934" name="Line 25"/>
            <p:cNvSpPr>
              <a:spLocks noChangeShapeType="1"/>
            </p:cNvSpPr>
            <p:nvPr/>
          </p:nvSpPr>
          <p:spPr bwMode="auto">
            <a:xfrm>
              <a:off x="1344" y="259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35" name="Line 26"/>
            <p:cNvSpPr>
              <a:spLocks noChangeShapeType="1"/>
            </p:cNvSpPr>
            <p:nvPr/>
          </p:nvSpPr>
          <p:spPr bwMode="auto">
            <a:xfrm flipV="1">
              <a:off x="1632" y="235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36" name="Line 27"/>
            <p:cNvSpPr>
              <a:spLocks noChangeShapeType="1"/>
            </p:cNvSpPr>
            <p:nvPr/>
          </p:nvSpPr>
          <p:spPr bwMode="auto">
            <a:xfrm>
              <a:off x="1632" y="2352"/>
              <a:ext cx="2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80937" name="Rectangle 28"/>
            <p:cNvSpPr>
              <a:spLocks noChangeArrowheads="1"/>
            </p:cNvSpPr>
            <p:nvPr/>
          </p:nvSpPr>
          <p:spPr bwMode="auto">
            <a:xfrm>
              <a:off x="912" y="240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078621" y="1935478"/>
            <a:ext cx="1756730" cy="3829657"/>
            <a:chOff x="4595565" y="-14682"/>
            <a:chExt cx="3853110" cy="7066360"/>
          </a:xfrm>
        </p:grpSpPr>
        <p:sp>
          <p:nvSpPr>
            <p:cNvPr id="60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533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5181600" y="527721"/>
              <a:ext cx="3267075" cy="5728650"/>
              <a:chOff x="5181600" y="527721"/>
              <a:chExt cx="3267075" cy="5728650"/>
            </a:xfrm>
          </p:grpSpPr>
          <p:sp>
            <p:nvSpPr>
              <p:cNvPr id="80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1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2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3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4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5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6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7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8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9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0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2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5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6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7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8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4" cy="851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99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7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8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0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5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6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1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3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4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2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1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2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03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5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6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7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8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9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0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1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2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4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15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39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0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6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37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8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7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35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6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8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33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4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9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0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1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2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1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2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4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5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6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7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8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851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29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0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2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63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64" name="Group 332"/>
            <p:cNvGrpSpPr>
              <a:grpSpLocks/>
            </p:cNvGrpSpPr>
            <p:nvPr/>
          </p:nvGrpSpPr>
          <p:grpSpPr bwMode="auto">
            <a:xfrm>
              <a:off x="4721225" y="5029201"/>
              <a:ext cx="1390650" cy="1941513"/>
              <a:chOff x="2974" y="3168"/>
              <a:chExt cx="876" cy="1223"/>
            </a:xfrm>
          </p:grpSpPr>
          <p:grpSp>
            <p:nvGrpSpPr>
              <p:cNvPr id="73" name="Group 324"/>
              <p:cNvGrpSpPr>
                <a:grpSpLocks/>
              </p:cNvGrpSpPr>
              <p:nvPr/>
            </p:nvGrpSpPr>
            <p:grpSpPr bwMode="auto">
              <a:xfrm>
                <a:off x="2974" y="3312"/>
                <a:ext cx="876" cy="1079"/>
                <a:chOff x="2974" y="3216"/>
                <a:chExt cx="876" cy="1079"/>
              </a:xfrm>
            </p:grpSpPr>
            <p:sp>
              <p:nvSpPr>
                <p:cNvPr id="75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6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550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77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8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572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9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4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65" name="Group 333"/>
            <p:cNvGrpSpPr>
              <a:grpSpLocks/>
            </p:cNvGrpSpPr>
            <p:nvPr/>
          </p:nvGrpSpPr>
          <p:grpSpPr bwMode="auto">
            <a:xfrm>
              <a:off x="6651628" y="5029202"/>
              <a:ext cx="1619252" cy="2022476"/>
              <a:chOff x="4190" y="3168"/>
              <a:chExt cx="1020" cy="1274"/>
            </a:xfrm>
          </p:grpSpPr>
          <p:grpSp>
            <p:nvGrpSpPr>
              <p:cNvPr id="66" name="Group 325"/>
              <p:cNvGrpSpPr>
                <a:grpSpLocks/>
              </p:cNvGrpSpPr>
              <p:nvPr/>
            </p:nvGrpSpPr>
            <p:grpSpPr bwMode="auto">
              <a:xfrm>
                <a:off x="4190" y="3312"/>
                <a:ext cx="1020" cy="1130"/>
                <a:chOff x="4167" y="3216"/>
                <a:chExt cx="1020" cy="1130"/>
              </a:xfrm>
            </p:grpSpPr>
            <p:sp>
              <p:nvSpPr>
                <p:cNvPr id="68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474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69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9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0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1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2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67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985D26C-1421-6B90-AA36-97080E2E1B78}"/>
              </a:ext>
            </a:extLst>
          </p:cNvPr>
          <p:cNvGrpSpPr/>
          <p:nvPr/>
        </p:nvGrpSpPr>
        <p:grpSpPr>
          <a:xfrm>
            <a:off x="109736" y="3914520"/>
            <a:ext cx="6629400" cy="1295400"/>
            <a:chOff x="109736" y="3914520"/>
            <a:chExt cx="6629400" cy="1295400"/>
          </a:xfrm>
        </p:grpSpPr>
        <p:grpSp>
          <p:nvGrpSpPr>
            <p:cNvPr id="80906" name="Group 56"/>
            <p:cNvGrpSpPr>
              <a:grpSpLocks/>
            </p:cNvGrpSpPr>
            <p:nvPr/>
          </p:nvGrpSpPr>
          <p:grpSpPr bwMode="auto">
            <a:xfrm>
              <a:off x="109736" y="3914520"/>
              <a:ext cx="6629400" cy="1219200"/>
              <a:chOff x="576" y="2496"/>
              <a:chExt cx="4176" cy="768"/>
            </a:xfrm>
          </p:grpSpPr>
          <p:sp>
            <p:nvSpPr>
              <p:cNvPr id="80923" name="Line 29"/>
              <p:cNvSpPr>
                <a:spLocks noChangeShapeType="1"/>
              </p:cNvSpPr>
              <p:nvPr/>
            </p:nvSpPr>
            <p:spPr bwMode="auto">
              <a:xfrm>
                <a:off x="1920" y="2688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24" name="Line 30"/>
              <p:cNvSpPr>
                <a:spLocks noChangeShapeType="1"/>
              </p:cNvSpPr>
              <p:nvPr/>
            </p:nvSpPr>
            <p:spPr bwMode="auto">
              <a:xfrm>
                <a:off x="4176" y="2880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25" name="Line 31"/>
              <p:cNvSpPr>
                <a:spLocks noChangeShapeType="1"/>
              </p:cNvSpPr>
              <p:nvPr/>
            </p:nvSpPr>
            <p:spPr bwMode="auto">
              <a:xfrm>
                <a:off x="3024" y="2976"/>
                <a:ext cx="1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26" name="Line 32"/>
              <p:cNvSpPr>
                <a:spLocks noChangeShapeType="1"/>
              </p:cNvSpPr>
              <p:nvPr/>
            </p:nvSpPr>
            <p:spPr bwMode="auto">
              <a:xfrm>
                <a:off x="1920" y="3264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29" name="AutoShape 35"/>
              <p:cNvSpPr>
                <a:spLocks noChangeArrowheads="1"/>
              </p:cNvSpPr>
              <p:nvPr/>
            </p:nvSpPr>
            <p:spPr bwMode="auto">
              <a:xfrm>
                <a:off x="576" y="2496"/>
                <a:ext cx="672" cy="528"/>
              </a:xfrm>
              <a:prstGeom prst="wedgeRoundRectCallout">
                <a:avLst>
                  <a:gd name="adj1" fmla="val 96875"/>
                  <a:gd name="adj2" fmla="val 32764"/>
                  <a:gd name="adj3" fmla="val 16667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邊沿觸發器</a:t>
                </a:r>
              </a:p>
            </p:txBody>
          </p:sp>
          <p:sp>
            <p:nvSpPr>
              <p:cNvPr id="80930" name="Line 36"/>
              <p:cNvSpPr>
                <a:spLocks noChangeShapeType="1"/>
              </p:cNvSpPr>
              <p:nvPr/>
            </p:nvSpPr>
            <p:spPr bwMode="auto">
              <a:xfrm>
                <a:off x="3024" y="2880"/>
                <a:ext cx="11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31" name="Line 37"/>
              <p:cNvSpPr>
                <a:spLocks noChangeShapeType="1"/>
              </p:cNvSpPr>
              <p:nvPr/>
            </p:nvSpPr>
            <p:spPr bwMode="auto">
              <a:xfrm>
                <a:off x="4176" y="2976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32" name="Line 38"/>
              <p:cNvSpPr>
                <a:spLocks noChangeShapeType="1"/>
              </p:cNvSpPr>
              <p:nvPr/>
            </p:nvSpPr>
            <p:spPr bwMode="auto">
              <a:xfrm>
                <a:off x="3024" y="2688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33" name="Line 39"/>
              <p:cNvSpPr>
                <a:spLocks noChangeShapeType="1"/>
              </p:cNvSpPr>
              <p:nvPr/>
            </p:nvSpPr>
            <p:spPr bwMode="auto">
              <a:xfrm>
                <a:off x="3024" y="2976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" name="Text Box 55">
              <a:extLst>
                <a:ext uri="{FF2B5EF4-FFF2-40B4-BE49-F238E27FC236}">
                  <a16:creationId xmlns:a16="http://schemas.microsoft.com/office/drawing/2014/main" id="{49342151-734F-A9BC-8FA0-CD320476A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736" y="447638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3" name="Text Box 55">
              <a:extLst>
                <a:ext uri="{FF2B5EF4-FFF2-40B4-BE49-F238E27FC236}">
                  <a16:creationId xmlns:a16="http://schemas.microsoft.com/office/drawing/2014/main" id="{F8C26ED6-EAAD-03F5-E48E-D15D775AA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7826" y="4165946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3E46FEA-9781-DCDC-888D-84CA83689BA1}"/>
              </a:ext>
            </a:extLst>
          </p:cNvPr>
          <p:cNvGrpSpPr/>
          <p:nvPr/>
        </p:nvGrpSpPr>
        <p:grpSpPr>
          <a:xfrm>
            <a:off x="109736" y="5209920"/>
            <a:ext cx="6705600" cy="1277873"/>
            <a:chOff x="109736" y="5209920"/>
            <a:chExt cx="6705600" cy="1277873"/>
          </a:xfrm>
        </p:grpSpPr>
        <p:grpSp>
          <p:nvGrpSpPr>
            <p:cNvPr id="80907" name="Group 57"/>
            <p:cNvGrpSpPr>
              <a:grpSpLocks/>
            </p:cNvGrpSpPr>
            <p:nvPr/>
          </p:nvGrpSpPr>
          <p:grpSpPr bwMode="auto">
            <a:xfrm>
              <a:off x="109736" y="5209920"/>
              <a:ext cx="6705600" cy="1219200"/>
              <a:chOff x="576" y="3312"/>
              <a:chExt cx="4224" cy="768"/>
            </a:xfrm>
          </p:grpSpPr>
          <p:sp>
            <p:nvSpPr>
              <p:cNvPr id="80908" name="Line 40"/>
              <p:cNvSpPr>
                <a:spLocks noChangeShapeType="1"/>
              </p:cNvSpPr>
              <p:nvPr/>
            </p:nvSpPr>
            <p:spPr bwMode="auto">
              <a:xfrm>
                <a:off x="1920" y="3456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09" name="Line 41"/>
              <p:cNvSpPr>
                <a:spLocks noChangeShapeType="1"/>
              </p:cNvSpPr>
              <p:nvPr/>
            </p:nvSpPr>
            <p:spPr bwMode="auto">
              <a:xfrm flipV="1">
                <a:off x="3024" y="345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10" name="Line 42"/>
              <p:cNvSpPr>
                <a:spLocks noChangeShapeType="1"/>
              </p:cNvSpPr>
              <p:nvPr/>
            </p:nvSpPr>
            <p:spPr bwMode="auto">
              <a:xfrm>
                <a:off x="4176" y="3456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11" name="Line 43"/>
              <p:cNvSpPr>
                <a:spLocks noChangeShapeType="1"/>
              </p:cNvSpPr>
              <p:nvPr/>
            </p:nvSpPr>
            <p:spPr bwMode="auto">
              <a:xfrm>
                <a:off x="3024" y="384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12" name="Line 44"/>
              <p:cNvSpPr>
                <a:spLocks noChangeShapeType="1"/>
              </p:cNvSpPr>
              <p:nvPr/>
            </p:nvSpPr>
            <p:spPr bwMode="auto">
              <a:xfrm flipV="1">
                <a:off x="4176" y="384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13" name="Line 45"/>
              <p:cNvSpPr>
                <a:spLocks noChangeShapeType="1"/>
              </p:cNvSpPr>
              <p:nvPr/>
            </p:nvSpPr>
            <p:spPr bwMode="auto">
              <a:xfrm>
                <a:off x="1920" y="4080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16" name="AutoShape 48"/>
              <p:cNvSpPr>
                <a:spLocks noChangeArrowheads="1"/>
              </p:cNvSpPr>
              <p:nvPr/>
            </p:nvSpPr>
            <p:spPr bwMode="auto">
              <a:xfrm>
                <a:off x="576" y="3312"/>
                <a:ext cx="768" cy="528"/>
              </a:xfrm>
              <a:prstGeom prst="wedgeRoundRectCallout">
                <a:avLst>
                  <a:gd name="adj1" fmla="val 75389"/>
                  <a:gd name="adj2" fmla="val 35796"/>
                  <a:gd name="adj3" fmla="val 16667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主從觸發器</a:t>
                </a:r>
              </a:p>
            </p:txBody>
          </p:sp>
          <p:sp>
            <p:nvSpPr>
              <p:cNvPr id="80917" name="Line 49"/>
              <p:cNvSpPr>
                <a:spLocks noChangeShapeType="1"/>
              </p:cNvSpPr>
              <p:nvPr/>
            </p:nvSpPr>
            <p:spPr bwMode="auto">
              <a:xfrm>
                <a:off x="3024" y="3696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18" name="Line 50"/>
              <p:cNvSpPr>
                <a:spLocks noChangeShapeType="1"/>
              </p:cNvSpPr>
              <p:nvPr/>
            </p:nvSpPr>
            <p:spPr bwMode="auto">
              <a:xfrm flipV="1">
                <a:off x="3024" y="384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19" name="Line 51"/>
              <p:cNvSpPr>
                <a:spLocks noChangeShapeType="1"/>
              </p:cNvSpPr>
              <p:nvPr/>
            </p:nvSpPr>
            <p:spPr bwMode="auto">
              <a:xfrm>
                <a:off x="3792" y="3696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20" name="Line 52"/>
              <p:cNvSpPr>
                <a:spLocks noChangeShapeType="1"/>
              </p:cNvSpPr>
              <p:nvPr/>
            </p:nvSpPr>
            <p:spPr bwMode="auto">
              <a:xfrm>
                <a:off x="3792" y="3840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21" name="Line 53"/>
              <p:cNvSpPr>
                <a:spLocks noChangeShapeType="1"/>
              </p:cNvSpPr>
              <p:nvPr/>
            </p:nvSpPr>
            <p:spPr bwMode="auto">
              <a:xfrm flipV="1">
                <a:off x="4176" y="3456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0922" name="Line 54"/>
              <p:cNvSpPr>
                <a:spLocks noChangeShapeType="1"/>
              </p:cNvSpPr>
              <p:nvPr/>
            </p:nvSpPr>
            <p:spPr bwMode="auto">
              <a:xfrm>
                <a:off x="4176" y="408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4" name="Text Box 55">
              <a:extLst>
                <a:ext uri="{FF2B5EF4-FFF2-40B4-BE49-F238E27FC236}">
                  <a16:creationId xmlns:a16="http://schemas.microsoft.com/office/drawing/2014/main" id="{91D4C281-2C45-A8D9-9794-E1C7FF8B4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5128" y="5754259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5" name="Text Box 55">
              <a:extLst>
                <a:ext uri="{FF2B5EF4-FFF2-40B4-BE49-F238E27FC236}">
                  <a16:creationId xmlns:a16="http://schemas.microsoft.com/office/drawing/2014/main" id="{2567DD08-E14E-89AB-3AD5-53CE3ABA0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7594" y="5438520"/>
              <a:ext cx="413896" cy="412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965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8D951-FA4C-443C-80DB-D3C95AD345DE}" type="slidenum">
              <a:rPr lang="en-US" altLang="zh-CN"/>
              <a:pPr>
                <a:defRPr/>
              </a:pPr>
              <a:t>36</a:t>
            </a:fld>
            <a:endParaRPr lang="en-US" altLang="zh-CN" dirty="0"/>
          </a:p>
        </p:txBody>
      </p: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599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b="1" dirty="0"/>
              <a:t>主從</a:t>
            </a:r>
            <a:r>
              <a:rPr lang="en-US" altLang="zh-CN" b="1" dirty="0"/>
              <a:t>J-K</a:t>
            </a:r>
            <a:r>
              <a:rPr lang="zh-CN" altLang="en-US" b="1" dirty="0"/>
              <a:t>觸發器的功能表只是在</a:t>
            </a:r>
            <a:r>
              <a:rPr lang="en-US" altLang="zh-CN" b="1" dirty="0"/>
              <a:t>CP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期間，</a:t>
            </a:r>
            <a:r>
              <a:rPr lang="en-US" altLang="zh-CN" b="1" dirty="0"/>
              <a:t>J,K</a:t>
            </a:r>
            <a:r>
              <a:rPr lang="zh-CN" altLang="en-US" b="1" dirty="0"/>
              <a:t>不發生變化的前提下給出的！（此時主從</a:t>
            </a:r>
            <a:r>
              <a:rPr lang="en-US" altLang="zh-CN" b="1" dirty="0"/>
              <a:t>J-K</a:t>
            </a:r>
            <a:r>
              <a:rPr lang="zh-CN" altLang="en-US" b="1" dirty="0"/>
              <a:t>觸發器的工作方式與負邊沿</a:t>
            </a:r>
            <a:r>
              <a:rPr lang="en-US" altLang="zh-CN" b="1" dirty="0"/>
              <a:t>J-K</a:t>
            </a:r>
            <a:r>
              <a:rPr lang="zh-CN" altLang="en-US" b="1" dirty="0"/>
              <a:t>觸發器相似</a:t>
            </a:r>
            <a:r>
              <a:rPr lang="en-US" altLang="zh-CN" b="1" dirty="0"/>
              <a:t>!)</a:t>
            </a:r>
          </a:p>
        </p:txBody>
      </p:sp>
      <p:sp>
        <p:nvSpPr>
          <p:cNvPr id="2" name="矩形 1"/>
          <p:cNvSpPr/>
          <p:nvPr/>
        </p:nvSpPr>
        <p:spPr>
          <a:xfrm>
            <a:off x="447666" y="3501008"/>
            <a:ext cx="7848872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如果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J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CP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期間變化的話，觸發器的狀態就可能不滿足功能表。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Noto Serif SC" panose="02020200000000000000" pitchFamily="18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Noto Serif SC" panose="02020200000000000000" pitchFamily="18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主從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JK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Noto Serif SC" panose="02020200000000000000" pitchFamily="18" charset="-122"/>
              </a:rPr>
              <a:t>觸發器抗干擾能力差。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801D6B-78C5-4709-8F04-11EF89CE1AD0}" type="slidenum">
              <a:rPr lang="en-US" altLang="zh-CN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538626" name="Line 2"/>
          <p:cNvSpPr>
            <a:spLocks noChangeShapeType="1"/>
          </p:cNvSpPr>
          <p:nvPr/>
        </p:nvSpPr>
        <p:spPr bwMode="auto">
          <a:xfrm>
            <a:off x="1752600" y="30480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86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＝</a:t>
            </a:r>
            <a:r>
              <a:rPr lang="en-US" altLang="zh-CN" b="1" dirty="0"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latin typeface="Georgia" panose="02040502050405020303" pitchFamily="18" charset="0"/>
              </a:rPr>
              <a:t>期間，</a:t>
            </a:r>
            <a:r>
              <a:rPr lang="en-US" altLang="zh-CN" b="1" dirty="0">
                <a:latin typeface="Georgia" panose="02040502050405020303" pitchFamily="18" charset="0"/>
              </a:rPr>
              <a:t>JK</a:t>
            </a:r>
            <a:r>
              <a:rPr lang="zh-CN" altLang="en-US" b="1" dirty="0">
                <a:latin typeface="Georgia" panose="02040502050405020303" pitchFamily="18" charset="0"/>
              </a:rPr>
              <a:t>不變化；不會影響觸發器狀態</a:t>
            </a:r>
            <a:r>
              <a:rPr lang="zh-CN" altLang="en-US" sz="1800" b="1" dirty="0">
                <a:latin typeface="Georgia" panose="02040502050405020303" pitchFamily="18" charset="0"/>
              </a:rPr>
              <a:t>。</a:t>
            </a:r>
          </a:p>
        </p:txBody>
      </p:sp>
      <p:sp>
        <p:nvSpPr>
          <p:cNvPr id="538629" name="Line 5"/>
          <p:cNvSpPr>
            <a:spLocks noChangeShapeType="1"/>
          </p:cNvSpPr>
          <p:nvPr/>
        </p:nvSpPr>
        <p:spPr bwMode="auto">
          <a:xfrm>
            <a:off x="1752600" y="5059363"/>
            <a:ext cx="2303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30" name="Line 6"/>
          <p:cNvSpPr>
            <a:spLocks noChangeShapeType="1"/>
          </p:cNvSpPr>
          <p:nvPr/>
        </p:nvSpPr>
        <p:spPr bwMode="auto">
          <a:xfrm>
            <a:off x="2971800" y="30480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31" name="Text Box 7"/>
          <p:cNvSpPr txBox="1">
            <a:spLocks noChangeArrowheads="1"/>
          </p:cNvSpPr>
          <p:nvPr/>
        </p:nvSpPr>
        <p:spPr bwMode="auto">
          <a:xfrm>
            <a:off x="1066800" y="25908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初始狀態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0</a:t>
            </a:r>
          </a:p>
        </p:txBody>
      </p:sp>
      <p:sp>
        <p:nvSpPr>
          <p:cNvPr id="538632" name="Line 8"/>
          <p:cNvSpPr>
            <a:spLocks noChangeShapeType="1"/>
          </p:cNvSpPr>
          <p:nvPr/>
        </p:nvSpPr>
        <p:spPr bwMode="auto">
          <a:xfrm flipH="1">
            <a:off x="1752600" y="5059363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33" name="Line 9"/>
          <p:cNvSpPr>
            <a:spLocks noChangeShapeType="1"/>
          </p:cNvSpPr>
          <p:nvPr/>
        </p:nvSpPr>
        <p:spPr bwMode="auto">
          <a:xfrm>
            <a:off x="1219200" y="536416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538634" name="Group 10"/>
          <p:cNvGrpSpPr>
            <a:grpSpLocks/>
          </p:cNvGrpSpPr>
          <p:nvPr/>
        </p:nvGrpSpPr>
        <p:grpSpPr bwMode="auto">
          <a:xfrm>
            <a:off x="609600" y="3124200"/>
            <a:ext cx="3457575" cy="457200"/>
            <a:chOff x="384" y="2064"/>
            <a:chExt cx="2178" cy="288"/>
          </a:xfrm>
        </p:grpSpPr>
        <p:sp>
          <p:nvSpPr>
            <p:cNvPr id="38969" name="Line 11"/>
            <p:cNvSpPr>
              <a:spLocks noChangeShapeType="1"/>
            </p:cNvSpPr>
            <p:nvPr/>
          </p:nvSpPr>
          <p:spPr bwMode="auto">
            <a:xfrm>
              <a:off x="1104" y="206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70" name="Line 12"/>
            <p:cNvSpPr>
              <a:spLocks noChangeShapeType="1"/>
            </p:cNvSpPr>
            <p:nvPr/>
          </p:nvSpPr>
          <p:spPr bwMode="auto">
            <a:xfrm flipH="1">
              <a:off x="1872" y="20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71" name="Line 13"/>
            <p:cNvSpPr>
              <a:spLocks noChangeShapeType="1"/>
            </p:cNvSpPr>
            <p:nvPr/>
          </p:nvSpPr>
          <p:spPr bwMode="auto">
            <a:xfrm>
              <a:off x="1872" y="2256"/>
              <a:ext cx="690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72" name="Line 14"/>
            <p:cNvSpPr>
              <a:spLocks noChangeShapeType="1"/>
            </p:cNvSpPr>
            <p:nvPr/>
          </p:nvSpPr>
          <p:spPr bwMode="auto">
            <a:xfrm>
              <a:off x="1104" y="2064"/>
              <a:ext cx="7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73" name="Line 15"/>
            <p:cNvSpPr>
              <a:spLocks noChangeShapeType="1"/>
            </p:cNvSpPr>
            <p:nvPr/>
          </p:nvSpPr>
          <p:spPr bwMode="auto">
            <a:xfrm>
              <a:off x="748" y="2258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74" name="Text Box 16"/>
            <p:cNvSpPr txBox="1">
              <a:spLocks noChangeArrowheads="1"/>
            </p:cNvSpPr>
            <p:nvPr/>
          </p:nvSpPr>
          <p:spPr bwMode="auto">
            <a:xfrm>
              <a:off x="384" y="2064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538641" name="Group 17"/>
          <p:cNvGrpSpPr>
            <a:grpSpLocks/>
          </p:cNvGrpSpPr>
          <p:nvPr/>
        </p:nvGrpSpPr>
        <p:grpSpPr bwMode="auto">
          <a:xfrm>
            <a:off x="533400" y="3733800"/>
            <a:ext cx="3533775" cy="457200"/>
            <a:chOff x="336" y="2448"/>
            <a:chExt cx="2226" cy="288"/>
          </a:xfrm>
        </p:grpSpPr>
        <p:sp>
          <p:nvSpPr>
            <p:cNvPr id="38963" name="Line 18"/>
            <p:cNvSpPr>
              <a:spLocks noChangeShapeType="1"/>
            </p:cNvSpPr>
            <p:nvPr/>
          </p:nvSpPr>
          <p:spPr bwMode="auto">
            <a:xfrm>
              <a:off x="960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4" name="Line 19"/>
            <p:cNvSpPr>
              <a:spLocks noChangeShapeType="1"/>
            </p:cNvSpPr>
            <p:nvPr/>
          </p:nvSpPr>
          <p:spPr bwMode="auto">
            <a:xfrm>
              <a:off x="2064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5" name="Line 20"/>
            <p:cNvSpPr>
              <a:spLocks noChangeShapeType="1"/>
            </p:cNvSpPr>
            <p:nvPr/>
          </p:nvSpPr>
          <p:spPr bwMode="auto">
            <a:xfrm>
              <a:off x="2064" y="2640"/>
              <a:ext cx="4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6" name="Line 21"/>
            <p:cNvSpPr>
              <a:spLocks noChangeShapeType="1"/>
            </p:cNvSpPr>
            <p:nvPr/>
          </p:nvSpPr>
          <p:spPr bwMode="auto">
            <a:xfrm>
              <a:off x="960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7" name="Line 22"/>
            <p:cNvSpPr>
              <a:spLocks noChangeShapeType="1"/>
            </p:cNvSpPr>
            <p:nvPr/>
          </p:nvSpPr>
          <p:spPr bwMode="auto">
            <a:xfrm>
              <a:off x="768" y="26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8" name="Text Box 23"/>
            <p:cNvSpPr txBox="1">
              <a:spLocks noChangeArrowheads="1"/>
            </p:cNvSpPr>
            <p:nvPr/>
          </p:nvSpPr>
          <p:spPr bwMode="auto">
            <a:xfrm>
              <a:off x="336" y="2448"/>
              <a:ext cx="3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J</a:t>
              </a:r>
            </a:p>
          </p:txBody>
        </p:sp>
      </p:grpSp>
      <p:grpSp>
        <p:nvGrpSpPr>
          <p:cNvPr id="538648" name="Group 24"/>
          <p:cNvGrpSpPr>
            <a:grpSpLocks/>
          </p:cNvGrpSpPr>
          <p:nvPr/>
        </p:nvGrpSpPr>
        <p:grpSpPr bwMode="auto">
          <a:xfrm>
            <a:off x="498475" y="4343400"/>
            <a:ext cx="3568700" cy="457200"/>
            <a:chOff x="314" y="2736"/>
            <a:chExt cx="2248" cy="288"/>
          </a:xfrm>
        </p:grpSpPr>
        <p:sp>
          <p:nvSpPr>
            <p:cNvPr id="38959" name="Line 25"/>
            <p:cNvSpPr>
              <a:spLocks noChangeShapeType="1"/>
            </p:cNvSpPr>
            <p:nvPr/>
          </p:nvSpPr>
          <p:spPr bwMode="auto">
            <a:xfrm>
              <a:off x="2064" y="2736"/>
              <a:ext cx="49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0" name="Line 26"/>
            <p:cNvSpPr>
              <a:spLocks noChangeShapeType="1"/>
            </p:cNvSpPr>
            <p:nvPr/>
          </p:nvSpPr>
          <p:spPr bwMode="auto">
            <a:xfrm>
              <a:off x="2064" y="2736"/>
              <a:ext cx="0" cy="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1" name="Line 27"/>
            <p:cNvSpPr>
              <a:spLocks noChangeShapeType="1"/>
            </p:cNvSpPr>
            <p:nvPr/>
          </p:nvSpPr>
          <p:spPr bwMode="auto">
            <a:xfrm>
              <a:off x="793" y="2961"/>
              <a:ext cx="1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62" name="Text Box 28"/>
            <p:cNvSpPr txBox="1">
              <a:spLocks noChangeArrowheads="1"/>
            </p:cNvSpPr>
            <p:nvPr/>
          </p:nvSpPr>
          <p:spPr bwMode="auto">
            <a:xfrm>
              <a:off x="314" y="2736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K</a:t>
              </a:r>
            </a:p>
          </p:txBody>
        </p:sp>
      </p:grpSp>
      <p:sp>
        <p:nvSpPr>
          <p:cNvPr id="538653" name="Text Box 29"/>
          <p:cNvSpPr txBox="1">
            <a:spLocks noChangeArrowheads="1"/>
          </p:cNvSpPr>
          <p:nvPr/>
        </p:nvSpPr>
        <p:spPr bwMode="auto">
          <a:xfrm>
            <a:off x="647700" y="50292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</a:t>
            </a:r>
          </a:p>
        </p:txBody>
      </p:sp>
      <p:sp>
        <p:nvSpPr>
          <p:cNvPr id="538654" name="Line 30"/>
          <p:cNvSpPr>
            <a:spLocks noChangeShapeType="1"/>
          </p:cNvSpPr>
          <p:nvPr/>
        </p:nvSpPr>
        <p:spPr bwMode="auto">
          <a:xfrm>
            <a:off x="2971800" y="5791200"/>
            <a:ext cx="1076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55" name="Line 31"/>
          <p:cNvSpPr>
            <a:spLocks noChangeShapeType="1"/>
          </p:cNvSpPr>
          <p:nvPr/>
        </p:nvSpPr>
        <p:spPr bwMode="auto">
          <a:xfrm>
            <a:off x="2971800" y="57912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56" name="Line 32"/>
          <p:cNvSpPr>
            <a:spLocks noChangeShapeType="1"/>
          </p:cNvSpPr>
          <p:nvPr/>
        </p:nvSpPr>
        <p:spPr bwMode="auto">
          <a:xfrm>
            <a:off x="1219200" y="6172200"/>
            <a:ext cx="175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57" name="Text Box 33"/>
          <p:cNvSpPr txBox="1">
            <a:spLocks noChangeArrowheads="1"/>
          </p:cNvSpPr>
          <p:nvPr/>
        </p:nvSpPr>
        <p:spPr bwMode="auto">
          <a:xfrm>
            <a:off x="647700" y="56388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5593637" y="2226592"/>
            <a:ext cx="1756730" cy="3829657"/>
            <a:chOff x="4595565" y="-14682"/>
            <a:chExt cx="3853110" cy="7066360"/>
          </a:xfrm>
        </p:grpSpPr>
        <p:sp>
          <p:nvSpPr>
            <p:cNvPr id="65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533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181600" y="527721"/>
              <a:ext cx="3267075" cy="5728650"/>
              <a:chOff x="5181600" y="527721"/>
              <a:chExt cx="3267075" cy="5728650"/>
            </a:xfrm>
          </p:grpSpPr>
          <p:sp>
            <p:nvSpPr>
              <p:cNvPr id="85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6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7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8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9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0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2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5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6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7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8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9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0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1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2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4" cy="851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04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3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5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1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6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9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7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7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08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9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0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1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2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4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5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6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7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8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9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0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5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1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3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2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1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3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38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9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4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5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6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7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6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7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8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9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0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1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2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3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851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34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7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68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69" name="Group 332"/>
            <p:cNvGrpSpPr>
              <a:grpSpLocks/>
            </p:cNvGrpSpPr>
            <p:nvPr/>
          </p:nvGrpSpPr>
          <p:grpSpPr bwMode="auto">
            <a:xfrm>
              <a:off x="4721225" y="5029201"/>
              <a:ext cx="1390650" cy="1941513"/>
              <a:chOff x="2974" y="3168"/>
              <a:chExt cx="876" cy="1223"/>
            </a:xfrm>
          </p:grpSpPr>
          <p:grpSp>
            <p:nvGrpSpPr>
              <p:cNvPr id="78" name="Group 324"/>
              <p:cNvGrpSpPr>
                <a:grpSpLocks/>
              </p:cNvGrpSpPr>
              <p:nvPr/>
            </p:nvGrpSpPr>
            <p:grpSpPr bwMode="auto">
              <a:xfrm>
                <a:off x="2974" y="3312"/>
                <a:ext cx="876" cy="1079"/>
                <a:chOff x="2974" y="3216"/>
                <a:chExt cx="876" cy="1079"/>
              </a:xfrm>
            </p:grpSpPr>
            <p:sp>
              <p:nvSpPr>
                <p:cNvPr id="80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1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550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82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3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572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84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9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" name="Group 333"/>
            <p:cNvGrpSpPr>
              <a:grpSpLocks/>
            </p:cNvGrpSpPr>
            <p:nvPr/>
          </p:nvGrpSpPr>
          <p:grpSpPr bwMode="auto">
            <a:xfrm>
              <a:off x="6651628" y="5029202"/>
              <a:ext cx="1619252" cy="2022476"/>
              <a:chOff x="4190" y="3168"/>
              <a:chExt cx="1020" cy="1274"/>
            </a:xfrm>
          </p:grpSpPr>
          <p:grpSp>
            <p:nvGrpSpPr>
              <p:cNvPr id="71" name="Group 325"/>
              <p:cNvGrpSpPr>
                <a:grpSpLocks/>
              </p:cNvGrpSpPr>
              <p:nvPr/>
            </p:nvGrpSpPr>
            <p:grpSpPr bwMode="auto">
              <a:xfrm>
                <a:off x="4190" y="3312"/>
                <a:ext cx="1020" cy="1130"/>
                <a:chOff x="4167" y="3216"/>
                <a:chExt cx="1020" cy="1130"/>
              </a:xfrm>
            </p:grpSpPr>
            <p:sp>
              <p:nvSpPr>
                <p:cNvPr id="73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474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74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9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5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6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7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3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53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3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53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3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31" grpId="0" autoUpdateAnimBg="0"/>
      <p:bldP spid="538653" grpId="0" autoUpdateAnimBg="0"/>
      <p:bldP spid="53865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801D6B-78C5-4709-8F04-11EF89CE1AD0}" type="slidenum">
              <a:rPr lang="en-US" altLang="zh-CN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86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＝</a:t>
            </a:r>
            <a:r>
              <a:rPr lang="en-US" altLang="zh-CN" b="1" dirty="0"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latin typeface="Georgia" panose="02040502050405020303" pitchFamily="18" charset="0"/>
              </a:rPr>
              <a:t>期間，</a:t>
            </a:r>
            <a:r>
              <a:rPr lang="en-US" altLang="zh-CN" b="1" dirty="0">
                <a:latin typeface="Georgia" panose="02040502050405020303" pitchFamily="18" charset="0"/>
              </a:rPr>
              <a:t>JK</a:t>
            </a:r>
            <a:r>
              <a:rPr lang="zh-CN" altLang="en-US" b="1" dirty="0">
                <a:latin typeface="Georgia" panose="02040502050405020303" pitchFamily="18" charset="0"/>
              </a:rPr>
              <a:t>不變化；不會影響觸發器狀態</a:t>
            </a:r>
            <a:r>
              <a:rPr lang="zh-CN" altLang="en-US" sz="1800" b="1" dirty="0">
                <a:latin typeface="Georgia" panose="02040502050405020303" pitchFamily="18" charset="0"/>
              </a:rPr>
              <a:t>。</a:t>
            </a:r>
          </a:p>
        </p:txBody>
      </p:sp>
      <p:sp>
        <p:nvSpPr>
          <p:cNvPr id="538658" name="Text Box 34"/>
          <p:cNvSpPr txBox="1">
            <a:spLocks noChangeArrowheads="1"/>
          </p:cNvSpPr>
          <p:nvPr/>
        </p:nvSpPr>
        <p:spPr bwMode="auto">
          <a:xfrm>
            <a:off x="1108075" y="2600536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初始狀態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1</a:t>
            </a:r>
          </a:p>
        </p:txBody>
      </p:sp>
      <p:sp>
        <p:nvSpPr>
          <p:cNvPr id="538659" name="Line 35"/>
          <p:cNvSpPr>
            <a:spLocks noChangeShapeType="1"/>
          </p:cNvSpPr>
          <p:nvPr/>
        </p:nvSpPr>
        <p:spPr bwMode="auto">
          <a:xfrm>
            <a:off x="1676400" y="3210136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60" name="Line 36"/>
          <p:cNvSpPr>
            <a:spLocks noChangeShapeType="1"/>
          </p:cNvSpPr>
          <p:nvPr/>
        </p:nvSpPr>
        <p:spPr bwMode="auto">
          <a:xfrm>
            <a:off x="1676400" y="5191336"/>
            <a:ext cx="2303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61" name="Line 37"/>
          <p:cNvSpPr>
            <a:spLocks noChangeShapeType="1"/>
          </p:cNvSpPr>
          <p:nvPr/>
        </p:nvSpPr>
        <p:spPr bwMode="auto">
          <a:xfrm>
            <a:off x="2895600" y="3210136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62" name="Line 38"/>
          <p:cNvSpPr>
            <a:spLocks noChangeShapeType="1"/>
          </p:cNvSpPr>
          <p:nvPr/>
        </p:nvSpPr>
        <p:spPr bwMode="auto">
          <a:xfrm>
            <a:off x="1184275" y="5191336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538663" name="Group 39"/>
          <p:cNvGrpSpPr>
            <a:grpSpLocks/>
          </p:cNvGrpSpPr>
          <p:nvPr/>
        </p:nvGrpSpPr>
        <p:grpSpPr bwMode="auto">
          <a:xfrm>
            <a:off x="533400" y="3286336"/>
            <a:ext cx="3457575" cy="457200"/>
            <a:chOff x="384" y="2064"/>
            <a:chExt cx="2178" cy="288"/>
          </a:xfrm>
        </p:grpSpPr>
        <p:sp>
          <p:nvSpPr>
            <p:cNvPr id="38953" name="Line 40"/>
            <p:cNvSpPr>
              <a:spLocks noChangeShapeType="1"/>
            </p:cNvSpPr>
            <p:nvPr/>
          </p:nvSpPr>
          <p:spPr bwMode="auto">
            <a:xfrm>
              <a:off x="1104" y="2064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4" name="Line 41"/>
            <p:cNvSpPr>
              <a:spLocks noChangeShapeType="1"/>
            </p:cNvSpPr>
            <p:nvPr/>
          </p:nvSpPr>
          <p:spPr bwMode="auto">
            <a:xfrm flipH="1">
              <a:off x="1872" y="20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5" name="Line 42"/>
            <p:cNvSpPr>
              <a:spLocks noChangeShapeType="1"/>
            </p:cNvSpPr>
            <p:nvPr/>
          </p:nvSpPr>
          <p:spPr bwMode="auto">
            <a:xfrm>
              <a:off x="1872" y="2256"/>
              <a:ext cx="690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6" name="Line 43"/>
            <p:cNvSpPr>
              <a:spLocks noChangeShapeType="1"/>
            </p:cNvSpPr>
            <p:nvPr/>
          </p:nvSpPr>
          <p:spPr bwMode="auto">
            <a:xfrm>
              <a:off x="1104" y="2064"/>
              <a:ext cx="7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7" name="Line 44"/>
            <p:cNvSpPr>
              <a:spLocks noChangeShapeType="1"/>
            </p:cNvSpPr>
            <p:nvPr/>
          </p:nvSpPr>
          <p:spPr bwMode="auto">
            <a:xfrm>
              <a:off x="748" y="2258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8" name="Text Box 45"/>
            <p:cNvSpPr txBox="1">
              <a:spLocks noChangeArrowheads="1"/>
            </p:cNvSpPr>
            <p:nvPr/>
          </p:nvSpPr>
          <p:spPr bwMode="auto">
            <a:xfrm>
              <a:off x="384" y="2064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538670" name="Group 46"/>
          <p:cNvGrpSpPr>
            <a:grpSpLocks/>
          </p:cNvGrpSpPr>
          <p:nvPr/>
        </p:nvGrpSpPr>
        <p:grpSpPr bwMode="auto">
          <a:xfrm>
            <a:off x="457200" y="3895936"/>
            <a:ext cx="3533775" cy="457200"/>
            <a:chOff x="336" y="2448"/>
            <a:chExt cx="2226" cy="288"/>
          </a:xfrm>
        </p:grpSpPr>
        <p:sp>
          <p:nvSpPr>
            <p:cNvPr id="38947" name="Line 47"/>
            <p:cNvSpPr>
              <a:spLocks noChangeShapeType="1"/>
            </p:cNvSpPr>
            <p:nvPr/>
          </p:nvSpPr>
          <p:spPr bwMode="auto">
            <a:xfrm>
              <a:off x="960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48" name="Line 48"/>
            <p:cNvSpPr>
              <a:spLocks noChangeShapeType="1"/>
            </p:cNvSpPr>
            <p:nvPr/>
          </p:nvSpPr>
          <p:spPr bwMode="auto">
            <a:xfrm>
              <a:off x="2064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49" name="Line 49"/>
            <p:cNvSpPr>
              <a:spLocks noChangeShapeType="1"/>
            </p:cNvSpPr>
            <p:nvPr/>
          </p:nvSpPr>
          <p:spPr bwMode="auto">
            <a:xfrm>
              <a:off x="2064" y="2640"/>
              <a:ext cx="4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0" name="Line 50"/>
            <p:cNvSpPr>
              <a:spLocks noChangeShapeType="1"/>
            </p:cNvSpPr>
            <p:nvPr/>
          </p:nvSpPr>
          <p:spPr bwMode="auto">
            <a:xfrm>
              <a:off x="960" y="244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1" name="Line 51"/>
            <p:cNvSpPr>
              <a:spLocks noChangeShapeType="1"/>
            </p:cNvSpPr>
            <p:nvPr/>
          </p:nvSpPr>
          <p:spPr bwMode="auto">
            <a:xfrm>
              <a:off x="768" y="264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52" name="Text Box 52"/>
            <p:cNvSpPr txBox="1">
              <a:spLocks noChangeArrowheads="1"/>
            </p:cNvSpPr>
            <p:nvPr/>
          </p:nvSpPr>
          <p:spPr bwMode="auto">
            <a:xfrm>
              <a:off x="336" y="2448"/>
              <a:ext cx="3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J</a:t>
              </a:r>
            </a:p>
          </p:txBody>
        </p:sp>
      </p:grpSp>
      <p:grpSp>
        <p:nvGrpSpPr>
          <p:cNvPr id="538677" name="Group 53"/>
          <p:cNvGrpSpPr>
            <a:grpSpLocks/>
          </p:cNvGrpSpPr>
          <p:nvPr/>
        </p:nvGrpSpPr>
        <p:grpSpPr bwMode="auto">
          <a:xfrm>
            <a:off x="422275" y="4505536"/>
            <a:ext cx="3568700" cy="457200"/>
            <a:chOff x="314" y="2736"/>
            <a:chExt cx="2248" cy="288"/>
          </a:xfrm>
        </p:grpSpPr>
        <p:sp>
          <p:nvSpPr>
            <p:cNvPr id="38943" name="Line 54"/>
            <p:cNvSpPr>
              <a:spLocks noChangeShapeType="1"/>
            </p:cNvSpPr>
            <p:nvPr/>
          </p:nvSpPr>
          <p:spPr bwMode="auto">
            <a:xfrm>
              <a:off x="2064" y="2736"/>
              <a:ext cx="49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44" name="Line 55"/>
            <p:cNvSpPr>
              <a:spLocks noChangeShapeType="1"/>
            </p:cNvSpPr>
            <p:nvPr/>
          </p:nvSpPr>
          <p:spPr bwMode="auto">
            <a:xfrm>
              <a:off x="2064" y="2736"/>
              <a:ext cx="0" cy="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45" name="Line 56"/>
            <p:cNvSpPr>
              <a:spLocks noChangeShapeType="1"/>
            </p:cNvSpPr>
            <p:nvPr/>
          </p:nvSpPr>
          <p:spPr bwMode="auto">
            <a:xfrm>
              <a:off x="793" y="2961"/>
              <a:ext cx="1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8946" name="Text Box 57"/>
            <p:cNvSpPr txBox="1">
              <a:spLocks noChangeArrowheads="1"/>
            </p:cNvSpPr>
            <p:nvPr/>
          </p:nvSpPr>
          <p:spPr bwMode="auto">
            <a:xfrm>
              <a:off x="314" y="2736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K</a:t>
              </a:r>
            </a:p>
          </p:txBody>
        </p:sp>
      </p:grpSp>
      <p:sp>
        <p:nvSpPr>
          <p:cNvPr id="538682" name="Text Box 58"/>
          <p:cNvSpPr txBox="1">
            <a:spLocks noChangeArrowheads="1"/>
          </p:cNvSpPr>
          <p:nvPr/>
        </p:nvSpPr>
        <p:spPr bwMode="auto">
          <a:xfrm>
            <a:off x="574675" y="5191336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</a:t>
            </a:r>
          </a:p>
        </p:txBody>
      </p:sp>
      <p:sp>
        <p:nvSpPr>
          <p:cNvPr id="538683" name="Line 59"/>
          <p:cNvSpPr>
            <a:spLocks noChangeShapeType="1"/>
          </p:cNvSpPr>
          <p:nvPr/>
        </p:nvSpPr>
        <p:spPr bwMode="auto">
          <a:xfrm>
            <a:off x="2860675" y="5648536"/>
            <a:ext cx="1076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84" name="Line 60"/>
          <p:cNvSpPr>
            <a:spLocks noChangeShapeType="1"/>
          </p:cNvSpPr>
          <p:nvPr/>
        </p:nvSpPr>
        <p:spPr bwMode="auto">
          <a:xfrm>
            <a:off x="1260475" y="5648536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8685" name="Text Box 61"/>
          <p:cNvSpPr txBox="1">
            <a:spLocks noChangeArrowheads="1"/>
          </p:cNvSpPr>
          <p:nvPr/>
        </p:nvSpPr>
        <p:spPr bwMode="auto">
          <a:xfrm>
            <a:off x="571500" y="5648536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5593637" y="2226592"/>
            <a:ext cx="1756730" cy="3829657"/>
            <a:chOff x="4595565" y="-14682"/>
            <a:chExt cx="3853110" cy="7066360"/>
          </a:xfrm>
        </p:grpSpPr>
        <p:sp>
          <p:nvSpPr>
            <p:cNvPr id="65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533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181600" y="527721"/>
              <a:ext cx="3267075" cy="5728650"/>
              <a:chOff x="5181600" y="527721"/>
              <a:chExt cx="3267075" cy="5728650"/>
            </a:xfrm>
          </p:grpSpPr>
          <p:sp>
            <p:nvSpPr>
              <p:cNvPr id="85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6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7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8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9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0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2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5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6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7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8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9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0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1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2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4" cy="851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04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2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3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5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0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1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6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48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9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07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46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7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08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9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0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1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2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3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4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5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6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7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8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9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0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44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5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1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2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3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2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0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1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3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38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9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4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5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36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37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26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7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8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9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0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1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2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3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851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34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7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68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69" name="Group 332"/>
            <p:cNvGrpSpPr>
              <a:grpSpLocks/>
            </p:cNvGrpSpPr>
            <p:nvPr/>
          </p:nvGrpSpPr>
          <p:grpSpPr bwMode="auto">
            <a:xfrm>
              <a:off x="4721225" y="5029201"/>
              <a:ext cx="1390650" cy="1941513"/>
              <a:chOff x="2974" y="3168"/>
              <a:chExt cx="876" cy="1223"/>
            </a:xfrm>
          </p:grpSpPr>
          <p:grpSp>
            <p:nvGrpSpPr>
              <p:cNvPr id="78" name="Group 324"/>
              <p:cNvGrpSpPr>
                <a:grpSpLocks/>
              </p:cNvGrpSpPr>
              <p:nvPr/>
            </p:nvGrpSpPr>
            <p:grpSpPr bwMode="auto">
              <a:xfrm>
                <a:off x="2974" y="3312"/>
                <a:ext cx="876" cy="1079"/>
                <a:chOff x="2974" y="3216"/>
                <a:chExt cx="876" cy="1079"/>
              </a:xfrm>
            </p:grpSpPr>
            <p:sp>
              <p:nvSpPr>
                <p:cNvPr id="80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1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550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82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3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572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84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9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0" name="Group 333"/>
            <p:cNvGrpSpPr>
              <a:grpSpLocks/>
            </p:cNvGrpSpPr>
            <p:nvPr/>
          </p:nvGrpSpPr>
          <p:grpSpPr bwMode="auto">
            <a:xfrm>
              <a:off x="6651628" y="5029202"/>
              <a:ext cx="1619252" cy="2022476"/>
              <a:chOff x="4190" y="3168"/>
              <a:chExt cx="1020" cy="1274"/>
            </a:xfrm>
          </p:grpSpPr>
          <p:grpSp>
            <p:nvGrpSpPr>
              <p:cNvPr id="71" name="Group 325"/>
              <p:cNvGrpSpPr>
                <a:grpSpLocks/>
              </p:cNvGrpSpPr>
              <p:nvPr/>
            </p:nvGrpSpPr>
            <p:grpSpPr bwMode="auto">
              <a:xfrm>
                <a:off x="4190" y="3312"/>
                <a:ext cx="1020" cy="1130"/>
                <a:chOff x="4167" y="3216"/>
                <a:chExt cx="1020" cy="1130"/>
              </a:xfrm>
            </p:grpSpPr>
            <p:sp>
              <p:nvSpPr>
                <p:cNvPr id="73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474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74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9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75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6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77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2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506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3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3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3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58" grpId="0" autoUpdateAnimBg="0"/>
      <p:bldP spid="538682" grpId="0" autoUpdateAnimBg="0"/>
      <p:bldP spid="53868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25D0CF-A7FC-4036-8175-31EDEA84E79F}" type="slidenum">
              <a:rPr lang="en-US" altLang="zh-CN"/>
              <a:pPr>
                <a:defRPr/>
              </a:pPr>
              <a:t>39</a:t>
            </a:fld>
            <a:endParaRPr lang="en-US" altLang="zh-CN" dirty="0"/>
          </a:p>
        </p:txBody>
      </p:sp>
      <p:sp>
        <p:nvSpPr>
          <p:cNvPr id="539652" name="Line 4"/>
          <p:cNvSpPr>
            <a:spLocks noChangeShapeType="1"/>
          </p:cNvSpPr>
          <p:nvPr/>
        </p:nvSpPr>
        <p:spPr bwMode="auto">
          <a:xfrm>
            <a:off x="3048000" y="28194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53" name="Line 5"/>
          <p:cNvSpPr>
            <a:spLocks noChangeShapeType="1"/>
          </p:cNvSpPr>
          <p:nvPr/>
        </p:nvSpPr>
        <p:spPr bwMode="auto">
          <a:xfrm>
            <a:off x="1905000" y="2819400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5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9655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＝</a:t>
            </a:r>
            <a:r>
              <a:rPr lang="en-US" altLang="zh-CN" b="1" dirty="0"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latin typeface="Georgia" panose="02040502050405020303" pitchFamily="18" charset="0"/>
              </a:rPr>
              <a:t>期間，</a:t>
            </a:r>
            <a:r>
              <a:rPr lang="en-US" altLang="zh-CN" b="1" dirty="0">
                <a:latin typeface="Georgia" panose="02040502050405020303" pitchFamily="18" charset="0"/>
              </a:rPr>
              <a:t>JK</a:t>
            </a:r>
            <a:r>
              <a:rPr lang="zh-CN" altLang="en-US" b="1" dirty="0">
                <a:latin typeface="Georgia" panose="02040502050405020303" pitchFamily="18" charset="0"/>
              </a:rPr>
              <a:t>變化一次；可能會影響觸發器狀態。</a:t>
            </a:r>
          </a:p>
          <a:p>
            <a:pPr eaLnBrk="1" hangingPunct="1">
              <a:defRPr/>
            </a:pPr>
            <a:endParaRPr lang="en-US" altLang="zh-CN" sz="2400" b="1" dirty="0">
              <a:latin typeface="Georgia" panose="02040502050405020303" pitchFamily="18" charset="0"/>
            </a:endParaRPr>
          </a:p>
        </p:txBody>
      </p:sp>
      <p:sp>
        <p:nvSpPr>
          <p:cNvPr id="539662" name="Line 14"/>
          <p:cNvSpPr>
            <a:spLocks noChangeShapeType="1"/>
          </p:cNvSpPr>
          <p:nvPr/>
        </p:nvSpPr>
        <p:spPr bwMode="auto">
          <a:xfrm>
            <a:off x="1908175" y="4783138"/>
            <a:ext cx="2303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3" name="Line 15"/>
          <p:cNvSpPr>
            <a:spLocks noChangeShapeType="1"/>
          </p:cNvSpPr>
          <p:nvPr/>
        </p:nvSpPr>
        <p:spPr bwMode="auto">
          <a:xfrm flipH="1">
            <a:off x="1905000" y="4783138"/>
            <a:ext cx="3175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4" name="Line 16"/>
          <p:cNvSpPr>
            <a:spLocks noChangeShapeType="1"/>
          </p:cNvSpPr>
          <p:nvPr/>
        </p:nvSpPr>
        <p:spPr bwMode="auto">
          <a:xfrm>
            <a:off x="1295400" y="51054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5" name="Line 17"/>
          <p:cNvSpPr>
            <a:spLocks noChangeShapeType="1"/>
          </p:cNvSpPr>
          <p:nvPr/>
        </p:nvSpPr>
        <p:spPr bwMode="auto">
          <a:xfrm>
            <a:off x="3048000" y="5341938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6" name="Line 18"/>
          <p:cNvSpPr>
            <a:spLocks noChangeShapeType="1"/>
          </p:cNvSpPr>
          <p:nvPr/>
        </p:nvSpPr>
        <p:spPr bwMode="auto">
          <a:xfrm>
            <a:off x="3048000" y="5341938"/>
            <a:ext cx="12700" cy="295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7" name="Line 19"/>
          <p:cNvSpPr>
            <a:spLocks noChangeShapeType="1"/>
          </p:cNvSpPr>
          <p:nvPr/>
        </p:nvSpPr>
        <p:spPr bwMode="auto">
          <a:xfrm flipV="1">
            <a:off x="1403350" y="5637213"/>
            <a:ext cx="16573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8" name="Text Box 20"/>
          <p:cNvSpPr txBox="1">
            <a:spLocks noChangeArrowheads="1"/>
          </p:cNvSpPr>
          <p:nvPr/>
        </p:nvSpPr>
        <p:spPr bwMode="auto">
          <a:xfrm>
            <a:off x="1295400" y="24384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初始狀態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0</a:t>
            </a:r>
          </a:p>
        </p:txBody>
      </p:sp>
      <p:grpSp>
        <p:nvGrpSpPr>
          <p:cNvPr id="539670" name="Group 22"/>
          <p:cNvGrpSpPr>
            <a:grpSpLocks/>
          </p:cNvGrpSpPr>
          <p:nvPr/>
        </p:nvGrpSpPr>
        <p:grpSpPr bwMode="auto">
          <a:xfrm>
            <a:off x="762000" y="3048000"/>
            <a:ext cx="3449638" cy="457200"/>
            <a:chOff x="480" y="1776"/>
            <a:chExt cx="2173" cy="288"/>
          </a:xfrm>
        </p:grpSpPr>
        <p:sp>
          <p:nvSpPr>
            <p:cNvPr id="40000" name="Line 23"/>
            <p:cNvSpPr>
              <a:spLocks noChangeShapeType="1"/>
            </p:cNvSpPr>
            <p:nvPr/>
          </p:nvSpPr>
          <p:spPr bwMode="auto">
            <a:xfrm>
              <a:off x="1200" y="1824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001" name="Line 24"/>
            <p:cNvSpPr>
              <a:spLocks noChangeShapeType="1"/>
            </p:cNvSpPr>
            <p:nvPr/>
          </p:nvSpPr>
          <p:spPr bwMode="auto">
            <a:xfrm>
              <a:off x="1920" y="1824"/>
              <a:ext cx="8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002" name="Line 25"/>
            <p:cNvSpPr>
              <a:spLocks noChangeShapeType="1"/>
            </p:cNvSpPr>
            <p:nvPr/>
          </p:nvSpPr>
          <p:spPr bwMode="auto">
            <a:xfrm>
              <a:off x="1200" y="1824"/>
              <a:ext cx="2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003" name="Line 26"/>
            <p:cNvSpPr>
              <a:spLocks noChangeShapeType="1"/>
            </p:cNvSpPr>
            <p:nvPr/>
          </p:nvSpPr>
          <p:spPr bwMode="auto">
            <a:xfrm>
              <a:off x="1927" y="1980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004" name="Line 27"/>
            <p:cNvSpPr>
              <a:spLocks noChangeShapeType="1"/>
            </p:cNvSpPr>
            <p:nvPr/>
          </p:nvSpPr>
          <p:spPr bwMode="auto">
            <a:xfrm>
              <a:off x="839" y="1980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005" name="Text Box 28"/>
            <p:cNvSpPr txBox="1">
              <a:spLocks noChangeArrowheads="1"/>
            </p:cNvSpPr>
            <p:nvPr/>
          </p:nvSpPr>
          <p:spPr bwMode="auto">
            <a:xfrm>
              <a:off x="480" y="177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539677" name="Group 29"/>
          <p:cNvGrpSpPr>
            <a:grpSpLocks/>
          </p:cNvGrpSpPr>
          <p:nvPr/>
        </p:nvGrpSpPr>
        <p:grpSpPr bwMode="auto">
          <a:xfrm>
            <a:off x="723900" y="3551238"/>
            <a:ext cx="3455988" cy="457200"/>
            <a:chOff x="456" y="2237"/>
            <a:chExt cx="2177" cy="288"/>
          </a:xfrm>
        </p:grpSpPr>
        <p:sp>
          <p:nvSpPr>
            <p:cNvPr id="39994" name="Line 30"/>
            <p:cNvSpPr>
              <a:spLocks noChangeShapeType="1"/>
            </p:cNvSpPr>
            <p:nvPr/>
          </p:nvSpPr>
          <p:spPr bwMode="auto">
            <a:xfrm>
              <a:off x="1056" y="2304"/>
              <a:ext cx="63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5" name="Line 31"/>
            <p:cNvSpPr>
              <a:spLocks noChangeShapeType="1"/>
            </p:cNvSpPr>
            <p:nvPr/>
          </p:nvSpPr>
          <p:spPr bwMode="auto">
            <a:xfrm>
              <a:off x="1056" y="2304"/>
              <a:ext cx="10" cy="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6" name="Line 32"/>
            <p:cNvSpPr>
              <a:spLocks noChangeShapeType="1"/>
            </p:cNvSpPr>
            <p:nvPr/>
          </p:nvSpPr>
          <p:spPr bwMode="auto">
            <a:xfrm>
              <a:off x="839" y="2479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7" name="Line 33"/>
            <p:cNvSpPr>
              <a:spLocks noChangeShapeType="1"/>
            </p:cNvSpPr>
            <p:nvPr/>
          </p:nvSpPr>
          <p:spPr bwMode="auto">
            <a:xfrm>
              <a:off x="1680" y="23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8" name="Line 34"/>
            <p:cNvSpPr>
              <a:spLocks noChangeShapeType="1"/>
            </p:cNvSpPr>
            <p:nvPr/>
          </p:nvSpPr>
          <p:spPr bwMode="auto">
            <a:xfrm flipV="1">
              <a:off x="1680" y="2496"/>
              <a:ext cx="9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9" name="Text Box 35"/>
            <p:cNvSpPr txBox="1">
              <a:spLocks noChangeArrowheads="1"/>
            </p:cNvSpPr>
            <p:nvPr/>
          </p:nvSpPr>
          <p:spPr bwMode="auto">
            <a:xfrm>
              <a:off x="456" y="2237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</p:grpSp>
      <p:grpSp>
        <p:nvGrpSpPr>
          <p:cNvPr id="539684" name="Group 36"/>
          <p:cNvGrpSpPr>
            <a:grpSpLocks/>
          </p:cNvGrpSpPr>
          <p:nvPr/>
        </p:nvGrpSpPr>
        <p:grpSpPr bwMode="auto">
          <a:xfrm>
            <a:off x="685800" y="4267200"/>
            <a:ext cx="3492500" cy="457200"/>
            <a:chOff x="432" y="2688"/>
            <a:chExt cx="2200" cy="288"/>
          </a:xfrm>
        </p:grpSpPr>
        <p:sp>
          <p:nvSpPr>
            <p:cNvPr id="39990" name="Line 37"/>
            <p:cNvSpPr>
              <a:spLocks noChangeShapeType="1"/>
            </p:cNvSpPr>
            <p:nvPr/>
          </p:nvSpPr>
          <p:spPr bwMode="auto">
            <a:xfrm>
              <a:off x="1680" y="2688"/>
              <a:ext cx="95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1" name="Line 38"/>
            <p:cNvSpPr>
              <a:spLocks noChangeShapeType="1"/>
            </p:cNvSpPr>
            <p:nvPr/>
          </p:nvSpPr>
          <p:spPr bwMode="auto">
            <a:xfrm>
              <a:off x="1680" y="26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2" name="Line 39"/>
            <p:cNvSpPr>
              <a:spLocks noChangeShapeType="1"/>
            </p:cNvSpPr>
            <p:nvPr/>
          </p:nvSpPr>
          <p:spPr bwMode="auto">
            <a:xfrm>
              <a:off x="816" y="288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93" name="Text Box 40"/>
            <p:cNvSpPr txBox="1">
              <a:spLocks noChangeArrowheads="1"/>
            </p:cNvSpPr>
            <p:nvPr/>
          </p:nvSpPr>
          <p:spPr bwMode="auto">
            <a:xfrm>
              <a:off x="432" y="268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</p:grpSp>
      <p:sp>
        <p:nvSpPr>
          <p:cNvPr id="539689" name="Text Box 41"/>
          <p:cNvSpPr txBox="1">
            <a:spLocks noChangeArrowheads="1"/>
          </p:cNvSpPr>
          <p:nvPr/>
        </p:nvSpPr>
        <p:spPr bwMode="auto">
          <a:xfrm>
            <a:off x="685800" y="47244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</a:t>
            </a:r>
          </a:p>
        </p:txBody>
      </p:sp>
      <p:sp>
        <p:nvSpPr>
          <p:cNvPr id="539690" name="Text Box 42"/>
          <p:cNvSpPr txBox="1">
            <a:spLocks noChangeArrowheads="1"/>
          </p:cNvSpPr>
          <p:nvPr/>
        </p:nvSpPr>
        <p:spPr bwMode="auto">
          <a:xfrm>
            <a:off x="685800" y="52578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</a:t>
            </a:r>
          </a:p>
        </p:txBody>
      </p:sp>
      <p:sp>
        <p:nvSpPr>
          <p:cNvPr id="539693" name="Text Box 45"/>
          <p:cNvSpPr txBox="1">
            <a:spLocks noChangeArrowheads="1"/>
          </p:cNvSpPr>
          <p:nvPr/>
        </p:nvSpPr>
        <p:spPr bwMode="auto">
          <a:xfrm>
            <a:off x="647701" y="5957094"/>
            <a:ext cx="3581400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當</a:t>
            </a:r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K</a:t>
            </a:r>
            <a:r>
              <a:rPr lang="zh-CN" altLang="en-US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1</a:t>
            </a:r>
            <a:r>
              <a:rPr lang="zh-CN" altLang="en-US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後</a:t>
            </a:r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,</a:t>
            </a:r>
            <a:r>
              <a:rPr lang="zh-CN" altLang="en-US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由於</a:t>
            </a:r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2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</a:t>
            </a:r>
            <a:r>
              <a:rPr lang="zh-CN" altLang="en-US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0,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 Q</a:t>
            </a:r>
            <a:r>
              <a:rPr lang="zh-CN" altLang="en-US" sz="12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 </a:t>
            </a:r>
            <a:r>
              <a:rPr lang="zh-CN" altLang="en-US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保持</a:t>
            </a:r>
            <a:r>
              <a:rPr lang="zh-CN" altLang="en-US" sz="1200" b="1" dirty="0">
                <a:latin typeface="Georgia" panose="02040502050405020303" pitchFamily="18" charset="0"/>
                <a:ea typeface="Noto Serif SC" panose="02020200000000000000" pitchFamily="18" charset="-122"/>
              </a:rPr>
              <a:t>，</a:t>
            </a:r>
            <a:r>
              <a:rPr lang="zh-CN" altLang="en-US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不會變為</a:t>
            </a:r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0!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5642292" y="2303811"/>
            <a:ext cx="1756730" cy="3829657"/>
            <a:chOff x="4595565" y="-14682"/>
            <a:chExt cx="3853110" cy="7066360"/>
          </a:xfrm>
        </p:grpSpPr>
        <p:sp>
          <p:nvSpPr>
            <p:cNvPr id="72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533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5181600" y="527721"/>
              <a:ext cx="3267075" cy="5728650"/>
              <a:chOff x="5181600" y="527721"/>
              <a:chExt cx="3267075" cy="5728650"/>
            </a:xfrm>
          </p:grpSpPr>
          <p:sp>
            <p:nvSpPr>
              <p:cNvPr id="92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5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6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7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8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9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0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1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2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5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6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7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8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9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0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4" cy="851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11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9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60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2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7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8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3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5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6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4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3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4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5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6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7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8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9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0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1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2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4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5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6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7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51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2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8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9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0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9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7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8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30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5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6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31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32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43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4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33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4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6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7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8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9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0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851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41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2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4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75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76" name="Group 332"/>
            <p:cNvGrpSpPr>
              <a:grpSpLocks/>
            </p:cNvGrpSpPr>
            <p:nvPr/>
          </p:nvGrpSpPr>
          <p:grpSpPr bwMode="auto">
            <a:xfrm>
              <a:off x="4721225" y="5029201"/>
              <a:ext cx="1390650" cy="1941513"/>
              <a:chOff x="2974" y="3168"/>
              <a:chExt cx="876" cy="1223"/>
            </a:xfrm>
          </p:grpSpPr>
          <p:grpSp>
            <p:nvGrpSpPr>
              <p:cNvPr id="85" name="Group 324"/>
              <p:cNvGrpSpPr>
                <a:grpSpLocks/>
              </p:cNvGrpSpPr>
              <p:nvPr/>
            </p:nvGrpSpPr>
            <p:grpSpPr bwMode="auto">
              <a:xfrm>
                <a:off x="2974" y="3312"/>
                <a:ext cx="876" cy="1079"/>
                <a:chOff x="2974" y="3216"/>
                <a:chExt cx="876" cy="1079"/>
              </a:xfrm>
            </p:grpSpPr>
            <p:sp>
              <p:nvSpPr>
                <p:cNvPr id="87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8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550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89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0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572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91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86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7" name="Group 333"/>
            <p:cNvGrpSpPr>
              <a:grpSpLocks/>
            </p:cNvGrpSpPr>
            <p:nvPr/>
          </p:nvGrpSpPr>
          <p:grpSpPr bwMode="auto">
            <a:xfrm>
              <a:off x="6651628" y="5029202"/>
              <a:ext cx="1619252" cy="2022476"/>
              <a:chOff x="4190" y="3168"/>
              <a:chExt cx="1020" cy="1274"/>
            </a:xfrm>
          </p:grpSpPr>
          <p:grpSp>
            <p:nvGrpSpPr>
              <p:cNvPr id="78" name="Group 325"/>
              <p:cNvGrpSpPr>
                <a:grpSpLocks/>
              </p:cNvGrpSpPr>
              <p:nvPr/>
            </p:nvGrpSpPr>
            <p:grpSpPr bwMode="auto">
              <a:xfrm>
                <a:off x="4190" y="3312"/>
                <a:ext cx="1020" cy="1130"/>
                <a:chOff x="4167" y="3216"/>
                <a:chExt cx="1020" cy="1130"/>
              </a:xfrm>
            </p:grpSpPr>
            <p:sp>
              <p:nvSpPr>
                <p:cNvPr id="80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474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81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9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82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3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4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9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53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53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3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3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8" grpId="0" autoUpdateAnimBg="0"/>
      <p:bldP spid="539689" grpId="0" autoUpdateAnimBg="0"/>
      <p:bldP spid="539690" grpId="0" autoUpdateAnimBg="0"/>
      <p:bldP spid="53969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25D0CF-A7FC-4036-8175-31EDEA84E79F}" type="slidenum">
              <a:rPr lang="en-US" altLang="zh-CN"/>
              <a:pPr>
                <a:defRPr/>
              </a:pPr>
              <a:t>40</a:t>
            </a:fld>
            <a:endParaRPr lang="en-US" altLang="zh-CN" dirty="0"/>
          </a:p>
        </p:txBody>
      </p:sp>
      <p:sp>
        <p:nvSpPr>
          <p:cNvPr id="539650" name="Line 2"/>
          <p:cNvSpPr>
            <a:spLocks noChangeShapeType="1"/>
          </p:cNvSpPr>
          <p:nvPr/>
        </p:nvSpPr>
        <p:spPr bwMode="auto">
          <a:xfrm>
            <a:off x="1907704" y="2908075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51" name="Line 3"/>
          <p:cNvSpPr>
            <a:spLocks noChangeShapeType="1"/>
          </p:cNvSpPr>
          <p:nvPr/>
        </p:nvSpPr>
        <p:spPr bwMode="auto">
          <a:xfrm>
            <a:off x="3050704" y="2908075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5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39655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＝</a:t>
            </a:r>
            <a:r>
              <a:rPr lang="en-US" altLang="zh-CN" b="1" dirty="0"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latin typeface="Georgia" panose="02040502050405020303" pitchFamily="18" charset="0"/>
              </a:rPr>
              <a:t>期間，</a:t>
            </a:r>
            <a:r>
              <a:rPr lang="en-US" altLang="zh-CN" b="1" dirty="0">
                <a:latin typeface="Georgia" panose="02040502050405020303" pitchFamily="18" charset="0"/>
              </a:rPr>
              <a:t>JK</a:t>
            </a:r>
            <a:r>
              <a:rPr lang="zh-CN" altLang="en-US" b="1" dirty="0">
                <a:latin typeface="Georgia" panose="02040502050405020303" pitchFamily="18" charset="0"/>
              </a:rPr>
              <a:t>變化一次；可能會影響觸發器狀態。</a:t>
            </a:r>
          </a:p>
          <a:p>
            <a:pPr eaLnBrk="1" hangingPunct="1">
              <a:defRPr/>
            </a:pPr>
            <a:endParaRPr lang="en-US" altLang="zh-CN" sz="2400" b="1" dirty="0">
              <a:latin typeface="Georgia" panose="02040502050405020303" pitchFamily="18" charset="0"/>
            </a:endParaRPr>
          </a:p>
        </p:txBody>
      </p:sp>
      <p:sp>
        <p:nvSpPr>
          <p:cNvPr id="539656" name="Line 8"/>
          <p:cNvSpPr>
            <a:spLocks noChangeShapeType="1"/>
          </p:cNvSpPr>
          <p:nvPr/>
        </p:nvSpPr>
        <p:spPr bwMode="auto">
          <a:xfrm>
            <a:off x="2669704" y="5498875"/>
            <a:ext cx="1512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57" name="Line 9"/>
          <p:cNvSpPr>
            <a:spLocks noChangeShapeType="1"/>
          </p:cNvSpPr>
          <p:nvPr/>
        </p:nvSpPr>
        <p:spPr bwMode="auto">
          <a:xfrm>
            <a:off x="2669704" y="5194075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58" name="Line 10"/>
          <p:cNvSpPr>
            <a:spLocks noChangeShapeType="1"/>
          </p:cNvSpPr>
          <p:nvPr/>
        </p:nvSpPr>
        <p:spPr bwMode="auto">
          <a:xfrm>
            <a:off x="1298104" y="5194075"/>
            <a:ext cx="13668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59" name="Line 11"/>
          <p:cNvSpPr>
            <a:spLocks noChangeShapeType="1"/>
          </p:cNvSpPr>
          <p:nvPr/>
        </p:nvSpPr>
        <p:spPr bwMode="auto">
          <a:xfrm>
            <a:off x="3061817" y="6248175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0" name="Line 12"/>
          <p:cNvSpPr>
            <a:spLocks noChangeShapeType="1"/>
          </p:cNvSpPr>
          <p:nvPr/>
        </p:nvSpPr>
        <p:spPr bwMode="auto">
          <a:xfrm>
            <a:off x="3050704" y="5879875"/>
            <a:ext cx="11113" cy="36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1" name="Line 13"/>
          <p:cNvSpPr>
            <a:spLocks noChangeShapeType="1"/>
          </p:cNvSpPr>
          <p:nvPr/>
        </p:nvSpPr>
        <p:spPr bwMode="auto">
          <a:xfrm flipV="1">
            <a:off x="1450504" y="5879875"/>
            <a:ext cx="16002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39669" name="Text Box 21"/>
          <p:cNvSpPr txBox="1">
            <a:spLocks noChangeArrowheads="1"/>
          </p:cNvSpPr>
          <p:nvPr/>
        </p:nvSpPr>
        <p:spPr bwMode="auto">
          <a:xfrm>
            <a:off x="1333029" y="2374675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初始狀態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solidFill>
                  <a:srgbClr val="FFFF00"/>
                </a:solidFill>
                <a:latin typeface="Georgia" panose="02040502050405020303" pitchFamily="18" charset="0"/>
                <a:ea typeface="Noto Serif SC" panose="02020200000000000000" pitchFamily="18" charset="-122"/>
              </a:rPr>
              <a:t>1</a:t>
            </a:r>
          </a:p>
        </p:txBody>
      </p:sp>
      <p:sp>
        <p:nvSpPr>
          <p:cNvPr id="539691" name="Text Box 43"/>
          <p:cNvSpPr txBox="1">
            <a:spLocks noChangeArrowheads="1"/>
          </p:cNvSpPr>
          <p:nvPr/>
        </p:nvSpPr>
        <p:spPr bwMode="auto">
          <a:xfrm>
            <a:off x="764704" y="5117875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</a:t>
            </a:r>
          </a:p>
        </p:txBody>
      </p:sp>
      <p:sp>
        <p:nvSpPr>
          <p:cNvPr id="539692" name="Text Box 44"/>
          <p:cNvSpPr txBox="1">
            <a:spLocks noChangeArrowheads="1"/>
          </p:cNvSpPr>
          <p:nvPr/>
        </p:nvSpPr>
        <p:spPr bwMode="auto">
          <a:xfrm>
            <a:off x="840904" y="5803675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</a:t>
            </a:r>
          </a:p>
        </p:txBody>
      </p:sp>
      <p:sp>
        <p:nvSpPr>
          <p:cNvPr id="39989" name="Line 48"/>
          <p:cNvSpPr>
            <a:spLocks noChangeShapeType="1"/>
          </p:cNvSpPr>
          <p:nvPr/>
        </p:nvSpPr>
        <p:spPr bwMode="auto">
          <a:xfrm>
            <a:off x="1622064" y="-1335988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539698" name="Group 50"/>
          <p:cNvGrpSpPr>
            <a:grpSpLocks/>
          </p:cNvGrpSpPr>
          <p:nvPr/>
        </p:nvGrpSpPr>
        <p:grpSpPr bwMode="auto">
          <a:xfrm>
            <a:off x="764704" y="2984275"/>
            <a:ext cx="3449638" cy="457200"/>
            <a:chOff x="480" y="1776"/>
            <a:chExt cx="2173" cy="288"/>
          </a:xfrm>
        </p:grpSpPr>
        <p:sp>
          <p:nvSpPr>
            <p:cNvPr id="39982" name="Line 51"/>
            <p:cNvSpPr>
              <a:spLocks noChangeShapeType="1"/>
            </p:cNvSpPr>
            <p:nvPr/>
          </p:nvSpPr>
          <p:spPr bwMode="auto">
            <a:xfrm>
              <a:off x="1200" y="1824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83" name="Line 52"/>
            <p:cNvSpPr>
              <a:spLocks noChangeShapeType="1"/>
            </p:cNvSpPr>
            <p:nvPr/>
          </p:nvSpPr>
          <p:spPr bwMode="auto">
            <a:xfrm>
              <a:off x="1920" y="1824"/>
              <a:ext cx="8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84" name="Line 53"/>
            <p:cNvSpPr>
              <a:spLocks noChangeShapeType="1"/>
            </p:cNvSpPr>
            <p:nvPr/>
          </p:nvSpPr>
          <p:spPr bwMode="auto">
            <a:xfrm>
              <a:off x="1200" y="1824"/>
              <a:ext cx="2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85" name="Line 54"/>
            <p:cNvSpPr>
              <a:spLocks noChangeShapeType="1"/>
            </p:cNvSpPr>
            <p:nvPr/>
          </p:nvSpPr>
          <p:spPr bwMode="auto">
            <a:xfrm>
              <a:off x="1927" y="1980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86" name="Line 55"/>
            <p:cNvSpPr>
              <a:spLocks noChangeShapeType="1"/>
            </p:cNvSpPr>
            <p:nvPr/>
          </p:nvSpPr>
          <p:spPr bwMode="auto">
            <a:xfrm>
              <a:off x="839" y="1980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87" name="Text Box 56"/>
            <p:cNvSpPr txBox="1">
              <a:spLocks noChangeArrowheads="1"/>
            </p:cNvSpPr>
            <p:nvPr/>
          </p:nvSpPr>
          <p:spPr bwMode="auto">
            <a:xfrm>
              <a:off x="480" y="177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539705" name="Group 57"/>
          <p:cNvGrpSpPr>
            <a:grpSpLocks/>
          </p:cNvGrpSpPr>
          <p:nvPr/>
        </p:nvGrpSpPr>
        <p:grpSpPr bwMode="auto">
          <a:xfrm>
            <a:off x="726604" y="3487513"/>
            <a:ext cx="3455988" cy="457200"/>
            <a:chOff x="456" y="2237"/>
            <a:chExt cx="2177" cy="288"/>
          </a:xfrm>
        </p:grpSpPr>
        <p:sp>
          <p:nvSpPr>
            <p:cNvPr id="39976" name="Line 58"/>
            <p:cNvSpPr>
              <a:spLocks noChangeShapeType="1"/>
            </p:cNvSpPr>
            <p:nvPr/>
          </p:nvSpPr>
          <p:spPr bwMode="auto">
            <a:xfrm>
              <a:off x="1056" y="2304"/>
              <a:ext cx="63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77" name="Line 59"/>
            <p:cNvSpPr>
              <a:spLocks noChangeShapeType="1"/>
            </p:cNvSpPr>
            <p:nvPr/>
          </p:nvSpPr>
          <p:spPr bwMode="auto">
            <a:xfrm>
              <a:off x="1056" y="2304"/>
              <a:ext cx="10" cy="17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78" name="Line 60"/>
            <p:cNvSpPr>
              <a:spLocks noChangeShapeType="1"/>
            </p:cNvSpPr>
            <p:nvPr/>
          </p:nvSpPr>
          <p:spPr bwMode="auto">
            <a:xfrm>
              <a:off x="839" y="2479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79" name="Line 61"/>
            <p:cNvSpPr>
              <a:spLocks noChangeShapeType="1"/>
            </p:cNvSpPr>
            <p:nvPr/>
          </p:nvSpPr>
          <p:spPr bwMode="auto">
            <a:xfrm>
              <a:off x="1680" y="23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80" name="Line 62"/>
            <p:cNvSpPr>
              <a:spLocks noChangeShapeType="1"/>
            </p:cNvSpPr>
            <p:nvPr/>
          </p:nvSpPr>
          <p:spPr bwMode="auto">
            <a:xfrm flipV="1">
              <a:off x="1680" y="2496"/>
              <a:ext cx="9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81" name="Text Box 63"/>
            <p:cNvSpPr txBox="1">
              <a:spLocks noChangeArrowheads="1"/>
            </p:cNvSpPr>
            <p:nvPr/>
          </p:nvSpPr>
          <p:spPr bwMode="auto">
            <a:xfrm>
              <a:off x="456" y="2237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</p:grpSp>
      <p:grpSp>
        <p:nvGrpSpPr>
          <p:cNvPr id="539712" name="Group 64"/>
          <p:cNvGrpSpPr>
            <a:grpSpLocks/>
          </p:cNvGrpSpPr>
          <p:nvPr/>
        </p:nvGrpSpPr>
        <p:grpSpPr bwMode="auto">
          <a:xfrm>
            <a:off x="688504" y="4203475"/>
            <a:ext cx="3492500" cy="457200"/>
            <a:chOff x="432" y="2688"/>
            <a:chExt cx="2200" cy="288"/>
          </a:xfrm>
        </p:grpSpPr>
        <p:sp>
          <p:nvSpPr>
            <p:cNvPr id="39972" name="Line 65"/>
            <p:cNvSpPr>
              <a:spLocks noChangeShapeType="1"/>
            </p:cNvSpPr>
            <p:nvPr/>
          </p:nvSpPr>
          <p:spPr bwMode="auto">
            <a:xfrm>
              <a:off x="1680" y="2688"/>
              <a:ext cx="95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73" name="Line 66"/>
            <p:cNvSpPr>
              <a:spLocks noChangeShapeType="1"/>
            </p:cNvSpPr>
            <p:nvPr/>
          </p:nvSpPr>
          <p:spPr bwMode="auto">
            <a:xfrm>
              <a:off x="1680" y="26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74" name="Line 67"/>
            <p:cNvSpPr>
              <a:spLocks noChangeShapeType="1"/>
            </p:cNvSpPr>
            <p:nvPr/>
          </p:nvSpPr>
          <p:spPr bwMode="auto">
            <a:xfrm>
              <a:off x="816" y="288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39975" name="Text Box 68"/>
            <p:cNvSpPr txBox="1">
              <a:spLocks noChangeArrowheads="1"/>
            </p:cNvSpPr>
            <p:nvPr/>
          </p:nvSpPr>
          <p:spPr bwMode="auto">
            <a:xfrm>
              <a:off x="432" y="268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593637" y="2226592"/>
            <a:ext cx="1756730" cy="3829657"/>
            <a:chOff x="4595565" y="-14682"/>
            <a:chExt cx="3853110" cy="7066360"/>
          </a:xfrm>
        </p:grpSpPr>
        <p:sp>
          <p:nvSpPr>
            <p:cNvPr id="72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533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5181600" y="527721"/>
              <a:ext cx="3267075" cy="5728650"/>
              <a:chOff x="5181600" y="527721"/>
              <a:chExt cx="3267075" cy="5728650"/>
            </a:xfrm>
          </p:grpSpPr>
          <p:sp>
            <p:nvSpPr>
              <p:cNvPr id="92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5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6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7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8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9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0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1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2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5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6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7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8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9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0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4" cy="851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111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9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60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2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7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8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3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55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6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14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53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4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15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6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7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8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9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0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1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2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3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4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5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26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27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51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2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8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9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50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9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47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8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30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45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6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31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32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43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44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33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4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5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6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7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8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39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0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851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41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2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74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75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76" name="Group 332"/>
            <p:cNvGrpSpPr>
              <a:grpSpLocks/>
            </p:cNvGrpSpPr>
            <p:nvPr/>
          </p:nvGrpSpPr>
          <p:grpSpPr bwMode="auto">
            <a:xfrm>
              <a:off x="4721225" y="5029201"/>
              <a:ext cx="1390650" cy="1941513"/>
              <a:chOff x="2974" y="3168"/>
              <a:chExt cx="876" cy="1223"/>
            </a:xfrm>
          </p:grpSpPr>
          <p:grpSp>
            <p:nvGrpSpPr>
              <p:cNvPr id="85" name="Group 324"/>
              <p:cNvGrpSpPr>
                <a:grpSpLocks/>
              </p:cNvGrpSpPr>
              <p:nvPr/>
            </p:nvGrpSpPr>
            <p:grpSpPr bwMode="auto">
              <a:xfrm>
                <a:off x="2974" y="3312"/>
                <a:ext cx="876" cy="1079"/>
                <a:chOff x="2974" y="3216"/>
                <a:chExt cx="876" cy="1079"/>
              </a:xfrm>
            </p:grpSpPr>
            <p:sp>
              <p:nvSpPr>
                <p:cNvPr id="87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8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550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89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0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572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91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86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77" name="Group 333"/>
            <p:cNvGrpSpPr>
              <a:grpSpLocks/>
            </p:cNvGrpSpPr>
            <p:nvPr/>
          </p:nvGrpSpPr>
          <p:grpSpPr bwMode="auto">
            <a:xfrm>
              <a:off x="6651628" y="5029202"/>
              <a:ext cx="1619252" cy="2022476"/>
              <a:chOff x="4190" y="3168"/>
              <a:chExt cx="1020" cy="1274"/>
            </a:xfrm>
          </p:grpSpPr>
          <p:grpSp>
            <p:nvGrpSpPr>
              <p:cNvPr id="78" name="Group 325"/>
              <p:cNvGrpSpPr>
                <a:grpSpLocks/>
              </p:cNvGrpSpPr>
              <p:nvPr/>
            </p:nvGrpSpPr>
            <p:grpSpPr bwMode="auto">
              <a:xfrm>
                <a:off x="4190" y="3312"/>
                <a:ext cx="1020" cy="1130"/>
                <a:chOff x="4167" y="3216"/>
                <a:chExt cx="1020" cy="1130"/>
              </a:xfrm>
            </p:grpSpPr>
            <p:sp>
              <p:nvSpPr>
                <p:cNvPr id="80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474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81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9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82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3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84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79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094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3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3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3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3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3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3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9" grpId="0" autoUpdateAnimBg="0"/>
      <p:bldP spid="539691" grpId="0" autoUpdateAnimBg="0"/>
      <p:bldP spid="53969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A78CE-2AE1-474F-8F3F-A528490A2B81}" type="slidenum">
              <a:rPr lang="en-US" altLang="zh-CN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406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371600"/>
            <a:ext cx="82296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的波形分析</a:t>
            </a:r>
          </a:p>
          <a:p>
            <a:pPr lvl="1" eaLnBrk="1" hangingPunct="1">
              <a:defRPr/>
            </a:pP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＝</a:t>
            </a:r>
            <a:r>
              <a:rPr lang="en-US" altLang="zh-CN" b="1" dirty="0">
                <a:latin typeface="Georgia" panose="02040502050405020303" pitchFamily="18" charset="0"/>
              </a:rPr>
              <a:t>1</a:t>
            </a:r>
            <a:r>
              <a:rPr lang="zh-CN" altLang="en-US" b="1" dirty="0">
                <a:latin typeface="Georgia" panose="02040502050405020303" pitchFamily="18" charset="0"/>
              </a:rPr>
              <a:t>期間，</a:t>
            </a:r>
            <a:r>
              <a:rPr lang="en-US" altLang="zh-CN" b="1" dirty="0">
                <a:latin typeface="Georgia" panose="02040502050405020303" pitchFamily="18" charset="0"/>
              </a:rPr>
              <a:t>JK</a:t>
            </a:r>
            <a:r>
              <a:rPr lang="zh-CN" altLang="en-US" b="1" dirty="0">
                <a:latin typeface="Georgia" panose="02040502050405020303" pitchFamily="18" charset="0"/>
              </a:rPr>
              <a:t>變化 </a:t>
            </a:r>
            <a:r>
              <a:rPr lang="en-US" altLang="zh-CN" b="1" dirty="0">
                <a:latin typeface="Georgia" panose="02040502050405020303" pitchFamily="18" charset="0"/>
              </a:rPr>
              <a:t>2 </a:t>
            </a:r>
            <a:r>
              <a:rPr lang="zh-CN" altLang="en-US" b="1" dirty="0">
                <a:latin typeface="Georgia" panose="02040502050405020303" pitchFamily="18" charset="0"/>
              </a:rPr>
              <a:t>次；觸發器狀態不滿足功能表描述</a:t>
            </a:r>
            <a:endParaRPr lang="zh-CN" altLang="en-US" sz="1800" dirty="0"/>
          </a:p>
        </p:txBody>
      </p:sp>
      <p:sp>
        <p:nvSpPr>
          <p:cNvPr id="540676" name="Line 4"/>
          <p:cNvSpPr>
            <a:spLocks noChangeShapeType="1"/>
          </p:cNvSpPr>
          <p:nvPr/>
        </p:nvSpPr>
        <p:spPr bwMode="auto">
          <a:xfrm>
            <a:off x="3332163" y="5510213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40677" name="Line 5"/>
          <p:cNvSpPr>
            <a:spLocks noChangeShapeType="1"/>
          </p:cNvSpPr>
          <p:nvPr/>
        </p:nvSpPr>
        <p:spPr bwMode="auto">
          <a:xfrm>
            <a:off x="3352800" y="549275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40678" name="Line 6"/>
          <p:cNvSpPr>
            <a:spLocks noChangeShapeType="1"/>
          </p:cNvSpPr>
          <p:nvPr/>
        </p:nvSpPr>
        <p:spPr bwMode="auto">
          <a:xfrm flipV="1">
            <a:off x="1676400" y="5940425"/>
            <a:ext cx="16573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40679" name="Line 7"/>
          <p:cNvSpPr>
            <a:spLocks noChangeShapeType="1"/>
          </p:cNvSpPr>
          <p:nvPr/>
        </p:nvSpPr>
        <p:spPr bwMode="auto">
          <a:xfrm flipH="1">
            <a:off x="2667000" y="2878138"/>
            <a:ext cx="17463" cy="3370262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40680" name="Line 8"/>
          <p:cNvSpPr>
            <a:spLocks noChangeShapeType="1"/>
          </p:cNvSpPr>
          <p:nvPr/>
        </p:nvSpPr>
        <p:spPr bwMode="auto">
          <a:xfrm>
            <a:off x="3332163" y="2878138"/>
            <a:ext cx="0" cy="33115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540681" name="Group 9"/>
          <p:cNvGrpSpPr>
            <a:grpSpLocks/>
          </p:cNvGrpSpPr>
          <p:nvPr/>
        </p:nvGrpSpPr>
        <p:grpSpPr bwMode="auto">
          <a:xfrm>
            <a:off x="952500" y="3016250"/>
            <a:ext cx="3530600" cy="565150"/>
            <a:chOff x="600" y="1948"/>
            <a:chExt cx="2224" cy="356"/>
          </a:xfrm>
        </p:grpSpPr>
        <p:sp>
          <p:nvSpPr>
            <p:cNvPr id="40992" name="Line 10"/>
            <p:cNvSpPr>
              <a:spLocks noChangeShapeType="1"/>
            </p:cNvSpPr>
            <p:nvPr/>
          </p:nvSpPr>
          <p:spPr bwMode="auto">
            <a:xfrm>
              <a:off x="1373" y="1948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93" name="Line 11"/>
            <p:cNvSpPr>
              <a:spLocks noChangeShapeType="1"/>
            </p:cNvSpPr>
            <p:nvPr/>
          </p:nvSpPr>
          <p:spPr bwMode="auto">
            <a:xfrm>
              <a:off x="2099" y="194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94" name="Line 12"/>
            <p:cNvSpPr>
              <a:spLocks noChangeShapeType="1"/>
            </p:cNvSpPr>
            <p:nvPr/>
          </p:nvSpPr>
          <p:spPr bwMode="auto">
            <a:xfrm>
              <a:off x="1373" y="194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95" name="Line 13"/>
            <p:cNvSpPr>
              <a:spLocks noChangeShapeType="1"/>
            </p:cNvSpPr>
            <p:nvPr/>
          </p:nvSpPr>
          <p:spPr bwMode="auto">
            <a:xfrm>
              <a:off x="2098" y="2221"/>
              <a:ext cx="7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96" name="Line 14"/>
            <p:cNvSpPr>
              <a:spLocks noChangeShapeType="1"/>
            </p:cNvSpPr>
            <p:nvPr/>
          </p:nvSpPr>
          <p:spPr bwMode="auto">
            <a:xfrm>
              <a:off x="1010" y="2221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97" name="Text Box 15"/>
            <p:cNvSpPr txBox="1">
              <a:spLocks noChangeArrowheads="1"/>
            </p:cNvSpPr>
            <p:nvPr/>
          </p:nvSpPr>
          <p:spPr bwMode="auto">
            <a:xfrm>
              <a:off x="600" y="201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540688" name="Group 16"/>
          <p:cNvGrpSpPr>
            <a:grpSpLocks/>
          </p:cNvGrpSpPr>
          <p:nvPr/>
        </p:nvGrpSpPr>
        <p:grpSpPr bwMode="auto">
          <a:xfrm>
            <a:off x="876300" y="3581400"/>
            <a:ext cx="3606800" cy="530225"/>
            <a:chOff x="552" y="2447"/>
            <a:chExt cx="2272" cy="334"/>
          </a:xfrm>
        </p:grpSpPr>
        <p:sp>
          <p:nvSpPr>
            <p:cNvPr id="40986" name="Line 17"/>
            <p:cNvSpPr>
              <a:spLocks noChangeShapeType="1"/>
            </p:cNvSpPr>
            <p:nvPr/>
          </p:nvSpPr>
          <p:spPr bwMode="auto">
            <a:xfrm>
              <a:off x="1691" y="2448"/>
              <a:ext cx="1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87" name="Line 18"/>
            <p:cNvSpPr>
              <a:spLocks noChangeShapeType="1"/>
            </p:cNvSpPr>
            <p:nvPr/>
          </p:nvSpPr>
          <p:spPr bwMode="auto">
            <a:xfrm>
              <a:off x="1691" y="244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88" name="Line 19"/>
            <p:cNvSpPr>
              <a:spLocks noChangeShapeType="1"/>
            </p:cNvSpPr>
            <p:nvPr/>
          </p:nvSpPr>
          <p:spPr bwMode="auto">
            <a:xfrm>
              <a:off x="1010" y="2720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89" name="Line 20"/>
            <p:cNvSpPr>
              <a:spLocks noChangeShapeType="1"/>
            </p:cNvSpPr>
            <p:nvPr/>
          </p:nvSpPr>
          <p:spPr bwMode="auto">
            <a:xfrm>
              <a:off x="1872" y="244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90" name="Line 21"/>
            <p:cNvSpPr>
              <a:spLocks noChangeShapeType="1"/>
            </p:cNvSpPr>
            <p:nvPr/>
          </p:nvSpPr>
          <p:spPr bwMode="auto">
            <a:xfrm flipV="1">
              <a:off x="1871" y="2720"/>
              <a:ext cx="95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91" name="Text Box 22"/>
            <p:cNvSpPr txBox="1">
              <a:spLocks noChangeArrowheads="1"/>
            </p:cNvSpPr>
            <p:nvPr/>
          </p:nvSpPr>
          <p:spPr bwMode="auto">
            <a:xfrm>
              <a:off x="552" y="249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</a:t>
              </a:r>
            </a:p>
          </p:txBody>
        </p:sp>
      </p:grpSp>
      <p:grpSp>
        <p:nvGrpSpPr>
          <p:cNvPr id="540695" name="Group 23"/>
          <p:cNvGrpSpPr>
            <a:grpSpLocks/>
          </p:cNvGrpSpPr>
          <p:nvPr/>
        </p:nvGrpSpPr>
        <p:grpSpPr bwMode="auto">
          <a:xfrm>
            <a:off x="876300" y="4191000"/>
            <a:ext cx="3608388" cy="506413"/>
            <a:chOff x="552" y="2946"/>
            <a:chExt cx="2273" cy="319"/>
          </a:xfrm>
        </p:grpSpPr>
        <p:sp>
          <p:nvSpPr>
            <p:cNvPr id="40982" name="Line 24"/>
            <p:cNvSpPr>
              <a:spLocks noChangeShapeType="1"/>
            </p:cNvSpPr>
            <p:nvPr/>
          </p:nvSpPr>
          <p:spPr bwMode="auto">
            <a:xfrm>
              <a:off x="1238" y="2946"/>
              <a:ext cx="158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83" name="Line 25"/>
            <p:cNvSpPr>
              <a:spLocks noChangeShapeType="1"/>
            </p:cNvSpPr>
            <p:nvPr/>
          </p:nvSpPr>
          <p:spPr bwMode="auto">
            <a:xfrm>
              <a:off x="1238" y="294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84" name="Line 26"/>
            <p:cNvSpPr>
              <a:spLocks noChangeShapeType="1"/>
            </p:cNvSpPr>
            <p:nvPr/>
          </p:nvSpPr>
          <p:spPr bwMode="auto">
            <a:xfrm>
              <a:off x="1055" y="3219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0985" name="Text Box 27"/>
            <p:cNvSpPr txBox="1">
              <a:spLocks noChangeArrowheads="1"/>
            </p:cNvSpPr>
            <p:nvPr/>
          </p:nvSpPr>
          <p:spPr bwMode="auto">
            <a:xfrm>
              <a:off x="552" y="2977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</a:t>
              </a:r>
            </a:p>
          </p:txBody>
        </p:sp>
      </p:grpSp>
      <p:sp>
        <p:nvSpPr>
          <p:cNvPr id="540700" name="Line 28"/>
          <p:cNvSpPr>
            <a:spLocks noChangeShapeType="1"/>
          </p:cNvSpPr>
          <p:nvPr/>
        </p:nvSpPr>
        <p:spPr bwMode="auto">
          <a:xfrm>
            <a:off x="2684463" y="4800600"/>
            <a:ext cx="1800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40701" name="Line 29"/>
          <p:cNvSpPr>
            <a:spLocks noChangeShapeType="1"/>
          </p:cNvSpPr>
          <p:nvPr/>
        </p:nvSpPr>
        <p:spPr bwMode="auto">
          <a:xfrm>
            <a:off x="2684463" y="480060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40702" name="Line 30"/>
          <p:cNvSpPr>
            <a:spLocks noChangeShapeType="1"/>
          </p:cNvSpPr>
          <p:nvPr/>
        </p:nvSpPr>
        <p:spPr bwMode="auto">
          <a:xfrm>
            <a:off x="1676400" y="5232400"/>
            <a:ext cx="10080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540703" name="Text Box 31"/>
          <p:cNvSpPr txBox="1">
            <a:spLocks noChangeArrowheads="1"/>
          </p:cNvSpPr>
          <p:nvPr/>
        </p:nvSpPr>
        <p:spPr bwMode="auto">
          <a:xfrm>
            <a:off x="952500" y="48006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主</a:t>
            </a:r>
          </a:p>
        </p:txBody>
      </p:sp>
      <p:sp>
        <p:nvSpPr>
          <p:cNvPr id="540704" name="Text Box 32"/>
          <p:cNvSpPr txBox="1">
            <a:spLocks noChangeArrowheads="1"/>
          </p:cNvSpPr>
          <p:nvPr/>
        </p:nvSpPr>
        <p:spPr bwMode="auto">
          <a:xfrm>
            <a:off x="952500" y="54864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zh-CN" altLang="en-US" sz="1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從</a:t>
            </a:r>
          </a:p>
        </p:txBody>
      </p:sp>
      <p:sp>
        <p:nvSpPr>
          <p:cNvPr id="40978" name="Line 35"/>
          <p:cNvSpPr>
            <a:spLocks noChangeShapeType="1"/>
          </p:cNvSpPr>
          <p:nvPr/>
        </p:nvSpPr>
        <p:spPr bwMode="auto">
          <a:xfrm>
            <a:off x="3863975" y="-625475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grpSp>
        <p:nvGrpSpPr>
          <p:cNvPr id="540708" name="Group 36"/>
          <p:cNvGrpSpPr>
            <a:grpSpLocks/>
          </p:cNvGrpSpPr>
          <p:nvPr/>
        </p:nvGrpSpPr>
        <p:grpSpPr bwMode="auto">
          <a:xfrm>
            <a:off x="3461544" y="4878043"/>
            <a:ext cx="2085975" cy="708025"/>
            <a:chOff x="2586" y="2391"/>
            <a:chExt cx="1314" cy="446"/>
          </a:xfrm>
        </p:grpSpPr>
        <p:sp>
          <p:nvSpPr>
            <p:cNvPr id="40980" name="Text Box 37"/>
            <p:cNvSpPr txBox="1">
              <a:spLocks noChangeArrowheads="1"/>
            </p:cNvSpPr>
            <p:nvPr/>
          </p:nvSpPr>
          <p:spPr bwMode="auto">
            <a:xfrm>
              <a:off x="2586" y="2391"/>
              <a:ext cx="1314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(JQ=0,KQ=0, Q</a:t>
              </a:r>
              <a:r>
                <a:rPr lang="zh-CN" altLang="en-US" sz="12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主</a:t>
              </a:r>
              <a:r>
                <a:rPr lang="zh-CN" altLang="en-US" sz="20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不會再變化</a:t>
              </a:r>
              <a:r>
                <a:rPr lang="en-US" altLang="zh-CN" sz="20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)</a:t>
              </a:r>
            </a:p>
          </p:txBody>
        </p:sp>
        <p:sp>
          <p:nvSpPr>
            <p:cNvPr id="40981" name="Line 38"/>
            <p:cNvSpPr>
              <a:spLocks noChangeShapeType="1"/>
            </p:cNvSpPr>
            <p:nvPr/>
          </p:nvSpPr>
          <p:spPr bwMode="auto">
            <a:xfrm>
              <a:off x="2839" y="2431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371586" y="2489548"/>
            <a:ext cx="1756730" cy="3829657"/>
            <a:chOff x="4595565" y="-14682"/>
            <a:chExt cx="3853110" cy="7066360"/>
          </a:xfrm>
        </p:grpSpPr>
        <p:sp>
          <p:nvSpPr>
            <p:cNvPr id="39" name="Rectangle 236"/>
            <p:cNvSpPr>
              <a:spLocks noChangeArrowheads="1"/>
            </p:cNvSpPr>
            <p:nvPr/>
          </p:nvSpPr>
          <p:spPr bwMode="auto">
            <a:xfrm>
              <a:off x="4595565" y="-14682"/>
              <a:ext cx="457200" cy="1533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5181600" y="527721"/>
              <a:ext cx="3267075" cy="5728650"/>
              <a:chOff x="5181600" y="527721"/>
              <a:chExt cx="3267075" cy="5728650"/>
            </a:xfrm>
          </p:grpSpPr>
          <p:sp>
            <p:nvSpPr>
              <p:cNvPr id="60" name="Line 238"/>
              <p:cNvSpPr>
                <a:spLocks noChangeShapeType="1"/>
              </p:cNvSpPr>
              <p:nvPr/>
            </p:nvSpPr>
            <p:spPr bwMode="auto">
              <a:xfrm flipV="1">
                <a:off x="5562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1" name="Line 239"/>
              <p:cNvSpPr>
                <a:spLocks noChangeShapeType="1"/>
              </p:cNvSpPr>
              <p:nvPr/>
            </p:nvSpPr>
            <p:spPr bwMode="auto">
              <a:xfrm flipH="1" flipV="1">
                <a:off x="7086600" y="603921"/>
                <a:ext cx="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2" name="Line 240"/>
              <p:cNvSpPr>
                <a:spLocks noChangeShapeType="1"/>
              </p:cNvSpPr>
              <p:nvPr/>
            </p:nvSpPr>
            <p:spPr bwMode="auto">
              <a:xfrm>
                <a:off x="5568950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3" name="Line 241"/>
              <p:cNvSpPr>
                <a:spLocks noChangeShapeType="1"/>
              </p:cNvSpPr>
              <p:nvPr/>
            </p:nvSpPr>
            <p:spPr bwMode="auto">
              <a:xfrm flipH="1">
                <a:off x="6619875" y="8055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4" name="Line 242"/>
              <p:cNvSpPr>
                <a:spLocks noChangeShapeType="1"/>
              </p:cNvSpPr>
              <p:nvPr/>
            </p:nvSpPr>
            <p:spPr bwMode="auto">
              <a:xfrm flipH="1">
                <a:off x="6096000" y="832521"/>
                <a:ext cx="533400" cy="1066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5" name="Line 243"/>
              <p:cNvSpPr>
                <a:spLocks noChangeShapeType="1"/>
              </p:cNvSpPr>
              <p:nvPr/>
            </p:nvSpPr>
            <p:spPr bwMode="auto">
              <a:xfrm>
                <a:off x="6029325" y="805534"/>
                <a:ext cx="600075" cy="10937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6" name="Line 244"/>
              <p:cNvSpPr>
                <a:spLocks noChangeShapeType="1"/>
              </p:cNvSpPr>
              <p:nvPr/>
            </p:nvSpPr>
            <p:spPr bwMode="auto">
              <a:xfrm flipV="1">
                <a:off x="66294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7" name="Line 245"/>
              <p:cNvSpPr>
                <a:spLocks noChangeShapeType="1"/>
              </p:cNvSpPr>
              <p:nvPr/>
            </p:nvSpPr>
            <p:spPr bwMode="auto">
              <a:xfrm flipH="1" flipV="1">
                <a:off x="5791200" y="18993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8" name="Line 246"/>
              <p:cNvSpPr>
                <a:spLocks noChangeShapeType="1"/>
              </p:cNvSpPr>
              <p:nvPr/>
            </p:nvSpPr>
            <p:spPr bwMode="auto">
              <a:xfrm>
                <a:off x="5791200" y="2737520"/>
                <a:ext cx="2264443" cy="10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9" name="Line 247"/>
              <p:cNvSpPr>
                <a:spLocks noChangeShapeType="1"/>
              </p:cNvSpPr>
              <p:nvPr/>
            </p:nvSpPr>
            <p:spPr bwMode="auto">
              <a:xfrm>
                <a:off x="68580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0" name="Line 248"/>
              <p:cNvSpPr>
                <a:spLocks noChangeShapeType="1"/>
              </p:cNvSpPr>
              <p:nvPr/>
            </p:nvSpPr>
            <p:spPr bwMode="auto">
              <a:xfrm flipV="1">
                <a:off x="7086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1" name="Line 249"/>
              <p:cNvSpPr>
                <a:spLocks noChangeShapeType="1"/>
              </p:cNvSpPr>
              <p:nvPr/>
            </p:nvSpPr>
            <p:spPr bwMode="auto">
              <a:xfrm flipV="1">
                <a:off x="55626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2" name="Line 252"/>
              <p:cNvSpPr>
                <a:spLocks noChangeShapeType="1"/>
              </p:cNvSpPr>
              <p:nvPr/>
            </p:nvSpPr>
            <p:spPr bwMode="auto">
              <a:xfrm>
                <a:off x="57150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3" name="Line 253"/>
              <p:cNvSpPr>
                <a:spLocks noChangeShapeType="1"/>
              </p:cNvSpPr>
              <p:nvPr/>
            </p:nvSpPr>
            <p:spPr bwMode="auto">
              <a:xfrm>
                <a:off x="5715000" y="4718721"/>
                <a:ext cx="2385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4" name="Line 254"/>
              <p:cNvSpPr>
                <a:spLocks noChangeShapeType="1"/>
              </p:cNvSpPr>
              <p:nvPr/>
            </p:nvSpPr>
            <p:spPr bwMode="auto">
              <a:xfrm>
                <a:off x="6934200" y="44139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5" name="Line 255"/>
              <p:cNvSpPr>
                <a:spLocks noChangeShapeType="1"/>
              </p:cNvSpPr>
              <p:nvPr/>
            </p:nvSpPr>
            <p:spPr bwMode="auto">
              <a:xfrm flipH="1">
                <a:off x="8055643" y="2747718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6" name="Line 256"/>
              <p:cNvSpPr>
                <a:spLocks noChangeShapeType="1"/>
              </p:cNvSpPr>
              <p:nvPr/>
            </p:nvSpPr>
            <p:spPr bwMode="auto">
              <a:xfrm flipV="1">
                <a:off x="8100392" y="3604982"/>
                <a:ext cx="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7" name="Line 257"/>
              <p:cNvSpPr>
                <a:spLocks noChangeShapeType="1"/>
              </p:cNvSpPr>
              <p:nvPr/>
            </p:nvSpPr>
            <p:spPr bwMode="auto">
              <a:xfrm>
                <a:off x="6324600" y="4718721"/>
                <a:ext cx="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78" name="Text Box 258"/>
              <p:cNvSpPr txBox="1">
                <a:spLocks noChangeArrowheads="1"/>
              </p:cNvSpPr>
              <p:nvPr/>
            </p:nvSpPr>
            <p:spPr bwMode="auto">
              <a:xfrm>
                <a:off x="5903916" y="5404521"/>
                <a:ext cx="1309684" cy="8518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grpSp>
            <p:nvGrpSpPr>
              <p:cNvPr id="79" name="Group 261"/>
              <p:cNvGrpSpPr>
                <a:grpSpLocks/>
              </p:cNvGrpSpPr>
              <p:nvPr/>
            </p:nvGrpSpPr>
            <p:grpSpPr bwMode="auto">
              <a:xfrm>
                <a:off x="5181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27" name="Rectangle 26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28" name="Oval 26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80" name="Group 264"/>
              <p:cNvGrpSpPr>
                <a:grpSpLocks/>
              </p:cNvGrpSpPr>
              <p:nvPr/>
            </p:nvGrpSpPr>
            <p:grpSpPr bwMode="auto">
              <a:xfrm>
                <a:off x="5181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25" name="Rectangle 26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26" name="Oval 26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81" name="Group 267"/>
              <p:cNvGrpSpPr>
                <a:grpSpLocks/>
              </p:cNvGrpSpPr>
              <p:nvPr/>
            </p:nvGrpSpPr>
            <p:grpSpPr bwMode="auto">
              <a:xfrm>
                <a:off x="6705600" y="1899321"/>
                <a:ext cx="762000" cy="533400"/>
                <a:chOff x="720" y="1872"/>
                <a:chExt cx="480" cy="336"/>
              </a:xfrm>
            </p:grpSpPr>
            <p:sp>
              <p:nvSpPr>
                <p:cNvPr id="123" name="Rectangle 268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24" name="Oval 269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82" name="Group 270"/>
              <p:cNvGrpSpPr>
                <a:grpSpLocks/>
              </p:cNvGrpSpPr>
              <p:nvPr/>
            </p:nvGrpSpPr>
            <p:grpSpPr bwMode="auto">
              <a:xfrm>
                <a:off x="6705600" y="1061121"/>
                <a:ext cx="762000" cy="533400"/>
                <a:chOff x="720" y="1872"/>
                <a:chExt cx="480" cy="336"/>
              </a:xfrm>
            </p:grpSpPr>
            <p:sp>
              <p:nvSpPr>
                <p:cNvPr id="121" name="Rectangle 271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22" name="Oval 272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83" name="Line 273"/>
              <p:cNvSpPr>
                <a:spLocks noChangeShapeType="1"/>
              </p:cNvSpPr>
              <p:nvPr/>
            </p:nvSpPr>
            <p:spPr bwMode="auto">
              <a:xfrm flipV="1">
                <a:off x="5562600" y="2432721"/>
                <a:ext cx="635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4" name="Line 274"/>
              <p:cNvSpPr>
                <a:spLocks noChangeShapeType="1"/>
              </p:cNvSpPr>
              <p:nvPr/>
            </p:nvSpPr>
            <p:spPr bwMode="auto">
              <a:xfrm flipH="1" flipV="1">
                <a:off x="7086600" y="2432721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5" name="Line 275"/>
              <p:cNvSpPr>
                <a:spLocks noChangeShapeType="1"/>
              </p:cNvSpPr>
              <p:nvPr/>
            </p:nvSpPr>
            <p:spPr bwMode="auto">
              <a:xfrm>
                <a:off x="5568950" y="2951834"/>
                <a:ext cx="460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6" name="Line 276"/>
              <p:cNvSpPr>
                <a:spLocks noChangeShapeType="1"/>
              </p:cNvSpPr>
              <p:nvPr/>
            </p:nvSpPr>
            <p:spPr bwMode="auto">
              <a:xfrm flipH="1" flipV="1">
                <a:off x="6629400" y="2966121"/>
                <a:ext cx="457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7" name="Line 277"/>
              <p:cNvSpPr>
                <a:spLocks noChangeShapeType="1"/>
              </p:cNvSpPr>
              <p:nvPr/>
            </p:nvSpPr>
            <p:spPr bwMode="auto">
              <a:xfrm flipH="1">
                <a:off x="6096000" y="2951834"/>
                <a:ext cx="523875" cy="865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8" name="Line 278"/>
              <p:cNvSpPr>
                <a:spLocks noChangeShapeType="1"/>
              </p:cNvSpPr>
              <p:nvPr/>
            </p:nvSpPr>
            <p:spPr bwMode="auto">
              <a:xfrm>
                <a:off x="6029325" y="2951834"/>
                <a:ext cx="590550" cy="873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9" name="Line 279"/>
              <p:cNvSpPr>
                <a:spLocks noChangeShapeType="1"/>
              </p:cNvSpPr>
              <p:nvPr/>
            </p:nvSpPr>
            <p:spPr bwMode="auto">
              <a:xfrm flipV="1">
                <a:off x="66294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0" name="Line 280"/>
              <p:cNvSpPr>
                <a:spLocks noChangeShapeType="1"/>
              </p:cNvSpPr>
              <p:nvPr/>
            </p:nvSpPr>
            <p:spPr bwMode="auto">
              <a:xfrm flipH="1" flipV="1">
                <a:off x="5791200" y="3817021"/>
                <a:ext cx="304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" name="Line 281"/>
              <p:cNvSpPr>
                <a:spLocks noChangeShapeType="1"/>
              </p:cNvSpPr>
              <p:nvPr/>
            </p:nvSpPr>
            <p:spPr bwMode="auto">
              <a:xfrm flipH="1" flipV="1">
                <a:off x="5791200" y="3664621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2" name="Line 282"/>
              <p:cNvSpPr>
                <a:spLocks noChangeShapeType="1"/>
              </p:cNvSpPr>
              <p:nvPr/>
            </p:nvSpPr>
            <p:spPr bwMode="auto">
              <a:xfrm flipV="1">
                <a:off x="6934200" y="35884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3" name="Line 283"/>
              <p:cNvSpPr>
                <a:spLocks noChangeShapeType="1"/>
              </p:cNvSpPr>
              <p:nvPr/>
            </p:nvSpPr>
            <p:spPr bwMode="auto">
              <a:xfrm flipV="1">
                <a:off x="7086600" y="35884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4" name="Line 284"/>
              <p:cNvSpPr>
                <a:spLocks noChangeShapeType="1"/>
              </p:cNvSpPr>
              <p:nvPr/>
            </p:nvSpPr>
            <p:spPr bwMode="auto">
              <a:xfrm flipV="1">
                <a:off x="5562600" y="3664621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95" name="Group 285"/>
              <p:cNvGrpSpPr>
                <a:grpSpLocks/>
              </p:cNvGrpSpPr>
              <p:nvPr/>
            </p:nvGrpSpPr>
            <p:grpSpPr bwMode="auto">
              <a:xfrm>
                <a:off x="5181600" y="3131221"/>
                <a:ext cx="762000" cy="533400"/>
                <a:chOff x="720" y="1872"/>
                <a:chExt cx="480" cy="336"/>
              </a:xfrm>
            </p:grpSpPr>
            <p:sp>
              <p:nvSpPr>
                <p:cNvPr id="119" name="Rectangle 286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20" name="Oval 287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96" name="Group 288"/>
              <p:cNvGrpSpPr>
                <a:grpSpLocks/>
              </p:cNvGrpSpPr>
              <p:nvPr/>
            </p:nvGrpSpPr>
            <p:grpSpPr bwMode="auto">
              <a:xfrm>
                <a:off x="5181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17" name="Rectangle 28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8" name="Oval 29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97" name="Group 291"/>
              <p:cNvGrpSpPr>
                <a:grpSpLocks/>
              </p:cNvGrpSpPr>
              <p:nvPr/>
            </p:nvGrpSpPr>
            <p:grpSpPr bwMode="auto">
              <a:xfrm>
                <a:off x="6705600" y="3893221"/>
                <a:ext cx="762000" cy="533400"/>
                <a:chOff x="720" y="1872"/>
                <a:chExt cx="480" cy="336"/>
              </a:xfrm>
            </p:grpSpPr>
            <p:sp>
              <p:nvSpPr>
                <p:cNvPr id="115" name="Rectangle 292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6" name="Oval 293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98" name="Group 294"/>
              <p:cNvGrpSpPr>
                <a:grpSpLocks/>
              </p:cNvGrpSpPr>
              <p:nvPr/>
            </p:nvGrpSpPr>
            <p:grpSpPr bwMode="auto">
              <a:xfrm>
                <a:off x="6705600" y="3055021"/>
                <a:ext cx="762000" cy="533400"/>
                <a:chOff x="720" y="1872"/>
                <a:chExt cx="480" cy="336"/>
              </a:xfrm>
            </p:grpSpPr>
            <p:sp>
              <p:nvSpPr>
                <p:cNvPr id="113" name="Rectangle 295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4" name="Oval 296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99" name="Line 297"/>
              <p:cNvSpPr>
                <a:spLocks noChangeShapeType="1"/>
              </p:cNvSpPr>
              <p:nvPr/>
            </p:nvSpPr>
            <p:spPr bwMode="auto">
              <a:xfrm>
                <a:off x="5791200" y="24327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00" name="Group 298"/>
              <p:cNvGrpSpPr>
                <a:grpSpLocks/>
              </p:cNvGrpSpPr>
              <p:nvPr/>
            </p:nvGrpSpPr>
            <p:grpSpPr bwMode="auto">
              <a:xfrm>
                <a:off x="7686675" y="3052518"/>
                <a:ext cx="762000" cy="533400"/>
                <a:chOff x="720" y="1872"/>
                <a:chExt cx="480" cy="336"/>
              </a:xfrm>
            </p:grpSpPr>
            <p:sp>
              <p:nvSpPr>
                <p:cNvPr id="111" name="Rectangle 299"/>
                <p:cNvSpPr>
                  <a:spLocks noChangeArrowheads="1"/>
                </p:cNvSpPr>
                <p:nvPr/>
              </p:nvSpPr>
              <p:spPr bwMode="auto">
                <a:xfrm>
                  <a:off x="720" y="1968"/>
                  <a:ext cx="48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112" name="Oval 300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01" name="Line 301"/>
              <p:cNvSpPr>
                <a:spLocks noChangeShapeType="1"/>
              </p:cNvSpPr>
              <p:nvPr/>
            </p:nvSpPr>
            <p:spPr bwMode="auto">
              <a:xfrm flipV="1">
                <a:off x="5791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2" name="Line 302"/>
              <p:cNvSpPr>
                <a:spLocks noChangeShapeType="1"/>
              </p:cNvSpPr>
              <p:nvPr/>
            </p:nvSpPr>
            <p:spPr bwMode="auto">
              <a:xfrm flipV="1">
                <a:off x="6934200" y="1594521"/>
                <a:ext cx="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3" name="Oval 303"/>
              <p:cNvSpPr>
                <a:spLocks noChangeArrowheads="1"/>
              </p:cNvSpPr>
              <p:nvPr/>
            </p:nvSpPr>
            <p:spPr bwMode="auto">
              <a:xfrm>
                <a:off x="6781800" y="2661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4" name="Oval 304"/>
              <p:cNvSpPr>
                <a:spLocks noChangeArrowheads="1"/>
              </p:cNvSpPr>
              <p:nvPr/>
            </p:nvSpPr>
            <p:spPr bwMode="auto">
              <a:xfrm>
                <a:off x="68580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5" name="Oval 305"/>
              <p:cNvSpPr>
                <a:spLocks noChangeArrowheads="1"/>
              </p:cNvSpPr>
              <p:nvPr/>
            </p:nvSpPr>
            <p:spPr bwMode="auto">
              <a:xfrm>
                <a:off x="6248400" y="46425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6" name="Oval 306"/>
              <p:cNvSpPr>
                <a:spLocks noChangeArrowheads="1"/>
              </p:cNvSpPr>
              <p:nvPr/>
            </p:nvSpPr>
            <p:spPr bwMode="auto">
              <a:xfrm>
                <a:off x="7010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7" name="Oval 307"/>
              <p:cNvSpPr>
                <a:spLocks noChangeArrowheads="1"/>
              </p:cNvSpPr>
              <p:nvPr/>
            </p:nvSpPr>
            <p:spPr bwMode="auto">
              <a:xfrm>
                <a:off x="5486400" y="756321"/>
                <a:ext cx="152400" cy="152400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08" name="Rectangle 308"/>
              <p:cNvSpPr>
                <a:spLocks noChangeArrowheads="1"/>
              </p:cNvSpPr>
              <p:nvPr/>
            </p:nvSpPr>
            <p:spPr bwMode="auto">
              <a:xfrm>
                <a:off x="7162800" y="527721"/>
                <a:ext cx="907815" cy="8518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</a:p>
            </p:txBody>
          </p:sp>
          <p:sp>
            <p:nvSpPr>
              <p:cNvPr id="109" name="Line 315"/>
              <p:cNvSpPr>
                <a:spLocks noChangeShapeType="1"/>
              </p:cNvSpPr>
              <p:nvPr/>
            </p:nvSpPr>
            <p:spPr bwMode="auto">
              <a:xfrm flipV="1">
                <a:off x="5410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10" name="Line 319"/>
              <p:cNvSpPr>
                <a:spLocks noChangeShapeType="1"/>
              </p:cNvSpPr>
              <p:nvPr/>
            </p:nvSpPr>
            <p:spPr bwMode="auto">
              <a:xfrm flipV="1">
                <a:off x="7315200" y="4413921"/>
                <a:ext cx="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42" name="Text Box 328"/>
            <p:cNvSpPr txBox="1">
              <a:spLocks noChangeArrowheads="1"/>
            </p:cNvSpPr>
            <p:nvPr/>
          </p:nvSpPr>
          <p:spPr bwMode="auto">
            <a:xfrm>
              <a:off x="4818858" y="4596483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R</a:t>
              </a:r>
            </a:p>
          </p:txBody>
        </p:sp>
        <p:sp>
          <p:nvSpPr>
            <p:cNvPr id="43" name="Text Box 329"/>
            <p:cNvSpPr txBox="1">
              <a:spLocks noChangeArrowheads="1"/>
            </p:cNvSpPr>
            <p:nvPr/>
          </p:nvSpPr>
          <p:spPr bwMode="auto">
            <a:xfrm>
              <a:off x="7162800" y="4649770"/>
              <a:ext cx="380999" cy="738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ea typeface="Noto Serif SC" panose="02020200000000000000" pitchFamily="18" charset="-122"/>
                </a:rPr>
                <a:t>S</a:t>
              </a:r>
            </a:p>
          </p:txBody>
        </p:sp>
        <p:grpSp>
          <p:nvGrpSpPr>
            <p:cNvPr id="44" name="Group 332"/>
            <p:cNvGrpSpPr>
              <a:grpSpLocks/>
            </p:cNvGrpSpPr>
            <p:nvPr/>
          </p:nvGrpSpPr>
          <p:grpSpPr bwMode="auto">
            <a:xfrm>
              <a:off x="4721225" y="5029201"/>
              <a:ext cx="1390650" cy="1941513"/>
              <a:chOff x="2974" y="3168"/>
              <a:chExt cx="876" cy="1223"/>
            </a:xfrm>
          </p:grpSpPr>
          <p:grpSp>
            <p:nvGrpSpPr>
              <p:cNvPr id="53" name="Group 324"/>
              <p:cNvGrpSpPr>
                <a:grpSpLocks/>
              </p:cNvGrpSpPr>
              <p:nvPr/>
            </p:nvGrpSpPr>
            <p:grpSpPr bwMode="auto">
              <a:xfrm>
                <a:off x="2974" y="3312"/>
                <a:ext cx="876" cy="1079"/>
                <a:chOff x="2974" y="3216"/>
                <a:chExt cx="876" cy="1079"/>
              </a:xfrm>
            </p:grpSpPr>
            <p:sp>
              <p:nvSpPr>
                <p:cNvPr id="55" name="Line 250"/>
                <p:cNvSpPr>
                  <a:spLocks noChangeShapeType="1"/>
                </p:cNvSpPr>
                <p:nvPr/>
              </p:nvSpPr>
              <p:spPr bwMode="auto">
                <a:xfrm>
                  <a:off x="34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56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974" y="3758"/>
                  <a:ext cx="550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K</a:t>
                  </a:r>
                </a:p>
              </p:txBody>
            </p:sp>
            <p:sp>
              <p:nvSpPr>
                <p:cNvPr id="57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33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58" name="Rectangle 312"/>
                <p:cNvSpPr>
                  <a:spLocks noChangeArrowheads="1"/>
                </p:cNvSpPr>
                <p:nvPr/>
              </p:nvSpPr>
              <p:spPr bwMode="auto">
                <a:xfrm>
                  <a:off x="3278" y="3734"/>
                  <a:ext cx="572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59" name="Rectangle 314"/>
                <p:cNvSpPr>
                  <a:spLocks noChangeArrowheads="1"/>
                </p:cNvSpPr>
                <p:nvPr/>
              </p:nvSpPr>
              <p:spPr bwMode="auto">
                <a:xfrm>
                  <a:off x="32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54" name="Line 330"/>
              <p:cNvSpPr>
                <a:spLocks noChangeShapeType="1"/>
              </p:cNvSpPr>
              <p:nvPr/>
            </p:nvSpPr>
            <p:spPr bwMode="auto">
              <a:xfrm flipV="1">
                <a:off x="34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grpSp>
          <p:nvGrpSpPr>
            <p:cNvPr id="45" name="Group 333"/>
            <p:cNvGrpSpPr>
              <a:grpSpLocks/>
            </p:cNvGrpSpPr>
            <p:nvPr/>
          </p:nvGrpSpPr>
          <p:grpSpPr bwMode="auto">
            <a:xfrm>
              <a:off x="6651628" y="5029202"/>
              <a:ext cx="1619252" cy="2022476"/>
              <a:chOff x="4190" y="3168"/>
              <a:chExt cx="1020" cy="1274"/>
            </a:xfrm>
          </p:grpSpPr>
          <p:grpSp>
            <p:nvGrpSpPr>
              <p:cNvPr id="46" name="Group 325"/>
              <p:cNvGrpSpPr>
                <a:grpSpLocks/>
              </p:cNvGrpSpPr>
              <p:nvPr/>
            </p:nvGrpSpPr>
            <p:grpSpPr bwMode="auto">
              <a:xfrm>
                <a:off x="4190" y="3312"/>
                <a:ext cx="1020" cy="1130"/>
                <a:chOff x="4167" y="3216"/>
                <a:chExt cx="1020" cy="1130"/>
              </a:xfrm>
            </p:grpSpPr>
            <p:sp>
              <p:nvSpPr>
                <p:cNvPr id="48" name="Text Box 260"/>
                <p:cNvSpPr txBox="1">
                  <a:spLocks noChangeArrowheads="1"/>
                </p:cNvSpPr>
                <p:nvPr/>
              </p:nvSpPr>
              <p:spPr bwMode="auto">
                <a:xfrm>
                  <a:off x="4167" y="3809"/>
                  <a:ext cx="474" cy="5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J</a:t>
                  </a:r>
                </a:p>
              </p:txBody>
            </p:sp>
            <p:sp>
              <p:nvSpPr>
                <p:cNvPr id="49" name="Rectangle 311"/>
                <p:cNvSpPr>
                  <a:spLocks noChangeArrowheads="1"/>
                </p:cNvSpPr>
                <p:nvPr/>
              </p:nvSpPr>
              <p:spPr bwMode="auto">
                <a:xfrm>
                  <a:off x="4410" y="3366"/>
                  <a:ext cx="777" cy="9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_</a:t>
                  </a:r>
                </a:p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</a:p>
              </p:txBody>
            </p:sp>
            <p:sp>
              <p:nvSpPr>
                <p:cNvPr id="50" name="Line 316"/>
                <p:cNvSpPr>
                  <a:spLocks noChangeShapeType="1"/>
                </p:cNvSpPr>
                <p:nvPr/>
              </p:nvSpPr>
              <p:spPr bwMode="auto">
                <a:xfrm>
                  <a:off x="4656" y="340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51" name="Line 317"/>
                <p:cNvSpPr>
                  <a:spLocks noChangeShapeType="1"/>
                </p:cNvSpPr>
                <p:nvPr/>
              </p:nvSpPr>
              <p:spPr bwMode="auto">
                <a:xfrm flipV="1">
                  <a:off x="4512" y="3408"/>
                  <a:ext cx="0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52" name="Rectangle 318"/>
                <p:cNvSpPr>
                  <a:spLocks noChangeArrowheads="1"/>
                </p:cNvSpPr>
                <p:nvPr/>
              </p:nvSpPr>
              <p:spPr bwMode="auto">
                <a:xfrm>
                  <a:off x="4416" y="3216"/>
                  <a:ext cx="336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47" name="Line 331"/>
              <p:cNvSpPr>
                <a:spLocks noChangeShapeType="1"/>
              </p:cNvSpPr>
              <p:nvPr/>
            </p:nvSpPr>
            <p:spPr bwMode="auto">
              <a:xfrm flipV="1">
                <a:off x="4608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4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4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4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0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4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4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54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4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4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54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4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703" grpId="0" autoUpdateAnimBg="0"/>
      <p:bldP spid="54070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DF8D1F-7208-49E0-B9C3-C328418FEED0}" type="slidenum">
              <a:rPr lang="en-US" altLang="zh-CN"/>
              <a:pPr>
                <a:defRPr/>
              </a:pPr>
              <a:t>42</a:t>
            </a:fld>
            <a:endParaRPr lang="en-US" altLang="zh-CN" dirty="0"/>
          </a:p>
        </p:txBody>
      </p:sp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主從</a:t>
            </a:r>
            <a:r>
              <a:rPr lang="en-US" altLang="zh-CN" dirty="0"/>
              <a:t>J-K</a:t>
            </a:r>
            <a:r>
              <a:rPr lang="zh-CN" altLang="en-US" dirty="0"/>
              <a:t>觸發器的</a:t>
            </a:r>
            <a:r>
              <a:rPr lang="zh-CN" altLang="en-US" b="1" dirty="0"/>
              <a:t>時鐘配合方式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b="1" dirty="0"/>
              <a:t>觸發器功能特點決定了時鐘配合方式</a:t>
            </a:r>
          </a:p>
          <a:p>
            <a:pPr lvl="1" eaLnBrk="1" hangingPunct="1">
              <a:defRPr/>
            </a:pPr>
            <a:r>
              <a:rPr lang="zh-CN" altLang="en-US" b="1" dirty="0">
                <a:latin typeface="Georgia" panose="02040502050405020303" pitchFamily="18" charset="0"/>
              </a:rPr>
              <a:t>使用窄脈寬的</a:t>
            </a:r>
            <a:r>
              <a:rPr lang="en-US" altLang="zh-CN" b="1" dirty="0">
                <a:latin typeface="Georgia" panose="02040502050405020303" pitchFamily="18" charset="0"/>
              </a:rPr>
              <a:t>CP</a:t>
            </a:r>
            <a:r>
              <a:rPr lang="zh-CN" altLang="en-US" b="1" dirty="0">
                <a:latin typeface="Georgia" panose="02040502050405020303" pitchFamily="18" charset="0"/>
              </a:rPr>
              <a:t>信號，高電平時間縮短</a:t>
            </a:r>
            <a:r>
              <a:rPr lang="en-US" altLang="zh-CN" b="1" dirty="0">
                <a:latin typeface="Georgia" panose="02040502050405020303" pitchFamily="18" charset="0"/>
              </a:rPr>
              <a:t>,</a:t>
            </a:r>
            <a:r>
              <a:rPr lang="zh-CN" altLang="en-US" b="1" dirty="0">
                <a:latin typeface="Georgia" panose="02040502050405020303" pitchFamily="18" charset="0"/>
              </a:rPr>
              <a:t>可以保證</a:t>
            </a:r>
            <a:r>
              <a:rPr lang="en-US" altLang="zh-CN" b="1" dirty="0">
                <a:latin typeface="Georgia" panose="02040502050405020303" pitchFamily="18" charset="0"/>
              </a:rPr>
              <a:t>J-K</a:t>
            </a:r>
            <a:r>
              <a:rPr lang="zh-CN" altLang="en-US" b="1" dirty="0">
                <a:latin typeface="Georgia" panose="02040502050405020303" pitchFamily="18" charset="0"/>
              </a:rPr>
              <a:t>觸發器正常工作</a:t>
            </a:r>
          </a:p>
        </p:txBody>
      </p:sp>
      <p:grpSp>
        <p:nvGrpSpPr>
          <p:cNvPr id="541700" name="Group 4"/>
          <p:cNvGrpSpPr>
            <a:grpSpLocks/>
          </p:cNvGrpSpPr>
          <p:nvPr/>
        </p:nvGrpSpPr>
        <p:grpSpPr bwMode="auto">
          <a:xfrm>
            <a:off x="1828800" y="3733800"/>
            <a:ext cx="4700588" cy="457200"/>
            <a:chOff x="1152" y="2352"/>
            <a:chExt cx="2961" cy="288"/>
          </a:xfrm>
        </p:grpSpPr>
        <p:sp>
          <p:nvSpPr>
            <p:cNvPr id="41990" name="Line 5"/>
            <p:cNvSpPr>
              <a:spLocks noChangeShapeType="1"/>
            </p:cNvSpPr>
            <p:nvPr/>
          </p:nvSpPr>
          <p:spPr bwMode="auto">
            <a:xfrm flipV="1">
              <a:off x="1572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1" name="Line 6"/>
            <p:cNvSpPr>
              <a:spLocks noChangeShapeType="1"/>
            </p:cNvSpPr>
            <p:nvPr/>
          </p:nvSpPr>
          <p:spPr bwMode="auto">
            <a:xfrm flipV="1">
              <a:off x="1709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2" name="Line 7"/>
            <p:cNvSpPr>
              <a:spLocks noChangeShapeType="1"/>
            </p:cNvSpPr>
            <p:nvPr/>
          </p:nvSpPr>
          <p:spPr bwMode="auto">
            <a:xfrm flipV="1">
              <a:off x="2843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3" name="Line 8"/>
            <p:cNvSpPr>
              <a:spLocks noChangeShapeType="1"/>
            </p:cNvSpPr>
            <p:nvPr/>
          </p:nvSpPr>
          <p:spPr bwMode="auto">
            <a:xfrm flipV="1">
              <a:off x="2979" y="2357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4" name="Line 9"/>
            <p:cNvSpPr>
              <a:spLocks noChangeShapeType="1"/>
            </p:cNvSpPr>
            <p:nvPr/>
          </p:nvSpPr>
          <p:spPr bwMode="auto">
            <a:xfrm>
              <a:off x="1572" y="2357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5" name="Line 10"/>
            <p:cNvSpPr>
              <a:spLocks noChangeShapeType="1"/>
            </p:cNvSpPr>
            <p:nvPr/>
          </p:nvSpPr>
          <p:spPr bwMode="auto">
            <a:xfrm>
              <a:off x="2842" y="2357"/>
              <a:ext cx="1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6" name="Line 11"/>
            <p:cNvSpPr>
              <a:spLocks noChangeShapeType="1"/>
            </p:cNvSpPr>
            <p:nvPr/>
          </p:nvSpPr>
          <p:spPr bwMode="auto">
            <a:xfrm>
              <a:off x="1709" y="2583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7" name="Line 12"/>
            <p:cNvSpPr>
              <a:spLocks noChangeShapeType="1"/>
            </p:cNvSpPr>
            <p:nvPr/>
          </p:nvSpPr>
          <p:spPr bwMode="auto">
            <a:xfrm>
              <a:off x="2979" y="2583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8" name="Line 13"/>
            <p:cNvSpPr>
              <a:spLocks noChangeShapeType="1"/>
            </p:cNvSpPr>
            <p:nvPr/>
          </p:nvSpPr>
          <p:spPr bwMode="auto">
            <a:xfrm flipH="1">
              <a:off x="1255" y="2583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1999" name="Text Box 14"/>
            <p:cNvSpPr txBox="1">
              <a:spLocks noChangeArrowheads="1"/>
            </p:cNvSpPr>
            <p:nvPr/>
          </p:nvSpPr>
          <p:spPr bwMode="auto">
            <a:xfrm>
              <a:off x="1152" y="235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EA5115-D439-4316-A85D-8F215FBCDCBD}" type="slidenum">
              <a:rPr lang="en-US" altLang="zh-CN"/>
              <a:pPr>
                <a:defRPr/>
              </a:pPr>
              <a:t>43</a:t>
            </a:fld>
            <a:endParaRPr lang="en-US" altLang="zh-CN" dirty="0"/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按時鐘脈衝</a:t>
            </a:r>
            <a:r>
              <a:rPr lang="en-US" altLang="zh-CN" b="1" dirty="0"/>
              <a:t>(Clock Pulse)</a:t>
            </a:r>
            <a:r>
              <a:rPr lang="zh-CN" altLang="en-US" b="1" dirty="0"/>
              <a:t>控制方式分類</a:t>
            </a:r>
          </a:p>
          <a:p>
            <a:pPr lvl="1" eaLnBrk="1" hangingPunct="1">
              <a:defRPr/>
            </a:pPr>
            <a:r>
              <a:rPr lang="zh-CN" altLang="en-US" b="1" dirty="0"/>
              <a:t>主</a:t>
            </a:r>
            <a:r>
              <a:rPr lang="en-US" altLang="zh-CN" b="1" dirty="0"/>
              <a:t>-</a:t>
            </a:r>
            <a:r>
              <a:rPr lang="zh-CN" altLang="en-US" b="1" dirty="0"/>
              <a:t>從觸發方式</a:t>
            </a:r>
            <a:r>
              <a:rPr lang="en-US" altLang="zh-CN" b="1" dirty="0"/>
              <a:t>FF (Master-Slave </a:t>
            </a:r>
            <a:r>
              <a:rPr lang="zh-CN" altLang="en-US" b="1" dirty="0"/>
              <a:t>或 </a:t>
            </a:r>
            <a:r>
              <a:rPr lang="en-US" altLang="zh-CN" b="1" dirty="0"/>
              <a:t>Pulse-Trigger</a:t>
            </a:r>
            <a:r>
              <a:rPr lang="en-US" altLang="zh-CN" dirty="0"/>
              <a:t> )</a:t>
            </a:r>
          </a:p>
          <a:p>
            <a:pPr lvl="2" eaLnBrk="1" hangingPunct="1">
              <a:defRPr/>
            </a:pPr>
            <a:r>
              <a:rPr lang="zh-CN" altLang="en-US" dirty="0"/>
              <a:t>由兩級電位觸發器（主觸發器和從觸發器）串連而成</a:t>
            </a:r>
          </a:p>
          <a:p>
            <a:pPr lvl="2" eaLnBrk="1" hangingPunct="1">
              <a:defRPr/>
            </a:pPr>
            <a:r>
              <a:rPr lang="en-US" altLang="zh-CN" dirty="0"/>
              <a:t>CP=1</a:t>
            </a:r>
            <a:r>
              <a:rPr lang="zh-CN" altLang="en-US" dirty="0"/>
              <a:t>期間，主觸發器接收資料，從觸發器封鎖</a:t>
            </a:r>
          </a:p>
          <a:p>
            <a:pPr lvl="2" eaLnBrk="1" hangingPunct="1">
              <a:defRPr/>
            </a:pPr>
            <a:r>
              <a:rPr lang="zh-CN" altLang="en-US" dirty="0"/>
              <a:t>在負跳變到來時，主觸發器封鎖，從觸發器將接收</a:t>
            </a:r>
            <a:r>
              <a:rPr lang="en-US" altLang="zh-CN" dirty="0"/>
              <a:t>CP</a:t>
            </a:r>
            <a:r>
              <a:rPr lang="zh-CN" altLang="en-US" dirty="0"/>
              <a:t>負跳變時主觸發器的狀態。</a:t>
            </a:r>
          </a:p>
          <a:p>
            <a:pPr lvl="2" eaLnBrk="1" hangingPunct="1">
              <a:defRPr/>
            </a:pPr>
            <a:endParaRPr lang="zh-CN" altLang="en-US" dirty="0"/>
          </a:p>
          <a:p>
            <a:pPr lvl="2" eaLnBrk="1" hangingPunct="1">
              <a:defRPr/>
            </a:pPr>
            <a:r>
              <a:rPr lang="zh-CN" altLang="en-US" dirty="0"/>
              <a:t>常用有主從</a:t>
            </a:r>
            <a:r>
              <a:rPr lang="en-US" altLang="zh-CN" dirty="0"/>
              <a:t>R-S</a:t>
            </a:r>
            <a:r>
              <a:rPr lang="zh-CN" altLang="en-US" dirty="0"/>
              <a:t>觸發器和主從</a:t>
            </a:r>
            <a:r>
              <a:rPr lang="en-US" altLang="zh-CN" dirty="0"/>
              <a:t>J-K</a:t>
            </a:r>
            <a:r>
              <a:rPr lang="zh-CN" altLang="en-US" dirty="0"/>
              <a:t>觸發器。</a:t>
            </a:r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592276-2FDA-4811-BDFF-BB5311725250}" type="slidenum">
              <a:rPr lang="en-US" altLang="zh-CN"/>
              <a:pPr>
                <a:defRPr/>
              </a:pPr>
              <a:t>44</a:t>
            </a:fld>
            <a:endParaRPr lang="en-US" altLang="zh-CN" dirty="0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電位觸發方式的觸發器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邊沿觸發方式的觸發器</a:t>
            </a:r>
          </a:p>
          <a:p>
            <a:pPr lvl="1" eaLnBrk="1" hangingPunct="1">
              <a:defRPr/>
            </a:pPr>
            <a:r>
              <a:rPr lang="zh-CN" altLang="en-US" dirty="0"/>
              <a:t>主－從觸發器方式的觸發器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F301C1-8036-4723-8D47-81D74FBCDC02}" type="slidenum">
              <a:rPr lang="en-US" altLang="zh-CN"/>
              <a:pPr>
                <a:defRPr/>
              </a:pPr>
              <a:t>45</a:t>
            </a:fld>
            <a:endParaRPr lang="en-US" altLang="zh-CN" dirty="0"/>
          </a:p>
        </p:txBody>
      </p:sp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T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zh-CN" altLang="en-US" dirty="0"/>
              <a:t>不設資料登錄端，只要來一個時鐘脈衝，觸發器就翻轉一次。</a:t>
            </a:r>
          </a:p>
          <a:p>
            <a:pPr lvl="1" eaLnBrk="1" hangingPunct="1">
              <a:defRPr/>
            </a:pPr>
            <a:r>
              <a:rPr lang="en-US" altLang="zh-CN" dirty="0"/>
              <a:t>T</a:t>
            </a:r>
            <a:r>
              <a:rPr lang="zh-CN" altLang="en-US" dirty="0"/>
              <a:t>觸發器可由</a:t>
            </a:r>
            <a:r>
              <a:rPr lang="en-US" altLang="zh-CN" dirty="0"/>
              <a:t>D</a:t>
            </a:r>
            <a:r>
              <a:rPr lang="zh-CN" altLang="en-US" dirty="0"/>
              <a:t>觸發器或</a:t>
            </a:r>
            <a:r>
              <a:rPr lang="en-US" altLang="zh-CN" dirty="0"/>
              <a:t>J-K</a:t>
            </a:r>
            <a:r>
              <a:rPr lang="zh-CN" altLang="en-US" dirty="0"/>
              <a:t>觸發器等構成。</a:t>
            </a:r>
          </a:p>
          <a:p>
            <a:pPr lvl="1" eaLnBrk="1" hangingPunct="1">
              <a:defRPr/>
            </a:pPr>
            <a:r>
              <a:rPr lang="en-US" altLang="zh-CN" dirty="0"/>
              <a:t>T</a:t>
            </a:r>
            <a:r>
              <a:rPr lang="zh-CN" altLang="en-US" dirty="0"/>
              <a:t>觸發器一般都是邊沿觸發器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59A0C4-116A-4D51-A11C-4F2A59A1349A}" type="slidenum">
              <a:rPr lang="en-US" altLang="zh-CN"/>
              <a:pPr>
                <a:defRPr/>
              </a:pPr>
              <a:t>46</a:t>
            </a:fld>
            <a:endParaRPr lang="en-US" altLang="zh-CN" dirty="0"/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T</a:t>
            </a:r>
            <a:r>
              <a:rPr lang="zh-CN" altLang="en-US" dirty="0"/>
              <a:t>觸發器</a:t>
            </a:r>
          </a:p>
        </p:txBody>
      </p:sp>
      <p:grpSp>
        <p:nvGrpSpPr>
          <p:cNvPr id="91141" name="Group 4"/>
          <p:cNvGrpSpPr>
            <a:grpSpLocks/>
          </p:cNvGrpSpPr>
          <p:nvPr/>
        </p:nvGrpSpPr>
        <p:grpSpPr bwMode="auto">
          <a:xfrm>
            <a:off x="376090" y="2438400"/>
            <a:ext cx="4813448" cy="2308225"/>
            <a:chOff x="1753" y="1434"/>
            <a:chExt cx="2941" cy="1454"/>
          </a:xfrm>
        </p:grpSpPr>
        <p:graphicFrame>
          <p:nvGraphicFramePr>
            <p:cNvPr id="91186" name="Object 5"/>
            <p:cNvGraphicFramePr>
              <a:graphicFrameLocks noChangeAspect="1"/>
            </p:cNvGraphicFramePr>
            <p:nvPr/>
          </p:nvGraphicFramePr>
          <p:xfrm>
            <a:off x="2789" y="2165"/>
            <a:ext cx="169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5798" imgH="143000" progId="Equation.3">
                    <p:embed/>
                  </p:oleObj>
                </mc:Choice>
                <mc:Fallback>
                  <p:oleObj name="公式" r:id="rId2" imgW="85798" imgH="143000" progId="Equation.3">
                    <p:embed/>
                    <p:pic>
                      <p:nvPicPr>
                        <p:cNvPr id="9118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165"/>
                          <a:ext cx="169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87" name="Line 6"/>
            <p:cNvSpPr>
              <a:spLocks noChangeShapeType="1"/>
            </p:cNvSpPr>
            <p:nvPr/>
          </p:nvSpPr>
          <p:spPr bwMode="auto">
            <a:xfrm>
              <a:off x="2653" y="2024"/>
              <a:ext cx="20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88" name="Line 7"/>
            <p:cNvSpPr>
              <a:spLocks noChangeShapeType="1"/>
            </p:cNvSpPr>
            <p:nvPr/>
          </p:nvSpPr>
          <p:spPr bwMode="auto">
            <a:xfrm>
              <a:off x="3606" y="1706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89" name="Text Box 8"/>
            <p:cNvSpPr txBox="1">
              <a:spLocks noChangeArrowheads="1"/>
            </p:cNvSpPr>
            <p:nvPr/>
          </p:nvSpPr>
          <p:spPr bwMode="auto">
            <a:xfrm>
              <a:off x="2699" y="1434"/>
              <a:ext cx="1773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                         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       T       Q        </a:t>
              </a:r>
              <a:r>
                <a:rPr lang="en-US" altLang="zh-CN" sz="2400" dirty="0" err="1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    1                   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    0</a:t>
              </a:r>
            </a:p>
          </p:txBody>
        </p:sp>
        <p:graphicFrame>
          <p:nvGraphicFramePr>
            <p:cNvPr id="91190" name="Object 9"/>
            <p:cNvGraphicFramePr>
              <a:graphicFrameLocks noChangeAspect="1"/>
            </p:cNvGraphicFramePr>
            <p:nvPr/>
          </p:nvGraphicFramePr>
          <p:xfrm>
            <a:off x="2789" y="2573"/>
            <a:ext cx="169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5798" imgH="143000" progId="Equation.3">
                    <p:embed/>
                  </p:oleObj>
                </mc:Choice>
                <mc:Fallback>
                  <p:oleObj name="公式" r:id="rId2" imgW="85798" imgH="143000" progId="Equation.3">
                    <p:embed/>
                    <p:pic>
                      <p:nvPicPr>
                        <p:cNvPr id="9119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573"/>
                          <a:ext cx="169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1" name="Object 10"/>
            <p:cNvGraphicFramePr>
              <a:graphicFrameLocks noChangeAspect="1"/>
            </p:cNvGraphicFramePr>
            <p:nvPr/>
          </p:nvGraphicFramePr>
          <p:xfrm>
            <a:off x="3696" y="2614"/>
            <a:ext cx="24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42840" imgH="133561" progId="Equation.3">
                    <p:embed/>
                  </p:oleObj>
                </mc:Choice>
                <mc:Fallback>
                  <p:oleObj name="公式" r:id="rId5" imgW="142840" imgH="133561" progId="Equation.3">
                    <p:embed/>
                    <p:pic>
                      <p:nvPicPr>
                        <p:cNvPr id="91191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614"/>
                          <a:ext cx="24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2" name="Object 11"/>
            <p:cNvGraphicFramePr>
              <a:graphicFrameLocks noChangeAspect="1"/>
            </p:cNvGraphicFramePr>
            <p:nvPr/>
          </p:nvGraphicFramePr>
          <p:xfrm>
            <a:off x="4241" y="2568"/>
            <a:ext cx="26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1697" imgH="171317" progId="Equation.3">
                    <p:embed/>
                  </p:oleObj>
                </mc:Choice>
                <mc:Fallback>
                  <p:oleObj name="公式" r:id="rId7" imgW="161697" imgH="171317" progId="Equation.3">
                    <p:embed/>
                    <p:pic>
                      <p:nvPicPr>
                        <p:cNvPr id="9119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2568"/>
                          <a:ext cx="261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3" name="Object 12"/>
            <p:cNvGraphicFramePr>
              <a:graphicFrameLocks noChangeAspect="1"/>
            </p:cNvGraphicFramePr>
            <p:nvPr/>
          </p:nvGraphicFramePr>
          <p:xfrm>
            <a:off x="4241" y="2160"/>
            <a:ext cx="24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42840" imgH="133561" progId="Equation.3">
                    <p:embed/>
                  </p:oleObj>
                </mc:Choice>
                <mc:Fallback>
                  <p:oleObj name="公式" r:id="rId9" imgW="142840" imgH="133561" progId="Equation.3">
                    <p:embed/>
                    <p:pic>
                      <p:nvPicPr>
                        <p:cNvPr id="9119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2160"/>
                          <a:ext cx="246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94" name="Object 13"/>
            <p:cNvGraphicFramePr>
              <a:graphicFrameLocks noChangeAspect="1"/>
            </p:cNvGraphicFramePr>
            <p:nvPr/>
          </p:nvGraphicFramePr>
          <p:xfrm>
            <a:off x="3696" y="2160"/>
            <a:ext cx="26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1697" imgH="171317" progId="Equation.3">
                    <p:embed/>
                  </p:oleObj>
                </mc:Choice>
                <mc:Fallback>
                  <p:oleObj name="公式" r:id="rId11" imgW="161697" imgH="171317" progId="Equation.3">
                    <p:embed/>
                    <p:pic>
                      <p:nvPicPr>
                        <p:cNvPr id="9119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160"/>
                          <a:ext cx="261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95" name="Text Box 14"/>
            <p:cNvSpPr txBox="1">
              <a:spLocks noChangeArrowheads="1"/>
            </p:cNvSpPr>
            <p:nvPr/>
          </p:nvSpPr>
          <p:spPr bwMode="auto">
            <a:xfrm>
              <a:off x="1753" y="2069"/>
              <a:ext cx="667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Toggle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Hold</a:t>
              </a:r>
            </a:p>
          </p:txBody>
        </p:sp>
      </p:grpSp>
      <p:sp>
        <p:nvSpPr>
          <p:cNvPr id="556047" name="Text Box 15"/>
          <p:cNvSpPr txBox="1">
            <a:spLocks noChangeArrowheads="1"/>
          </p:cNvSpPr>
          <p:nvPr/>
        </p:nvSpPr>
        <p:spPr bwMode="auto">
          <a:xfrm>
            <a:off x="2743200" y="2133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功能表</a:t>
            </a:r>
            <a:endParaRPr lang="zh-CN" altLang="en-US" sz="24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grpSp>
        <p:nvGrpSpPr>
          <p:cNvPr id="556076" name="Group 44"/>
          <p:cNvGrpSpPr>
            <a:grpSpLocks/>
          </p:cNvGrpSpPr>
          <p:nvPr/>
        </p:nvGrpSpPr>
        <p:grpSpPr bwMode="auto">
          <a:xfrm>
            <a:off x="4800600" y="4165600"/>
            <a:ext cx="3886200" cy="2159000"/>
            <a:chOff x="3024" y="2624"/>
            <a:chExt cx="2448" cy="1360"/>
          </a:xfrm>
        </p:grpSpPr>
        <p:sp>
          <p:nvSpPr>
            <p:cNvPr id="91145" name="Rectangle 45"/>
            <p:cNvSpPr>
              <a:spLocks noChangeArrowheads="1"/>
            </p:cNvSpPr>
            <p:nvPr/>
          </p:nvSpPr>
          <p:spPr bwMode="auto">
            <a:xfrm>
              <a:off x="4454" y="2805"/>
              <a:ext cx="816" cy="1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J          Q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        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K        Q</a:t>
              </a:r>
            </a:p>
          </p:txBody>
        </p:sp>
        <p:sp>
          <p:nvSpPr>
            <p:cNvPr id="91146" name="Line 46"/>
            <p:cNvSpPr>
              <a:spLocks noChangeShapeType="1"/>
            </p:cNvSpPr>
            <p:nvPr/>
          </p:nvSpPr>
          <p:spPr bwMode="auto">
            <a:xfrm>
              <a:off x="3840" y="340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47" name="Line 47"/>
            <p:cNvSpPr>
              <a:spLocks noChangeShapeType="1"/>
            </p:cNvSpPr>
            <p:nvPr/>
          </p:nvSpPr>
          <p:spPr bwMode="auto">
            <a:xfrm>
              <a:off x="3818" y="2941"/>
              <a:ext cx="6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48" name="Line 48"/>
            <p:cNvSpPr>
              <a:spLocks noChangeShapeType="1"/>
            </p:cNvSpPr>
            <p:nvPr/>
          </p:nvSpPr>
          <p:spPr bwMode="auto">
            <a:xfrm>
              <a:off x="4045" y="3848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49" name="Line 49"/>
            <p:cNvSpPr>
              <a:spLocks noChangeShapeType="1"/>
            </p:cNvSpPr>
            <p:nvPr/>
          </p:nvSpPr>
          <p:spPr bwMode="auto">
            <a:xfrm>
              <a:off x="4045" y="2941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pic>
          <p:nvPicPr>
            <p:cNvPr id="91150" name="Picture 50" descr="dot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1" y="2927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51" name="Text Box 51"/>
            <p:cNvSpPr txBox="1">
              <a:spLocks noChangeArrowheads="1"/>
            </p:cNvSpPr>
            <p:nvPr/>
          </p:nvSpPr>
          <p:spPr bwMode="auto">
            <a:xfrm>
              <a:off x="3728" y="2624"/>
              <a:ext cx="3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“1”</a:t>
              </a:r>
            </a:p>
          </p:txBody>
        </p:sp>
        <p:sp>
          <p:nvSpPr>
            <p:cNvPr id="91152" name="Line 52"/>
            <p:cNvSpPr>
              <a:spLocks noChangeShapeType="1"/>
            </p:cNvSpPr>
            <p:nvPr/>
          </p:nvSpPr>
          <p:spPr bwMode="auto">
            <a:xfrm>
              <a:off x="5280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53" name="Line 53"/>
            <p:cNvSpPr>
              <a:spLocks noChangeShapeType="1"/>
            </p:cNvSpPr>
            <p:nvPr/>
          </p:nvSpPr>
          <p:spPr bwMode="auto">
            <a:xfrm>
              <a:off x="5280" y="37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54" name="Rectangle 54"/>
            <p:cNvSpPr>
              <a:spLocks noChangeArrowheads="1"/>
            </p:cNvSpPr>
            <p:nvPr/>
          </p:nvSpPr>
          <p:spPr bwMode="auto">
            <a:xfrm>
              <a:off x="3648" y="3216"/>
              <a:ext cx="20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91155" name="Line 55"/>
            <p:cNvSpPr>
              <a:spLocks noChangeShapeType="1"/>
            </p:cNvSpPr>
            <p:nvPr/>
          </p:nvSpPr>
          <p:spPr bwMode="auto">
            <a:xfrm flipH="1">
              <a:off x="3360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56" name="Line 56"/>
            <p:cNvSpPr>
              <a:spLocks noChangeShapeType="1"/>
            </p:cNvSpPr>
            <p:nvPr/>
          </p:nvSpPr>
          <p:spPr bwMode="auto">
            <a:xfrm flipH="1">
              <a:off x="3360" y="33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91157" name="Text Box 57"/>
            <p:cNvSpPr txBox="1">
              <a:spLocks noChangeArrowheads="1"/>
            </p:cNvSpPr>
            <p:nvPr/>
          </p:nvSpPr>
          <p:spPr bwMode="auto">
            <a:xfrm>
              <a:off x="3120" y="3168"/>
              <a:ext cx="2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T</a:t>
              </a:r>
            </a:p>
          </p:txBody>
        </p:sp>
        <p:sp>
          <p:nvSpPr>
            <p:cNvPr id="91158" name="Rectangle 58"/>
            <p:cNvSpPr>
              <a:spLocks noChangeArrowheads="1"/>
            </p:cNvSpPr>
            <p:nvPr/>
          </p:nvSpPr>
          <p:spPr bwMode="auto">
            <a:xfrm>
              <a:off x="3024" y="340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CP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11924E7-A4FE-5EDD-212A-370F9AD007E7}"/>
              </a:ext>
            </a:extLst>
          </p:cNvPr>
          <p:cNvGrpSpPr/>
          <p:nvPr/>
        </p:nvGrpSpPr>
        <p:grpSpPr>
          <a:xfrm>
            <a:off x="6553200" y="1219200"/>
            <a:ext cx="2005013" cy="2741613"/>
            <a:chOff x="6553200" y="1219200"/>
            <a:chExt cx="2005013" cy="2741613"/>
          </a:xfrm>
        </p:grpSpPr>
        <p:grpSp>
          <p:nvGrpSpPr>
            <p:cNvPr id="556048" name="Group 16"/>
            <p:cNvGrpSpPr>
              <a:grpSpLocks/>
            </p:cNvGrpSpPr>
            <p:nvPr/>
          </p:nvGrpSpPr>
          <p:grpSpPr bwMode="auto">
            <a:xfrm>
              <a:off x="6553200" y="1219200"/>
              <a:ext cx="2005013" cy="2741613"/>
              <a:chOff x="4128" y="768"/>
              <a:chExt cx="1263" cy="1727"/>
            </a:xfrm>
          </p:grpSpPr>
          <p:sp>
            <p:nvSpPr>
              <p:cNvPr id="91159" name="Line 17"/>
              <p:cNvSpPr>
                <a:spLocks noChangeShapeType="1"/>
              </p:cNvSpPr>
              <p:nvPr/>
            </p:nvSpPr>
            <p:spPr bwMode="auto">
              <a:xfrm>
                <a:off x="4505" y="1580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0" name="Line 18"/>
              <p:cNvSpPr>
                <a:spLocks noChangeShapeType="1"/>
              </p:cNvSpPr>
              <p:nvPr/>
            </p:nvSpPr>
            <p:spPr bwMode="auto">
              <a:xfrm flipV="1">
                <a:off x="4505" y="768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1" name="Line 19"/>
              <p:cNvSpPr>
                <a:spLocks noChangeShapeType="1"/>
              </p:cNvSpPr>
              <p:nvPr/>
            </p:nvSpPr>
            <p:spPr bwMode="auto">
              <a:xfrm flipH="1">
                <a:off x="4128" y="768"/>
                <a:ext cx="3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2" name="Line 20"/>
              <p:cNvSpPr>
                <a:spLocks noChangeShapeType="1"/>
              </p:cNvSpPr>
              <p:nvPr/>
            </p:nvSpPr>
            <p:spPr bwMode="auto">
              <a:xfrm flipH="1">
                <a:off x="4128" y="1765"/>
                <a:ext cx="3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3" name="Line 21"/>
              <p:cNvSpPr>
                <a:spLocks noChangeShapeType="1"/>
              </p:cNvSpPr>
              <p:nvPr/>
            </p:nvSpPr>
            <p:spPr bwMode="auto">
              <a:xfrm>
                <a:off x="4128" y="768"/>
                <a:ext cx="0" cy="9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4" name="Line 22"/>
              <p:cNvSpPr>
                <a:spLocks noChangeShapeType="1"/>
              </p:cNvSpPr>
              <p:nvPr/>
            </p:nvSpPr>
            <p:spPr bwMode="auto">
              <a:xfrm>
                <a:off x="4996" y="1580"/>
                <a:ext cx="0" cy="2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5" name="Rectangle 23"/>
              <p:cNvSpPr>
                <a:spLocks noChangeArrowheads="1"/>
              </p:cNvSpPr>
              <p:nvPr/>
            </p:nvSpPr>
            <p:spPr bwMode="auto">
              <a:xfrm>
                <a:off x="4845" y="1838"/>
                <a:ext cx="300" cy="1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6" name="Line 24"/>
              <p:cNvSpPr>
                <a:spLocks noChangeShapeType="1"/>
              </p:cNvSpPr>
              <p:nvPr/>
            </p:nvSpPr>
            <p:spPr bwMode="auto">
              <a:xfrm>
                <a:off x="4883" y="2022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7" name="Line 25"/>
              <p:cNvSpPr>
                <a:spLocks noChangeShapeType="1"/>
              </p:cNvSpPr>
              <p:nvPr/>
            </p:nvSpPr>
            <p:spPr bwMode="auto">
              <a:xfrm>
                <a:off x="5072" y="2022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1168" name="Text Box 26"/>
              <p:cNvSpPr txBox="1">
                <a:spLocks noChangeArrowheads="1"/>
              </p:cNvSpPr>
              <p:nvPr/>
            </p:nvSpPr>
            <p:spPr bwMode="auto">
              <a:xfrm>
                <a:off x="4732" y="2207"/>
                <a:ext cx="6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T    CP</a:t>
                </a:r>
              </a:p>
            </p:txBody>
          </p:sp>
          <p:sp>
            <p:nvSpPr>
              <p:cNvPr id="91169" name="Line 27"/>
              <p:cNvSpPr>
                <a:spLocks noChangeShapeType="1"/>
              </p:cNvSpPr>
              <p:nvPr/>
            </p:nvSpPr>
            <p:spPr bwMode="auto">
              <a:xfrm flipV="1">
                <a:off x="4996" y="781"/>
                <a:ext cx="0" cy="1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91170" name="Group 28"/>
              <p:cNvGrpSpPr>
                <a:grpSpLocks noChangeAspect="1"/>
              </p:cNvGrpSpPr>
              <p:nvPr/>
            </p:nvGrpSpPr>
            <p:grpSpPr bwMode="auto">
              <a:xfrm>
                <a:off x="4269" y="960"/>
                <a:ext cx="991" cy="647"/>
                <a:chOff x="2233" y="1972"/>
                <a:chExt cx="1191" cy="795"/>
              </a:xfrm>
            </p:grpSpPr>
            <p:sp>
              <p:nvSpPr>
                <p:cNvPr id="91171" name="AutoShape 29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235" y="1975"/>
                  <a:ext cx="1189" cy="7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72" name="Rectangle 30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73" name="Rectangle 31"/>
                <p:cNvSpPr>
                  <a:spLocks noChangeArrowheads="1"/>
                </p:cNvSpPr>
                <p:nvPr/>
              </p:nvSpPr>
              <p:spPr bwMode="auto">
                <a:xfrm>
                  <a:off x="2438" y="2426"/>
                  <a:ext cx="968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D         CP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74" name="Rectangle 32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75" name="Rectangle 33"/>
                <p:cNvSpPr>
                  <a:spLocks noChangeArrowheads="1"/>
                </p:cNvSpPr>
                <p:nvPr/>
              </p:nvSpPr>
              <p:spPr bwMode="auto">
                <a:xfrm>
                  <a:off x="3008" y="2077"/>
                  <a:ext cx="174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77" name="Rectangle 37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78" name="Rectangle 38"/>
                <p:cNvSpPr>
                  <a:spLocks noChangeArrowheads="1"/>
                </p:cNvSpPr>
                <p:nvPr/>
              </p:nvSpPr>
              <p:spPr bwMode="auto">
                <a:xfrm>
                  <a:off x="2438" y="2426"/>
                  <a:ext cx="968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D         CP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79" name="Rectangle 39"/>
                <p:cNvSpPr>
                  <a:spLocks noChangeArrowheads="1"/>
                </p:cNvSpPr>
                <p:nvPr/>
              </p:nvSpPr>
              <p:spPr bwMode="auto">
                <a:xfrm>
                  <a:off x="2233" y="1972"/>
                  <a:ext cx="1168" cy="771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91180" name="Rectangle 40"/>
                <p:cNvSpPr>
                  <a:spLocks noChangeArrowheads="1"/>
                </p:cNvSpPr>
                <p:nvPr/>
              </p:nvSpPr>
              <p:spPr bwMode="auto">
                <a:xfrm>
                  <a:off x="3008" y="2077"/>
                  <a:ext cx="174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</p:grpSp>
        </p:grpSp>
        <p:sp>
          <p:nvSpPr>
            <p:cNvPr id="2" name="Text Box 55">
              <a:extLst>
                <a:ext uri="{FF2B5EF4-FFF2-40B4-BE49-F238E27FC236}">
                  <a16:creationId xmlns:a16="http://schemas.microsoft.com/office/drawing/2014/main" id="{E71AFD19-6BC7-345C-4142-C851CA9AD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3329" y="1362031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281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5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031E05-BD3A-4971-9397-80CE456F1BE1}" type="slidenum">
              <a:rPr lang="en-US" altLang="zh-CN"/>
              <a:pPr>
                <a:defRPr/>
              </a:pPr>
              <a:t>47</a:t>
            </a:fld>
            <a:endParaRPr lang="en-US" altLang="zh-CN" dirty="0"/>
          </a:p>
        </p:txBody>
      </p:sp>
      <p:grpSp>
        <p:nvGrpSpPr>
          <p:cNvPr id="48131" name="Group 2"/>
          <p:cNvGrpSpPr>
            <a:grpSpLocks/>
          </p:cNvGrpSpPr>
          <p:nvPr/>
        </p:nvGrpSpPr>
        <p:grpSpPr bwMode="auto">
          <a:xfrm>
            <a:off x="2971800" y="4800600"/>
            <a:ext cx="3733800" cy="1219200"/>
            <a:chOff x="1872" y="3024"/>
            <a:chExt cx="2352" cy="768"/>
          </a:xfrm>
        </p:grpSpPr>
        <p:sp>
          <p:nvSpPr>
            <p:cNvPr id="48162" name="Rectangle 3"/>
            <p:cNvSpPr>
              <a:spLocks noChangeArrowheads="1"/>
            </p:cNvSpPr>
            <p:nvPr/>
          </p:nvSpPr>
          <p:spPr bwMode="auto">
            <a:xfrm>
              <a:off x="3792" y="3024"/>
              <a:ext cx="432" cy="38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48163" name="Rectangle 4"/>
            <p:cNvSpPr>
              <a:spLocks noChangeArrowheads="1"/>
            </p:cNvSpPr>
            <p:nvPr/>
          </p:nvSpPr>
          <p:spPr bwMode="auto">
            <a:xfrm>
              <a:off x="1872" y="3024"/>
              <a:ext cx="480" cy="38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48164" name="Line 5"/>
            <p:cNvSpPr>
              <a:spLocks noChangeShapeType="1"/>
            </p:cNvSpPr>
            <p:nvPr/>
          </p:nvSpPr>
          <p:spPr bwMode="auto">
            <a:xfrm flipH="1" flipV="1">
              <a:off x="2208" y="3408"/>
              <a:ext cx="816" cy="38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48165" name="Line 6"/>
            <p:cNvSpPr>
              <a:spLocks noChangeShapeType="1"/>
            </p:cNvSpPr>
            <p:nvPr/>
          </p:nvSpPr>
          <p:spPr bwMode="auto">
            <a:xfrm flipV="1">
              <a:off x="3024" y="3312"/>
              <a:ext cx="960" cy="48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grpSp>
        <p:nvGrpSpPr>
          <p:cNvPr id="48132" name="Group 7"/>
          <p:cNvGrpSpPr>
            <a:grpSpLocks/>
          </p:cNvGrpSpPr>
          <p:nvPr/>
        </p:nvGrpSpPr>
        <p:grpSpPr bwMode="auto">
          <a:xfrm>
            <a:off x="4343400" y="4114800"/>
            <a:ext cx="2286000" cy="1905000"/>
            <a:chOff x="2736" y="2592"/>
            <a:chExt cx="1440" cy="1200"/>
          </a:xfrm>
        </p:grpSpPr>
        <p:sp>
          <p:nvSpPr>
            <p:cNvPr id="48160" name="Rectangle 8"/>
            <p:cNvSpPr>
              <a:spLocks noChangeArrowheads="1"/>
            </p:cNvSpPr>
            <p:nvPr/>
          </p:nvSpPr>
          <p:spPr bwMode="auto">
            <a:xfrm>
              <a:off x="3216" y="2592"/>
              <a:ext cx="960" cy="336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>
                <a:ea typeface="Noto Serif SC" panose="02020200000000000000" pitchFamily="18" charset="-122"/>
              </a:endParaRPr>
            </a:p>
          </p:txBody>
        </p:sp>
        <p:sp>
          <p:nvSpPr>
            <p:cNvPr id="48161" name="Line 9"/>
            <p:cNvSpPr>
              <a:spLocks noChangeShapeType="1"/>
            </p:cNvSpPr>
            <p:nvPr/>
          </p:nvSpPr>
          <p:spPr bwMode="auto">
            <a:xfrm flipV="1">
              <a:off x="2736" y="2928"/>
              <a:ext cx="576" cy="86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55706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5706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685800" y="1457325"/>
            <a:ext cx="7924800" cy="13001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Wingdings" panose="05000000000000000000" pitchFamily="2" charset="2"/>
              </a:rPr>
              <a:t> </a:t>
            </a:r>
            <a:endParaRPr lang="en-US" altLang="zh-CN" dirty="0"/>
          </a:p>
        </p:txBody>
      </p:sp>
      <p:graphicFrame>
        <p:nvGraphicFramePr>
          <p:cNvPr id="557068" name="Group 12"/>
          <p:cNvGraphicFramePr>
            <a:graphicFrameLocks noGrp="1"/>
          </p:cNvGraphicFramePr>
          <p:nvPr/>
        </p:nvGraphicFramePr>
        <p:xfrm>
          <a:off x="2843213" y="4035425"/>
          <a:ext cx="3984625" cy="1471613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0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152" name="Line 29"/>
          <p:cNvSpPr>
            <a:spLocks noChangeShapeType="1"/>
          </p:cNvSpPr>
          <p:nvPr/>
        </p:nvSpPr>
        <p:spPr bwMode="auto">
          <a:xfrm flipH="1" flipV="1">
            <a:off x="2124075" y="3314700"/>
            <a:ext cx="719138" cy="720725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Noto Serif SC" panose="02020200000000000000" pitchFamily="18" charset="-122"/>
            </a:endParaRPr>
          </a:p>
        </p:txBody>
      </p:sp>
      <p:sp>
        <p:nvSpPr>
          <p:cNvPr id="48153" name="Text Box 30"/>
          <p:cNvSpPr txBox="1">
            <a:spLocks noChangeArrowheads="1"/>
          </p:cNvSpPr>
          <p:nvPr/>
        </p:nvSpPr>
        <p:spPr bwMode="auto">
          <a:xfrm>
            <a:off x="2319338" y="3048000"/>
            <a:ext cx="3032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Georgia" panose="02040502050405020303" pitchFamily="18" charset="0"/>
                <a:ea typeface="Noto Serif SC" panose="02020200000000000000" pitchFamily="18" charset="-122"/>
              </a:rPr>
              <a:t>J</a:t>
            </a:r>
          </a:p>
        </p:txBody>
      </p:sp>
      <p:sp>
        <p:nvSpPr>
          <p:cNvPr id="48154" name="Text Box 31"/>
          <p:cNvSpPr txBox="1">
            <a:spLocks noChangeArrowheads="1"/>
          </p:cNvSpPr>
          <p:nvPr/>
        </p:nvSpPr>
        <p:spPr bwMode="auto">
          <a:xfrm>
            <a:off x="2555875" y="3387725"/>
            <a:ext cx="342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Georgia" panose="02040502050405020303" pitchFamily="18" charset="0"/>
                <a:ea typeface="Noto Serif SC" panose="02020200000000000000" pitchFamily="18" charset="-122"/>
              </a:rPr>
              <a:t>K</a:t>
            </a:r>
          </a:p>
        </p:txBody>
      </p:sp>
      <p:sp>
        <p:nvSpPr>
          <p:cNvPr id="48155" name="Text Box 32"/>
          <p:cNvSpPr txBox="1">
            <a:spLocks noChangeArrowheads="1"/>
          </p:cNvSpPr>
          <p:nvPr/>
        </p:nvSpPr>
        <p:spPr bwMode="auto">
          <a:xfrm>
            <a:off x="2032000" y="3625850"/>
            <a:ext cx="444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1800" baseline="-25000" dirty="0" err="1">
                <a:latin typeface="Georgia" panose="02040502050405020303" pitchFamily="18" charset="0"/>
                <a:ea typeface="Noto Serif SC" panose="02020200000000000000" pitchFamily="18" charset="-122"/>
              </a:rPr>
              <a:t>n</a:t>
            </a:r>
            <a:endParaRPr lang="en-US" altLang="zh-CN" sz="18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48156" name="Text Box 33"/>
          <p:cNvSpPr txBox="1">
            <a:spLocks noChangeArrowheads="1"/>
          </p:cNvSpPr>
          <p:nvPr/>
        </p:nvSpPr>
        <p:spPr bwMode="auto">
          <a:xfrm>
            <a:off x="2967038" y="3406775"/>
            <a:ext cx="382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00        01          11          10</a:t>
            </a: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  </a:t>
            </a:r>
          </a:p>
        </p:txBody>
      </p:sp>
      <p:sp>
        <p:nvSpPr>
          <p:cNvPr id="48157" name="Text Box 34"/>
          <p:cNvSpPr txBox="1">
            <a:spLocks noChangeArrowheads="1"/>
          </p:cNvSpPr>
          <p:nvPr/>
        </p:nvSpPr>
        <p:spPr bwMode="auto">
          <a:xfrm>
            <a:off x="2247900" y="4129088"/>
            <a:ext cx="3385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Noto Serif SC" panose="02020200000000000000" pitchFamily="18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1</a:t>
            </a:r>
          </a:p>
        </p:txBody>
      </p:sp>
      <p:sp>
        <p:nvSpPr>
          <p:cNvPr id="48158" name="Text Box 35"/>
          <p:cNvSpPr txBox="1">
            <a:spLocks noChangeArrowheads="1"/>
          </p:cNvSpPr>
          <p:nvPr/>
        </p:nvSpPr>
        <p:spPr bwMode="auto">
          <a:xfrm>
            <a:off x="2555875" y="5702300"/>
            <a:ext cx="50403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                     _     _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n+1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=D=</a:t>
            </a:r>
            <a:r>
              <a:rPr lang="en-US" altLang="zh-CN" sz="2400" b="1" dirty="0" err="1">
                <a:latin typeface="Georgia" panose="02040502050405020303" pitchFamily="18" charset="0"/>
                <a:ea typeface="Noto Serif SC" panose="02020200000000000000" pitchFamily="18" charset="-122"/>
              </a:rPr>
              <a:t>JQ</a:t>
            </a:r>
            <a:r>
              <a:rPr lang="en-US" altLang="zh-CN" sz="2400" b="1" baseline="-25000" dirty="0" err="1">
                <a:latin typeface="Georgia" panose="02040502050405020303" pitchFamily="18" charset="0"/>
                <a:ea typeface="Noto Serif SC" panose="02020200000000000000" pitchFamily="18" charset="-122"/>
              </a:rPr>
              <a:t>n</a:t>
            </a:r>
            <a:r>
              <a:rPr lang="en-US" altLang="zh-CN" sz="2400" b="1" dirty="0" err="1">
                <a:latin typeface="Georgia" panose="02040502050405020303" pitchFamily="18" charset="0"/>
                <a:ea typeface="Noto Serif SC" panose="02020200000000000000" pitchFamily="18" charset="-122"/>
              </a:rPr>
              <a:t>+KQ</a:t>
            </a:r>
            <a:r>
              <a:rPr lang="en-US" altLang="zh-CN" sz="2400" b="1" baseline="-25000" dirty="0" err="1">
                <a:latin typeface="Georgia" panose="02040502050405020303" pitchFamily="18" charset="0"/>
                <a:ea typeface="Noto Serif SC" panose="02020200000000000000" pitchFamily="18" charset="-122"/>
              </a:rPr>
              <a:t>n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, 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可將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接成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JK</a:t>
            </a:r>
          </a:p>
        </p:txBody>
      </p:sp>
      <p:sp>
        <p:nvSpPr>
          <p:cNvPr id="557092" name="Rectangle 36"/>
          <p:cNvSpPr>
            <a:spLocks noChangeArrowheads="1"/>
          </p:cNvSpPr>
          <p:nvPr/>
        </p:nvSpPr>
        <p:spPr bwMode="auto">
          <a:xfrm>
            <a:off x="609600" y="1371600"/>
            <a:ext cx="8382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觸發器的功能互換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D 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Symbol" panose="05050102010706020507" pitchFamily="18" charset="2"/>
              </a:rPr>
              <a:t>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 T</a:t>
            </a:r>
            <a:r>
              <a:rPr lang="zh-CN" altLang="en-US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(J-K)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Symbol" panose="05050102010706020507" pitchFamily="18" charset="2"/>
              </a:rPr>
              <a:t> 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T</a:t>
            </a:r>
            <a:r>
              <a:rPr lang="zh-CN" altLang="en-US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(J-K)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Symbol" panose="05050102010706020507" pitchFamily="18" charset="2"/>
              </a:rPr>
              <a:t>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 D</a:t>
            </a:r>
            <a:r>
              <a:rPr lang="zh-CN" altLang="en-US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， 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  <a:sym typeface="Wingdings" panose="05000000000000000000" pitchFamily="2" charset="2"/>
              </a:rPr>
              <a:t>D  </a:t>
            </a:r>
            <a:r>
              <a:rPr lang="en-US" altLang="zh-CN" sz="32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(J-K)</a:t>
            </a: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舉例：用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D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觸發器轉換成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J-K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觸發器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F7B601-CDBB-D2CB-429B-BD338C17133E}"/>
              </a:ext>
            </a:extLst>
          </p:cNvPr>
          <p:cNvSpPr txBox="1"/>
          <p:nvPr/>
        </p:nvSpPr>
        <p:spPr>
          <a:xfrm>
            <a:off x="4341321" y="3081308"/>
            <a:ext cx="916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000" b="1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n+1</a:t>
            </a:r>
            <a:endParaRPr lang="zh-CN" altLang="en-US" dirty="0">
              <a:ea typeface="Noto Serif SC" panose="02020200000000000000" pitchFamily="18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8EA02C-9A82-40AE-A8BC-C2691470C248}" type="slidenum">
              <a:rPr lang="en-US" altLang="zh-CN"/>
              <a:pPr>
                <a:defRPr/>
              </a:pPr>
              <a:t>48</a:t>
            </a:fld>
            <a:endParaRPr lang="en-US" altLang="zh-CN" dirty="0"/>
          </a:p>
        </p:txBody>
      </p:sp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舉例：用</a:t>
            </a:r>
            <a:r>
              <a:rPr lang="en-US" altLang="zh-CN" dirty="0"/>
              <a:t>D</a:t>
            </a:r>
            <a:r>
              <a:rPr lang="zh-CN" altLang="en-US" dirty="0"/>
              <a:t>觸發器轉換成</a:t>
            </a:r>
            <a:r>
              <a:rPr lang="en-US" altLang="zh-CN" dirty="0"/>
              <a:t>J-K</a:t>
            </a:r>
            <a:r>
              <a:rPr lang="zh-CN" altLang="en-US" dirty="0"/>
              <a:t>觸發器</a:t>
            </a:r>
          </a:p>
        </p:txBody>
      </p:sp>
      <p:sp>
        <p:nvSpPr>
          <p:cNvPr id="49157" name="Text Box 4"/>
          <p:cNvSpPr txBox="1">
            <a:spLocks noChangeArrowheads="1"/>
          </p:cNvSpPr>
          <p:nvPr/>
        </p:nvSpPr>
        <p:spPr bwMode="auto">
          <a:xfrm>
            <a:off x="1524000" y="2057400"/>
            <a:ext cx="50403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                     _     _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  <a:ea typeface="Noto Serif SC" panose="02020200000000000000" pitchFamily="18" charset="-122"/>
              </a:rPr>
              <a:t>n+1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=D=</a:t>
            </a:r>
            <a:r>
              <a:rPr lang="en-US" altLang="zh-CN" sz="2400" b="1" dirty="0" err="1">
                <a:latin typeface="Georgia" panose="02040502050405020303" pitchFamily="18" charset="0"/>
                <a:ea typeface="Noto Serif SC" panose="02020200000000000000" pitchFamily="18" charset="-122"/>
              </a:rPr>
              <a:t>JQ</a:t>
            </a:r>
            <a:r>
              <a:rPr lang="en-US" altLang="zh-CN" sz="2400" b="1" baseline="-25000" dirty="0" err="1">
                <a:latin typeface="Georgia" panose="02040502050405020303" pitchFamily="18" charset="0"/>
                <a:ea typeface="Noto Serif SC" panose="02020200000000000000" pitchFamily="18" charset="-122"/>
              </a:rPr>
              <a:t>n</a:t>
            </a:r>
            <a:r>
              <a:rPr lang="en-US" altLang="zh-CN" sz="2400" b="1" dirty="0" err="1">
                <a:latin typeface="Georgia" panose="02040502050405020303" pitchFamily="18" charset="0"/>
                <a:ea typeface="Noto Serif SC" panose="02020200000000000000" pitchFamily="18" charset="-122"/>
              </a:rPr>
              <a:t>+KQ</a:t>
            </a:r>
            <a:r>
              <a:rPr lang="en-US" altLang="zh-CN" sz="2400" b="1" baseline="-25000" dirty="0" err="1">
                <a:latin typeface="Georgia" panose="02040502050405020303" pitchFamily="18" charset="0"/>
                <a:ea typeface="Noto Serif SC" panose="02020200000000000000" pitchFamily="18" charset="-122"/>
              </a:rPr>
              <a:t>n</a:t>
            </a:r>
            <a:r>
              <a:rPr lang="en-US" altLang="zh-CN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 </a:t>
            </a:r>
          </a:p>
        </p:txBody>
      </p:sp>
      <p:sp>
        <p:nvSpPr>
          <p:cNvPr id="558126" name="Rectangle 46"/>
          <p:cNvSpPr>
            <a:spLocks noChangeArrowheads="1"/>
          </p:cNvSpPr>
          <p:nvPr/>
        </p:nvSpPr>
        <p:spPr bwMode="auto">
          <a:xfrm>
            <a:off x="4953000" y="2438400"/>
            <a:ext cx="2667000" cy="3581400"/>
          </a:xfrm>
          <a:prstGeom prst="rect">
            <a:avLst/>
          </a:prstGeom>
          <a:noFill/>
          <a:ln w="28575">
            <a:solidFill>
              <a:srgbClr val="FFFF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0A5AB47-DB14-19B7-318F-383A76BC101F}"/>
              </a:ext>
            </a:extLst>
          </p:cNvPr>
          <p:cNvGrpSpPr/>
          <p:nvPr/>
        </p:nvGrpSpPr>
        <p:grpSpPr>
          <a:xfrm>
            <a:off x="5181600" y="1669119"/>
            <a:ext cx="3048000" cy="4960281"/>
            <a:chOff x="5181600" y="1669119"/>
            <a:chExt cx="3048000" cy="4960281"/>
          </a:xfrm>
        </p:grpSpPr>
        <p:grpSp>
          <p:nvGrpSpPr>
            <p:cNvPr id="49158" name="Group 5"/>
            <p:cNvGrpSpPr>
              <a:grpSpLocks/>
            </p:cNvGrpSpPr>
            <p:nvPr/>
          </p:nvGrpSpPr>
          <p:grpSpPr bwMode="auto">
            <a:xfrm>
              <a:off x="5181600" y="1981200"/>
              <a:ext cx="3048000" cy="4648200"/>
              <a:chOff x="3264" y="1344"/>
              <a:chExt cx="1920" cy="2928"/>
            </a:xfrm>
          </p:grpSpPr>
          <p:sp>
            <p:nvSpPr>
              <p:cNvPr id="49160" name="Line 6"/>
              <p:cNvSpPr>
                <a:spLocks noChangeShapeType="1"/>
              </p:cNvSpPr>
              <p:nvPr/>
            </p:nvSpPr>
            <p:spPr bwMode="auto">
              <a:xfrm flipV="1">
                <a:off x="3840" y="1536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61" name="Line 7"/>
              <p:cNvSpPr>
                <a:spLocks noChangeShapeType="1"/>
              </p:cNvSpPr>
              <p:nvPr/>
            </p:nvSpPr>
            <p:spPr bwMode="auto">
              <a:xfrm>
                <a:off x="4368" y="24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62" name="Text Box 8"/>
              <p:cNvSpPr txBox="1">
                <a:spLocks noChangeArrowheads="1"/>
              </p:cNvSpPr>
              <p:nvPr/>
            </p:nvSpPr>
            <p:spPr bwMode="auto">
              <a:xfrm>
                <a:off x="4828" y="230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sp>
            <p:nvSpPr>
              <p:cNvPr id="49163" name="Line 9"/>
              <p:cNvSpPr>
                <a:spLocks noChangeShapeType="1"/>
              </p:cNvSpPr>
              <p:nvPr/>
            </p:nvSpPr>
            <p:spPr bwMode="auto">
              <a:xfrm flipH="1" flipV="1">
                <a:off x="4320" y="1536"/>
                <a:ext cx="4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49164" name="Group 10"/>
              <p:cNvGrpSpPr>
                <a:grpSpLocks/>
              </p:cNvGrpSpPr>
              <p:nvPr/>
            </p:nvGrpSpPr>
            <p:grpSpPr bwMode="auto">
              <a:xfrm>
                <a:off x="3597" y="1869"/>
                <a:ext cx="972" cy="627"/>
                <a:chOff x="3597" y="1680"/>
                <a:chExt cx="972" cy="627"/>
              </a:xfrm>
            </p:grpSpPr>
            <p:sp>
              <p:nvSpPr>
                <p:cNvPr id="49194" name="Rectangle 11"/>
                <p:cNvSpPr>
                  <a:spLocks noChangeArrowheads="1"/>
                </p:cNvSpPr>
                <p:nvPr/>
              </p:nvSpPr>
              <p:spPr bwMode="auto">
                <a:xfrm>
                  <a:off x="3597" y="1680"/>
                  <a:ext cx="972" cy="627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9195" name="Rectangle 12"/>
                <p:cNvSpPr>
                  <a:spLocks noChangeArrowheads="1"/>
                </p:cNvSpPr>
                <p:nvPr/>
              </p:nvSpPr>
              <p:spPr bwMode="auto">
                <a:xfrm>
                  <a:off x="3768" y="2049"/>
                  <a:ext cx="71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D       CP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9196" name="Rectangle 13"/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144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49165" name="Group 17"/>
              <p:cNvGrpSpPr>
                <a:grpSpLocks/>
              </p:cNvGrpSpPr>
              <p:nvPr/>
            </p:nvGrpSpPr>
            <p:grpSpPr bwMode="auto">
              <a:xfrm>
                <a:off x="3456" y="2496"/>
                <a:ext cx="816" cy="768"/>
                <a:chOff x="2112" y="2544"/>
                <a:chExt cx="816" cy="768"/>
              </a:xfrm>
            </p:grpSpPr>
            <p:sp>
              <p:nvSpPr>
                <p:cNvPr id="49189" name="Rectangle 18"/>
                <p:cNvSpPr>
                  <a:spLocks noChangeArrowheads="1"/>
                </p:cNvSpPr>
                <p:nvPr/>
              </p:nvSpPr>
              <p:spPr bwMode="auto">
                <a:xfrm>
                  <a:off x="2112" y="2736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9190" name="Line 19"/>
                <p:cNvSpPr>
                  <a:spLocks noChangeShapeType="1"/>
                </p:cNvSpPr>
                <p:nvPr/>
              </p:nvSpPr>
              <p:spPr bwMode="auto">
                <a:xfrm>
                  <a:off x="2496" y="254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919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352" y="27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＋</a:t>
                  </a:r>
                </a:p>
              </p:txBody>
            </p:sp>
            <p:sp>
              <p:nvSpPr>
                <p:cNvPr id="49192" name="Rectangle 21"/>
                <p:cNvSpPr>
                  <a:spLocks noChangeArrowheads="1"/>
                </p:cNvSpPr>
                <p:nvPr/>
              </p:nvSpPr>
              <p:spPr bwMode="auto">
                <a:xfrm>
                  <a:off x="2112" y="3024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9193" name="Line 22"/>
                <p:cNvSpPr>
                  <a:spLocks noChangeShapeType="1"/>
                </p:cNvSpPr>
                <p:nvPr/>
              </p:nvSpPr>
              <p:spPr bwMode="auto">
                <a:xfrm>
                  <a:off x="2544" y="302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49166" name="Line 23"/>
              <p:cNvSpPr>
                <a:spLocks noChangeShapeType="1"/>
              </p:cNvSpPr>
              <p:nvPr/>
            </p:nvSpPr>
            <p:spPr bwMode="auto">
              <a:xfrm>
                <a:off x="4368" y="259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67" name="Line 24"/>
              <p:cNvSpPr>
                <a:spLocks noChangeShapeType="1"/>
              </p:cNvSpPr>
              <p:nvPr/>
            </p:nvSpPr>
            <p:spPr bwMode="auto">
              <a:xfrm>
                <a:off x="4032" y="326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68" name="Line 25"/>
              <p:cNvSpPr>
                <a:spLocks noChangeShapeType="1"/>
              </p:cNvSpPr>
              <p:nvPr/>
            </p:nvSpPr>
            <p:spPr bwMode="auto">
              <a:xfrm>
                <a:off x="4320" y="172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69" name="Line 26"/>
              <p:cNvSpPr>
                <a:spLocks noChangeShapeType="1"/>
              </p:cNvSpPr>
              <p:nvPr/>
            </p:nvSpPr>
            <p:spPr bwMode="auto">
              <a:xfrm>
                <a:off x="4656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0" name="Line 27"/>
              <p:cNvSpPr>
                <a:spLocks noChangeShapeType="1"/>
              </p:cNvSpPr>
              <p:nvPr/>
            </p:nvSpPr>
            <p:spPr bwMode="auto">
              <a:xfrm flipH="1">
                <a:off x="4176" y="340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1" name="Line 28"/>
              <p:cNvSpPr>
                <a:spLocks noChangeShapeType="1"/>
              </p:cNvSpPr>
              <p:nvPr/>
            </p:nvSpPr>
            <p:spPr bwMode="auto">
              <a:xfrm flipV="1">
                <a:off x="4176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2" name="Line 29"/>
              <p:cNvSpPr>
                <a:spLocks noChangeShapeType="1"/>
              </p:cNvSpPr>
              <p:nvPr/>
            </p:nvSpPr>
            <p:spPr bwMode="auto">
              <a:xfrm>
                <a:off x="3744" y="32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3" name="Line 30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4" name="Line 31"/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5" name="Line 32"/>
              <p:cNvSpPr>
                <a:spLocks noChangeShapeType="1"/>
              </p:cNvSpPr>
              <p:nvPr/>
            </p:nvSpPr>
            <p:spPr bwMode="auto">
              <a:xfrm flipH="1">
                <a:off x="3264" y="340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6" name="Line 33"/>
              <p:cNvSpPr>
                <a:spLocks noChangeShapeType="1"/>
              </p:cNvSpPr>
              <p:nvPr/>
            </p:nvSpPr>
            <p:spPr bwMode="auto">
              <a:xfrm flipV="1">
                <a:off x="3600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49177" name="Group 34"/>
              <p:cNvGrpSpPr>
                <a:grpSpLocks/>
              </p:cNvGrpSpPr>
              <p:nvPr/>
            </p:nvGrpSpPr>
            <p:grpSpPr bwMode="auto">
              <a:xfrm>
                <a:off x="3552" y="3456"/>
                <a:ext cx="384" cy="288"/>
                <a:chOff x="1584" y="2976"/>
                <a:chExt cx="384" cy="288"/>
              </a:xfrm>
            </p:grpSpPr>
            <p:sp>
              <p:nvSpPr>
                <p:cNvPr id="49187" name="Rectangle 35"/>
                <p:cNvSpPr>
                  <a:spLocks noChangeArrowheads="1"/>
                </p:cNvSpPr>
                <p:nvPr/>
              </p:nvSpPr>
              <p:spPr bwMode="auto">
                <a:xfrm>
                  <a:off x="1584" y="3072"/>
                  <a:ext cx="38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9188" name="Oval 36"/>
                <p:cNvSpPr>
                  <a:spLocks noChangeArrowheads="1"/>
                </p:cNvSpPr>
                <p:nvPr/>
              </p:nvSpPr>
              <p:spPr bwMode="auto">
                <a:xfrm>
                  <a:off x="1728" y="297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49178" name="Line 37"/>
              <p:cNvSpPr>
                <a:spLocks noChangeShapeType="1"/>
              </p:cNvSpPr>
              <p:nvPr/>
            </p:nvSpPr>
            <p:spPr bwMode="auto">
              <a:xfrm>
                <a:off x="3744" y="37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79" name="Rectangle 38"/>
              <p:cNvSpPr>
                <a:spLocks noChangeArrowheads="1"/>
              </p:cNvSpPr>
              <p:nvPr/>
            </p:nvSpPr>
            <p:spPr bwMode="auto">
              <a:xfrm>
                <a:off x="3936" y="3984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sp>
            <p:nvSpPr>
              <p:cNvPr id="49180" name="Rectangle 39"/>
              <p:cNvSpPr>
                <a:spLocks noChangeArrowheads="1"/>
              </p:cNvSpPr>
              <p:nvPr/>
            </p:nvSpPr>
            <p:spPr bwMode="auto">
              <a:xfrm>
                <a:off x="3610" y="398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49181" name="Oval 40"/>
              <p:cNvSpPr>
                <a:spLocks noChangeArrowheads="1"/>
              </p:cNvSpPr>
              <p:nvPr/>
            </p:nvSpPr>
            <p:spPr bwMode="auto">
              <a:xfrm>
                <a:off x="379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82" name="Oval 41"/>
              <p:cNvSpPr>
                <a:spLocks noChangeArrowheads="1"/>
              </p:cNvSpPr>
              <p:nvPr/>
            </p:nvSpPr>
            <p:spPr bwMode="auto">
              <a:xfrm>
                <a:off x="427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49184" name="Rectangle 45"/>
              <p:cNvSpPr>
                <a:spLocks noChangeArrowheads="1"/>
              </p:cNvSpPr>
              <p:nvPr/>
            </p:nvSpPr>
            <p:spPr bwMode="auto">
              <a:xfrm>
                <a:off x="3648" y="1344"/>
                <a:ext cx="14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  <a:endParaRPr lang="en-US" altLang="zh-CN" sz="1800" dirty="0">
                  <a:latin typeface="Georgia" panose="02040502050405020303" pitchFamily="18" charset="0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2" name="Text Box 55">
              <a:extLst>
                <a:ext uri="{FF2B5EF4-FFF2-40B4-BE49-F238E27FC236}">
                  <a16:creationId xmlns:a16="http://schemas.microsoft.com/office/drawing/2014/main" id="{328B87B2-B6B4-D1FB-E162-FED562DF0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1121" y="262500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4" name="Text Box 55">
              <a:extLst>
                <a:ext uri="{FF2B5EF4-FFF2-40B4-BE49-F238E27FC236}">
                  <a16:creationId xmlns:a16="http://schemas.microsoft.com/office/drawing/2014/main" id="{184D7327-4033-4A2A-7A39-45AFE6F67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452" y="1669119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8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8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1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5766A0-2324-443D-9AE1-ABCB872A9D75}" type="slidenum">
              <a:rPr lang="en-US" altLang="zh-CN"/>
              <a:pPr>
                <a:defRPr/>
              </a:pPr>
              <a:t>49</a:t>
            </a:fld>
            <a:endParaRPr lang="en-US" altLang="zh-CN" dirty="0"/>
          </a:p>
        </p:txBody>
      </p:sp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</a:t>
            </a:r>
            <a:endParaRPr lang="zh-CN" altLang="en-US" sz="3600" dirty="0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77200" cy="480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觸發器小結</a:t>
            </a:r>
          </a:p>
          <a:p>
            <a:pPr lvl="1" eaLnBrk="1" hangingPunct="1">
              <a:defRPr/>
            </a:pPr>
            <a:r>
              <a:rPr lang="zh-CN" altLang="en-US" b="1" dirty="0"/>
              <a:t>觸發方式是關鍵：邊沿、脈衝、電位</a:t>
            </a:r>
          </a:p>
          <a:p>
            <a:pPr lvl="1" eaLnBrk="1" hangingPunct="1">
              <a:defRPr/>
            </a:pPr>
            <a:r>
              <a:rPr lang="zh-CN" altLang="en-US" b="1" dirty="0"/>
              <a:t>觸發方式不同，觸發器功能完全不同</a:t>
            </a:r>
          </a:p>
          <a:p>
            <a:pPr lvl="1" eaLnBrk="1" hangingPunct="1">
              <a:defRPr/>
            </a:pPr>
            <a:r>
              <a:rPr lang="zh-CN" altLang="en-US" b="1" dirty="0"/>
              <a:t>用的最多是</a:t>
            </a:r>
            <a:r>
              <a:rPr lang="en-US" altLang="zh-CN" b="1" dirty="0"/>
              <a:t>D</a:t>
            </a:r>
            <a:r>
              <a:rPr lang="zh-CN" altLang="en-US" b="1" dirty="0"/>
              <a:t>觸發器，</a:t>
            </a:r>
            <a:r>
              <a:rPr lang="en-US" altLang="zh-CN" b="1" dirty="0"/>
              <a:t>JK</a:t>
            </a:r>
            <a:r>
              <a:rPr lang="zh-CN" altLang="en-US" b="1" dirty="0"/>
              <a:t>多用作計數器</a:t>
            </a:r>
          </a:p>
          <a:p>
            <a:pPr lvl="1" eaLnBrk="1" hangingPunct="1">
              <a:defRPr/>
            </a:pPr>
            <a:r>
              <a:rPr lang="zh-CN" altLang="en-US" b="1" dirty="0"/>
              <a:t>幾種的觸發器功能可以互換的</a:t>
            </a:r>
          </a:p>
          <a:p>
            <a:pPr lvl="1" eaLnBrk="1" hangingPunct="1">
              <a:defRPr/>
            </a:pPr>
            <a:r>
              <a:rPr lang="zh-CN" altLang="en-US" b="1" dirty="0"/>
              <a:t>觸發器的時鐘關係配合最重要</a:t>
            </a:r>
          </a:p>
          <a:p>
            <a:pPr eaLnBrk="1" hangingPunct="1">
              <a:defRPr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4A6205-FB78-4F4B-A594-8A8F045AB007}" type="slidenum">
              <a:rPr lang="en-US" altLang="zh-CN"/>
              <a:pPr>
                <a:defRPr/>
              </a:pPr>
              <a:t>50</a:t>
            </a:fld>
            <a:endParaRPr lang="en-US" altLang="zh-CN" dirty="0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第三章 同步時序電路</a:t>
            </a:r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anose="03010101010201010101" pitchFamily="66" charset="0"/>
                <a:ea typeface="Noto Serif SC" panose="02020200000000000000" pitchFamily="18" charset="-122"/>
              </a:rPr>
              <a:t>Synchronous  Sequential Logic Circuit</a:t>
            </a:r>
          </a:p>
        </p:txBody>
      </p:sp>
      <p:sp>
        <p:nvSpPr>
          <p:cNvPr id="595972" name="Text Box 4"/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§1.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觸發器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§2.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同步時序電路的分析與設計方法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§3.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計數器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§4.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Noto Serif SC" panose="02020200000000000000" pitchFamily="18" charset="-122"/>
              </a:rPr>
              <a:t>移位暫存器</a:t>
            </a:r>
            <a:endParaRPr lang="zh-CN" altLang="en-US" sz="24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Noto Serif SC" panose="02020200000000000000" pitchFamily="18" charset="-122"/>
            </a:endParaRPr>
          </a:p>
        </p:txBody>
      </p:sp>
      <p:sp>
        <p:nvSpPr>
          <p:cNvPr id="595973" name="Rectangle 5"/>
          <p:cNvSpPr>
            <a:spLocks noChangeArrowheads="1"/>
          </p:cNvSpPr>
          <p:nvPr/>
        </p:nvSpPr>
        <p:spPr bwMode="auto">
          <a:xfrm>
            <a:off x="762000" y="332105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pitchFamily="18" charset="0"/>
                <a:ea typeface="Noto Serif SC" panose="02020200000000000000" pitchFamily="18" charset="-122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ea typeface="Noto Serif SC" panose="02020200000000000000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027" name="Rectangle 3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時序電路的一般結構</a:t>
            </a:r>
          </a:p>
        </p:txBody>
      </p:sp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658B2A-9492-4EFB-863E-B1D9E55A5BAC}" type="slidenum">
              <a:rPr lang="en-US" altLang="zh-CN"/>
              <a:pPr>
                <a:defRPr/>
              </a:pPr>
              <a:t>51</a:t>
            </a:fld>
            <a:endParaRPr lang="en-US" altLang="zh-CN" dirty="0"/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4B946E5-3E35-BEBA-0367-1ED3B74BE1D5}"/>
              </a:ext>
            </a:extLst>
          </p:cNvPr>
          <p:cNvGrpSpPr/>
          <p:nvPr/>
        </p:nvGrpSpPr>
        <p:grpSpPr>
          <a:xfrm>
            <a:off x="129381" y="2348880"/>
            <a:ext cx="5814225" cy="3625850"/>
            <a:chOff x="956469" y="2420938"/>
            <a:chExt cx="5814225" cy="3625850"/>
          </a:xfrm>
        </p:grpSpPr>
        <p:sp>
          <p:nvSpPr>
            <p:cNvPr id="52246" name="Text Box 21"/>
            <p:cNvSpPr txBox="1">
              <a:spLocks noChangeArrowheads="1"/>
            </p:cNvSpPr>
            <p:nvPr/>
          </p:nvSpPr>
          <p:spPr bwMode="auto">
            <a:xfrm>
              <a:off x="2403948" y="4897582"/>
              <a:ext cx="553998" cy="38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…</a:t>
              </a:r>
            </a:p>
          </p:txBody>
        </p:sp>
        <p:sp>
          <p:nvSpPr>
            <p:cNvPr id="52228" name="Rectangle 3"/>
            <p:cNvSpPr>
              <a:spLocks noChangeArrowheads="1"/>
            </p:cNvSpPr>
            <p:nvPr/>
          </p:nvSpPr>
          <p:spPr bwMode="auto">
            <a:xfrm>
              <a:off x="2914651" y="2565400"/>
              <a:ext cx="2014538" cy="12954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dirty="0">
                  <a:latin typeface="Georgia" panose="02040502050405020303" pitchFamily="18" charset="0"/>
                  <a:ea typeface="Noto Serif SC" panose="02020200000000000000" pitchFamily="18" charset="-122"/>
                </a:rPr>
                <a:t>組合電路</a:t>
              </a:r>
            </a:p>
          </p:txBody>
        </p:sp>
        <p:sp>
          <p:nvSpPr>
            <p:cNvPr id="52229" name="Rectangle 4"/>
            <p:cNvSpPr>
              <a:spLocks noChangeArrowheads="1"/>
            </p:cNvSpPr>
            <p:nvPr/>
          </p:nvSpPr>
          <p:spPr bwMode="auto">
            <a:xfrm>
              <a:off x="2771778" y="4724400"/>
              <a:ext cx="1707720" cy="7921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記憶電路</a:t>
              </a:r>
            </a:p>
          </p:txBody>
        </p:sp>
        <p:sp>
          <p:nvSpPr>
            <p:cNvPr id="52230" name="Line 5"/>
            <p:cNvSpPr>
              <a:spLocks noChangeShapeType="1"/>
            </p:cNvSpPr>
            <p:nvPr/>
          </p:nvSpPr>
          <p:spPr bwMode="auto">
            <a:xfrm>
              <a:off x="4922844" y="3716338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1" name="Line 6"/>
            <p:cNvSpPr>
              <a:spLocks noChangeShapeType="1"/>
            </p:cNvSpPr>
            <p:nvPr/>
          </p:nvSpPr>
          <p:spPr bwMode="auto">
            <a:xfrm>
              <a:off x="4494219" y="4941888"/>
              <a:ext cx="863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2" name="Line 7"/>
            <p:cNvSpPr>
              <a:spLocks noChangeShapeType="1"/>
            </p:cNvSpPr>
            <p:nvPr/>
          </p:nvSpPr>
          <p:spPr bwMode="auto">
            <a:xfrm>
              <a:off x="5357819" y="3716338"/>
              <a:ext cx="0" cy="1225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3" name="Line 8"/>
            <p:cNvSpPr>
              <a:spLocks noChangeShapeType="1"/>
            </p:cNvSpPr>
            <p:nvPr/>
          </p:nvSpPr>
          <p:spPr bwMode="auto">
            <a:xfrm>
              <a:off x="2479675" y="3716338"/>
              <a:ext cx="43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4" name="Line 9"/>
            <p:cNvSpPr>
              <a:spLocks noChangeShapeType="1"/>
            </p:cNvSpPr>
            <p:nvPr/>
          </p:nvSpPr>
          <p:spPr bwMode="auto">
            <a:xfrm flipV="1">
              <a:off x="2484438" y="4940299"/>
              <a:ext cx="28734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5" name="Line 10"/>
            <p:cNvSpPr>
              <a:spLocks noChangeShapeType="1"/>
            </p:cNvSpPr>
            <p:nvPr/>
          </p:nvSpPr>
          <p:spPr bwMode="auto">
            <a:xfrm>
              <a:off x="2484438" y="3716338"/>
              <a:ext cx="0" cy="1225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6" name="Text Box 11"/>
            <p:cNvSpPr txBox="1">
              <a:spLocks noChangeArrowheads="1"/>
            </p:cNvSpPr>
            <p:nvPr/>
          </p:nvSpPr>
          <p:spPr bwMode="auto">
            <a:xfrm>
              <a:off x="2420374" y="4092676"/>
              <a:ext cx="1403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內部輸入</a:t>
              </a:r>
            </a:p>
          </p:txBody>
        </p:sp>
        <p:sp>
          <p:nvSpPr>
            <p:cNvPr id="52237" name="Line 12"/>
            <p:cNvSpPr>
              <a:spLocks noChangeShapeType="1"/>
            </p:cNvSpPr>
            <p:nvPr/>
          </p:nvSpPr>
          <p:spPr bwMode="auto">
            <a:xfrm>
              <a:off x="4922844" y="3284538"/>
              <a:ext cx="8667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8" name="Line 13"/>
            <p:cNvSpPr>
              <a:spLocks noChangeShapeType="1"/>
            </p:cNvSpPr>
            <p:nvPr/>
          </p:nvSpPr>
          <p:spPr bwMode="auto">
            <a:xfrm>
              <a:off x="4494219" y="5373688"/>
              <a:ext cx="1295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39" name="Line 14"/>
            <p:cNvSpPr>
              <a:spLocks noChangeShapeType="1"/>
            </p:cNvSpPr>
            <p:nvPr/>
          </p:nvSpPr>
          <p:spPr bwMode="auto">
            <a:xfrm>
              <a:off x="5789619" y="3284538"/>
              <a:ext cx="0" cy="2089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40" name="Line 15"/>
            <p:cNvSpPr>
              <a:spLocks noChangeShapeType="1"/>
            </p:cNvSpPr>
            <p:nvPr/>
          </p:nvSpPr>
          <p:spPr bwMode="auto">
            <a:xfrm>
              <a:off x="2047875" y="3284538"/>
              <a:ext cx="8667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41" name="Line 16"/>
            <p:cNvSpPr>
              <a:spLocks noChangeShapeType="1"/>
            </p:cNvSpPr>
            <p:nvPr/>
          </p:nvSpPr>
          <p:spPr bwMode="auto">
            <a:xfrm>
              <a:off x="2052638" y="5373688"/>
              <a:ext cx="7191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42" name="Line 17"/>
            <p:cNvSpPr>
              <a:spLocks noChangeShapeType="1"/>
            </p:cNvSpPr>
            <p:nvPr/>
          </p:nvSpPr>
          <p:spPr bwMode="auto">
            <a:xfrm>
              <a:off x="2051050" y="3284538"/>
              <a:ext cx="0" cy="2089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43" name="Text Box 18"/>
            <p:cNvSpPr txBox="1">
              <a:spLocks noChangeArrowheads="1"/>
            </p:cNvSpPr>
            <p:nvPr/>
          </p:nvSpPr>
          <p:spPr bwMode="auto">
            <a:xfrm>
              <a:off x="2389227" y="3357563"/>
              <a:ext cx="553998" cy="340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…</a:t>
              </a:r>
            </a:p>
          </p:txBody>
        </p:sp>
        <p:sp>
          <p:nvSpPr>
            <p:cNvPr id="52244" name="Text Box 19"/>
            <p:cNvSpPr txBox="1">
              <a:spLocks noChangeArrowheads="1"/>
            </p:cNvSpPr>
            <p:nvPr/>
          </p:nvSpPr>
          <p:spPr bwMode="auto">
            <a:xfrm>
              <a:off x="4948283" y="3357563"/>
              <a:ext cx="553998" cy="340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…</a:t>
              </a:r>
            </a:p>
          </p:txBody>
        </p:sp>
        <p:sp>
          <p:nvSpPr>
            <p:cNvPr id="52245" name="Text Box 20"/>
            <p:cNvSpPr txBox="1">
              <a:spLocks noChangeArrowheads="1"/>
            </p:cNvSpPr>
            <p:nvPr/>
          </p:nvSpPr>
          <p:spPr bwMode="auto">
            <a:xfrm>
              <a:off x="4948283" y="4960938"/>
              <a:ext cx="553998" cy="340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…</a:t>
              </a:r>
            </a:p>
          </p:txBody>
        </p:sp>
        <p:sp>
          <p:nvSpPr>
            <p:cNvPr id="52247" name="Text Box 22"/>
            <p:cNvSpPr txBox="1">
              <a:spLocks noChangeArrowheads="1"/>
            </p:cNvSpPr>
            <p:nvPr/>
          </p:nvSpPr>
          <p:spPr bwMode="auto">
            <a:xfrm>
              <a:off x="956469" y="5516563"/>
              <a:ext cx="2622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（記憶電路輸出）</a:t>
              </a:r>
            </a:p>
          </p:txBody>
        </p:sp>
        <p:sp>
          <p:nvSpPr>
            <p:cNvPr id="52248" name="Text Box 23"/>
            <p:cNvSpPr txBox="1">
              <a:spLocks noChangeArrowheads="1"/>
            </p:cNvSpPr>
            <p:nvPr/>
          </p:nvSpPr>
          <p:spPr bwMode="auto">
            <a:xfrm>
              <a:off x="3883819" y="5589588"/>
              <a:ext cx="2622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（記憶電路輸入）</a:t>
              </a:r>
            </a:p>
          </p:txBody>
        </p:sp>
        <p:sp>
          <p:nvSpPr>
            <p:cNvPr id="52249" name="Text Box 24"/>
            <p:cNvSpPr txBox="1">
              <a:spLocks noChangeArrowheads="1"/>
            </p:cNvSpPr>
            <p:nvPr/>
          </p:nvSpPr>
          <p:spPr bwMode="auto">
            <a:xfrm>
              <a:off x="4021362" y="4064000"/>
              <a:ext cx="1403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內部輸出</a:t>
              </a:r>
            </a:p>
          </p:txBody>
        </p:sp>
        <p:sp>
          <p:nvSpPr>
            <p:cNvPr id="52250" name="Line 25"/>
            <p:cNvSpPr>
              <a:spLocks noChangeShapeType="1"/>
            </p:cNvSpPr>
            <p:nvPr/>
          </p:nvSpPr>
          <p:spPr bwMode="auto">
            <a:xfrm>
              <a:off x="4926019" y="2708275"/>
              <a:ext cx="12969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51" name="Line 26"/>
            <p:cNvSpPr>
              <a:spLocks noChangeShapeType="1"/>
            </p:cNvSpPr>
            <p:nvPr/>
          </p:nvSpPr>
          <p:spPr bwMode="auto">
            <a:xfrm>
              <a:off x="4926019" y="3141663"/>
              <a:ext cx="12969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52" name="Text Box 27"/>
            <p:cNvSpPr txBox="1">
              <a:spLocks noChangeArrowheads="1"/>
            </p:cNvSpPr>
            <p:nvPr/>
          </p:nvSpPr>
          <p:spPr bwMode="auto">
            <a:xfrm>
              <a:off x="4992733" y="2781300"/>
              <a:ext cx="553998" cy="340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…</a:t>
              </a:r>
            </a:p>
          </p:txBody>
        </p:sp>
        <p:sp>
          <p:nvSpPr>
            <p:cNvPr id="52253" name="Text Box 28"/>
            <p:cNvSpPr txBox="1">
              <a:spLocks noChangeArrowheads="1"/>
            </p:cNvSpPr>
            <p:nvPr/>
          </p:nvSpPr>
          <p:spPr bwMode="auto">
            <a:xfrm>
              <a:off x="2433677" y="2781300"/>
              <a:ext cx="553998" cy="340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…</a:t>
              </a:r>
            </a:p>
          </p:txBody>
        </p:sp>
        <p:sp>
          <p:nvSpPr>
            <p:cNvPr id="52254" name="Line 29"/>
            <p:cNvSpPr>
              <a:spLocks noChangeShapeType="1"/>
            </p:cNvSpPr>
            <p:nvPr/>
          </p:nvSpPr>
          <p:spPr bwMode="auto">
            <a:xfrm flipH="1">
              <a:off x="1619250" y="3141663"/>
              <a:ext cx="12969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55" name="Line 30"/>
            <p:cNvSpPr>
              <a:spLocks noChangeShapeType="1"/>
            </p:cNvSpPr>
            <p:nvPr/>
          </p:nvSpPr>
          <p:spPr bwMode="auto">
            <a:xfrm flipH="1">
              <a:off x="1619250" y="2708275"/>
              <a:ext cx="12969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2256" name="Text Box 31"/>
            <p:cNvSpPr txBox="1">
              <a:spLocks noChangeArrowheads="1"/>
            </p:cNvSpPr>
            <p:nvPr/>
          </p:nvSpPr>
          <p:spPr bwMode="auto">
            <a:xfrm>
              <a:off x="1116013" y="2420938"/>
              <a:ext cx="4873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X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52257" name="Text Box 32"/>
            <p:cNvSpPr txBox="1">
              <a:spLocks noChangeArrowheads="1"/>
            </p:cNvSpPr>
            <p:nvPr/>
          </p:nvSpPr>
          <p:spPr bwMode="auto">
            <a:xfrm>
              <a:off x="1131888" y="2900363"/>
              <a:ext cx="5207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 err="1">
                  <a:latin typeface="Georgia" panose="02040502050405020303" pitchFamily="18" charset="0"/>
                  <a:ea typeface="Noto Serif SC" panose="02020200000000000000" pitchFamily="18" charset="-122"/>
                </a:rPr>
                <a:t>X</a:t>
              </a:r>
              <a:r>
                <a:rPr lang="en-US" altLang="zh-CN" sz="2400" baseline="-25000" dirty="0" err="1">
                  <a:latin typeface="Georgia" panose="02040502050405020303" pitchFamily="18" charset="0"/>
                  <a:ea typeface="Noto Serif SC" panose="02020200000000000000" pitchFamily="18" charset="-122"/>
                </a:rPr>
                <a:t>n</a:t>
              </a: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52258" name="Text Box 33"/>
            <p:cNvSpPr txBox="1">
              <a:spLocks noChangeArrowheads="1"/>
            </p:cNvSpPr>
            <p:nvPr/>
          </p:nvSpPr>
          <p:spPr bwMode="auto">
            <a:xfrm>
              <a:off x="6223006" y="2420938"/>
              <a:ext cx="4556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Z</a:t>
              </a:r>
              <a:r>
                <a:rPr lang="en-US" altLang="zh-CN" sz="2400" baseline="-250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1</a:t>
              </a: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52259" name="Text Box 34"/>
            <p:cNvSpPr txBox="1">
              <a:spLocks noChangeArrowheads="1"/>
            </p:cNvSpPr>
            <p:nvPr/>
          </p:nvSpPr>
          <p:spPr bwMode="auto">
            <a:xfrm>
              <a:off x="6223006" y="2971800"/>
              <a:ext cx="5476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 err="1">
                  <a:latin typeface="Georgia" panose="02040502050405020303" pitchFamily="18" charset="0"/>
                  <a:ea typeface="Noto Serif SC" panose="02020200000000000000" pitchFamily="18" charset="-122"/>
                </a:rPr>
                <a:t>Z</a:t>
              </a:r>
              <a:r>
                <a:rPr lang="en-US" altLang="zh-CN" sz="2400" baseline="-25000" dirty="0" err="1">
                  <a:latin typeface="Georgia" panose="02040502050405020303" pitchFamily="18" charset="0"/>
                  <a:ea typeface="Noto Serif SC" panose="02020200000000000000" pitchFamily="18" charset="-122"/>
                </a:rPr>
                <a:t>m</a:t>
              </a:r>
              <a:endPara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1673BB2-B120-048E-4ADF-AC55691C7190}"/>
              </a:ext>
            </a:extLst>
          </p:cNvPr>
          <p:cNvGrpSpPr/>
          <p:nvPr/>
        </p:nvGrpSpPr>
        <p:grpSpPr>
          <a:xfrm>
            <a:off x="5878955" y="1308601"/>
            <a:ext cx="3048000" cy="4960281"/>
            <a:chOff x="5181600" y="1669119"/>
            <a:chExt cx="3048000" cy="4960281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A968E323-68AF-7D23-C596-CBA0E8474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1600" y="1981200"/>
              <a:ext cx="3048000" cy="4648200"/>
              <a:chOff x="3264" y="1344"/>
              <a:chExt cx="1920" cy="2928"/>
            </a:xfrm>
          </p:grpSpPr>
          <p:sp>
            <p:nvSpPr>
              <p:cNvPr id="7" name="Line 6">
                <a:extLst>
                  <a:ext uri="{FF2B5EF4-FFF2-40B4-BE49-F238E27FC236}">
                    <a16:creationId xmlns:a16="http://schemas.microsoft.com/office/drawing/2014/main" id="{F9BC3812-8537-02D0-CA27-1159273C6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1536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8" name="Line 7">
                <a:extLst>
                  <a:ext uri="{FF2B5EF4-FFF2-40B4-BE49-F238E27FC236}">
                    <a16:creationId xmlns:a16="http://schemas.microsoft.com/office/drawing/2014/main" id="{A314EF13-E906-72FB-0666-13A59E1B7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249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9" name="Text Box 8">
                <a:extLst>
                  <a:ext uri="{FF2B5EF4-FFF2-40B4-BE49-F238E27FC236}">
                    <a16:creationId xmlns:a16="http://schemas.microsoft.com/office/drawing/2014/main" id="{BD6806E9-D707-16FF-C1D6-FB81AB55DE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8" y="2304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CP</a:t>
                </a:r>
              </a:p>
            </p:txBody>
          </p:sp>
          <p:sp>
            <p:nvSpPr>
              <p:cNvPr id="10" name="Line 9">
                <a:extLst>
                  <a:ext uri="{FF2B5EF4-FFF2-40B4-BE49-F238E27FC236}">
                    <a16:creationId xmlns:a16="http://schemas.microsoft.com/office/drawing/2014/main" id="{40D5F528-C804-6055-D9D4-0DFD43496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20" y="1536"/>
                <a:ext cx="4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A2A1C3C-6ABA-730E-6C58-712D14D4BF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7" y="1869"/>
                <a:ext cx="972" cy="627"/>
                <a:chOff x="3597" y="1680"/>
                <a:chExt cx="972" cy="627"/>
              </a:xfrm>
            </p:grpSpPr>
            <p:sp>
              <p:nvSpPr>
                <p:cNvPr id="39" name="Rectangle 11">
                  <a:extLst>
                    <a:ext uri="{FF2B5EF4-FFF2-40B4-BE49-F238E27FC236}">
                      <a16:creationId xmlns:a16="http://schemas.microsoft.com/office/drawing/2014/main" id="{5EF62FB0-40D5-A0E3-C519-85AFC3028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7" y="1680"/>
                  <a:ext cx="972" cy="627"/>
                </a:xfrm>
                <a:prstGeom prst="rect">
                  <a:avLst/>
                </a:prstGeom>
                <a:noFill/>
                <a:ln w="9525" cap="rnd">
                  <a:solidFill>
                    <a:srgbClr val="FF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0" name="Rectangle 12">
                  <a:extLst>
                    <a:ext uri="{FF2B5EF4-FFF2-40B4-BE49-F238E27FC236}">
                      <a16:creationId xmlns:a16="http://schemas.microsoft.com/office/drawing/2014/main" id="{FF3EE521-5739-B28B-E469-EE017B232A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8" y="2049"/>
                  <a:ext cx="713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D       CP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41" name="Rectangle 13">
                  <a:extLst>
                    <a:ext uri="{FF2B5EF4-FFF2-40B4-BE49-F238E27FC236}">
                      <a16:creationId xmlns:a16="http://schemas.microsoft.com/office/drawing/2014/main" id="{A60E5178-0E8B-BCF0-D274-5EAF26DD5D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1728"/>
                  <a:ext cx="144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Q</a:t>
                  </a:r>
                  <a:endParaRPr lang="en-US" altLang="zh-CN" sz="1800" dirty="0">
                    <a:latin typeface="Georgia" panose="02040502050405020303" pitchFamily="18" charset="0"/>
                    <a:ea typeface="Noto Serif SC" panose="02020200000000000000" pitchFamily="18" charset="-122"/>
                  </a:endParaRPr>
                </a:p>
              </p:txBody>
            </p:sp>
          </p:grpSp>
          <p:grpSp>
            <p:nvGrpSpPr>
              <p:cNvPr id="12" name="Group 17">
                <a:extLst>
                  <a:ext uri="{FF2B5EF4-FFF2-40B4-BE49-F238E27FC236}">
                    <a16:creationId xmlns:a16="http://schemas.microsoft.com/office/drawing/2014/main" id="{F1A139E8-EECC-5CBC-04E6-2AC359D099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6" y="2496"/>
                <a:ext cx="816" cy="768"/>
                <a:chOff x="2112" y="2544"/>
                <a:chExt cx="816" cy="768"/>
              </a:xfrm>
            </p:grpSpPr>
            <p:sp>
              <p:nvSpPr>
                <p:cNvPr id="33" name="Rectangle 18">
                  <a:extLst>
                    <a:ext uri="{FF2B5EF4-FFF2-40B4-BE49-F238E27FC236}">
                      <a16:creationId xmlns:a16="http://schemas.microsoft.com/office/drawing/2014/main" id="{1C248BD9-E2CE-9E7C-C86C-60D7A44D7A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2736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4" name="Line 19">
                  <a:extLst>
                    <a:ext uri="{FF2B5EF4-FFF2-40B4-BE49-F238E27FC236}">
                      <a16:creationId xmlns:a16="http://schemas.microsoft.com/office/drawing/2014/main" id="{2624E972-1ADB-60FB-8290-E2CF54318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54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5" name="Text Box 20">
                  <a:extLst>
                    <a:ext uri="{FF2B5EF4-FFF2-40B4-BE49-F238E27FC236}">
                      <a16:creationId xmlns:a16="http://schemas.microsoft.com/office/drawing/2014/main" id="{F0FF0A94-83CB-7E3A-9834-C57236B748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2" y="27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2400" dirty="0">
                      <a:latin typeface="Georgia" panose="02040502050405020303" pitchFamily="18" charset="0"/>
                      <a:ea typeface="Noto Serif SC" panose="02020200000000000000" pitchFamily="18" charset="-122"/>
                    </a:rPr>
                    <a:t>＋</a:t>
                  </a:r>
                </a:p>
              </p:txBody>
            </p:sp>
            <p:sp>
              <p:nvSpPr>
                <p:cNvPr id="36" name="Rectangle 21">
                  <a:extLst>
                    <a:ext uri="{FF2B5EF4-FFF2-40B4-BE49-F238E27FC236}">
                      <a16:creationId xmlns:a16="http://schemas.microsoft.com/office/drawing/2014/main" id="{3F68327E-AD58-CCF1-551F-2206766D7B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3024"/>
                  <a:ext cx="816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7" name="Line 22">
                  <a:extLst>
                    <a:ext uri="{FF2B5EF4-FFF2-40B4-BE49-F238E27FC236}">
                      <a16:creationId xmlns:a16="http://schemas.microsoft.com/office/drawing/2014/main" id="{ED568505-CED0-D415-E475-F4F1AC55D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302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13" name="Line 23">
                <a:extLst>
                  <a:ext uri="{FF2B5EF4-FFF2-40B4-BE49-F238E27FC236}">
                    <a16:creationId xmlns:a16="http://schemas.microsoft.com/office/drawing/2014/main" id="{CB5E6F5D-1B84-A2DD-A502-1E0D64EFDB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259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4" name="Line 24">
                <a:extLst>
                  <a:ext uri="{FF2B5EF4-FFF2-40B4-BE49-F238E27FC236}">
                    <a16:creationId xmlns:a16="http://schemas.microsoft.com/office/drawing/2014/main" id="{2658C4D5-13CB-03CC-B6CD-95212F38CB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326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5" name="Line 25">
                <a:extLst>
                  <a:ext uri="{FF2B5EF4-FFF2-40B4-BE49-F238E27FC236}">
                    <a16:creationId xmlns:a16="http://schemas.microsoft.com/office/drawing/2014/main" id="{A140130D-E8B5-D25F-EB90-9A48703F6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172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6" name="Line 26">
                <a:extLst>
                  <a:ext uri="{FF2B5EF4-FFF2-40B4-BE49-F238E27FC236}">
                    <a16:creationId xmlns:a16="http://schemas.microsoft.com/office/drawing/2014/main" id="{4008A5D5-AEA8-909D-1CF4-112B192DA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7" name="Line 27">
                <a:extLst>
                  <a:ext uri="{FF2B5EF4-FFF2-40B4-BE49-F238E27FC236}">
                    <a16:creationId xmlns:a16="http://schemas.microsoft.com/office/drawing/2014/main" id="{36BE7B78-A784-3601-2FD6-A8F9E88F9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340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8" name="Line 28">
                <a:extLst>
                  <a:ext uri="{FF2B5EF4-FFF2-40B4-BE49-F238E27FC236}">
                    <a16:creationId xmlns:a16="http://schemas.microsoft.com/office/drawing/2014/main" id="{8EDA29E6-ADC6-FBA3-4EFE-451BCDA27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6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19" name="Line 29">
                <a:extLst>
                  <a:ext uri="{FF2B5EF4-FFF2-40B4-BE49-F238E27FC236}">
                    <a16:creationId xmlns:a16="http://schemas.microsoft.com/office/drawing/2014/main" id="{5DAEBBEC-DC1D-4368-1AE7-1E1613444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2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0" name="Line 30">
                <a:extLst>
                  <a:ext uri="{FF2B5EF4-FFF2-40B4-BE49-F238E27FC236}">
                    <a16:creationId xmlns:a16="http://schemas.microsoft.com/office/drawing/2014/main" id="{4BC78832-C94B-8233-F172-D3A46EA4E0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1" name="Line 31">
                <a:extLst>
                  <a:ext uri="{FF2B5EF4-FFF2-40B4-BE49-F238E27FC236}">
                    <a16:creationId xmlns:a16="http://schemas.microsoft.com/office/drawing/2014/main" id="{9D4675A9-AAA4-8966-EC00-69A298C3F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1728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2" name="Line 32">
                <a:extLst>
                  <a:ext uri="{FF2B5EF4-FFF2-40B4-BE49-F238E27FC236}">
                    <a16:creationId xmlns:a16="http://schemas.microsoft.com/office/drawing/2014/main" id="{EB068ED8-E7FB-0425-6FA8-CAB7F18D8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340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3" name="Line 33">
                <a:extLst>
                  <a:ext uri="{FF2B5EF4-FFF2-40B4-BE49-F238E27FC236}">
                    <a16:creationId xmlns:a16="http://schemas.microsoft.com/office/drawing/2014/main" id="{ABB7E74A-A42F-6318-8920-BE1FC115EC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grpSp>
            <p:nvGrpSpPr>
              <p:cNvPr id="24" name="Group 34">
                <a:extLst>
                  <a:ext uri="{FF2B5EF4-FFF2-40B4-BE49-F238E27FC236}">
                    <a16:creationId xmlns:a16="http://schemas.microsoft.com/office/drawing/2014/main" id="{78451CCA-0847-E803-0E09-10D46828FE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3456"/>
                <a:ext cx="384" cy="288"/>
                <a:chOff x="1584" y="2976"/>
                <a:chExt cx="384" cy="288"/>
              </a:xfrm>
            </p:grpSpPr>
            <p:sp>
              <p:nvSpPr>
                <p:cNvPr id="31" name="Rectangle 35">
                  <a:extLst>
                    <a:ext uri="{FF2B5EF4-FFF2-40B4-BE49-F238E27FC236}">
                      <a16:creationId xmlns:a16="http://schemas.microsoft.com/office/drawing/2014/main" id="{A01C1BC5-FC35-A445-5DAD-0E3B511EB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3072"/>
                  <a:ext cx="384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  <p:sp>
              <p:nvSpPr>
                <p:cNvPr id="32" name="Oval 36">
                  <a:extLst>
                    <a:ext uri="{FF2B5EF4-FFF2-40B4-BE49-F238E27FC236}">
                      <a16:creationId xmlns:a16="http://schemas.microsoft.com/office/drawing/2014/main" id="{DEBF7515-0F4D-2F7F-C8D6-4E0C3C8AF4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297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>
                    <a:ea typeface="Noto Serif SC" panose="02020200000000000000" pitchFamily="18" charset="-122"/>
                  </a:endParaRPr>
                </a:p>
              </p:txBody>
            </p:sp>
          </p:grpSp>
          <p:sp>
            <p:nvSpPr>
              <p:cNvPr id="25" name="Line 37">
                <a:extLst>
                  <a:ext uri="{FF2B5EF4-FFF2-40B4-BE49-F238E27FC236}">
                    <a16:creationId xmlns:a16="http://schemas.microsoft.com/office/drawing/2014/main" id="{6C09270E-B09A-BE91-DDBD-8E59D9D07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74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6" name="Rectangle 38">
                <a:extLst>
                  <a:ext uri="{FF2B5EF4-FFF2-40B4-BE49-F238E27FC236}">
                    <a16:creationId xmlns:a16="http://schemas.microsoft.com/office/drawing/2014/main" id="{5752CB64-609E-C622-3AC3-446C6930A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984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J</a:t>
                </a:r>
              </a:p>
            </p:txBody>
          </p:sp>
          <p:sp>
            <p:nvSpPr>
              <p:cNvPr id="27" name="Rectangle 39">
                <a:extLst>
                  <a:ext uri="{FF2B5EF4-FFF2-40B4-BE49-F238E27FC236}">
                    <a16:creationId xmlns:a16="http://schemas.microsoft.com/office/drawing/2014/main" id="{A6A27027-DA7F-2385-E17A-CCB1D5E9E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" y="398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K</a:t>
                </a:r>
              </a:p>
            </p:txBody>
          </p:sp>
          <p:sp>
            <p:nvSpPr>
              <p:cNvPr id="28" name="Oval 40">
                <a:extLst>
                  <a:ext uri="{FF2B5EF4-FFF2-40B4-BE49-F238E27FC236}">
                    <a16:creationId xmlns:a16="http://schemas.microsoft.com/office/drawing/2014/main" id="{7FE8B12F-D25C-005B-0540-8F8247B40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29" name="Oval 41">
                <a:extLst>
                  <a:ext uri="{FF2B5EF4-FFF2-40B4-BE49-F238E27FC236}">
                    <a16:creationId xmlns:a16="http://schemas.microsoft.com/office/drawing/2014/main" id="{0F0C78C4-F61C-F17C-A390-6ABF5093D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30" name="Rectangle 45">
                <a:extLst>
                  <a:ext uri="{FF2B5EF4-FFF2-40B4-BE49-F238E27FC236}">
                    <a16:creationId xmlns:a16="http://schemas.microsoft.com/office/drawing/2014/main" id="{60F22202-4C34-02F7-479B-CA0C0D096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44"/>
                <a:ext cx="14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  <a:ea typeface="Noto Serif SC" panose="02020200000000000000" pitchFamily="18" charset="-122"/>
                  </a:rPr>
                  <a:t>Q</a:t>
                </a:r>
                <a:endParaRPr lang="en-US" altLang="zh-CN" sz="1800" dirty="0">
                  <a:latin typeface="Georgia" panose="02040502050405020303" pitchFamily="18" charset="0"/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5" name="Text Box 55">
              <a:extLst>
                <a:ext uri="{FF2B5EF4-FFF2-40B4-BE49-F238E27FC236}">
                  <a16:creationId xmlns:a16="http://schemas.microsoft.com/office/drawing/2014/main" id="{FD9FA8B5-CFC3-67C8-341C-3D4082757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1121" y="2625006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  <p:sp>
          <p:nvSpPr>
            <p:cNvPr id="6" name="Text Box 55">
              <a:extLst>
                <a:ext uri="{FF2B5EF4-FFF2-40B4-BE49-F238E27FC236}">
                  <a16:creationId xmlns:a16="http://schemas.microsoft.com/office/drawing/2014/main" id="{7FD4E95C-A6D9-D32D-4300-89586FC4E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452" y="1669119"/>
              <a:ext cx="413896" cy="733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_</a:t>
              </a:r>
            </a:p>
            <a:p>
              <a:pPr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  <a:ea typeface="Noto Serif SC" panose="02020200000000000000" pitchFamily="18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C4F5ED-5022-4F04-A894-BAC839B6228A}" type="slidenum">
              <a:rPr lang="en-US" altLang="zh-CN"/>
              <a:pPr>
                <a:defRPr/>
              </a:pPr>
              <a:t>52</a:t>
            </a:fld>
            <a:endParaRPr lang="en-US" altLang="zh-CN" dirty="0"/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同步時序電路</a:t>
            </a:r>
          </a:p>
          <a:p>
            <a:pPr lvl="1" eaLnBrk="1" hangingPunct="1">
              <a:defRPr/>
            </a:pPr>
            <a:r>
              <a:rPr lang="zh-CN" altLang="en-US" b="1" dirty="0"/>
              <a:t>同步時序電路的特點：</a:t>
            </a:r>
          </a:p>
          <a:p>
            <a:pPr lvl="2" eaLnBrk="1" hangingPunct="1">
              <a:defRPr/>
            </a:pPr>
            <a:r>
              <a:rPr lang="zh-CN" altLang="en-US" b="1" dirty="0"/>
              <a:t>各觸發器使用同一個</a:t>
            </a:r>
            <a:r>
              <a:rPr lang="en-US" altLang="zh-CN" b="1" dirty="0"/>
              <a:t>CP;</a:t>
            </a:r>
          </a:p>
          <a:p>
            <a:pPr lvl="2" eaLnBrk="1" hangingPunct="1">
              <a:defRPr/>
            </a:pPr>
            <a:r>
              <a:rPr lang="zh-CN" altLang="en-US" b="1" dirty="0"/>
              <a:t>只有約定時鐘到來，電路狀態才能改變</a:t>
            </a:r>
          </a:p>
          <a:p>
            <a:pPr lvl="2" eaLnBrk="1" hangingPunct="1"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一個脈衝只能改變一次狀態</a:t>
            </a:r>
          </a:p>
          <a:p>
            <a:pPr lvl="1" eaLnBrk="1" hangingPunct="1">
              <a:defRPr/>
            </a:pPr>
            <a:r>
              <a:rPr lang="zh-CN" altLang="en-US" b="1" dirty="0"/>
              <a:t>同步時序電路的分析工具：</a:t>
            </a:r>
          </a:p>
          <a:p>
            <a:pPr lvl="2" eaLnBrk="1" hangingPunct="1">
              <a:defRPr/>
            </a:pPr>
            <a:r>
              <a:rPr lang="zh-CN" altLang="en-US" b="1" dirty="0"/>
              <a:t>時序電路涉及觸發器及電路的狀態變化，必須引入狀態表、狀態圖等工具。</a:t>
            </a:r>
          </a:p>
          <a:p>
            <a:pPr lvl="2" eaLnBrk="1" hangingPunct="1">
              <a:defRPr/>
            </a:pPr>
            <a:r>
              <a:rPr lang="zh-CN" altLang="en-US" b="1" dirty="0"/>
              <a:t>狀態圖</a:t>
            </a:r>
            <a:r>
              <a:rPr lang="en-US" altLang="zh-CN" b="1" dirty="0"/>
              <a:t>(State Diagram)</a:t>
            </a:r>
          </a:p>
          <a:p>
            <a:pPr lvl="2" eaLnBrk="1" hangingPunct="1">
              <a:defRPr/>
            </a:pPr>
            <a:r>
              <a:rPr lang="zh-CN" altLang="en-US" b="1" dirty="0"/>
              <a:t>狀態表</a:t>
            </a:r>
            <a:r>
              <a:rPr lang="en-US" altLang="zh-CN" b="1" dirty="0"/>
              <a:t>(State Table)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43CDB4-EE99-4745-B13A-FCA67286E6BB}" type="slidenum">
              <a:rPr lang="en-US" altLang="zh-CN"/>
              <a:pPr>
                <a:defRPr/>
              </a:pPr>
              <a:t>53</a:t>
            </a:fld>
            <a:endParaRPr lang="en-US" altLang="zh-CN" dirty="0"/>
          </a:p>
        </p:txBody>
      </p:sp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3058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</a:p>
        </p:txBody>
      </p:sp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609600" y="1371600"/>
            <a:ext cx="8153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同步時序電路的基本概念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功能表：描述電路輸入輸出關係</a:t>
            </a:r>
          </a:p>
          <a:p>
            <a:pPr lvl="1" eaLnBrk="1" hangingPunct="1"/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現態</a:t>
            </a:r>
            <a:r>
              <a:rPr lang="en-US" altLang="zh-CN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n </a:t>
            </a:r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：約定時鐘跳變到來之前電路的狀態</a:t>
            </a:r>
          </a:p>
          <a:p>
            <a:pPr lvl="1" eaLnBrk="1" hangingPunct="1"/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次態</a:t>
            </a:r>
            <a:r>
              <a:rPr lang="en-US" altLang="zh-CN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n+1</a:t>
            </a:r>
            <a:r>
              <a:rPr lang="en-US" altLang="zh-CN" baseline="-25000" dirty="0">
                <a:latin typeface="Times New Roman" panose="02020603050405020304" pitchFamily="18" charset="0"/>
                <a:ea typeface="Noto Serif SC" panose="02020200000000000000" pitchFamily="18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：約定時鐘跳變到來之後電路的狀態</a:t>
            </a:r>
          </a:p>
          <a:p>
            <a:pPr lvl="1" eaLnBrk="1" hangingPunct="1"/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狀態表與狀態圖：反映輸入與狀態轉換的關係</a:t>
            </a:r>
          </a:p>
          <a:p>
            <a:pPr lvl="1" eaLnBrk="1" hangingPunct="1"/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狀態方程：狀態轉換的運算式</a:t>
            </a:r>
          </a:p>
          <a:p>
            <a:pPr lvl="1" eaLnBrk="1" hangingPunct="1"/>
            <a:r>
              <a:rPr lang="zh-CN" altLang="en-US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激勵表：從現態轉變到次態，對輸入資料的要求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445800-C85C-4E4C-BC43-71972C6F177B}" type="slidenum">
              <a:rPr lang="en-US" altLang="zh-CN"/>
              <a:pPr>
                <a:defRPr/>
              </a:pPr>
              <a:t>54</a:t>
            </a:fld>
            <a:endParaRPr lang="en-US" altLang="zh-CN" dirty="0"/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05800" cy="4724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觸發器的功能表、激勵表、狀態表、狀態圖與狀態方程</a:t>
            </a:r>
          </a:p>
          <a:p>
            <a:pPr lvl="1" eaLnBrk="1" hangingPunct="1">
              <a:defRPr/>
            </a:pPr>
            <a:r>
              <a:rPr lang="en-US" altLang="zh-CN" dirty="0"/>
              <a:t>D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en-US" altLang="zh-CN" dirty="0"/>
              <a:t>J-K</a:t>
            </a:r>
            <a:r>
              <a:rPr lang="zh-CN" altLang="en-US" dirty="0"/>
              <a:t>觸發器</a:t>
            </a:r>
          </a:p>
          <a:p>
            <a:pPr lvl="1" eaLnBrk="1" hangingPunct="1">
              <a:defRPr/>
            </a:pPr>
            <a:r>
              <a:rPr lang="en-US" altLang="zh-CN" dirty="0"/>
              <a:t>T</a:t>
            </a:r>
            <a:r>
              <a:rPr lang="zh-CN" altLang="en-US" dirty="0"/>
              <a:t>觸發器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62CA13-132D-4466-8C74-C64BEBBA7E5A}" type="slidenum">
              <a:rPr lang="en-US" altLang="zh-CN"/>
              <a:pPr>
                <a:defRPr/>
              </a:pPr>
              <a:t>55</a:t>
            </a:fld>
            <a:endParaRPr lang="en-US" altLang="zh-CN" dirty="0"/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5</a:t>
            </a:r>
            <a:r>
              <a:rPr lang="zh-CN" altLang="en-US" sz="3600" dirty="0"/>
              <a:t>）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的功能表、激勵表、狀態表、狀態圖與狀態方程</a:t>
            </a:r>
          </a:p>
        </p:txBody>
      </p:sp>
      <p:graphicFrame>
        <p:nvGraphicFramePr>
          <p:cNvPr id="602116" name="Group 4"/>
          <p:cNvGraphicFramePr>
            <a:graphicFrameLocks noGrp="1"/>
          </p:cNvGraphicFramePr>
          <p:nvPr/>
        </p:nvGraphicFramePr>
        <p:xfrm>
          <a:off x="1371600" y="3200400"/>
          <a:ext cx="2514600" cy="2611444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1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D 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Noto Serif SC" panose="02020200000000000000" pitchFamily="18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0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2127" name="Text Box 15"/>
          <p:cNvSpPr txBox="1">
            <a:spLocks noChangeArrowheads="1"/>
          </p:cNvSpPr>
          <p:nvPr/>
        </p:nvSpPr>
        <p:spPr bwMode="auto">
          <a:xfrm>
            <a:off x="1447800" y="2743200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觸發器功能表</a:t>
            </a:r>
          </a:p>
        </p:txBody>
      </p:sp>
      <p:sp>
        <p:nvSpPr>
          <p:cNvPr id="602128" name="Text Box 16"/>
          <p:cNvSpPr txBox="1">
            <a:spLocks noChangeArrowheads="1"/>
          </p:cNvSpPr>
          <p:nvPr/>
        </p:nvSpPr>
        <p:spPr bwMode="auto">
          <a:xfrm>
            <a:off x="1447800" y="5943600"/>
            <a:ext cx="2087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 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簡化功能表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)</a:t>
            </a:r>
          </a:p>
        </p:txBody>
      </p:sp>
      <p:graphicFrame>
        <p:nvGraphicFramePr>
          <p:cNvPr id="602143" name="Group 31"/>
          <p:cNvGraphicFramePr>
            <a:graphicFrameLocks noGrp="1"/>
          </p:cNvGraphicFramePr>
          <p:nvPr/>
        </p:nvGraphicFramePr>
        <p:xfrm>
          <a:off x="5172075" y="3230563"/>
          <a:ext cx="2447925" cy="2590807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47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D 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29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0      1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1      0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373" name="Text Box 28"/>
          <p:cNvSpPr txBox="1">
            <a:spLocks noChangeArrowheads="1"/>
          </p:cNvSpPr>
          <p:nvPr/>
        </p:nvSpPr>
        <p:spPr bwMode="auto">
          <a:xfrm>
            <a:off x="5795963" y="2743200"/>
            <a:ext cx="1366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激勵表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E7DDF8-4A68-4B39-943C-8C579DC23D91}" type="slidenum">
              <a:rPr lang="en-US" altLang="zh-CN"/>
              <a:pPr>
                <a:defRPr/>
              </a:pPr>
              <a:t>56</a:t>
            </a:fld>
            <a:endParaRPr lang="en-US" altLang="zh-CN" dirty="0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6</a:t>
            </a:r>
            <a:r>
              <a:rPr lang="zh-CN" altLang="en-US" sz="3600" dirty="0"/>
              <a:t>）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D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的功能表、激勵表、狀態表、狀態圖與狀態方程</a:t>
            </a:r>
          </a:p>
        </p:txBody>
      </p:sp>
      <p:sp>
        <p:nvSpPr>
          <p:cNvPr id="603140" name="Text Box 4"/>
          <p:cNvSpPr txBox="1">
            <a:spLocks noChangeArrowheads="1"/>
          </p:cNvSpPr>
          <p:nvPr/>
        </p:nvSpPr>
        <p:spPr bwMode="auto">
          <a:xfrm>
            <a:off x="990600" y="2938463"/>
            <a:ext cx="2286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狀態表（ 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n+1</a:t>
            </a: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）</a:t>
            </a:r>
          </a:p>
        </p:txBody>
      </p:sp>
      <p:grpSp>
        <p:nvGrpSpPr>
          <p:cNvPr id="58374" name="Group 5"/>
          <p:cNvGrpSpPr>
            <a:grpSpLocks/>
          </p:cNvGrpSpPr>
          <p:nvPr/>
        </p:nvGrpSpPr>
        <p:grpSpPr bwMode="auto">
          <a:xfrm>
            <a:off x="566738" y="3517900"/>
            <a:ext cx="2187575" cy="1511300"/>
            <a:chOff x="3755" y="1780"/>
            <a:chExt cx="1378" cy="1378"/>
          </a:xfrm>
        </p:grpSpPr>
        <p:sp>
          <p:nvSpPr>
            <p:cNvPr id="603142" name="Rectangle 6"/>
            <p:cNvSpPr>
              <a:spLocks noChangeArrowheads="1"/>
            </p:cNvSpPr>
            <p:nvPr/>
          </p:nvSpPr>
          <p:spPr bwMode="auto">
            <a:xfrm>
              <a:off x="4587" y="2622"/>
              <a:ext cx="546" cy="5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a typeface="Noto Serif SC" panose="02020200000000000000" pitchFamily="18" charset="-122"/>
                </a:rPr>
                <a:t>   1</a:t>
              </a:r>
            </a:p>
          </p:txBody>
        </p:sp>
        <p:sp>
          <p:nvSpPr>
            <p:cNvPr id="603143" name="Rectangle 7"/>
            <p:cNvSpPr>
              <a:spLocks noChangeArrowheads="1"/>
            </p:cNvSpPr>
            <p:nvPr/>
          </p:nvSpPr>
          <p:spPr bwMode="auto">
            <a:xfrm>
              <a:off x="4041" y="2622"/>
              <a:ext cx="546" cy="5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a typeface="Noto Serif SC" panose="02020200000000000000" pitchFamily="18" charset="-122"/>
                </a:rPr>
                <a:t>   0 </a:t>
              </a:r>
            </a:p>
          </p:txBody>
        </p:sp>
        <p:sp>
          <p:nvSpPr>
            <p:cNvPr id="603144" name="Rectangle 8"/>
            <p:cNvSpPr>
              <a:spLocks noChangeArrowheads="1"/>
            </p:cNvSpPr>
            <p:nvPr/>
          </p:nvSpPr>
          <p:spPr bwMode="auto">
            <a:xfrm>
              <a:off x="4587" y="2077"/>
              <a:ext cx="546" cy="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a typeface="Noto Serif SC" panose="02020200000000000000" pitchFamily="18" charset="-122"/>
                </a:rPr>
                <a:t>   1</a:t>
              </a:r>
            </a:p>
          </p:txBody>
        </p:sp>
        <p:sp>
          <p:nvSpPr>
            <p:cNvPr id="603145" name="Rectangle 9"/>
            <p:cNvSpPr>
              <a:spLocks noChangeArrowheads="1"/>
            </p:cNvSpPr>
            <p:nvPr/>
          </p:nvSpPr>
          <p:spPr bwMode="auto">
            <a:xfrm>
              <a:off x="4041" y="2077"/>
              <a:ext cx="546" cy="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a typeface="Noto Serif SC" panose="02020200000000000000" pitchFamily="18" charset="-122"/>
                </a:rPr>
                <a:t>   0</a:t>
              </a:r>
            </a:p>
          </p:txBody>
        </p:sp>
        <p:sp>
          <p:nvSpPr>
            <p:cNvPr id="58386" name="Line 10"/>
            <p:cNvSpPr>
              <a:spLocks noChangeShapeType="1"/>
            </p:cNvSpPr>
            <p:nvPr/>
          </p:nvSpPr>
          <p:spPr bwMode="auto">
            <a:xfrm>
              <a:off x="4041" y="2077"/>
              <a:ext cx="109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8387" name="Line 11"/>
            <p:cNvSpPr>
              <a:spLocks noChangeShapeType="1"/>
            </p:cNvSpPr>
            <p:nvPr/>
          </p:nvSpPr>
          <p:spPr bwMode="auto">
            <a:xfrm>
              <a:off x="4041" y="2623"/>
              <a:ext cx="1092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8388" name="Line 12"/>
            <p:cNvSpPr>
              <a:spLocks noChangeShapeType="1"/>
            </p:cNvSpPr>
            <p:nvPr/>
          </p:nvSpPr>
          <p:spPr bwMode="auto">
            <a:xfrm>
              <a:off x="4041" y="3158"/>
              <a:ext cx="1092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8389" name="Line 13"/>
            <p:cNvSpPr>
              <a:spLocks noChangeShapeType="1"/>
            </p:cNvSpPr>
            <p:nvPr/>
          </p:nvSpPr>
          <p:spPr bwMode="auto">
            <a:xfrm>
              <a:off x="4041" y="2077"/>
              <a:ext cx="0" cy="1081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8390" name="Line 14"/>
            <p:cNvSpPr>
              <a:spLocks noChangeShapeType="1"/>
            </p:cNvSpPr>
            <p:nvPr/>
          </p:nvSpPr>
          <p:spPr bwMode="auto">
            <a:xfrm>
              <a:off x="4587" y="2077"/>
              <a:ext cx="0" cy="108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8391" name="Line 15"/>
            <p:cNvSpPr>
              <a:spLocks noChangeShapeType="1"/>
            </p:cNvSpPr>
            <p:nvPr/>
          </p:nvSpPr>
          <p:spPr bwMode="auto">
            <a:xfrm>
              <a:off x="5133" y="2077"/>
              <a:ext cx="0" cy="1081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8392" name="Line 16"/>
            <p:cNvSpPr>
              <a:spLocks noChangeShapeType="1"/>
            </p:cNvSpPr>
            <p:nvPr/>
          </p:nvSpPr>
          <p:spPr bwMode="auto">
            <a:xfrm flipH="1" flipV="1">
              <a:off x="3755" y="1780"/>
              <a:ext cx="286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58375" name="Text Box 17"/>
          <p:cNvSpPr txBox="1">
            <a:spLocks noChangeArrowheads="1"/>
          </p:cNvSpPr>
          <p:nvPr/>
        </p:nvSpPr>
        <p:spPr bwMode="auto">
          <a:xfrm>
            <a:off x="1096963" y="3373438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   0         1</a:t>
            </a:r>
          </a:p>
        </p:txBody>
      </p:sp>
      <p:sp>
        <p:nvSpPr>
          <p:cNvPr id="603154" name="Rectangle 18"/>
          <p:cNvSpPr>
            <a:spLocks noChangeArrowheads="1"/>
          </p:cNvSpPr>
          <p:nvPr/>
        </p:nvSpPr>
        <p:spPr bwMode="auto">
          <a:xfrm>
            <a:off x="304800" y="3494088"/>
            <a:ext cx="554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n</a:t>
            </a:r>
          </a:p>
        </p:txBody>
      </p:sp>
      <p:sp>
        <p:nvSpPr>
          <p:cNvPr id="58377" name="Text Box 19"/>
          <p:cNvSpPr txBox="1">
            <a:spLocks noChangeArrowheads="1"/>
          </p:cNvSpPr>
          <p:nvPr/>
        </p:nvSpPr>
        <p:spPr bwMode="auto">
          <a:xfrm>
            <a:off x="593725" y="3949700"/>
            <a:ext cx="36036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0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1</a:t>
            </a:r>
          </a:p>
        </p:txBody>
      </p:sp>
      <p:sp>
        <p:nvSpPr>
          <p:cNvPr id="58378" name="Text Box 20"/>
          <p:cNvSpPr txBox="1">
            <a:spLocks noChangeArrowheads="1"/>
          </p:cNvSpPr>
          <p:nvPr/>
        </p:nvSpPr>
        <p:spPr bwMode="auto">
          <a:xfrm>
            <a:off x="666750" y="3302000"/>
            <a:ext cx="358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  <p:pic>
        <p:nvPicPr>
          <p:cNvPr id="58379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8" y="3738563"/>
            <a:ext cx="3097212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80" name="Text Box 22"/>
          <p:cNvSpPr txBox="1">
            <a:spLocks noChangeArrowheads="1"/>
          </p:cNvSpPr>
          <p:nvPr/>
        </p:nvSpPr>
        <p:spPr bwMode="auto">
          <a:xfrm>
            <a:off x="4467225" y="3162300"/>
            <a:ext cx="1296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  <a:ea typeface="Noto Serif SC" panose="02020200000000000000" pitchFamily="18" charset="-122"/>
              </a:rPr>
              <a:t>狀態圖</a:t>
            </a:r>
          </a:p>
        </p:txBody>
      </p:sp>
      <p:sp>
        <p:nvSpPr>
          <p:cNvPr id="603159" name="Text Box 23"/>
          <p:cNvSpPr txBox="1">
            <a:spLocks noChangeArrowheads="1"/>
          </p:cNvSpPr>
          <p:nvPr/>
        </p:nvSpPr>
        <p:spPr bwMode="auto">
          <a:xfrm>
            <a:off x="6858000" y="3186113"/>
            <a:ext cx="19097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狀態方程：</a:t>
            </a: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Noto Serif SC" panose="02020200000000000000" pitchFamily="18" charset="-122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1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n+1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F65D5A-097E-4978-BA5D-8D21879114BD}" type="slidenum">
              <a:rPr lang="en-US" altLang="zh-CN"/>
              <a:pPr>
                <a:defRPr/>
              </a:pPr>
              <a:t>57</a:t>
            </a:fld>
            <a:endParaRPr lang="en-US" altLang="zh-CN" dirty="0"/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0425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7</a:t>
            </a:r>
            <a:r>
              <a:rPr lang="zh-CN" altLang="en-US" sz="3600" dirty="0"/>
              <a:t>）</a:t>
            </a:r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J-K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的功能表、激勵表、狀態表、狀態圖與狀態方程</a:t>
            </a: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1143000" y="2362200"/>
            <a:ext cx="176688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Noto Serif SC" panose="02020200000000000000" pitchFamily="18" charset="-122"/>
              </a:rPr>
              <a:t>功能表</a:t>
            </a:r>
          </a:p>
        </p:txBody>
      </p:sp>
      <p:graphicFrame>
        <p:nvGraphicFramePr>
          <p:cNvPr id="604205" name="Group 45"/>
          <p:cNvGraphicFramePr>
            <a:graphicFrameLocks noGrp="1"/>
          </p:cNvGraphicFramePr>
          <p:nvPr/>
        </p:nvGraphicFramePr>
        <p:xfrm>
          <a:off x="533400" y="2819400"/>
          <a:ext cx="2808288" cy="3986556"/>
        </p:xfrm>
        <a:graphic>
          <a:graphicData uri="http://schemas.openxmlformats.org/drawingml/2006/table">
            <a:tbl>
              <a:tblPr/>
              <a:tblGrid>
                <a:gridCol w="196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05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J     K     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Noto Serif SC" panose="02020200000000000000" pitchFamily="18" charset="-122"/>
                      </a:endParaRP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n+1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Noto Serif SC" panose="02020200000000000000" pitchFamily="18" charset="-122"/>
                      </a:endParaRP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1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11303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7018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22352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7686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32258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6830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41402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5974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0     0     0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0     0     1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0     1     0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0     1     1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1     0     0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1     0     1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1     1     0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1     1     1</a:t>
                      </a:r>
                    </a:p>
                  </a:txBody>
                  <a:tcPr marT="45663" marB="456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409" name="AutoShape 16"/>
          <p:cNvSpPr>
            <a:spLocks/>
          </p:cNvSpPr>
          <p:nvPr/>
        </p:nvSpPr>
        <p:spPr bwMode="auto">
          <a:xfrm>
            <a:off x="3538538" y="3471863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59410" name="AutoShape 17"/>
          <p:cNvSpPr>
            <a:spLocks/>
          </p:cNvSpPr>
          <p:nvPr/>
        </p:nvSpPr>
        <p:spPr bwMode="auto">
          <a:xfrm>
            <a:off x="3538538" y="4264025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59411" name="AutoShape 18"/>
          <p:cNvSpPr>
            <a:spLocks/>
          </p:cNvSpPr>
          <p:nvPr/>
        </p:nvSpPr>
        <p:spPr bwMode="auto">
          <a:xfrm>
            <a:off x="3538538" y="52006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59412" name="AutoShape 19"/>
          <p:cNvSpPr>
            <a:spLocks/>
          </p:cNvSpPr>
          <p:nvPr/>
        </p:nvSpPr>
        <p:spPr bwMode="auto">
          <a:xfrm>
            <a:off x="3538538" y="6064250"/>
            <a:ext cx="215900" cy="4318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ea typeface="Noto Serif SC" panose="02020200000000000000" pitchFamily="18" charset="-122"/>
            </a:endParaRPr>
          </a:p>
        </p:txBody>
      </p:sp>
      <p:sp>
        <p:nvSpPr>
          <p:cNvPr id="59413" name="Text Box 20"/>
          <p:cNvSpPr txBox="1">
            <a:spLocks noChangeArrowheads="1"/>
          </p:cNvSpPr>
          <p:nvPr/>
        </p:nvSpPr>
        <p:spPr bwMode="auto">
          <a:xfrm>
            <a:off x="3951288" y="3417888"/>
            <a:ext cx="931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 Hold</a:t>
            </a:r>
          </a:p>
        </p:txBody>
      </p:sp>
      <p:sp>
        <p:nvSpPr>
          <p:cNvPr id="59414" name="Text Box 21"/>
          <p:cNvSpPr txBox="1">
            <a:spLocks noChangeArrowheads="1"/>
          </p:cNvSpPr>
          <p:nvPr/>
        </p:nvSpPr>
        <p:spPr bwMode="auto">
          <a:xfrm>
            <a:off x="4022725" y="4210050"/>
            <a:ext cx="115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Store 0</a:t>
            </a:r>
          </a:p>
        </p:txBody>
      </p:sp>
      <p:sp>
        <p:nvSpPr>
          <p:cNvPr id="59415" name="Text Box 22"/>
          <p:cNvSpPr txBox="1">
            <a:spLocks noChangeArrowheads="1"/>
          </p:cNvSpPr>
          <p:nvPr/>
        </p:nvSpPr>
        <p:spPr bwMode="auto">
          <a:xfrm>
            <a:off x="4022725" y="5146675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Store 1</a:t>
            </a:r>
          </a:p>
        </p:txBody>
      </p:sp>
      <p:sp>
        <p:nvSpPr>
          <p:cNvPr id="59416" name="Text Box 23"/>
          <p:cNvSpPr txBox="1">
            <a:spLocks noChangeArrowheads="1"/>
          </p:cNvSpPr>
          <p:nvPr/>
        </p:nvSpPr>
        <p:spPr bwMode="auto">
          <a:xfrm>
            <a:off x="4022725" y="6010275"/>
            <a:ext cx="1003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  <a:ea typeface="Noto Serif SC" panose="02020200000000000000" pitchFamily="18" charset="-122"/>
              </a:rPr>
              <a:t>Count</a:t>
            </a:r>
          </a:p>
        </p:txBody>
      </p:sp>
      <p:grpSp>
        <p:nvGrpSpPr>
          <p:cNvPr id="604206" name="Group 46"/>
          <p:cNvGrpSpPr>
            <a:grpSpLocks/>
          </p:cNvGrpSpPr>
          <p:nvPr/>
        </p:nvGrpSpPr>
        <p:grpSpPr bwMode="auto">
          <a:xfrm>
            <a:off x="5638800" y="3505200"/>
            <a:ext cx="2808288" cy="2305050"/>
            <a:chOff x="3559" y="2196"/>
            <a:chExt cx="1769" cy="1452"/>
          </a:xfrm>
        </p:grpSpPr>
        <p:sp>
          <p:nvSpPr>
            <p:cNvPr id="604184" name="Rectangle 24"/>
            <p:cNvSpPr>
              <a:spLocks noChangeArrowheads="1"/>
            </p:cNvSpPr>
            <p:nvPr/>
          </p:nvSpPr>
          <p:spPr bwMode="auto">
            <a:xfrm>
              <a:off x="4829" y="2513"/>
              <a:ext cx="499" cy="1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FF00"/>
                  </a:solidFill>
                  <a:ea typeface="Noto Serif SC" panose="02020200000000000000" pitchFamily="18" charset="-122"/>
                </a:rPr>
                <a:t>x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00FF00"/>
                  </a:solidFill>
                  <a:ea typeface="Noto Serif SC" panose="02020200000000000000" pitchFamily="18" charset="-122"/>
                </a:rPr>
                <a:t>x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0000"/>
                  </a:solidFill>
                  <a:ea typeface="Noto Serif SC" panose="02020200000000000000" pitchFamily="18" charset="-122"/>
                </a:rPr>
                <a:t>1</a:t>
              </a:r>
            </a:p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66FF"/>
                  </a:solidFill>
                  <a:ea typeface="Noto Serif SC" panose="02020200000000000000" pitchFamily="18" charset="-122"/>
                </a:rPr>
                <a:t>0</a:t>
              </a:r>
            </a:p>
          </p:txBody>
        </p:sp>
        <p:sp>
          <p:nvSpPr>
            <p:cNvPr id="604185" name="Rectangle 25"/>
            <p:cNvSpPr>
              <a:spLocks noChangeArrowheads="1"/>
            </p:cNvSpPr>
            <p:nvPr/>
          </p:nvSpPr>
          <p:spPr bwMode="auto">
            <a:xfrm>
              <a:off x="3604" y="2514"/>
              <a:ext cx="1270" cy="1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914400" indent="-4572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295400" indent="-3810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714500" indent="-342900"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1717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FF00"/>
                  </a:solidFill>
                  <a:ea typeface="Noto Serif SC" panose="02020200000000000000" pitchFamily="18" charset="-122"/>
                </a:rPr>
                <a:t>0     0       0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00FF00"/>
                  </a:solidFill>
                  <a:ea typeface="Noto Serif SC" panose="02020200000000000000" pitchFamily="18" charset="-122"/>
                </a:rPr>
                <a:t>0     1       1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0000"/>
                  </a:solidFill>
                  <a:ea typeface="Noto Serif SC" panose="02020200000000000000" pitchFamily="18" charset="-122"/>
                </a:rPr>
                <a:t>1     0       x</a:t>
              </a:r>
            </a:p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solidFill>
                    <a:srgbClr val="FF66FF"/>
                  </a:solidFill>
                  <a:ea typeface="Noto Serif SC" panose="02020200000000000000" pitchFamily="18" charset="-122"/>
                </a:rPr>
                <a:t>1     1       x</a:t>
              </a:r>
            </a:p>
          </p:txBody>
        </p:sp>
        <p:sp>
          <p:nvSpPr>
            <p:cNvPr id="604186" name="Rectangle 26"/>
            <p:cNvSpPr>
              <a:spLocks noChangeArrowheads="1"/>
            </p:cNvSpPr>
            <p:nvPr/>
          </p:nvSpPr>
          <p:spPr bwMode="auto">
            <a:xfrm>
              <a:off x="4829" y="2196"/>
              <a:ext cx="499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</a:p>
          </p:txBody>
        </p:sp>
        <p:sp>
          <p:nvSpPr>
            <p:cNvPr id="604187" name="Rectangle 27"/>
            <p:cNvSpPr>
              <a:spLocks noChangeArrowheads="1"/>
            </p:cNvSpPr>
            <p:nvPr/>
          </p:nvSpPr>
          <p:spPr bwMode="auto">
            <a:xfrm>
              <a:off x="3559" y="2196"/>
              <a:ext cx="1270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a typeface="Noto Serif SC" panose="02020200000000000000" pitchFamily="18" charset="-122"/>
                </a:rPr>
                <a:t>n    </a:t>
              </a:r>
              <a:r>
                <a:rPr lang="en-US" altLang="zh-CN" sz="2400" dirty="0"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a typeface="Noto Serif SC" panose="02020200000000000000" pitchFamily="18" charset="-122"/>
                </a:rPr>
                <a:t>n+1</a:t>
              </a:r>
              <a:r>
                <a:rPr lang="en-US" altLang="zh-CN" sz="2400" dirty="0">
                  <a:ea typeface="Noto Serif SC" panose="02020200000000000000" pitchFamily="18" charset="-122"/>
                </a:rPr>
                <a:t> </a:t>
              </a:r>
              <a:r>
                <a:rPr lang="en-US" altLang="zh-CN" sz="2400" baseline="-25000" dirty="0">
                  <a:ea typeface="Noto Serif SC" panose="02020200000000000000" pitchFamily="18" charset="-122"/>
                </a:rPr>
                <a:t>  </a:t>
              </a:r>
              <a:r>
                <a:rPr lang="en-US" altLang="zh-CN" sz="2400" dirty="0">
                  <a:ea typeface="Noto Serif SC" panose="02020200000000000000" pitchFamily="18" charset="-122"/>
                </a:rPr>
                <a:t> J   </a:t>
              </a:r>
            </a:p>
          </p:txBody>
        </p:sp>
        <p:sp>
          <p:nvSpPr>
            <p:cNvPr id="59423" name="Line 28"/>
            <p:cNvSpPr>
              <a:spLocks noChangeShapeType="1"/>
            </p:cNvSpPr>
            <p:nvPr/>
          </p:nvSpPr>
          <p:spPr bwMode="auto">
            <a:xfrm>
              <a:off x="3559" y="2196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9424" name="Line 29"/>
            <p:cNvSpPr>
              <a:spLocks noChangeShapeType="1"/>
            </p:cNvSpPr>
            <p:nvPr/>
          </p:nvSpPr>
          <p:spPr bwMode="auto">
            <a:xfrm>
              <a:off x="3559" y="2559"/>
              <a:ext cx="17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9425" name="Line 30"/>
            <p:cNvSpPr>
              <a:spLocks noChangeShapeType="1"/>
            </p:cNvSpPr>
            <p:nvPr/>
          </p:nvSpPr>
          <p:spPr bwMode="auto">
            <a:xfrm>
              <a:off x="3559" y="3648"/>
              <a:ext cx="176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9426" name="Line 31"/>
            <p:cNvSpPr>
              <a:spLocks noChangeShapeType="1"/>
            </p:cNvSpPr>
            <p:nvPr/>
          </p:nvSpPr>
          <p:spPr bwMode="auto">
            <a:xfrm>
              <a:off x="3559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9427" name="Line 32"/>
            <p:cNvSpPr>
              <a:spLocks noChangeShapeType="1"/>
            </p:cNvSpPr>
            <p:nvPr/>
          </p:nvSpPr>
          <p:spPr bwMode="auto">
            <a:xfrm>
              <a:off x="4466" y="2197"/>
              <a:ext cx="0" cy="1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59428" name="Line 33"/>
            <p:cNvSpPr>
              <a:spLocks noChangeShapeType="1"/>
            </p:cNvSpPr>
            <p:nvPr/>
          </p:nvSpPr>
          <p:spPr bwMode="auto">
            <a:xfrm>
              <a:off x="5328" y="2196"/>
              <a:ext cx="0" cy="14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  <p:sp>
        <p:nvSpPr>
          <p:cNvPr id="604194" name="Rectangle 34"/>
          <p:cNvSpPr>
            <a:spLocks noChangeArrowheads="1"/>
          </p:cNvSpPr>
          <p:nvPr/>
        </p:nvSpPr>
        <p:spPr bwMode="auto">
          <a:xfrm>
            <a:off x="6608763" y="2838450"/>
            <a:ext cx="16335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a typeface="Noto Serif SC" panose="02020200000000000000" pitchFamily="18" charset="-122"/>
              </a:rPr>
              <a:t>激勵表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FEDE12-73AA-4FB7-B6E5-C2E3C0B67668}" type="slidenum">
              <a:rPr lang="en-US" altLang="zh-CN"/>
              <a:pPr>
                <a:defRPr/>
              </a:pPr>
              <a:t>58</a:t>
            </a:fld>
            <a:endParaRPr lang="en-US" altLang="zh-CN" dirty="0"/>
          </a:p>
        </p:txBody>
      </p:sp>
      <p:sp>
        <p:nvSpPr>
          <p:cNvPr id="60518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J-K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的功能表、激勵表、狀態表、狀態圖與狀態方程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24863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8</a:t>
            </a:r>
            <a:r>
              <a:rPr lang="zh-CN" altLang="en-US" sz="3600" dirty="0"/>
              <a:t>）</a:t>
            </a:r>
          </a:p>
        </p:txBody>
      </p:sp>
      <p:grpSp>
        <p:nvGrpSpPr>
          <p:cNvPr id="60421" name="Group 4"/>
          <p:cNvGrpSpPr>
            <a:grpSpLocks/>
          </p:cNvGrpSpPr>
          <p:nvPr/>
        </p:nvGrpSpPr>
        <p:grpSpPr bwMode="auto">
          <a:xfrm>
            <a:off x="304800" y="2743200"/>
            <a:ext cx="3733800" cy="3276600"/>
            <a:chOff x="144" y="2016"/>
            <a:chExt cx="2352" cy="2064"/>
          </a:xfrm>
        </p:grpSpPr>
        <p:sp>
          <p:nvSpPr>
            <p:cNvPr id="605189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 dirty="0">
                <a:ea typeface="Noto Serif SC" panose="02020200000000000000" pitchFamily="18" charset="-122"/>
              </a:endParaRPr>
            </a:p>
          </p:txBody>
        </p:sp>
        <p:sp>
          <p:nvSpPr>
            <p:cNvPr id="605190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 dirty="0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605191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 dirty="0">
                <a:ea typeface="Noto Serif SC" panose="02020200000000000000" pitchFamily="18" charset="-122"/>
              </a:endParaRPr>
            </a:p>
          </p:txBody>
        </p:sp>
        <p:sp>
          <p:nvSpPr>
            <p:cNvPr id="60435" name="Line 8"/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36" name="Line 9"/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37" name="Line 10"/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38" name="Line 11"/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39" name="Line 12"/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40" name="Line 13"/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41" name="Line 14"/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42" name="Line 15"/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43" name="Line 16"/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44" name="Text Box 17"/>
            <p:cNvSpPr txBox="1">
              <a:spLocks noChangeArrowheads="1"/>
            </p:cNvSpPr>
            <p:nvPr/>
          </p:nvSpPr>
          <p:spPr bwMode="auto">
            <a:xfrm>
              <a:off x="279" y="22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J</a:t>
              </a:r>
            </a:p>
          </p:txBody>
        </p:sp>
        <p:sp>
          <p:nvSpPr>
            <p:cNvPr id="60445" name="Text Box 18"/>
            <p:cNvSpPr txBox="1">
              <a:spLocks noChangeArrowheads="1"/>
            </p:cNvSpPr>
            <p:nvPr/>
          </p:nvSpPr>
          <p:spPr bwMode="auto">
            <a:xfrm>
              <a:off x="416" y="24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K</a:t>
              </a:r>
            </a:p>
          </p:txBody>
        </p:sp>
        <p:sp>
          <p:nvSpPr>
            <p:cNvPr id="605203" name="Text Box 19"/>
            <p:cNvSpPr txBox="1">
              <a:spLocks noChangeArrowheads="1"/>
            </p:cNvSpPr>
            <p:nvPr/>
          </p:nvSpPr>
          <p:spPr bwMode="auto">
            <a:xfrm>
              <a:off x="144" y="255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n</a:t>
              </a:r>
            </a:p>
          </p:txBody>
        </p:sp>
        <p:grpSp>
          <p:nvGrpSpPr>
            <p:cNvPr id="60447" name="Group 20"/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0462" name="Text Box 2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1</a:t>
                </a:r>
              </a:p>
            </p:txBody>
          </p:sp>
          <p:sp>
            <p:nvSpPr>
              <p:cNvPr id="60463" name="Text Box 2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ea typeface="Noto Serif SC" panose="02020200000000000000" pitchFamily="18" charset="-122"/>
                  </a:rPr>
                  <a:t>0</a:t>
                </a:r>
              </a:p>
            </p:txBody>
          </p:sp>
        </p:grpSp>
        <p:sp>
          <p:nvSpPr>
            <p:cNvPr id="60448" name="Text Box 23"/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00</a:t>
              </a:r>
            </a:p>
          </p:txBody>
        </p:sp>
        <p:sp>
          <p:nvSpPr>
            <p:cNvPr id="60449" name="Text Box 24"/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11</a:t>
              </a:r>
            </a:p>
          </p:txBody>
        </p:sp>
        <p:sp>
          <p:nvSpPr>
            <p:cNvPr id="60450" name="Text Box 25"/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01</a:t>
              </a:r>
            </a:p>
          </p:txBody>
        </p:sp>
        <p:sp>
          <p:nvSpPr>
            <p:cNvPr id="60451" name="Text Box 26"/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ea typeface="Noto Serif SC" panose="02020200000000000000" pitchFamily="18" charset="-122"/>
                </a:rPr>
                <a:t>10</a:t>
              </a:r>
            </a:p>
          </p:txBody>
        </p:sp>
        <p:sp>
          <p:nvSpPr>
            <p:cNvPr id="60452" name="Rectangle 27"/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0</a:t>
              </a:r>
              <a:r>
                <a:rPr lang="en-US" altLang="zh-CN" sz="2400" b="1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60453" name="Rectangle 28"/>
            <p:cNvSpPr>
              <a:spLocks noChangeArrowheads="1"/>
            </p:cNvSpPr>
            <p:nvPr/>
          </p:nvSpPr>
          <p:spPr bwMode="auto">
            <a:xfrm>
              <a:off x="672" y="2901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0</a:t>
              </a:r>
              <a:r>
                <a:rPr lang="en-US" altLang="zh-CN" sz="2400" b="1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60454" name="Rectangle 29"/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1</a:t>
              </a:r>
            </a:p>
          </p:txBody>
        </p:sp>
        <p:sp>
          <p:nvSpPr>
            <p:cNvPr id="60455" name="Rectangle 30"/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1</a:t>
              </a:r>
              <a:r>
                <a:rPr lang="en-US" altLang="zh-CN" sz="2400" b="1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60456" name="Rectangle 31"/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0</a:t>
              </a:r>
              <a:endParaRPr lang="en-US" altLang="zh-CN" sz="2400" b="1" dirty="0">
                <a:ea typeface="Noto Serif SC" panose="02020200000000000000" pitchFamily="18" charset="-122"/>
              </a:endParaRPr>
            </a:p>
          </p:txBody>
        </p:sp>
        <p:sp>
          <p:nvSpPr>
            <p:cNvPr id="60457" name="Rectangle 32"/>
            <p:cNvSpPr>
              <a:spLocks noChangeArrowheads="1"/>
            </p:cNvSpPr>
            <p:nvPr/>
          </p:nvSpPr>
          <p:spPr bwMode="auto">
            <a:xfrm>
              <a:off x="644" y="336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1</a:t>
              </a:r>
              <a:r>
                <a:rPr lang="en-US" altLang="zh-CN" sz="2400" b="1" dirty="0">
                  <a:solidFill>
                    <a:schemeClr val="folHlink"/>
                  </a:solidFill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60458" name="Rectangle 33"/>
            <p:cNvSpPr>
              <a:spLocks noChangeArrowheads="1"/>
            </p:cNvSpPr>
            <p:nvPr/>
          </p:nvSpPr>
          <p:spPr bwMode="auto">
            <a:xfrm>
              <a:off x="1680" y="33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0</a:t>
              </a:r>
              <a:r>
                <a:rPr lang="en-US" altLang="zh-CN" sz="2400" b="1" dirty="0">
                  <a:ea typeface="Noto Serif SC" panose="02020200000000000000" pitchFamily="18" charset="-122"/>
                </a:rPr>
                <a:t> </a:t>
              </a:r>
            </a:p>
          </p:txBody>
        </p:sp>
        <p:sp>
          <p:nvSpPr>
            <p:cNvPr id="60459" name="Rectangle 34"/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1</a:t>
              </a:r>
            </a:p>
          </p:txBody>
        </p:sp>
        <p:sp>
          <p:nvSpPr>
            <p:cNvPr id="605219" name="Rectangle 35"/>
            <p:cNvSpPr>
              <a:spLocks noChangeArrowheads="1"/>
            </p:cNvSpPr>
            <p:nvPr/>
          </p:nvSpPr>
          <p:spPr bwMode="auto">
            <a:xfrm>
              <a:off x="1152" y="2016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狀態表</a:t>
              </a:r>
            </a:p>
          </p:txBody>
        </p:sp>
        <p:sp>
          <p:nvSpPr>
            <p:cNvPr id="605220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n+1</a:t>
              </a:r>
            </a:p>
          </p:txBody>
        </p:sp>
      </p:grpSp>
      <p:grpSp>
        <p:nvGrpSpPr>
          <p:cNvPr id="60422" name="Group 37"/>
          <p:cNvGrpSpPr>
            <a:grpSpLocks/>
          </p:cNvGrpSpPr>
          <p:nvPr/>
        </p:nvGrpSpPr>
        <p:grpSpPr bwMode="auto">
          <a:xfrm>
            <a:off x="4286250" y="2698750"/>
            <a:ext cx="4705350" cy="1949450"/>
            <a:chOff x="2700" y="1700"/>
            <a:chExt cx="2964" cy="1228"/>
          </a:xfrm>
        </p:grpSpPr>
        <p:pic>
          <p:nvPicPr>
            <p:cNvPr id="60427" name="Picture 3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0" y="2130"/>
              <a:ext cx="2964" cy="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223" name="Rectangle 39"/>
            <p:cNvSpPr>
              <a:spLocks noChangeArrowheads="1"/>
            </p:cNvSpPr>
            <p:nvPr/>
          </p:nvSpPr>
          <p:spPr bwMode="auto">
            <a:xfrm>
              <a:off x="3697" y="170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狀態圖</a:t>
              </a:r>
            </a:p>
          </p:txBody>
        </p:sp>
        <p:grpSp>
          <p:nvGrpSpPr>
            <p:cNvPr id="60429" name="Group 40"/>
            <p:cNvGrpSpPr>
              <a:grpSpLocks/>
            </p:cNvGrpSpPr>
            <p:nvPr/>
          </p:nvGrpSpPr>
          <p:grpSpPr bwMode="auto">
            <a:xfrm>
              <a:off x="4786" y="1749"/>
              <a:ext cx="816" cy="288"/>
              <a:chOff x="2381" y="3022"/>
              <a:chExt cx="816" cy="288"/>
            </a:xfrm>
          </p:grpSpPr>
          <p:sp>
            <p:nvSpPr>
              <p:cNvPr id="60430" name="Text Box 41"/>
              <p:cNvSpPr txBox="1">
                <a:spLocks noChangeArrowheads="1"/>
              </p:cNvSpPr>
              <p:nvPr/>
            </p:nvSpPr>
            <p:spPr bwMode="auto">
              <a:xfrm>
                <a:off x="2381" y="3022"/>
                <a:ext cx="8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  <a:ea typeface="Noto Serif SC" panose="02020200000000000000" pitchFamily="18" charset="-122"/>
                  </a:rPr>
                  <a:t>JK, JK</a:t>
                </a:r>
              </a:p>
            </p:txBody>
          </p:sp>
          <p:sp>
            <p:nvSpPr>
              <p:cNvPr id="60431" name="Line 42"/>
              <p:cNvSpPr>
                <a:spLocks noChangeShapeType="1"/>
              </p:cNvSpPr>
              <p:nvPr/>
            </p:nvSpPr>
            <p:spPr bwMode="auto">
              <a:xfrm flipV="1">
                <a:off x="2448" y="3264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</p:grpSp>
      <p:grpSp>
        <p:nvGrpSpPr>
          <p:cNvPr id="60423" name="Group 43"/>
          <p:cNvGrpSpPr>
            <a:grpSpLocks/>
          </p:cNvGrpSpPr>
          <p:nvPr/>
        </p:nvGrpSpPr>
        <p:grpSpPr bwMode="auto">
          <a:xfrm>
            <a:off x="5334000" y="5029200"/>
            <a:ext cx="2562225" cy="1200150"/>
            <a:chOff x="3651" y="3317"/>
            <a:chExt cx="1614" cy="756"/>
          </a:xfrm>
        </p:grpSpPr>
        <p:sp>
          <p:nvSpPr>
            <p:cNvPr id="605228" name="Rectangle 44"/>
            <p:cNvSpPr>
              <a:spLocks noChangeArrowheads="1"/>
            </p:cNvSpPr>
            <p:nvPr/>
          </p:nvSpPr>
          <p:spPr bwMode="auto">
            <a:xfrm>
              <a:off x="3651" y="3317"/>
              <a:ext cx="161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     </a:t>
              </a:r>
              <a:r>
                <a:rPr lang="zh-CN" altLang="en-US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狀態方程</a:t>
              </a:r>
            </a:p>
            <a:p>
              <a:pPr eaLnBrk="1" hangingPunct="1">
                <a:defRPr/>
              </a:pPr>
              <a:endPara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endParaRPr>
            </a:p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n+1 </a:t>
              </a:r>
              <a:r>
                <a:rPr lang="en-US" altLang="zh-CN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=J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n </a:t>
              </a:r>
              <a:r>
                <a:rPr lang="en-US" altLang="zh-CN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+K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n </a:t>
              </a:r>
            </a:p>
          </p:txBody>
        </p:sp>
        <p:sp>
          <p:nvSpPr>
            <p:cNvPr id="60425" name="Line 45"/>
            <p:cNvSpPr>
              <a:spLocks noChangeShapeType="1"/>
            </p:cNvSpPr>
            <p:nvPr/>
          </p:nvSpPr>
          <p:spPr bwMode="auto">
            <a:xfrm>
              <a:off x="4357" y="383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  <p:sp>
          <p:nvSpPr>
            <p:cNvPr id="60426" name="Line 46"/>
            <p:cNvSpPr>
              <a:spLocks noChangeShapeType="1"/>
            </p:cNvSpPr>
            <p:nvPr/>
          </p:nvSpPr>
          <p:spPr bwMode="auto">
            <a:xfrm>
              <a:off x="4765" y="383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Noto Serif SC" panose="02020200000000000000" pitchFamily="18" charset="-122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0A67EC-81A3-4826-A92D-3CA71BFA9B3D}" type="slidenum">
              <a:rPr lang="en-US" altLang="zh-CN"/>
              <a:pPr>
                <a:defRPr/>
              </a:pPr>
              <a:t>59</a:t>
            </a:fld>
            <a:endParaRPr lang="en-US" altLang="zh-CN" dirty="0"/>
          </a:p>
        </p:txBody>
      </p:sp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04813"/>
            <a:ext cx="8534400" cy="6492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9</a:t>
            </a:r>
            <a:r>
              <a:rPr lang="zh-CN" altLang="en-US" sz="3600" dirty="0"/>
              <a:t>）</a:t>
            </a:r>
          </a:p>
        </p:txBody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的功能表、激勵表、狀態表、狀態圖與狀態方程</a:t>
            </a:r>
          </a:p>
        </p:txBody>
      </p:sp>
      <p:graphicFrame>
        <p:nvGraphicFramePr>
          <p:cNvPr id="606237" name="Group 29"/>
          <p:cNvGraphicFramePr>
            <a:graphicFrameLocks noGrp="1"/>
          </p:cNvGraphicFramePr>
          <p:nvPr/>
        </p:nvGraphicFramePr>
        <p:xfrm>
          <a:off x="914400" y="3505200"/>
          <a:ext cx="2362200" cy="2587632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29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T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n+1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2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0     0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1     0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1     1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0     1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6223" name="Text Box 15"/>
          <p:cNvSpPr txBox="1">
            <a:spLocks noChangeArrowheads="1"/>
          </p:cNvSpPr>
          <p:nvPr/>
        </p:nvSpPr>
        <p:spPr bwMode="auto">
          <a:xfrm>
            <a:off x="1143000" y="28194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功能表</a:t>
            </a:r>
            <a:endParaRPr lang="zh-CN" altLang="en-US" sz="2400" dirty="0">
              <a:latin typeface="Georgia" panose="02040502050405020303" pitchFamily="18" charset="0"/>
              <a:ea typeface="Noto Serif SC" panose="02020200000000000000" pitchFamily="18" charset="-122"/>
            </a:endParaRPr>
          </a:p>
        </p:txBody>
      </p:sp>
      <p:sp>
        <p:nvSpPr>
          <p:cNvPr id="606224" name="Text Box 16"/>
          <p:cNvSpPr txBox="1">
            <a:spLocks noChangeArrowheads="1"/>
          </p:cNvSpPr>
          <p:nvPr/>
        </p:nvSpPr>
        <p:spPr bwMode="auto">
          <a:xfrm>
            <a:off x="4838700" y="2819400"/>
            <a:ext cx="118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激勵表</a:t>
            </a:r>
          </a:p>
        </p:txBody>
      </p:sp>
      <p:graphicFrame>
        <p:nvGraphicFramePr>
          <p:cNvPr id="606240" name="Group 32"/>
          <p:cNvGraphicFramePr>
            <a:graphicFrameLocks noGrp="1"/>
          </p:cNvGraphicFramePr>
          <p:nvPr/>
        </p:nvGraphicFramePr>
        <p:xfrm>
          <a:off x="4343400" y="3522663"/>
          <a:ext cx="2295525" cy="2572088"/>
        </p:xfrm>
        <a:graphic>
          <a:graphicData uri="http://schemas.openxmlformats.org/drawingml/2006/table">
            <a:tbl>
              <a:tblPr/>
              <a:tblGrid>
                <a:gridCol w="155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88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n+1</a:t>
                      </a:r>
                    </a:p>
                  </a:txBody>
                  <a:tcPr marT="45614" marB="45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T </a:t>
                      </a:r>
                    </a:p>
                  </a:txBody>
                  <a:tcPr marT="45614" marB="45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3863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0      1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1      1</a:t>
                      </a:r>
                    </a:p>
                  </a:txBody>
                  <a:tcPr marT="45614" marB="45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Noto Serif SC" panose="02020200000000000000" pitchFamily="18" charset="-122"/>
                        </a:rPr>
                        <a:t>0</a:t>
                      </a:r>
                    </a:p>
                  </a:txBody>
                  <a:tcPr marT="45614" marB="45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0A42A3-72E2-4373-A6D8-B953FD7DF3B9}" type="slidenum">
              <a:rPr lang="en-US" altLang="zh-CN"/>
              <a:pPr>
                <a:defRPr/>
              </a:pPr>
              <a:t>60</a:t>
            </a:fld>
            <a:endParaRPr lang="en-US" altLang="zh-CN" dirty="0"/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10</a:t>
            </a:r>
            <a:r>
              <a:rPr lang="zh-CN" altLang="en-US" sz="3600" dirty="0"/>
              <a:t>）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zh-CN" altLang="en-US" dirty="0">
                <a:solidFill>
                  <a:srgbClr val="FFFF00"/>
                </a:solidFill>
              </a:rPr>
              <a:t>觸發器</a:t>
            </a:r>
            <a:r>
              <a:rPr lang="zh-CN" altLang="en-US" dirty="0"/>
              <a:t>的功能表、激勵表、狀態表、狀態圖與狀態方程</a:t>
            </a:r>
          </a:p>
        </p:txBody>
      </p:sp>
      <p:grpSp>
        <p:nvGrpSpPr>
          <p:cNvPr id="62469" name="Group 4"/>
          <p:cNvGrpSpPr>
            <a:grpSpLocks/>
          </p:cNvGrpSpPr>
          <p:nvPr/>
        </p:nvGrpSpPr>
        <p:grpSpPr bwMode="auto">
          <a:xfrm>
            <a:off x="762000" y="2881313"/>
            <a:ext cx="2339975" cy="2833687"/>
            <a:chOff x="480" y="1815"/>
            <a:chExt cx="1474" cy="1785"/>
          </a:xfrm>
        </p:grpSpPr>
        <p:sp>
          <p:nvSpPr>
            <p:cNvPr id="62473" name="Text Box 5"/>
            <p:cNvSpPr txBox="1">
              <a:spLocks noChangeArrowheads="1"/>
            </p:cNvSpPr>
            <p:nvPr/>
          </p:nvSpPr>
          <p:spPr bwMode="auto">
            <a:xfrm>
              <a:off x="1002" y="1815"/>
              <a:ext cx="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  <a:ea typeface="Noto Serif SC" panose="02020200000000000000" pitchFamily="18" charset="-122"/>
                </a:rPr>
                <a:t>狀態表</a:t>
              </a:r>
            </a:p>
          </p:txBody>
        </p:sp>
        <p:grpSp>
          <p:nvGrpSpPr>
            <p:cNvPr id="62474" name="Group 6"/>
            <p:cNvGrpSpPr>
              <a:grpSpLocks/>
            </p:cNvGrpSpPr>
            <p:nvPr/>
          </p:nvGrpSpPr>
          <p:grpSpPr bwMode="auto">
            <a:xfrm>
              <a:off x="576" y="2253"/>
              <a:ext cx="1378" cy="952"/>
              <a:chOff x="3755" y="1780"/>
              <a:chExt cx="1378" cy="1378"/>
            </a:xfrm>
          </p:grpSpPr>
          <p:sp>
            <p:nvSpPr>
              <p:cNvPr id="607239" name="Rectangle 7"/>
              <p:cNvSpPr>
                <a:spLocks noChangeArrowheads="1"/>
              </p:cNvSpPr>
              <p:nvPr/>
            </p:nvSpPr>
            <p:spPr bwMode="auto">
              <a:xfrm>
                <a:off x="4587" y="2622"/>
                <a:ext cx="546" cy="5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  0</a:t>
                </a:r>
              </a:p>
            </p:txBody>
          </p:sp>
          <p:sp>
            <p:nvSpPr>
              <p:cNvPr id="607240" name="Rectangle 8"/>
              <p:cNvSpPr>
                <a:spLocks noChangeArrowheads="1"/>
              </p:cNvSpPr>
              <p:nvPr/>
            </p:nvSpPr>
            <p:spPr bwMode="auto">
              <a:xfrm>
                <a:off x="4041" y="2622"/>
                <a:ext cx="546" cy="5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  1 </a:t>
                </a:r>
              </a:p>
            </p:txBody>
          </p:sp>
          <p:sp>
            <p:nvSpPr>
              <p:cNvPr id="607241" name="Rectangle 9"/>
              <p:cNvSpPr>
                <a:spLocks noChangeArrowheads="1"/>
              </p:cNvSpPr>
              <p:nvPr/>
            </p:nvSpPr>
            <p:spPr bwMode="auto">
              <a:xfrm>
                <a:off x="4587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  1</a:t>
                </a:r>
              </a:p>
            </p:txBody>
          </p:sp>
          <p:sp>
            <p:nvSpPr>
              <p:cNvPr id="607242" name="Rectangle 10"/>
              <p:cNvSpPr>
                <a:spLocks noChangeArrowheads="1"/>
              </p:cNvSpPr>
              <p:nvPr/>
            </p:nvSpPr>
            <p:spPr bwMode="auto">
              <a:xfrm>
                <a:off x="4041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a typeface="Noto Serif SC" panose="02020200000000000000" pitchFamily="18" charset="-122"/>
                  </a:rPr>
                  <a:t>   0</a:t>
                </a:r>
              </a:p>
            </p:txBody>
          </p:sp>
          <p:sp>
            <p:nvSpPr>
              <p:cNvPr id="62484" name="Line 11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2485" name="Line 12"/>
              <p:cNvSpPr>
                <a:spLocks noChangeShapeType="1"/>
              </p:cNvSpPr>
              <p:nvPr/>
            </p:nvSpPr>
            <p:spPr bwMode="auto">
              <a:xfrm>
                <a:off x="4041" y="2623"/>
                <a:ext cx="1092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2486" name="Line 13"/>
              <p:cNvSpPr>
                <a:spLocks noChangeShapeType="1"/>
              </p:cNvSpPr>
              <p:nvPr/>
            </p:nvSpPr>
            <p:spPr bwMode="auto">
              <a:xfrm>
                <a:off x="4041" y="3158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2487" name="Line 14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0" cy="1081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2488" name="Line 15"/>
              <p:cNvSpPr>
                <a:spLocks noChangeShapeType="1"/>
              </p:cNvSpPr>
              <p:nvPr/>
            </p:nvSpPr>
            <p:spPr bwMode="auto">
              <a:xfrm>
                <a:off x="4587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2489" name="Line 16"/>
              <p:cNvSpPr>
                <a:spLocks noChangeShapeType="1"/>
              </p:cNvSpPr>
              <p:nvPr/>
            </p:nvSpPr>
            <p:spPr bwMode="auto">
              <a:xfrm>
                <a:off x="5133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  <p:sp>
            <p:nvSpPr>
              <p:cNvPr id="62490" name="Line 17"/>
              <p:cNvSpPr>
                <a:spLocks noChangeShapeType="1"/>
              </p:cNvSpPr>
              <p:nvPr/>
            </p:nvSpPr>
            <p:spPr bwMode="auto">
              <a:xfrm flipH="1" flipV="1">
                <a:off x="3755" y="1780"/>
                <a:ext cx="286" cy="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Noto Serif SC" panose="02020200000000000000" pitchFamily="18" charset="-122"/>
                </a:endParaRPr>
              </a:p>
            </p:txBody>
          </p:sp>
        </p:grpSp>
        <p:sp>
          <p:nvSpPr>
            <p:cNvPr id="62475" name="Text Box 18"/>
            <p:cNvSpPr txBox="1">
              <a:spLocks noChangeArrowheads="1"/>
            </p:cNvSpPr>
            <p:nvPr/>
          </p:nvSpPr>
          <p:spPr bwMode="auto">
            <a:xfrm>
              <a:off x="662" y="2144"/>
              <a:ext cx="2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T</a:t>
              </a:r>
            </a:p>
          </p:txBody>
        </p:sp>
        <p:sp>
          <p:nvSpPr>
            <p:cNvPr id="607251" name="Rectangle 19"/>
            <p:cNvSpPr>
              <a:spLocks noChangeArrowheads="1"/>
            </p:cNvSpPr>
            <p:nvPr/>
          </p:nvSpPr>
          <p:spPr bwMode="auto">
            <a:xfrm>
              <a:off x="480" y="2254"/>
              <a:ext cx="3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8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n</a:t>
              </a:r>
            </a:p>
          </p:txBody>
        </p:sp>
        <p:sp>
          <p:nvSpPr>
            <p:cNvPr id="62477" name="Text Box 20"/>
            <p:cNvSpPr txBox="1">
              <a:spLocks noChangeArrowheads="1"/>
            </p:cNvSpPr>
            <p:nvPr/>
          </p:nvSpPr>
          <p:spPr bwMode="auto">
            <a:xfrm>
              <a:off x="864" y="2149"/>
              <a:ext cx="10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  <a:ea typeface="Noto Serif SC" panose="02020200000000000000" pitchFamily="18" charset="-122"/>
                </a:rPr>
                <a:t>   </a:t>
              </a:r>
              <a:r>
                <a:rPr lang="en-US" altLang="zh-CN" sz="28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0        1</a:t>
              </a:r>
            </a:p>
          </p:txBody>
        </p:sp>
        <p:sp>
          <p:nvSpPr>
            <p:cNvPr id="62478" name="Text Box 21"/>
            <p:cNvSpPr txBox="1">
              <a:spLocks noChangeArrowheads="1"/>
            </p:cNvSpPr>
            <p:nvPr/>
          </p:nvSpPr>
          <p:spPr bwMode="auto">
            <a:xfrm>
              <a:off x="637" y="2485"/>
              <a:ext cx="227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  <a:ea typeface="Noto Serif SC" panose="02020200000000000000" pitchFamily="18" charset="-122"/>
                </a:rPr>
                <a:t>1</a:t>
              </a:r>
            </a:p>
          </p:txBody>
        </p:sp>
        <p:sp>
          <p:nvSpPr>
            <p:cNvPr id="607254" name="Rectangle 22"/>
            <p:cNvSpPr>
              <a:spLocks noChangeArrowheads="1"/>
            </p:cNvSpPr>
            <p:nvPr/>
          </p:nvSpPr>
          <p:spPr bwMode="auto">
            <a:xfrm>
              <a:off x="1152" y="331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Noto Serif SC" panose="02020200000000000000" pitchFamily="18" charset="-122"/>
                </a:rPr>
                <a:t>n+1</a:t>
              </a:r>
            </a:p>
          </p:txBody>
        </p:sp>
      </p:grpSp>
      <p:graphicFrame>
        <p:nvGraphicFramePr>
          <p:cNvPr id="62470" name="Object 23"/>
          <p:cNvGraphicFramePr>
            <a:graphicFrameLocks noChangeAspect="1"/>
          </p:cNvGraphicFramePr>
          <p:nvPr/>
        </p:nvGraphicFramePr>
        <p:xfrm>
          <a:off x="4191000" y="3505200"/>
          <a:ext cx="3816350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3666667" imgH="1152381" progId="Paint.Picture">
                  <p:embed/>
                </p:oleObj>
              </mc:Choice>
              <mc:Fallback>
                <p:oleObj name="位图图像" r:id="rId2" imgW="3666667" imgH="1152381" progId="Paint.Picture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505200"/>
                        <a:ext cx="3816350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56" name="Rectangle 24"/>
          <p:cNvSpPr>
            <a:spLocks noChangeArrowheads="1"/>
          </p:cNvSpPr>
          <p:nvPr/>
        </p:nvSpPr>
        <p:spPr bwMode="auto">
          <a:xfrm>
            <a:off x="5410200" y="2947988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狀態圖</a:t>
            </a:r>
          </a:p>
        </p:txBody>
      </p:sp>
      <p:sp>
        <p:nvSpPr>
          <p:cNvPr id="607257" name="Rectangle 25"/>
          <p:cNvSpPr>
            <a:spLocks noChangeArrowheads="1"/>
          </p:cNvSpPr>
          <p:nvPr/>
        </p:nvSpPr>
        <p:spPr bwMode="auto">
          <a:xfrm>
            <a:off x="4648200" y="5292725"/>
            <a:ext cx="23764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狀態方程：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n+1 </a:t>
            </a:r>
            <a:r>
              <a:rPr lang="zh-CN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T </a:t>
            </a:r>
            <a:r>
              <a:rPr lang="en-US" altLang="zh-CN" sz="3200" dirty="0">
                <a:latin typeface="Noto Serif SC" panose="02020200000000000000" pitchFamily="18" charset="-122"/>
                <a:ea typeface="Noto Serif SC" panose="02020200000000000000" pitchFamily="18" charset="-122"/>
              </a:rPr>
              <a:t>⊕</a:t>
            </a:r>
            <a:r>
              <a:rPr lang="en-US" altLang="zh-CN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 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Q</a:t>
            </a:r>
            <a:r>
              <a:rPr lang="en-US" altLang="zh-CN" sz="28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0B900-B93E-4225-8AAF-21C94AD8BDD8}" type="slidenum">
              <a:rPr lang="en-US" altLang="zh-CN"/>
              <a:pPr>
                <a:defRPr/>
              </a:pPr>
              <a:t>61</a:t>
            </a:fld>
            <a:endParaRPr lang="en-US" altLang="zh-CN" dirty="0"/>
          </a:p>
        </p:txBody>
      </p:sp>
      <p:sp>
        <p:nvSpPr>
          <p:cNvPr id="657410" name="Rectangle 2"/>
          <p:cNvSpPr>
            <a:spLocks noChangeArrowheads="1"/>
          </p:cNvSpPr>
          <p:nvPr/>
        </p:nvSpPr>
        <p:spPr bwMode="auto">
          <a:xfrm>
            <a:off x="609600" y="1143000"/>
            <a:ext cx="8153400" cy="509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526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098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同步時序電路的分析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給定一個邏輯電路，分析該電路完成的邏輯功能</a:t>
            </a: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分析過程：邏輯圖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  <a:sym typeface="Symbol" panose="05050102010706020507" pitchFamily="18" charset="2"/>
              </a:rPr>
              <a:t>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狀態圖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  <a:sym typeface="Symbol" panose="05050102010706020507" pitchFamily="18" charset="2"/>
              </a:rPr>
              <a:t>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文字描述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86800" cy="685800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同步時序電路的分析與設計方法</a:t>
            </a:r>
          </a:p>
        </p:txBody>
      </p:sp>
      <p:sp>
        <p:nvSpPr>
          <p:cNvPr id="657412" name="Rectangle 4"/>
          <p:cNvSpPr>
            <a:spLocks noChangeArrowheads="1"/>
          </p:cNvSpPr>
          <p:nvPr/>
        </p:nvSpPr>
        <p:spPr bwMode="auto">
          <a:xfrm>
            <a:off x="609600" y="3124200"/>
            <a:ext cx="853440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同步時序電路的設計</a:t>
            </a: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根據要求的邏輯功能，設計能夠完成該邏輯功能的電路</a:t>
            </a: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同步時序電路設計過程是同步時序電路分析的逆過程</a:t>
            </a:r>
          </a:p>
          <a:p>
            <a:pPr eaLnBrk="1" hangingPunct="1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設計過程：文字描述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  <a:sym typeface="Symbol" panose="05050102010706020507" pitchFamily="18" charset="2"/>
              </a:rPr>
              <a:t>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狀態圖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  <a:sym typeface="Symbol" panose="05050102010706020507" pitchFamily="18" charset="2"/>
              </a:rPr>
              <a:t>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Noto Serif SC" panose="02020200000000000000" pitchFamily="18" charset="-122"/>
              </a:rPr>
              <a:t>邏輯圖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2BD92-5B0F-48DC-B5C7-62874995F872}" type="slidenum">
              <a:rPr lang="en-US" altLang="zh-CN"/>
              <a:pPr>
                <a:defRPr/>
              </a:pPr>
              <a:t>62</a:t>
            </a:fld>
            <a:endParaRPr lang="en-US" altLang="zh-CN" dirty="0"/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dirty="0"/>
              <a:t> </a:t>
            </a:r>
            <a:r>
              <a:rPr lang="zh-CN" altLang="en-US" sz="3600" dirty="0"/>
              <a:t>同步時序電路的分析與設計方法（</a:t>
            </a:r>
            <a:r>
              <a:rPr lang="en-US" altLang="zh-CN" sz="3600" dirty="0"/>
              <a:t>23</a:t>
            </a:r>
            <a:r>
              <a:rPr lang="zh-CN" altLang="en-US" sz="3600" dirty="0"/>
              <a:t>）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153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小結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>
                <a:solidFill>
                  <a:schemeClr val="tx2"/>
                </a:solidFill>
                <a:latin typeface="Georgia" panose="02040502050405020303" pitchFamily="18" charset="0"/>
              </a:rPr>
              <a:t>時序電路的一般結構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同步時序電路的特點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/>
              <a:t>同一個</a:t>
            </a:r>
            <a:r>
              <a:rPr lang="en-US" altLang="zh-CN" b="1" dirty="0"/>
              <a:t>CP</a:t>
            </a:r>
            <a:r>
              <a:rPr lang="zh-CN" altLang="en-US" b="1" dirty="0"/>
              <a:t>；時鐘到來，狀態改變；一個脈衝只能改變一次狀態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同步時序電路的分析工具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/>
              <a:t>狀態圖、狀態表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同步時序電路的基本概念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zh-CN" altLang="en-US" b="1" dirty="0"/>
              <a:t>功能表、現態</a:t>
            </a:r>
            <a:r>
              <a:rPr lang="en-US" altLang="zh-CN" dirty="0"/>
              <a:t>Q</a:t>
            </a:r>
            <a:r>
              <a:rPr lang="en-US" altLang="zh-CN" baseline="-25000" dirty="0"/>
              <a:t>n </a:t>
            </a:r>
            <a:r>
              <a:rPr lang="zh-CN" altLang="en-US" baseline="-25000" dirty="0"/>
              <a:t>、</a:t>
            </a:r>
            <a:r>
              <a:rPr lang="zh-CN" altLang="en-US" b="1" dirty="0"/>
              <a:t>次態</a:t>
            </a:r>
            <a:r>
              <a:rPr lang="en-US" altLang="zh-CN" b="1" dirty="0"/>
              <a:t>Q</a:t>
            </a:r>
            <a:r>
              <a:rPr lang="en-US" altLang="zh-CN" b="1" baseline="-25000" dirty="0"/>
              <a:t>n+1</a:t>
            </a:r>
            <a:r>
              <a:rPr lang="zh-CN" altLang="en-US" b="1" baseline="-25000" dirty="0"/>
              <a:t>、</a:t>
            </a:r>
            <a:r>
              <a:rPr lang="zh-CN" altLang="en-US" baseline="-25000" dirty="0"/>
              <a:t> </a:t>
            </a:r>
            <a:r>
              <a:rPr lang="zh-CN" altLang="en-US" b="1" dirty="0"/>
              <a:t>狀態表、狀態圖、狀態方程、激勵表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三種觸發器的功能表、激勵表、狀態表、狀態圖與狀態方程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7221</TotalTime>
  <Words>5162</Words>
  <Application>Microsoft Office PowerPoint</Application>
  <PresentationFormat>Affichage à l'écran (4:3)</PresentationFormat>
  <Paragraphs>1456</Paragraphs>
  <Slides>62</Slides>
  <Notes>5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62</vt:i4>
      </vt:variant>
    </vt:vector>
  </HeadingPairs>
  <TitlesOfParts>
    <vt:vector size="74" baseType="lpstr">
      <vt:lpstr>Noto Serif SC</vt:lpstr>
      <vt:lpstr>幼圆</vt:lpstr>
      <vt:lpstr>Arial</vt:lpstr>
      <vt:lpstr>Georgia</vt:lpstr>
      <vt:lpstr>Monotype Corsiva</vt:lpstr>
      <vt:lpstr>Tahoma</vt:lpstr>
      <vt:lpstr>Times New Roman</vt:lpstr>
      <vt:lpstr>Wingdings</vt:lpstr>
      <vt:lpstr>Shimmer</vt:lpstr>
      <vt:lpstr>Equation</vt:lpstr>
      <vt:lpstr>公式</vt:lpstr>
      <vt:lpstr>位图图像</vt:lpstr>
      <vt:lpstr>第四章 同步時序電路</vt:lpstr>
      <vt:lpstr>觸發器</vt:lpstr>
      <vt:lpstr>觸發器</vt:lpstr>
      <vt:lpstr>負邊沿觸發的J-K觸發器原理</vt:lpstr>
      <vt:lpstr>觸發器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負邊沿JK觸發器——74ls112</vt:lpstr>
      <vt:lpstr>正邊沿JK觸發器——74ls109</vt:lpstr>
      <vt:lpstr>Présentation PowerPoint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Présentation PowerPoint</vt:lpstr>
      <vt:lpstr>觸發器</vt:lpstr>
      <vt:lpstr>觸發器</vt:lpstr>
      <vt:lpstr>觸發器</vt:lpstr>
      <vt:lpstr>Présentation PowerPoint</vt:lpstr>
      <vt:lpstr>觸發器</vt:lpstr>
      <vt:lpstr>觸發器</vt:lpstr>
      <vt:lpstr>Présentation PowerPoint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觸發器</vt:lpstr>
      <vt:lpstr>第三章 同步時序電路</vt:lpstr>
      <vt:lpstr>同步時序電路的分析與設計方法（1）</vt:lpstr>
      <vt:lpstr>同步時序電路的分析與設計方法（2）</vt:lpstr>
      <vt:lpstr>同步時序電路的分析與設計方法（3）</vt:lpstr>
      <vt:lpstr>同步時序電路的分析與設計方法（4）</vt:lpstr>
      <vt:lpstr>同步時序電路的分析與設計方法（5）</vt:lpstr>
      <vt:lpstr>同步時序電路的分析與設計方法（6）</vt:lpstr>
      <vt:lpstr>同步時序電路的分析與設計方法（7）</vt:lpstr>
      <vt:lpstr>同步時序電路的分析與設計方法（8）</vt:lpstr>
      <vt:lpstr>同步時序電路的分析與設計方法（9）</vt:lpstr>
      <vt:lpstr>同步時序電路的分析與設計方法（10）</vt:lpstr>
      <vt:lpstr>同步時序電路的分析與設計方法</vt:lpstr>
      <vt:lpstr> 同步時序電路的分析與設計方法（23）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Terry C.</cp:lastModifiedBy>
  <cp:revision>360</cp:revision>
  <dcterms:created xsi:type="dcterms:W3CDTF">2002-01-04T07:22:46Z</dcterms:created>
  <dcterms:modified xsi:type="dcterms:W3CDTF">2025-04-14T02:28:14Z</dcterms:modified>
</cp:coreProperties>
</file>