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handoutMasterIdLst>
    <p:handoutMasterId r:id="rId17"/>
  </p:handoutMasterIdLst>
  <p:sldIdLst>
    <p:sldId id="256" r:id="rId3"/>
    <p:sldId id="259" r:id="rId4"/>
    <p:sldId id="279" r:id="rId5"/>
    <p:sldId id="293" r:id="rId6"/>
    <p:sldId id="280" r:id="rId7"/>
    <p:sldId id="270" r:id="rId8"/>
    <p:sldId id="261" r:id="rId9"/>
    <p:sldId id="262" r:id="rId10"/>
    <p:sldId id="263" r:id="rId11"/>
    <p:sldId id="264" r:id="rId12"/>
    <p:sldId id="265" r:id="rId13"/>
    <p:sldId id="290" r:id="rId14"/>
    <p:sldId id="266" r:id="rId15"/>
    <p:sldId id="260" r:id="rId16"/>
  </p:sldIdLst>
  <p:sldSz cx="12192000" cy="6858000"/>
  <p:notesSz cx="6858000" cy="9144000"/>
  <p:embeddedFontLst>
    <p:embeddedFont>
      <p:font typeface="Arial Unicode MS" panose="020B0604020202020204" charset="-122"/>
      <p:regular r:id="rId21"/>
    </p:embeddedFont>
    <p:embeddedFont>
      <p:font typeface="等线" panose="02010600030101010101" charset="-122"/>
      <p:regular r:id="rId22"/>
    </p:embeddedFont>
  </p:embeddedFontLst>
  <p:custDataLst>
    <p:tags r:id="rId2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38" userDrawn="1">
          <p15:clr>
            <a:srgbClr val="A4A3A4"/>
          </p15:clr>
        </p15:guide>
        <p15:guide id="2" pos="7242" userDrawn="1">
          <p15:clr>
            <a:srgbClr val="A4A3A4"/>
          </p15:clr>
        </p15:guide>
        <p15:guide id="4" orient="horz" pos="67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3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7" d="100"/>
          <a:sy n="107" d="100"/>
        </p:scale>
        <p:origin x="702" y="48"/>
      </p:cViewPr>
      <p:guideLst>
        <p:guide pos="438"/>
        <p:guide pos="7242"/>
        <p:guide orient="horz" pos="67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1308"/>
    </p:cViewPr>
  </p:sorterViewPr>
  <p:notesViewPr>
    <p:cSldViewPr snapToGrid="0">
      <p:cViewPr varScale="1">
        <p:scale>
          <a:sx n="75" d="100"/>
          <a:sy n="75" d="100"/>
        </p:scale>
        <p:origin x="3300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gs" Target="tags/tag1.xml"/><Relationship Id="rId22" Type="http://schemas.openxmlformats.org/officeDocument/2006/relationships/font" Target="fonts/font2.fntdata"/><Relationship Id="rId21" Type="http://schemas.openxmlformats.org/officeDocument/2006/relationships/font" Target="fonts/font1.fntdata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handoutMaster" Target="handoutMasters/handoutMaster1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DED53D-5900-4692-B30E-AEFD90DE758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6F731E-E4EE-48C2-8E2E-8649318C6E6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 txBox="1"/>
          <p:nvPr userDrawn="1"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A472C3D-AF5E-4018-809E-6D5CF0DA803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灯片编号占位符 5"/>
          <p:cNvSpPr txBox="1"/>
          <p:nvPr userDrawn="1"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01D4F1-F8E0-4A07-889D-619BBD10A3B1}" type="slidenum">
              <a:rPr lang="zh-CN" altLang="en-US" smtClean="0"/>
            </a:fld>
            <a:endParaRPr lang="zh-CN" altLang="en-US"/>
          </a:p>
        </p:txBody>
      </p:sp>
      <p:sp>
        <p:nvSpPr>
          <p:cNvPr id="34" name="矩形 33"/>
          <p:cNvSpPr/>
          <p:nvPr userDrawn="1"/>
        </p:nvSpPr>
        <p:spPr>
          <a:xfrm>
            <a:off x="0" y="4695476"/>
            <a:ext cx="12192000" cy="21625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7" name="矩形: 圆角 3"/>
          <p:cNvSpPr/>
          <p:nvPr userDrawn="1"/>
        </p:nvSpPr>
        <p:spPr>
          <a:xfrm>
            <a:off x="470885" y="317241"/>
            <a:ext cx="11250231" cy="5278950"/>
          </a:xfrm>
          <a:prstGeom prst="roundRect">
            <a:avLst>
              <a:gd name="adj" fmla="val 4373"/>
            </a:avLst>
          </a:prstGeom>
          <a:solidFill>
            <a:schemeClr val="bg1"/>
          </a:solidFill>
          <a:ln w="508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8" name="矩形: 圆角 4"/>
          <p:cNvSpPr/>
          <p:nvPr userDrawn="1"/>
        </p:nvSpPr>
        <p:spPr>
          <a:xfrm>
            <a:off x="196215" y="697230"/>
            <a:ext cx="11799570" cy="5463540"/>
          </a:xfrm>
          <a:prstGeom prst="roundRect">
            <a:avLst>
              <a:gd name="adj" fmla="val 5370"/>
            </a:avLst>
          </a:prstGeom>
          <a:solidFill>
            <a:schemeClr val="bg1"/>
          </a:solidFill>
          <a:ln>
            <a:noFill/>
          </a:ln>
          <a:effectLst>
            <a:outerShdw blurRad="215900" sx="102000" sy="102000" algn="ctr" rotWithShape="0">
              <a:srgbClr val="15243F">
                <a:alpha val="1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cxnSp>
        <p:nvCxnSpPr>
          <p:cNvPr id="5" name="直接连接符 4"/>
          <p:cNvCxnSpPr/>
          <p:nvPr userDrawn="1"/>
        </p:nvCxnSpPr>
        <p:spPr>
          <a:xfrm flipH="1">
            <a:off x="2429750" y="3743183"/>
            <a:ext cx="1901952" cy="0"/>
          </a:xfrm>
          <a:prstGeom prst="line">
            <a:avLst/>
          </a:prstGeom>
          <a:ln w="19050">
            <a:solidFill>
              <a:schemeClr val="accent1">
                <a:lumMod val="10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 userDrawn="1"/>
        </p:nvCxnSpPr>
        <p:spPr>
          <a:xfrm flipH="1">
            <a:off x="7860299" y="3743183"/>
            <a:ext cx="1901952" cy="0"/>
          </a:xfrm>
          <a:prstGeom prst="line">
            <a:avLst/>
          </a:prstGeom>
          <a:ln w="19050">
            <a:solidFill>
              <a:schemeClr val="accent1">
                <a:lumMod val="10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 userDrawn="1"/>
        </p:nvSpPr>
        <p:spPr>
          <a:xfrm>
            <a:off x="0" y="2347738"/>
            <a:ext cx="12192000" cy="21625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7" name="矩形: 圆角 3"/>
          <p:cNvSpPr/>
          <p:nvPr userDrawn="1"/>
        </p:nvSpPr>
        <p:spPr>
          <a:xfrm>
            <a:off x="471170" y="319723"/>
            <a:ext cx="11250295" cy="6218555"/>
          </a:xfrm>
          <a:prstGeom prst="roundRect">
            <a:avLst>
              <a:gd name="adj" fmla="val 4373"/>
            </a:avLst>
          </a:prstGeom>
          <a:solidFill>
            <a:schemeClr val="bg1"/>
          </a:solidFill>
          <a:ln w="508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8" name="矩形: 圆角 4"/>
          <p:cNvSpPr/>
          <p:nvPr userDrawn="1"/>
        </p:nvSpPr>
        <p:spPr>
          <a:xfrm>
            <a:off x="196215" y="697230"/>
            <a:ext cx="11799570" cy="5463540"/>
          </a:xfrm>
          <a:prstGeom prst="roundRect">
            <a:avLst>
              <a:gd name="adj" fmla="val 5370"/>
            </a:avLst>
          </a:prstGeom>
          <a:solidFill>
            <a:schemeClr val="bg1"/>
          </a:solidFill>
          <a:ln>
            <a:noFill/>
          </a:ln>
          <a:effectLst>
            <a:outerShdw blurRad="215900" sx="102000" sy="102000" algn="ctr" rotWithShape="0">
              <a:srgbClr val="15243F">
                <a:alpha val="1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" name="矩形: 圆角 4"/>
          <p:cNvSpPr/>
          <p:nvPr userDrawn="1"/>
        </p:nvSpPr>
        <p:spPr>
          <a:xfrm>
            <a:off x="196215" y="5691505"/>
            <a:ext cx="11799570" cy="469265"/>
          </a:xfrm>
          <a:custGeom>
            <a:avLst/>
            <a:gdLst>
              <a:gd name="adj" fmla="val 5370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8582" h="739">
                <a:moveTo>
                  <a:pt x="0" y="0"/>
                </a:moveTo>
                <a:lnTo>
                  <a:pt x="18582" y="0"/>
                </a:lnTo>
                <a:lnTo>
                  <a:pt x="18582" y="277"/>
                </a:lnTo>
                <a:cubicBezTo>
                  <a:pt x="18582" y="532"/>
                  <a:pt x="18375" y="739"/>
                  <a:pt x="18120" y="739"/>
                </a:cubicBezTo>
                <a:lnTo>
                  <a:pt x="462" y="739"/>
                </a:lnTo>
                <a:cubicBezTo>
                  <a:pt x="207" y="739"/>
                  <a:pt x="0" y="532"/>
                  <a:pt x="0" y="277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215900" sx="102000" sy="102000" algn="ctr" rotWithShape="0">
              <a:srgbClr val="15243F">
                <a:alpha val="1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9" name="任意多边形 8"/>
          <p:cNvSpPr/>
          <p:nvPr userDrawn="1"/>
        </p:nvSpPr>
        <p:spPr>
          <a:xfrm>
            <a:off x="4873625" y="697230"/>
            <a:ext cx="2444750" cy="1252855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3499" h="1793">
                <a:moveTo>
                  <a:pt x="1" y="0"/>
                </a:moveTo>
                <a:lnTo>
                  <a:pt x="3498" y="0"/>
                </a:lnTo>
                <a:lnTo>
                  <a:pt x="3499" y="44"/>
                </a:lnTo>
                <a:cubicBezTo>
                  <a:pt x="3499" y="1010"/>
                  <a:pt x="2716" y="1793"/>
                  <a:pt x="1750" y="1793"/>
                </a:cubicBezTo>
                <a:cubicBezTo>
                  <a:pt x="783" y="1793"/>
                  <a:pt x="0" y="1010"/>
                  <a:pt x="0" y="44"/>
                </a:cubicBezTo>
                <a:lnTo>
                  <a:pt x="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文本框 2"/>
          <p:cNvSpPr txBox="1"/>
          <p:nvPr userDrawn="1"/>
        </p:nvSpPr>
        <p:spPr>
          <a:xfrm>
            <a:off x="5490706" y="822077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</a:rPr>
              <a:t>目录</a:t>
            </a:r>
            <a:endParaRPr lang="zh-CN" altLang="en-US" sz="4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2347738"/>
            <a:ext cx="12192000" cy="21625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" name="矩形: 圆角 3"/>
          <p:cNvSpPr/>
          <p:nvPr userDrawn="1"/>
        </p:nvSpPr>
        <p:spPr>
          <a:xfrm>
            <a:off x="471170" y="319723"/>
            <a:ext cx="11250295" cy="6218555"/>
          </a:xfrm>
          <a:prstGeom prst="roundRect">
            <a:avLst>
              <a:gd name="adj" fmla="val 4373"/>
            </a:avLst>
          </a:prstGeom>
          <a:solidFill>
            <a:schemeClr val="bg1"/>
          </a:solidFill>
          <a:ln w="508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4" name="矩形: 圆角 4"/>
          <p:cNvSpPr/>
          <p:nvPr userDrawn="1"/>
        </p:nvSpPr>
        <p:spPr>
          <a:xfrm>
            <a:off x="196215" y="697230"/>
            <a:ext cx="11799570" cy="5463540"/>
          </a:xfrm>
          <a:prstGeom prst="roundRect">
            <a:avLst>
              <a:gd name="adj" fmla="val 5370"/>
            </a:avLst>
          </a:prstGeom>
          <a:solidFill>
            <a:schemeClr val="bg1"/>
          </a:solidFill>
          <a:ln>
            <a:noFill/>
          </a:ln>
          <a:effectLst>
            <a:outerShdw blurRad="215900" sx="102000" sy="102000" algn="ctr" rotWithShape="0">
              <a:srgbClr val="15243F">
                <a:alpha val="1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5" name="矩形: 圆角 4"/>
          <p:cNvSpPr/>
          <p:nvPr userDrawn="1"/>
        </p:nvSpPr>
        <p:spPr>
          <a:xfrm>
            <a:off x="196215" y="5691505"/>
            <a:ext cx="11799570" cy="469265"/>
          </a:xfrm>
          <a:custGeom>
            <a:avLst/>
            <a:gdLst>
              <a:gd name="adj" fmla="val 5370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8582" h="739">
                <a:moveTo>
                  <a:pt x="0" y="0"/>
                </a:moveTo>
                <a:lnTo>
                  <a:pt x="18582" y="0"/>
                </a:lnTo>
                <a:lnTo>
                  <a:pt x="18582" y="277"/>
                </a:lnTo>
                <a:cubicBezTo>
                  <a:pt x="18582" y="532"/>
                  <a:pt x="18375" y="739"/>
                  <a:pt x="18120" y="739"/>
                </a:cubicBezTo>
                <a:lnTo>
                  <a:pt x="462" y="739"/>
                </a:lnTo>
                <a:cubicBezTo>
                  <a:pt x="207" y="739"/>
                  <a:pt x="0" y="532"/>
                  <a:pt x="0" y="277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215900" sx="102000" sy="102000" algn="ctr" rotWithShape="0">
              <a:srgbClr val="15243F">
                <a:alpha val="1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9" name="任意多边形: 形状 38"/>
          <p:cNvSpPr/>
          <p:nvPr userDrawn="1"/>
        </p:nvSpPr>
        <p:spPr>
          <a:xfrm rot="9314560">
            <a:off x="3615566" y="1423260"/>
            <a:ext cx="4796144" cy="3916144"/>
          </a:xfrm>
          <a:custGeom>
            <a:avLst/>
            <a:gdLst>
              <a:gd name="connsiteX0" fmla="*/ 1591865 w 4198424"/>
              <a:gd name="connsiteY0" fmla="*/ 8778 h 2723153"/>
              <a:gd name="connsiteX1" fmla="*/ 809 w 4198424"/>
              <a:gd name="connsiteY1" fmla="*/ 1032906 h 2723153"/>
              <a:gd name="connsiteX2" fmla="*/ 1783889 w 4198424"/>
              <a:gd name="connsiteY2" fmla="*/ 2715402 h 2723153"/>
              <a:gd name="connsiteX3" fmla="*/ 4197905 w 4198424"/>
              <a:gd name="connsiteY3" fmla="*/ 1590690 h 2723153"/>
              <a:gd name="connsiteX4" fmla="*/ 1591865 w 4198424"/>
              <a:gd name="connsiteY4" fmla="*/ 8778 h 2723153"/>
              <a:gd name="connsiteX0-1" fmla="*/ 1594766 w 4201325"/>
              <a:gd name="connsiteY0-2" fmla="*/ 2367 h 2716742"/>
              <a:gd name="connsiteX1-3" fmla="*/ 3710 w 4201325"/>
              <a:gd name="connsiteY1-4" fmla="*/ 1026495 h 2716742"/>
              <a:gd name="connsiteX2-5" fmla="*/ 1786790 w 4201325"/>
              <a:gd name="connsiteY2-6" fmla="*/ 2708991 h 2716742"/>
              <a:gd name="connsiteX3-7" fmla="*/ 4200806 w 4201325"/>
              <a:gd name="connsiteY3-8" fmla="*/ 1584279 h 2716742"/>
              <a:gd name="connsiteX4-9" fmla="*/ 1594766 w 4201325"/>
              <a:gd name="connsiteY4-10" fmla="*/ 2367 h 2716742"/>
              <a:gd name="connsiteX0-11" fmla="*/ 1984986 w 4198884"/>
              <a:gd name="connsiteY0-12" fmla="*/ 2093 h 2908776"/>
              <a:gd name="connsiteX1-13" fmla="*/ 738 w 4198884"/>
              <a:gd name="connsiteY1-14" fmla="*/ 1218245 h 2908776"/>
              <a:gd name="connsiteX2-15" fmla="*/ 1783818 w 4198884"/>
              <a:gd name="connsiteY2-16" fmla="*/ 2900741 h 2908776"/>
              <a:gd name="connsiteX3-17" fmla="*/ 4197834 w 4198884"/>
              <a:gd name="connsiteY3-18" fmla="*/ 1776029 h 2908776"/>
              <a:gd name="connsiteX4-19" fmla="*/ 1984986 w 4198884"/>
              <a:gd name="connsiteY4-20" fmla="*/ 2093 h 2908776"/>
              <a:gd name="connsiteX0-21" fmla="*/ 1984986 w 4198884"/>
              <a:gd name="connsiteY0-22" fmla="*/ 2093 h 2906141"/>
              <a:gd name="connsiteX1-23" fmla="*/ 738 w 4198884"/>
              <a:gd name="connsiteY1-24" fmla="*/ 1218245 h 2906141"/>
              <a:gd name="connsiteX2-25" fmla="*/ 1783818 w 4198884"/>
              <a:gd name="connsiteY2-26" fmla="*/ 2900741 h 2906141"/>
              <a:gd name="connsiteX3-27" fmla="*/ 4197834 w 4198884"/>
              <a:gd name="connsiteY3-28" fmla="*/ 1776029 h 2906141"/>
              <a:gd name="connsiteX4-29" fmla="*/ 1984986 w 4198884"/>
              <a:gd name="connsiteY4-30" fmla="*/ 2093 h 2906141"/>
              <a:gd name="connsiteX0-31" fmla="*/ 1985646 w 4199544"/>
              <a:gd name="connsiteY0-32" fmla="*/ 2093 h 2906141"/>
              <a:gd name="connsiteX1-33" fmla="*/ 1398 w 4199544"/>
              <a:gd name="connsiteY1-34" fmla="*/ 1218245 h 2906141"/>
              <a:gd name="connsiteX2-35" fmla="*/ 1784478 w 4199544"/>
              <a:gd name="connsiteY2-36" fmla="*/ 2900741 h 2906141"/>
              <a:gd name="connsiteX3-37" fmla="*/ 4198494 w 4199544"/>
              <a:gd name="connsiteY3-38" fmla="*/ 1776029 h 2906141"/>
              <a:gd name="connsiteX4-39" fmla="*/ 1985646 w 4199544"/>
              <a:gd name="connsiteY4-40" fmla="*/ 2093 h 2906141"/>
              <a:gd name="connsiteX0-41" fmla="*/ 1985646 w 4199544"/>
              <a:gd name="connsiteY0-42" fmla="*/ 2180 h 3243121"/>
              <a:gd name="connsiteX1-43" fmla="*/ 1398 w 4199544"/>
              <a:gd name="connsiteY1-44" fmla="*/ 1218332 h 3243121"/>
              <a:gd name="connsiteX2-45" fmla="*/ 1784478 w 4199544"/>
              <a:gd name="connsiteY2-46" fmla="*/ 3239156 h 3243121"/>
              <a:gd name="connsiteX3-47" fmla="*/ 4198494 w 4199544"/>
              <a:gd name="connsiteY3-48" fmla="*/ 1776116 h 3243121"/>
              <a:gd name="connsiteX4-49" fmla="*/ 1985646 w 4199544"/>
              <a:gd name="connsiteY4-50" fmla="*/ 2180 h 3243121"/>
              <a:gd name="connsiteX0-51" fmla="*/ 1985646 w 4199062"/>
              <a:gd name="connsiteY0-52" fmla="*/ 2320 h 3243589"/>
              <a:gd name="connsiteX1-53" fmla="*/ 1398 w 4199062"/>
              <a:gd name="connsiteY1-54" fmla="*/ 1218472 h 3243589"/>
              <a:gd name="connsiteX2-55" fmla="*/ 1784478 w 4199062"/>
              <a:gd name="connsiteY2-56" fmla="*/ 3239296 h 3243589"/>
              <a:gd name="connsiteX3-57" fmla="*/ 4198494 w 4199062"/>
              <a:gd name="connsiteY3-58" fmla="*/ 1776256 h 3243589"/>
              <a:gd name="connsiteX4-59" fmla="*/ 1985646 w 4199062"/>
              <a:gd name="connsiteY4-60" fmla="*/ 2320 h 3243589"/>
              <a:gd name="connsiteX0-61" fmla="*/ 1874828 w 4197602"/>
              <a:gd name="connsiteY0-62" fmla="*/ 2074 h 3325362"/>
              <a:gd name="connsiteX1-63" fmla="*/ 308 w 4197602"/>
              <a:gd name="connsiteY1-64" fmla="*/ 1300522 h 3325362"/>
              <a:gd name="connsiteX2-65" fmla="*/ 1783388 w 4197602"/>
              <a:gd name="connsiteY2-66" fmla="*/ 3321346 h 3325362"/>
              <a:gd name="connsiteX3-67" fmla="*/ 4197404 w 4197602"/>
              <a:gd name="connsiteY3-68" fmla="*/ 1858306 h 3325362"/>
              <a:gd name="connsiteX4-69" fmla="*/ 1874828 w 4197602"/>
              <a:gd name="connsiteY4-70" fmla="*/ 2074 h 3325362"/>
              <a:gd name="connsiteX0-71" fmla="*/ 1874828 w 4199532"/>
              <a:gd name="connsiteY0-72" fmla="*/ 2450 h 3326778"/>
              <a:gd name="connsiteX1-73" fmla="*/ 308 w 4199532"/>
              <a:gd name="connsiteY1-74" fmla="*/ 1300898 h 3326778"/>
              <a:gd name="connsiteX2-75" fmla="*/ 1783388 w 4199532"/>
              <a:gd name="connsiteY2-76" fmla="*/ 3321722 h 3326778"/>
              <a:gd name="connsiteX3-77" fmla="*/ 4197404 w 4199532"/>
              <a:gd name="connsiteY3-78" fmla="*/ 1858682 h 3326778"/>
              <a:gd name="connsiteX4-79" fmla="*/ 1874828 w 4199532"/>
              <a:gd name="connsiteY4-80" fmla="*/ 2450 h 332677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4199532" h="3326778">
                <a:moveTo>
                  <a:pt x="1874828" y="2450"/>
                </a:moveTo>
                <a:cubicBezTo>
                  <a:pt x="398072" y="64934"/>
                  <a:pt x="15548" y="747686"/>
                  <a:pt x="308" y="1300898"/>
                </a:cubicBezTo>
                <a:cubicBezTo>
                  <a:pt x="-14932" y="1854110"/>
                  <a:pt x="535232" y="3247046"/>
                  <a:pt x="1783388" y="3321722"/>
                </a:cubicBezTo>
                <a:cubicBezTo>
                  <a:pt x="3031544" y="3396398"/>
                  <a:pt x="4145588" y="2631350"/>
                  <a:pt x="4197404" y="1858682"/>
                </a:cubicBezTo>
                <a:cubicBezTo>
                  <a:pt x="4249220" y="1086014"/>
                  <a:pt x="3351584" y="-60034"/>
                  <a:pt x="1874828" y="2450"/>
                </a:cubicBezTo>
                <a:close/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0" name="任意多边形: 形状 39"/>
          <p:cNvSpPr/>
          <p:nvPr userDrawn="1"/>
        </p:nvSpPr>
        <p:spPr>
          <a:xfrm rot="9035540">
            <a:off x="3793156" y="1568268"/>
            <a:ext cx="4440964" cy="3626131"/>
          </a:xfrm>
          <a:custGeom>
            <a:avLst/>
            <a:gdLst>
              <a:gd name="connsiteX0" fmla="*/ 1591865 w 4198424"/>
              <a:gd name="connsiteY0" fmla="*/ 8778 h 2723153"/>
              <a:gd name="connsiteX1" fmla="*/ 809 w 4198424"/>
              <a:gd name="connsiteY1" fmla="*/ 1032906 h 2723153"/>
              <a:gd name="connsiteX2" fmla="*/ 1783889 w 4198424"/>
              <a:gd name="connsiteY2" fmla="*/ 2715402 h 2723153"/>
              <a:gd name="connsiteX3" fmla="*/ 4197905 w 4198424"/>
              <a:gd name="connsiteY3" fmla="*/ 1590690 h 2723153"/>
              <a:gd name="connsiteX4" fmla="*/ 1591865 w 4198424"/>
              <a:gd name="connsiteY4" fmla="*/ 8778 h 2723153"/>
              <a:gd name="connsiteX0-1" fmla="*/ 1594766 w 4201325"/>
              <a:gd name="connsiteY0-2" fmla="*/ 2367 h 2716742"/>
              <a:gd name="connsiteX1-3" fmla="*/ 3710 w 4201325"/>
              <a:gd name="connsiteY1-4" fmla="*/ 1026495 h 2716742"/>
              <a:gd name="connsiteX2-5" fmla="*/ 1786790 w 4201325"/>
              <a:gd name="connsiteY2-6" fmla="*/ 2708991 h 2716742"/>
              <a:gd name="connsiteX3-7" fmla="*/ 4200806 w 4201325"/>
              <a:gd name="connsiteY3-8" fmla="*/ 1584279 h 2716742"/>
              <a:gd name="connsiteX4-9" fmla="*/ 1594766 w 4201325"/>
              <a:gd name="connsiteY4-10" fmla="*/ 2367 h 2716742"/>
              <a:gd name="connsiteX0-11" fmla="*/ 1984986 w 4198884"/>
              <a:gd name="connsiteY0-12" fmla="*/ 2093 h 2908776"/>
              <a:gd name="connsiteX1-13" fmla="*/ 738 w 4198884"/>
              <a:gd name="connsiteY1-14" fmla="*/ 1218245 h 2908776"/>
              <a:gd name="connsiteX2-15" fmla="*/ 1783818 w 4198884"/>
              <a:gd name="connsiteY2-16" fmla="*/ 2900741 h 2908776"/>
              <a:gd name="connsiteX3-17" fmla="*/ 4197834 w 4198884"/>
              <a:gd name="connsiteY3-18" fmla="*/ 1776029 h 2908776"/>
              <a:gd name="connsiteX4-19" fmla="*/ 1984986 w 4198884"/>
              <a:gd name="connsiteY4-20" fmla="*/ 2093 h 2908776"/>
              <a:gd name="connsiteX0-21" fmla="*/ 1984986 w 4198884"/>
              <a:gd name="connsiteY0-22" fmla="*/ 2093 h 2906141"/>
              <a:gd name="connsiteX1-23" fmla="*/ 738 w 4198884"/>
              <a:gd name="connsiteY1-24" fmla="*/ 1218245 h 2906141"/>
              <a:gd name="connsiteX2-25" fmla="*/ 1783818 w 4198884"/>
              <a:gd name="connsiteY2-26" fmla="*/ 2900741 h 2906141"/>
              <a:gd name="connsiteX3-27" fmla="*/ 4197834 w 4198884"/>
              <a:gd name="connsiteY3-28" fmla="*/ 1776029 h 2906141"/>
              <a:gd name="connsiteX4-29" fmla="*/ 1984986 w 4198884"/>
              <a:gd name="connsiteY4-30" fmla="*/ 2093 h 2906141"/>
              <a:gd name="connsiteX0-31" fmla="*/ 1985646 w 4199544"/>
              <a:gd name="connsiteY0-32" fmla="*/ 2093 h 2906141"/>
              <a:gd name="connsiteX1-33" fmla="*/ 1398 w 4199544"/>
              <a:gd name="connsiteY1-34" fmla="*/ 1218245 h 2906141"/>
              <a:gd name="connsiteX2-35" fmla="*/ 1784478 w 4199544"/>
              <a:gd name="connsiteY2-36" fmla="*/ 2900741 h 2906141"/>
              <a:gd name="connsiteX3-37" fmla="*/ 4198494 w 4199544"/>
              <a:gd name="connsiteY3-38" fmla="*/ 1776029 h 2906141"/>
              <a:gd name="connsiteX4-39" fmla="*/ 1985646 w 4199544"/>
              <a:gd name="connsiteY4-40" fmla="*/ 2093 h 2906141"/>
              <a:gd name="connsiteX0-41" fmla="*/ 1985646 w 4199544"/>
              <a:gd name="connsiteY0-42" fmla="*/ 2180 h 3243121"/>
              <a:gd name="connsiteX1-43" fmla="*/ 1398 w 4199544"/>
              <a:gd name="connsiteY1-44" fmla="*/ 1218332 h 3243121"/>
              <a:gd name="connsiteX2-45" fmla="*/ 1784478 w 4199544"/>
              <a:gd name="connsiteY2-46" fmla="*/ 3239156 h 3243121"/>
              <a:gd name="connsiteX3-47" fmla="*/ 4198494 w 4199544"/>
              <a:gd name="connsiteY3-48" fmla="*/ 1776116 h 3243121"/>
              <a:gd name="connsiteX4-49" fmla="*/ 1985646 w 4199544"/>
              <a:gd name="connsiteY4-50" fmla="*/ 2180 h 3243121"/>
              <a:gd name="connsiteX0-51" fmla="*/ 1985646 w 4199062"/>
              <a:gd name="connsiteY0-52" fmla="*/ 2320 h 3243589"/>
              <a:gd name="connsiteX1-53" fmla="*/ 1398 w 4199062"/>
              <a:gd name="connsiteY1-54" fmla="*/ 1218472 h 3243589"/>
              <a:gd name="connsiteX2-55" fmla="*/ 1784478 w 4199062"/>
              <a:gd name="connsiteY2-56" fmla="*/ 3239296 h 3243589"/>
              <a:gd name="connsiteX3-57" fmla="*/ 4198494 w 4199062"/>
              <a:gd name="connsiteY3-58" fmla="*/ 1776256 h 3243589"/>
              <a:gd name="connsiteX4-59" fmla="*/ 1985646 w 4199062"/>
              <a:gd name="connsiteY4-60" fmla="*/ 2320 h 3243589"/>
              <a:gd name="connsiteX0-61" fmla="*/ 1874828 w 4197602"/>
              <a:gd name="connsiteY0-62" fmla="*/ 2074 h 3325362"/>
              <a:gd name="connsiteX1-63" fmla="*/ 308 w 4197602"/>
              <a:gd name="connsiteY1-64" fmla="*/ 1300522 h 3325362"/>
              <a:gd name="connsiteX2-65" fmla="*/ 1783388 w 4197602"/>
              <a:gd name="connsiteY2-66" fmla="*/ 3321346 h 3325362"/>
              <a:gd name="connsiteX3-67" fmla="*/ 4197404 w 4197602"/>
              <a:gd name="connsiteY3-68" fmla="*/ 1858306 h 3325362"/>
              <a:gd name="connsiteX4-69" fmla="*/ 1874828 w 4197602"/>
              <a:gd name="connsiteY4-70" fmla="*/ 2074 h 3325362"/>
              <a:gd name="connsiteX0-71" fmla="*/ 1874828 w 4199532"/>
              <a:gd name="connsiteY0-72" fmla="*/ 2450 h 3326778"/>
              <a:gd name="connsiteX1-73" fmla="*/ 308 w 4199532"/>
              <a:gd name="connsiteY1-74" fmla="*/ 1300898 h 3326778"/>
              <a:gd name="connsiteX2-75" fmla="*/ 1783388 w 4199532"/>
              <a:gd name="connsiteY2-76" fmla="*/ 3321722 h 3326778"/>
              <a:gd name="connsiteX3-77" fmla="*/ 4197404 w 4199532"/>
              <a:gd name="connsiteY3-78" fmla="*/ 1858682 h 3326778"/>
              <a:gd name="connsiteX4-79" fmla="*/ 1874828 w 4199532"/>
              <a:gd name="connsiteY4-80" fmla="*/ 2450 h 332677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4199532" h="3326778">
                <a:moveTo>
                  <a:pt x="1874828" y="2450"/>
                </a:moveTo>
                <a:cubicBezTo>
                  <a:pt x="398072" y="64934"/>
                  <a:pt x="15548" y="747686"/>
                  <a:pt x="308" y="1300898"/>
                </a:cubicBezTo>
                <a:cubicBezTo>
                  <a:pt x="-14932" y="1854110"/>
                  <a:pt x="535232" y="3247046"/>
                  <a:pt x="1783388" y="3321722"/>
                </a:cubicBezTo>
                <a:cubicBezTo>
                  <a:pt x="3031544" y="3396398"/>
                  <a:pt x="4145588" y="2631350"/>
                  <a:pt x="4197404" y="1858682"/>
                </a:cubicBezTo>
                <a:cubicBezTo>
                  <a:pt x="4249220" y="1086014"/>
                  <a:pt x="3351584" y="-60034"/>
                  <a:pt x="1874828" y="2450"/>
                </a:cubicBez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1" name="任意多边形: 形状 40"/>
          <p:cNvSpPr/>
          <p:nvPr userDrawn="1"/>
        </p:nvSpPr>
        <p:spPr>
          <a:xfrm rot="718028">
            <a:off x="3875161" y="1666713"/>
            <a:ext cx="4440964" cy="3518036"/>
          </a:xfrm>
          <a:custGeom>
            <a:avLst/>
            <a:gdLst>
              <a:gd name="connsiteX0" fmla="*/ 1591865 w 4198424"/>
              <a:gd name="connsiteY0" fmla="*/ 8778 h 2723153"/>
              <a:gd name="connsiteX1" fmla="*/ 809 w 4198424"/>
              <a:gd name="connsiteY1" fmla="*/ 1032906 h 2723153"/>
              <a:gd name="connsiteX2" fmla="*/ 1783889 w 4198424"/>
              <a:gd name="connsiteY2" fmla="*/ 2715402 h 2723153"/>
              <a:gd name="connsiteX3" fmla="*/ 4197905 w 4198424"/>
              <a:gd name="connsiteY3" fmla="*/ 1590690 h 2723153"/>
              <a:gd name="connsiteX4" fmla="*/ 1591865 w 4198424"/>
              <a:gd name="connsiteY4" fmla="*/ 8778 h 2723153"/>
              <a:gd name="connsiteX0-1" fmla="*/ 1594766 w 4201325"/>
              <a:gd name="connsiteY0-2" fmla="*/ 2367 h 2716742"/>
              <a:gd name="connsiteX1-3" fmla="*/ 3710 w 4201325"/>
              <a:gd name="connsiteY1-4" fmla="*/ 1026495 h 2716742"/>
              <a:gd name="connsiteX2-5" fmla="*/ 1786790 w 4201325"/>
              <a:gd name="connsiteY2-6" fmla="*/ 2708991 h 2716742"/>
              <a:gd name="connsiteX3-7" fmla="*/ 4200806 w 4201325"/>
              <a:gd name="connsiteY3-8" fmla="*/ 1584279 h 2716742"/>
              <a:gd name="connsiteX4-9" fmla="*/ 1594766 w 4201325"/>
              <a:gd name="connsiteY4-10" fmla="*/ 2367 h 2716742"/>
              <a:gd name="connsiteX0-11" fmla="*/ 1984986 w 4198884"/>
              <a:gd name="connsiteY0-12" fmla="*/ 2093 h 2908776"/>
              <a:gd name="connsiteX1-13" fmla="*/ 738 w 4198884"/>
              <a:gd name="connsiteY1-14" fmla="*/ 1218245 h 2908776"/>
              <a:gd name="connsiteX2-15" fmla="*/ 1783818 w 4198884"/>
              <a:gd name="connsiteY2-16" fmla="*/ 2900741 h 2908776"/>
              <a:gd name="connsiteX3-17" fmla="*/ 4197834 w 4198884"/>
              <a:gd name="connsiteY3-18" fmla="*/ 1776029 h 2908776"/>
              <a:gd name="connsiteX4-19" fmla="*/ 1984986 w 4198884"/>
              <a:gd name="connsiteY4-20" fmla="*/ 2093 h 2908776"/>
              <a:gd name="connsiteX0-21" fmla="*/ 1984986 w 4198884"/>
              <a:gd name="connsiteY0-22" fmla="*/ 2093 h 2906141"/>
              <a:gd name="connsiteX1-23" fmla="*/ 738 w 4198884"/>
              <a:gd name="connsiteY1-24" fmla="*/ 1218245 h 2906141"/>
              <a:gd name="connsiteX2-25" fmla="*/ 1783818 w 4198884"/>
              <a:gd name="connsiteY2-26" fmla="*/ 2900741 h 2906141"/>
              <a:gd name="connsiteX3-27" fmla="*/ 4197834 w 4198884"/>
              <a:gd name="connsiteY3-28" fmla="*/ 1776029 h 2906141"/>
              <a:gd name="connsiteX4-29" fmla="*/ 1984986 w 4198884"/>
              <a:gd name="connsiteY4-30" fmla="*/ 2093 h 2906141"/>
              <a:gd name="connsiteX0-31" fmla="*/ 1985646 w 4199544"/>
              <a:gd name="connsiteY0-32" fmla="*/ 2093 h 2906141"/>
              <a:gd name="connsiteX1-33" fmla="*/ 1398 w 4199544"/>
              <a:gd name="connsiteY1-34" fmla="*/ 1218245 h 2906141"/>
              <a:gd name="connsiteX2-35" fmla="*/ 1784478 w 4199544"/>
              <a:gd name="connsiteY2-36" fmla="*/ 2900741 h 2906141"/>
              <a:gd name="connsiteX3-37" fmla="*/ 4198494 w 4199544"/>
              <a:gd name="connsiteY3-38" fmla="*/ 1776029 h 2906141"/>
              <a:gd name="connsiteX4-39" fmla="*/ 1985646 w 4199544"/>
              <a:gd name="connsiteY4-40" fmla="*/ 2093 h 2906141"/>
              <a:gd name="connsiteX0-41" fmla="*/ 1985646 w 4199544"/>
              <a:gd name="connsiteY0-42" fmla="*/ 2180 h 3243121"/>
              <a:gd name="connsiteX1-43" fmla="*/ 1398 w 4199544"/>
              <a:gd name="connsiteY1-44" fmla="*/ 1218332 h 3243121"/>
              <a:gd name="connsiteX2-45" fmla="*/ 1784478 w 4199544"/>
              <a:gd name="connsiteY2-46" fmla="*/ 3239156 h 3243121"/>
              <a:gd name="connsiteX3-47" fmla="*/ 4198494 w 4199544"/>
              <a:gd name="connsiteY3-48" fmla="*/ 1776116 h 3243121"/>
              <a:gd name="connsiteX4-49" fmla="*/ 1985646 w 4199544"/>
              <a:gd name="connsiteY4-50" fmla="*/ 2180 h 3243121"/>
              <a:gd name="connsiteX0-51" fmla="*/ 1985646 w 4199062"/>
              <a:gd name="connsiteY0-52" fmla="*/ 2320 h 3243589"/>
              <a:gd name="connsiteX1-53" fmla="*/ 1398 w 4199062"/>
              <a:gd name="connsiteY1-54" fmla="*/ 1218472 h 3243589"/>
              <a:gd name="connsiteX2-55" fmla="*/ 1784478 w 4199062"/>
              <a:gd name="connsiteY2-56" fmla="*/ 3239296 h 3243589"/>
              <a:gd name="connsiteX3-57" fmla="*/ 4198494 w 4199062"/>
              <a:gd name="connsiteY3-58" fmla="*/ 1776256 h 3243589"/>
              <a:gd name="connsiteX4-59" fmla="*/ 1985646 w 4199062"/>
              <a:gd name="connsiteY4-60" fmla="*/ 2320 h 3243589"/>
              <a:gd name="connsiteX0-61" fmla="*/ 1874828 w 4197602"/>
              <a:gd name="connsiteY0-62" fmla="*/ 2074 h 3325362"/>
              <a:gd name="connsiteX1-63" fmla="*/ 308 w 4197602"/>
              <a:gd name="connsiteY1-64" fmla="*/ 1300522 h 3325362"/>
              <a:gd name="connsiteX2-65" fmla="*/ 1783388 w 4197602"/>
              <a:gd name="connsiteY2-66" fmla="*/ 3321346 h 3325362"/>
              <a:gd name="connsiteX3-67" fmla="*/ 4197404 w 4197602"/>
              <a:gd name="connsiteY3-68" fmla="*/ 1858306 h 3325362"/>
              <a:gd name="connsiteX4-69" fmla="*/ 1874828 w 4197602"/>
              <a:gd name="connsiteY4-70" fmla="*/ 2074 h 3325362"/>
              <a:gd name="connsiteX0-71" fmla="*/ 1874828 w 4199532"/>
              <a:gd name="connsiteY0-72" fmla="*/ 2450 h 3326778"/>
              <a:gd name="connsiteX1-73" fmla="*/ 308 w 4199532"/>
              <a:gd name="connsiteY1-74" fmla="*/ 1300898 h 3326778"/>
              <a:gd name="connsiteX2-75" fmla="*/ 1783388 w 4199532"/>
              <a:gd name="connsiteY2-76" fmla="*/ 3321722 h 3326778"/>
              <a:gd name="connsiteX3-77" fmla="*/ 4197404 w 4199532"/>
              <a:gd name="connsiteY3-78" fmla="*/ 1858682 h 3326778"/>
              <a:gd name="connsiteX4-79" fmla="*/ 1874828 w 4199532"/>
              <a:gd name="connsiteY4-80" fmla="*/ 2450 h 332677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4199532" h="3326778">
                <a:moveTo>
                  <a:pt x="1874828" y="2450"/>
                </a:moveTo>
                <a:cubicBezTo>
                  <a:pt x="398072" y="64934"/>
                  <a:pt x="15548" y="747686"/>
                  <a:pt x="308" y="1300898"/>
                </a:cubicBezTo>
                <a:cubicBezTo>
                  <a:pt x="-14932" y="1854110"/>
                  <a:pt x="535232" y="3247046"/>
                  <a:pt x="1783388" y="3321722"/>
                </a:cubicBezTo>
                <a:cubicBezTo>
                  <a:pt x="3031544" y="3396398"/>
                  <a:pt x="4145588" y="2631350"/>
                  <a:pt x="4197404" y="1858682"/>
                </a:cubicBezTo>
                <a:cubicBezTo>
                  <a:pt x="4249220" y="1086014"/>
                  <a:pt x="3351584" y="-60034"/>
                  <a:pt x="1874828" y="2450"/>
                </a:cubicBez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2" name="任意多边形: 形状 41"/>
          <p:cNvSpPr/>
          <p:nvPr userDrawn="1"/>
        </p:nvSpPr>
        <p:spPr>
          <a:xfrm>
            <a:off x="3987784" y="1755648"/>
            <a:ext cx="4216432" cy="3340166"/>
          </a:xfrm>
          <a:custGeom>
            <a:avLst/>
            <a:gdLst>
              <a:gd name="connsiteX0" fmla="*/ 1591865 w 4198424"/>
              <a:gd name="connsiteY0" fmla="*/ 8778 h 2723153"/>
              <a:gd name="connsiteX1" fmla="*/ 809 w 4198424"/>
              <a:gd name="connsiteY1" fmla="*/ 1032906 h 2723153"/>
              <a:gd name="connsiteX2" fmla="*/ 1783889 w 4198424"/>
              <a:gd name="connsiteY2" fmla="*/ 2715402 h 2723153"/>
              <a:gd name="connsiteX3" fmla="*/ 4197905 w 4198424"/>
              <a:gd name="connsiteY3" fmla="*/ 1590690 h 2723153"/>
              <a:gd name="connsiteX4" fmla="*/ 1591865 w 4198424"/>
              <a:gd name="connsiteY4" fmla="*/ 8778 h 2723153"/>
              <a:gd name="connsiteX0-1" fmla="*/ 1594766 w 4201325"/>
              <a:gd name="connsiteY0-2" fmla="*/ 2367 h 2716742"/>
              <a:gd name="connsiteX1-3" fmla="*/ 3710 w 4201325"/>
              <a:gd name="connsiteY1-4" fmla="*/ 1026495 h 2716742"/>
              <a:gd name="connsiteX2-5" fmla="*/ 1786790 w 4201325"/>
              <a:gd name="connsiteY2-6" fmla="*/ 2708991 h 2716742"/>
              <a:gd name="connsiteX3-7" fmla="*/ 4200806 w 4201325"/>
              <a:gd name="connsiteY3-8" fmla="*/ 1584279 h 2716742"/>
              <a:gd name="connsiteX4-9" fmla="*/ 1594766 w 4201325"/>
              <a:gd name="connsiteY4-10" fmla="*/ 2367 h 2716742"/>
              <a:gd name="connsiteX0-11" fmla="*/ 1984986 w 4198884"/>
              <a:gd name="connsiteY0-12" fmla="*/ 2093 h 2908776"/>
              <a:gd name="connsiteX1-13" fmla="*/ 738 w 4198884"/>
              <a:gd name="connsiteY1-14" fmla="*/ 1218245 h 2908776"/>
              <a:gd name="connsiteX2-15" fmla="*/ 1783818 w 4198884"/>
              <a:gd name="connsiteY2-16" fmla="*/ 2900741 h 2908776"/>
              <a:gd name="connsiteX3-17" fmla="*/ 4197834 w 4198884"/>
              <a:gd name="connsiteY3-18" fmla="*/ 1776029 h 2908776"/>
              <a:gd name="connsiteX4-19" fmla="*/ 1984986 w 4198884"/>
              <a:gd name="connsiteY4-20" fmla="*/ 2093 h 2908776"/>
              <a:gd name="connsiteX0-21" fmla="*/ 1984986 w 4198884"/>
              <a:gd name="connsiteY0-22" fmla="*/ 2093 h 2906141"/>
              <a:gd name="connsiteX1-23" fmla="*/ 738 w 4198884"/>
              <a:gd name="connsiteY1-24" fmla="*/ 1218245 h 2906141"/>
              <a:gd name="connsiteX2-25" fmla="*/ 1783818 w 4198884"/>
              <a:gd name="connsiteY2-26" fmla="*/ 2900741 h 2906141"/>
              <a:gd name="connsiteX3-27" fmla="*/ 4197834 w 4198884"/>
              <a:gd name="connsiteY3-28" fmla="*/ 1776029 h 2906141"/>
              <a:gd name="connsiteX4-29" fmla="*/ 1984986 w 4198884"/>
              <a:gd name="connsiteY4-30" fmla="*/ 2093 h 2906141"/>
              <a:gd name="connsiteX0-31" fmla="*/ 1985646 w 4199544"/>
              <a:gd name="connsiteY0-32" fmla="*/ 2093 h 2906141"/>
              <a:gd name="connsiteX1-33" fmla="*/ 1398 w 4199544"/>
              <a:gd name="connsiteY1-34" fmla="*/ 1218245 h 2906141"/>
              <a:gd name="connsiteX2-35" fmla="*/ 1784478 w 4199544"/>
              <a:gd name="connsiteY2-36" fmla="*/ 2900741 h 2906141"/>
              <a:gd name="connsiteX3-37" fmla="*/ 4198494 w 4199544"/>
              <a:gd name="connsiteY3-38" fmla="*/ 1776029 h 2906141"/>
              <a:gd name="connsiteX4-39" fmla="*/ 1985646 w 4199544"/>
              <a:gd name="connsiteY4-40" fmla="*/ 2093 h 2906141"/>
              <a:gd name="connsiteX0-41" fmla="*/ 1985646 w 4199544"/>
              <a:gd name="connsiteY0-42" fmla="*/ 2180 h 3243121"/>
              <a:gd name="connsiteX1-43" fmla="*/ 1398 w 4199544"/>
              <a:gd name="connsiteY1-44" fmla="*/ 1218332 h 3243121"/>
              <a:gd name="connsiteX2-45" fmla="*/ 1784478 w 4199544"/>
              <a:gd name="connsiteY2-46" fmla="*/ 3239156 h 3243121"/>
              <a:gd name="connsiteX3-47" fmla="*/ 4198494 w 4199544"/>
              <a:gd name="connsiteY3-48" fmla="*/ 1776116 h 3243121"/>
              <a:gd name="connsiteX4-49" fmla="*/ 1985646 w 4199544"/>
              <a:gd name="connsiteY4-50" fmla="*/ 2180 h 3243121"/>
              <a:gd name="connsiteX0-51" fmla="*/ 1985646 w 4199062"/>
              <a:gd name="connsiteY0-52" fmla="*/ 2320 h 3243589"/>
              <a:gd name="connsiteX1-53" fmla="*/ 1398 w 4199062"/>
              <a:gd name="connsiteY1-54" fmla="*/ 1218472 h 3243589"/>
              <a:gd name="connsiteX2-55" fmla="*/ 1784478 w 4199062"/>
              <a:gd name="connsiteY2-56" fmla="*/ 3239296 h 3243589"/>
              <a:gd name="connsiteX3-57" fmla="*/ 4198494 w 4199062"/>
              <a:gd name="connsiteY3-58" fmla="*/ 1776256 h 3243589"/>
              <a:gd name="connsiteX4-59" fmla="*/ 1985646 w 4199062"/>
              <a:gd name="connsiteY4-60" fmla="*/ 2320 h 3243589"/>
              <a:gd name="connsiteX0-61" fmla="*/ 1874828 w 4197602"/>
              <a:gd name="connsiteY0-62" fmla="*/ 2074 h 3325362"/>
              <a:gd name="connsiteX1-63" fmla="*/ 308 w 4197602"/>
              <a:gd name="connsiteY1-64" fmla="*/ 1300522 h 3325362"/>
              <a:gd name="connsiteX2-65" fmla="*/ 1783388 w 4197602"/>
              <a:gd name="connsiteY2-66" fmla="*/ 3321346 h 3325362"/>
              <a:gd name="connsiteX3-67" fmla="*/ 4197404 w 4197602"/>
              <a:gd name="connsiteY3-68" fmla="*/ 1858306 h 3325362"/>
              <a:gd name="connsiteX4-69" fmla="*/ 1874828 w 4197602"/>
              <a:gd name="connsiteY4-70" fmla="*/ 2074 h 3325362"/>
              <a:gd name="connsiteX0-71" fmla="*/ 1874828 w 4199532"/>
              <a:gd name="connsiteY0-72" fmla="*/ 2450 h 3326778"/>
              <a:gd name="connsiteX1-73" fmla="*/ 308 w 4199532"/>
              <a:gd name="connsiteY1-74" fmla="*/ 1300898 h 3326778"/>
              <a:gd name="connsiteX2-75" fmla="*/ 1783388 w 4199532"/>
              <a:gd name="connsiteY2-76" fmla="*/ 3321722 h 3326778"/>
              <a:gd name="connsiteX3-77" fmla="*/ 4197404 w 4199532"/>
              <a:gd name="connsiteY3-78" fmla="*/ 1858682 h 3326778"/>
              <a:gd name="connsiteX4-79" fmla="*/ 1874828 w 4199532"/>
              <a:gd name="connsiteY4-80" fmla="*/ 2450 h 332677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4199532" h="3326778">
                <a:moveTo>
                  <a:pt x="1874828" y="2450"/>
                </a:moveTo>
                <a:cubicBezTo>
                  <a:pt x="398072" y="64934"/>
                  <a:pt x="15548" y="747686"/>
                  <a:pt x="308" y="1300898"/>
                </a:cubicBezTo>
                <a:cubicBezTo>
                  <a:pt x="-14932" y="1854110"/>
                  <a:pt x="535232" y="3247046"/>
                  <a:pt x="1783388" y="3321722"/>
                </a:cubicBezTo>
                <a:cubicBezTo>
                  <a:pt x="3031544" y="3396398"/>
                  <a:pt x="4145588" y="2631350"/>
                  <a:pt x="4197404" y="1858682"/>
                </a:cubicBezTo>
                <a:cubicBezTo>
                  <a:pt x="4249220" y="1086014"/>
                  <a:pt x="3351584" y="-60034"/>
                  <a:pt x="1874828" y="245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6" name="椭圆 45"/>
          <p:cNvSpPr/>
          <p:nvPr userDrawn="1"/>
        </p:nvSpPr>
        <p:spPr>
          <a:xfrm>
            <a:off x="3423186" y="2154090"/>
            <a:ext cx="379763" cy="37976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7" name="椭圆 46"/>
          <p:cNvSpPr/>
          <p:nvPr userDrawn="1"/>
        </p:nvSpPr>
        <p:spPr>
          <a:xfrm>
            <a:off x="8339716" y="4392465"/>
            <a:ext cx="236685" cy="236685"/>
          </a:xfrm>
          <a:prstGeom prst="ellipse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燕尾形 7"/>
          <p:cNvSpPr/>
          <p:nvPr userDrawn="1"/>
        </p:nvSpPr>
        <p:spPr>
          <a:xfrm rot="16200000">
            <a:off x="39859" y="336565"/>
            <a:ext cx="965460" cy="418809"/>
          </a:xfrm>
          <a:prstGeom prst="chevron">
            <a:avLst>
              <a:gd name="adj" fmla="val 34999"/>
            </a:avLst>
          </a:prstGeom>
          <a:solidFill>
            <a:schemeClr val="accent1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0" y="6434051"/>
            <a:ext cx="12192000" cy="207272"/>
          </a:xfrm>
          <a:prstGeom prst="rect">
            <a:avLst/>
          </a:prstGeom>
          <a:gradFill flip="none" rotWithShape="1">
            <a:gsLst>
              <a:gs pos="100000">
                <a:schemeClr val="accent1">
                  <a:lumMod val="100000"/>
                </a:schemeClr>
              </a:gs>
              <a:gs pos="0">
                <a:schemeClr val="accent1">
                  <a:lumMod val="10000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4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/>
          <p:cNvSpPr txBox="1"/>
          <p:nvPr/>
        </p:nvSpPr>
        <p:spPr>
          <a:xfrm>
            <a:off x="3352804" y="2362439"/>
            <a:ext cx="5486400" cy="11074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zh-CN" altLang="en-US" sz="7200" dirty="0">
                <a:solidFill>
                  <a:schemeClr val="accent1">
                    <a:lumMod val="100000"/>
                  </a:schemeClr>
                </a:solidFill>
                <a:latin typeface="+mj-ea"/>
                <a:ea typeface="+mj-ea"/>
              </a:rPr>
              <a:t>第五次习题课</a:t>
            </a:r>
            <a:endParaRPr lang="zh-CN" altLang="en-US" sz="7200" dirty="0">
              <a:solidFill>
                <a:schemeClr val="accent1">
                  <a:lumMod val="100000"/>
                </a:schemeClr>
              </a:solidFill>
              <a:latin typeface="+mj-ea"/>
              <a:ea typeface="+mj-ea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4331702" y="4525328"/>
            <a:ext cx="922636" cy="245745"/>
            <a:chOff x="4095451" y="4640913"/>
            <a:chExt cx="922636" cy="245745"/>
          </a:xfrm>
        </p:grpSpPr>
        <p:sp>
          <p:nvSpPr>
            <p:cNvPr id="20" name="矩形 19"/>
            <p:cNvSpPr/>
            <p:nvPr/>
          </p:nvSpPr>
          <p:spPr>
            <a:xfrm>
              <a:off x="4095451" y="4672584"/>
              <a:ext cx="164592" cy="164592"/>
            </a:xfrm>
            <a:prstGeom prst="rect">
              <a:avLst/>
            </a:prstGeom>
            <a:solidFill>
              <a:schemeClr val="accent1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6000" dirty="0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4408487" y="4640913"/>
              <a:ext cx="609600" cy="24574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r>
                <a:rPr lang="zh-CN" altLang="en-US" sz="1600" dirty="0">
                  <a:solidFill>
                    <a:schemeClr val="accent1">
                      <a:lumMod val="100000"/>
                    </a:schemeClr>
                  </a:solidFill>
                  <a:latin typeface="+mn-ea"/>
                </a:rPr>
                <a:t>曹子尧</a:t>
              </a:r>
              <a:endParaRPr lang="zh-CN" altLang="en-US" sz="1600" dirty="0">
                <a:solidFill>
                  <a:schemeClr val="accent1">
                    <a:lumMod val="100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6590270" y="4525328"/>
            <a:ext cx="1603375" cy="245745"/>
            <a:chOff x="4095451" y="4640913"/>
            <a:chExt cx="1603375" cy="245745"/>
          </a:xfrm>
        </p:grpSpPr>
        <p:sp>
          <p:nvSpPr>
            <p:cNvPr id="23" name="矩形 22"/>
            <p:cNvSpPr/>
            <p:nvPr/>
          </p:nvSpPr>
          <p:spPr>
            <a:xfrm>
              <a:off x="4095451" y="4672584"/>
              <a:ext cx="164592" cy="164592"/>
            </a:xfrm>
            <a:prstGeom prst="rect">
              <a:avLst/>
            </a:prstGeom>
            <a:solidFill>
              <a:schemeClr val="accent1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6000" dirty="0"/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4408506" y="4640913"/>
              <a:ext cx="1290320" cy="24574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en-US" altLang="zh-CN" sz="1600" dirty="0">
                  <a:solidFill>
                    <a:schemeClr val="accent1">
                      <a:lumMod val="100000"/>
                    </a:schemeClr>
                  </a:solidFill>
                  <a:latin typeface="+mn-ea"/>
                </a:rPr>
                <a:t>2025.05.09</a:t>
              </a:r>
              <a:endParaRPr lang="en-US" altLang="zh-CN" sz="1600" dirty="0">
                <a:solidFill>
                  <a:schemeClr val="accent1">
                    <a:lumMod val="100000"/>
                  </a:schemeClr>
                </a:solidFill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1133475" y="45593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作业题</a:t>
            </a:r>
            <a:endParaRPr lang="zh-CN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0680" y="1315720"/>
            <a:ext cx="5836285" cy="200723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670" y="3814445"/>
            <a:ext cx="5415280" cy="122174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3815" y="1816100"/>
            <a:ext cx="5252085" cy="210375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8820" y="3788410"/>
            <a:ext cx="6393180" cy="90106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91915" y="349885"/>
            <a:ext cx="6607810" cy="7823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1133475" y="45593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作业题</a:t>
            </a:r>
            <a:endParaRPr lang="zh-CN" alt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2095" y="1070610"/>
            <a:ext cx="5954395" cy="207708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95" y="3363595"/>
            <a:ext cx="6052185" cy="245872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2040" y="1637030"/>
            <a:ext cx="5954395" cy="94465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1854" y="2990323"/>
            <a:ext cx="5921176" cy="276804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2810" y="161290"/>
            <a:ext cx="4627245" cy="61976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973445" y="1463675"/>
            <a:ext cx="46151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 </a:t>
            </a:r>
            <a:r>
              <a:rPr lang="zh-CN" altLang="en-US"/>
              <a:t>题、</a:t>
            </a:r>
            <a:r>
              <a:rPr lang="en-US" altLang="zh-CN"/>
              <a:t>5</a:t>
            </a:r>
            <a:r>
              <a:rPr lang="zh-CN" altLang="en-US"/>
              <a:t>题的详细过程</a:t>
            </a:r>
            <a:endParaRPr lang="zh-CN" altLang="en-US"/>
          </a:p>
          <a:p>
            <a:r>
              <a:rPr lang="zh-CN" altLang="en-US"/>
              <a:t>来自杜铭泽同学的优秀作业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495550"/>
            <a:ext cx="5941695" cy="327215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1133475" y="45593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次序统计量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819" y="921870"/>
            <a:ext cx="8212055" cy="587036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892" y="1606061"/>
            <a:ext cx="4903648" cy="842041"/>
          </a:xfrm>
          <a:prstGeom prst="rect">
            <a:avLst/>
          </a:prstGeom>
          <a:ln>
            <a:solidFill>
              <a:srgbClr val="00B050"/>
            </a:solidFill>
          </a:ln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924" y="3153187"/>
            <a:ext cx="6424489" cy="1008385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924" y="4114700"/>
            <a:ext cx="6081083" cy="2086273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7329170" y="37465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U</a:t>
            </a:r>
            <a:r>
              <a:rPr lang="zh-CN" altLang="en-US"/>
              <a:t>（</a:t>
            </a:r>
            <a:r>
              <a:rPr lang="en-US" altLang="zh-CN"/>
              <a:t>0,θ</a:t>
            </a:r>
            <a:r>
              <a:rPr lang="zh-CN" altLang="en-US"/>
              <a:t>）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860" y="2475865"/>
            <a:ext cx="11026140" cy="563880"/>
          </a:xfrm>
          <a:prstGeom prst="rect">
            <a:avLst/>
          </a:prstGeom>
          <a:ln>
            <a:solidFill>
              <a:srgbClr val="00B050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857" y="644956"/>
            <a:ext cx="9301927" cy="108077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755" y="1725930"/>
            <a:ext cx="7810500" cy="4749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t="3765"/>
          <a:stretch>
            <a:fillRect/>
          </a:stretch>
        </p:blipFill>
        <p:spPr>
          <a:xfrm>
            <a:off x="0" y="0"/>
            <a:ext cx="6463089" cy="267701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8813" y="1027987"/>
            <a:ext cx="6705033" cy="534386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257113"/>
            <a:ext cx="5301683" cy="1904822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161935"/>
            <a:ext cx="5301683" cy="1033420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1871980" y="3339465"/>
            <a:ext cx="677545" cy="2139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-lnX</a:t>
            </a:r>
            <a:endParaRPr lang="en-US" altLang="zh-CN">
              <a:solidFill>
                <a:schemeClr val="tx1"/>
              </a:solidFill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2080895" y="3327400"/>
            <a:ext cx="398780" cy="0"/>
          </a:xfrm>
          <a:prstGeom prst="line">
            <a:avLst/>
          </a:prstGeom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b="17081"/>
          <a:stretch>
            <a:fillRect/>
          </a:stretch>
        </p:blipFill>
        <p:spPr>
          <a:xfrm>
            <a:off x="0" y="0"/>
            <a:ext cx="6422571" cy="247690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0885" y="1187225"/>
            <a:ext cx="7892143" cy="56707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7057" y="180929"/>
            <a:ext cx="9710329" cy="831442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057" y="1241792"/>
            <a:ext cx="9199834" cy="526440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" y="1486115"/>
            <a:ext cx="5900688" cy="1568220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0689" y="-1"/>
            <a:ext cx="6291310" cy="685800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054335"/>
            <a:ext cx="5840501" cy="262271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7264" y="0"/>
            <a:ext cx="9738707" cy="640436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603885"/>
            <a:ext cx="7741920" cy="509143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6485" y="2113915"/>
            <a:ext cx="3386455" cy="279590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859972" y="-5417"/>
            <a:ext cx="4114800" cy="68634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800" b="1" i="0" u="none" strike="noStrike" cap="none" normalizeH="0" baseline="0" dirty="0">
                <a:ln>
                  <a:noFill/>
                </a:ln>
                <a:solidFill>
                  <a:srgbClr val="9B2393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import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numpy </a:t>
            </a:r>
            <a:r>
              <a:rPr kumimoji="0" lang="zh-CN" altLang="zh-CN" sz="800" b="1" i="0" u="none" strike="noStrike" cap="none" normalizeH="0" baseline="0" dirty="0">
                <a:ln>
                  <a:noFill/>
                </a:ln>
                <a:solidFill>
                  <a:srgbClr val="9B2393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as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np</a:t>
            </a:r>
            <a:b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</a:br>
            <a:r>
              <a:rPr kumimoji="0" lang="zh-CN" altLang="zh-CN" sz="800" b="1" i="0" u="none" strike="noStrike" cap="none" normalizeH="0" baseline="0" dirty="0">
                <a:ln>
                  <a:noFill/>
                </a:ln>
                <a:solidFill>
                  <a:srgbClr val="9B2393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import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pandas </a:t>
            </a:r>
            <a:r>
              <a:rPr kumimoji="0" lang="zh-CN" altLang="zh-CN" sz="800" b="1" i="0" u="none" strike="noStrike" cap="none" normalizeH="0" baseline="0" dirty="0">
                <a:ln>
                  <a:noFill/>
                </a:ln>
                <a:solidFill>
                  <a:srgbClr val="9B2393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as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pd</a:t>
            </a:r>
            <a:b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</a:br>
            <a:r>
              <a:rPr kumimoji="0" lang="zh-CN" altLang="zh-CN" sz="800" b="1" i="0" u="none" strike="noStrike" cap="none" normalizeH="0" baseline="0" dirty="0">
                <a:ln>
                  <a:noFill/>
                </a:ln>
                <a:solidFill>
                  <a:srgbClr val="9B2393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import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matplotlib.pyplot </a:t>
            </a:r>
            <a:r>
              <a:rPr kumimoji="0" lang="zh-CN" altLang="zh-CN" sz="800" b="1" i="0" u="none" strike="noStrike" cap="none" normalizeH="0" baseline="0" dirty="0">
                <a:ln>
                  <a:noFill/>
                </a:ln>
                <a:solidFill>
                  <a:srgbClr val="9B2393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as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plt</a:t>
            </a:r>
            <a:b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</a:br>
            <a:r>
              <a:rPr kumimoji="0" lang="zh-CN" altLang="zh-CN" sz="800" b="1" i="0" u="none" strike="noStrike" cap="none" normalizeH="0" baseline="0" dirty="0">
                <a:ln>
                  <a:noFill/>
                </a:ln>
                <a:solidFill>
                  <a:srgbClr val="9B2393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import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statsmodels.api </a:t>
            </a:r>
            <a:r>
              <a:rPr kumimoji="0" lang="zh-CN" altLang="zh-CN" sz="800" b="1" i="0" u="none" strike="noStrike" cap="none" normalizeH="0" baseline="0" dirty="0">
                <a:ln>
                  <a:noFill/>
                </a:ln>
                <a:solidFill>
                  <a:srgbClr val="9B2393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as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sm</a:t>
            </a:r>
            <a:b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</a:br>
            <a:r>
              <a:rPr kumimoji="0" lang="zh-CN" altLang="zh-CN" sz="800" b="1" i="0" u="none" strike="noStrike" cap="none" normalizeH="0" baseline="0" dirty="0">
                <a:ln>
                  <a:noFill/>
                </a:ln>
                <a:solidFill>
                  <a:srgbClr val="9B2393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from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scipy.stats </a:t>
            </a:r>
            <a:r>
              <a:rPr kumimoji="0" lang="zh-CN" altLang="zh-CN" sz="800" b="1" i="0" u="none" strike="noStrike" cap="none" normalizeH="0" baseline="0" dirty="0">
                <a:ln>
                  <a:noFill/>
                </a:ln>
                <a:solidFill>
                  <a:srgbClr val="9B2393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import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pearsonr</a:t>
            </a:r>
            <a:b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</a:br>
            <a:b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</a:b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5D6C79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#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5D6C79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数据</a:t>
            </a:r>
            <a:b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5D6C79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data = {</a:t>
            </a:r>
            <a:b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</a:b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   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C41A16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'X1'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: [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1C00CF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10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,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1C00CF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8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,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1C00CF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13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,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1C00CF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9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,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1C00CF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11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,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1C00CF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14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,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1C00CF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6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,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1C00CF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4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,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1C00CF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12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,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1C00CF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7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,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1C00CF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5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],</a:t>
            </a:r>
            <a:b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</a:b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   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C41A16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'Y1'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: [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1C00CF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8.04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,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1C00CF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6.95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,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1C00CF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7.58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,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1C00CF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8.81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,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1C00CF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8.33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,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1C00CF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9.96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,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1C00CF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7.24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,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1C00CF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4.26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,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1C00CF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10.84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,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1C00CF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4.82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,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1C00CF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5.68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],</a:t>
            </a:r>
            <a:b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</a:b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   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C41A16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'X2'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: [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1C00CF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10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,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1C00CF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8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,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1C00CF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13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,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1C00CF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9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,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1C00CF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11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,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1C00CF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14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,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1C00CF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6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,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1C00CF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4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,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1C00CF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12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,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1C00CF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7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,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1C00CF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5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],</a:t>
            </a:r>
            <a:b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</a:b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   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C41A16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'Y2'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: [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1C00CF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9.14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,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1C00CF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8.14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,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1C00CF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8.74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,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1C00CF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8.77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,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1C00CF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9.26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,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1C00CF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8.1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,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1C00CF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6.13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,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1C00CF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3.1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,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1C00CF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9.13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,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1C00CF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7.26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,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1C00CF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4.74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],</a:t>
            </a:r>
            <a:b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</a:b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   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C41A16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'X3'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: [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1C00CF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10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,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1C00CF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8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,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1C00CF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13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,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1C00CF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9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,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1C00CF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11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,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1C00CF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14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,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1C00CF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6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,</a:t>
            </a:r>
            <a:r>
              <a:rPr kumimoji="0" lang="en-US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1C00CF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4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,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1C00CF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12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,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1C00CF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7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,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1C00CF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5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],</a:t>
            </a:r>
            <a:b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</a:b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   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C41A16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'Y3'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: [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1C00CF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7.46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,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1C00CF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6.77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,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1C00CF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12.74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,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1C00CF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7.11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,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1C00CF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7.81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,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1C00CF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8.84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,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1C00CF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6.08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,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1C00CF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5.39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,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1C00CF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8.15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,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1C00CF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6.42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,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1C00CF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5.73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],</a:t>
            </a:r>
            <a:b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</a:b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   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C41A16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'X4'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: [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1C00CF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8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,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1C00CF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8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,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1C00CF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8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,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1C00CF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8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,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1C00CF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8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,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1C00CF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8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,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1C00CF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8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,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1C00CF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19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,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1C00CF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8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,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1C00CF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8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,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1C00CF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8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],</a:t>
            </a:r>
            <a:b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</a:b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   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C41A16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'Y4'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: [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1C00CF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6.58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,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1C00CF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5.76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,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1C00CF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7.71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,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1C00CF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8.84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,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1C00CF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8.47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,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1C00CF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7.04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,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1C00CF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5.25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,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1C00CF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12.5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,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1C00CF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5.56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,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1C00CF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7.91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,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1C00CF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6.89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]</a:t>
            </a:r>
            <a:b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</a:b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}</a:t>
            </a:r>
            <a:b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</a:br>
            <a:b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</a:b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5D6C79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#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5D6C79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函数：使用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5D6C79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 statsmodels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5D6C79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进行回归</a:t>
            </a:r>
            <a:b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5D6C79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kumimoji="0" lang="zh-CN" altLang="zh-CN" sz="800" b="1" i="0" u="none" strike="noStrike" cap="none" normalizeH="0" baseline="0" dirty="0">
                <a:ln>
                  <a:noFill/>
                </a:ln>
                <a:solidFill>
                  <a:srgbClr val="9B2393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def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F68A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fit_linear_regression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(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326D74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x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,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326D74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y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):</a:t>
            </a:r>
            <a:b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</a:b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    x = sm.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326D74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add_constant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(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326D74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x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) 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5D6C79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#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5D6C79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添加常数项</a:t>
            </a:r>
            <a:b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5D6C79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5D6C79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model = sm.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326D74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OLS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(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326D74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y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,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326D74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x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).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326D74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fit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() 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5D6C79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#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5D6C79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拟合线性回归模型</a:t>
            </a:r>
            <a:b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5D6C79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5D6C79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0" lang="zh-CN" altLang="zh-CN" sz="800" b="1" i="0" u="none" strike="noStrike" cap="none" normalizeH="0" baseline="0" dirty="0">
                <a:ln>
                  <a:noFill/>
                </a:ln>
                <a:solidFill>
                  <a:srgbClr val="9B2393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return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model</a:t>
            </a:r>
            <a:b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</a:br>
            <a:b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</a:b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5D6C79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#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5D6C79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绘制散点图和回归直线</a:t>
            </a:r>
            <a:b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5D6C79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fig, axes = plt.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326D74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subplots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(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1C00CF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2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,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1C00CF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2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,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3900A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figsize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=(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1C00CF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12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,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1C00CF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10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))</a:t>
            </a:r>
            <a:b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</a:b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axes = axes.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326D74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ravel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()</a:t>
            </a:r>
            <a:b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</a:br>
            <a:b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</a:br>
            <a:r>
              <a:rPr kumimoji="0" lang="zh-CN" altLang="zh-CN" sz="800" b="1" i="0" u="none" strike="noStrike" cap="none" normalizeH="0" baseline="0" dirty="0">
                <a:ln>
                  <a:noFill/>
                </a:ln>
                <a:solidFill>
                  <a:srgbClr val="9B2393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for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i, (key_x, key_y) </a:t>
            </a:r>
            <a:r>
              <a:rPr kumimoji="0" lang="zh-CN" altLang="zh-CN" sz="800" b="1" i="0" u="none" strike="noStrike" cap="none" normalizeH="0" baseline="0" dirty="0">
                <a:ln>
                  <a:noFill/>
                </a:ln>
                <a:solidFill>
                  <a:srgbClr val="9B2393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in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6C36A9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enumerate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(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6C36A9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zip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([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C41A16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"X1"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,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C41A16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"X2"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,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C41A16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"X3"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,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C41A16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"X4"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], [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C41A16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"Y1"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,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C41A16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"Y2"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,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C41A16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"Y3"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,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C41A16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"Y4"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])):</a:t>
            </a:r>
            <a:b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</a:b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    x, y = data[key_x], data[key_y]</a:t>
            </a:r>
            <a:b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</a:b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    </a:t>
            </a:r>
            <a:b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</a:b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   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5D6C79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#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5D6C79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回归模型拟合</a:t>
            </a:r>
            <a:b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5D6C79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5D6C79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model =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326D74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fit_linear_regression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(x, y)</a:t>
            </a:r>
            <a:b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</a:b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    intercept, slope = model.params</a:t>
            </a:r>
            <a:b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</a:b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    </a:t>
            </a:r>
            <a:b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</a:b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   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5D6C79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#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5D6C79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计算相关系数</a:t>
            </a:r>
            <a:b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5D6C79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5D6C79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r, _ =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326D74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pearsonr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(x, y)</a:t>
            </a:r>
            <a:b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</a:b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    </a:t>
            </a:r>
            <a:b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</a:b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   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5D6C79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#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5D6C79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绘制散点图</a:t>
            </a:r>
            <a:b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5D6C79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5D6C79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axes[i].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326D74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scatter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(x, y,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3900A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label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=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C41A16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f"Data (</a:t>
            </a:r>
            <a:r>
              <a:rPr kumimoji="0" lang="zh-CN" altLang="zh-CN" sz="800" b="1" i="0" u="none" strike="noStrike" cap="none" normalizeH="0" baseline="0" dirty="0">
                <a:ln>
                  <a:noFill/>
                </a:ln>
                <a:solidFill>
                  <a:srgbClr val="AA0D91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{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key_x</a:t>
            </a:r>
            <a:r>
              <a:rPr kumimoji="0" lang="zh-CN" altLang="zh-CN" sz="800" b="1" i="0" u="none" strike="noStrike" cap="none" normalizeH="0" baseline="0" dirty="0">
                <a:ln>
                  <a:noFill/>
                </a:ln>
                <a:solidFill>
                  <a:srgbClr val="AA0D91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}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C41A16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, </a:t>
            </a:r>
            <a:r>
              <a:rPr kumimoji="0" lang="zh-CN" altLang="zh-CN" sz="800" b="1" i="0" u="none" strike="noStrike" cap="none" normalizeH="0" baseline="0" dirty="0">
                <a:ln>
                  <a:noFill/>
                </a:ln>
                <a:solidFill>
                  <a:srgbClr val="AA0D91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{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key_y</a:t>
            </a:r>
            <a:r>
              <a:rPr kumimoji="0" lang="zh-CN" altLang="zh-CN" sz="800" b="1" i="0" u="none" strike="noStrike" cap="none" normalizeH="0" baseline="0" dirty="0">
                <a:ln>
                  <a:noFill/>
                </a:ln>
                <a:solidFill>
                  <a:srgbClr val="AA0D91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}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C41A16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)"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)</a:t>
            </a:r>
            <a:b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</a:b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    </a:t>
            </a:r>
            <a:b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</a:b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   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5D6C79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#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5D6C79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绘制回归直线</a:t>
            </a:r>
            <a:b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5D6C79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5D6C79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x_line = np.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326D74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linspace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(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6C36A9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min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(x),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6C36A9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max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(x),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1C00CF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100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)</a:t>
            </a:r>
            <a:b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</a:b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    y_line = intercept + slope * x_line</a:t>
            </a:r>
            <a:b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</a:b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    axes[i].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326D74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plot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(x_line, y_line,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3900A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color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=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C41A16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"red"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,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3900A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label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=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C41A16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f"y = </a:t>
            </a:r>
            <a:r>
              <a:rPr kumimoji="0" lang="zh-CN" altLang="zh-CN" sz="800" b="1" i="0" u="none" strike="noStrike" cap="none" normalizeH="0" baseline="0" dirty="0">
                <a:ln>
                  <a:noFill/>
                </a:ln>
                <a:solidFill>
                  <a:srgbClr val="AA0D91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{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intercept</a:t>
            </a:r>
            <a:r>
              <a:rPr kumimoji="0" lang="zh-CN" altLang="zh-CN" sz="800" b="1" i="0" u="none" strike="noStrike" cap="none" normalizeH="0" baseline="0" dirty="0">
                <a:ln>
                  <a:noFill/>
                </a:ln>
                <a:solidFill>
                  <a:srgbClr val="AA0D91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: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C41A16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.2f</a:t>
            </a:r>
            <a:r>
              <a:rPr kumimoji="0" lang="zh-CN" altLang="zh-CN" sz="800" b="1" i="0" u="none" strike="noStrike" cap="none" normalizeH="0" baseline="0" dirty="0">
                <a:ln>
                  <a:noFill/>
                </a:ln>
                <a:solidFill>
                  <a:srgbClr val="AA0D91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}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C41A16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 + </a:t>
            </a:r>
            <a:r>
              <a:rPr kumimoji="0" lang="zh-CN" altLang="zh-CN" sz="800" b="1" i="0" u="none" strike="noStrike" cap="none" normalizeH="0" baseline="0" dirty="0">
                <a:ln>
                  <a:noFill/>
                </a:ln>
                <a:solidFill>
                  <a:srgbClr val="AA0D91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{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slope</a:t>
            </a:r>
            <a:r>
              <a:rPr kumimoji="0" lang="zh-CN" altLang="zh-CN" sz="800" b="1" i="0" u="none" strike="noStrike" cap="none" normalizeH="0" baseline="0" dirty="0">
                <a:ln>
                  <a:noFill/>
                </a:ln>
                <a:solidFill>
                  <a:srgbClr val="AA0D91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: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C41A16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.2f</a:t>
            </a:r>
            <a:r>
              <a:rPr kumimoji="0" lang="zh-CN" altLang="zh-CN" sz="800" b="1" i="0" u="none" strike="noStrike" cap="none" normalizeH="0" baseline="0" dirty="0">
                <a:ln>
                  <a:noFill/>
                </a:ln>
                <a:solidFill>
                  <a:srgbClr val="AA0D91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}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C41A16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x"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)</a:t>
            </a:r>
            <a:b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</a:b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    </a:t>
            </a:r>
            <a:b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</a:b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   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5D6C79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#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5D6C79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设置标题和标签</a:t>
            </a:r>
            <a:b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5D6C79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5D6C79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axes[i].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326D74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set_title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(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C41A16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f"Group </a:t>
            </a:r>
            <a:r>
              <a:rPr kumimoji="0" lang="zh-CN" altLang="zh-CN" sz="800" b="1" i="0" u="none" strike="noStrike" cap="none" normalizeH="0" baseline="0" dirty="0">
                <a:ln>
                  <a:noFill/>
                </a:ln>
                <a:solidFill>
                  <a:srgbClr val="AA0D91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{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i+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1C00CF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1</a:t>
            </a:r>
            <a:r>
              <a:rPr kumimoji="0" lang="zh-CN" altLang="zh-CN" sz="800" b="1" i="0" u="none" strike="noStrike" cap="none" normalizeH="0" baseline="0" dirty="0">
                <a:ln>
                  <a:noFill/>
                </a:ln>
                <a:solidFill>
                  <a:srgbClr val="AA0D91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}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C41A16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: Correlation = </a:t>
            </a:r>
            <a:r>
              <a:rPr kumimoji="0" lang="zh-CN" altLang="zh-CN" sz="800" b="1" i="0" u="none" strike="noStrike" cap="none" normalizeH="0" baseline="0" dirty="0">
                <a:ln>
                  <a:noFill/>
                </a:ln>
                <a:solidFill>
                  <a:srgbClr val="AA0D91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{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r</a:t>
            </a:r>
            <a:r>
              <a:rPr kumimoji="0" lang="zh-CN" altLang="zh-CN" sz="800" b="1" i="0" u="none" strike="noStrike" cap="none" normalizeH="0" baseline="0" dirty="0">
                <a:ln>
                  <a:noFill/>
                </a:ln>
                <a:solidFill>
                  <a:srgbClr val="AA0D91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: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C41A16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.2f</a:t>
            </a:r>
            <a:r>
              <a:rPr kumimoji="0" lang="zh-CN" altLang="zh-CN" sz="800" b="1" i="0" u="none" strike="noStrike" cap="none" normalizeH="0" baseline="0" dirty="0">
                <a:ln>
                  <a:noFill/>
                </a:ln>
                <a:solidFill>
                  <a:srgbClr val="AA0D91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}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C41A16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"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)</a:t>
            </a:r>
            <a:b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</a:b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    axes[i].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326D74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set_xlabel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(key_x)</a:t>
            </a:r>
            <a:b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</a:b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    axes[i].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326D74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set_ylabel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(key_y)</a:t>
            </a:r>
            <a:b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</a:b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    axes[i].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326D74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legend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()</a:t>
            </a:r>
            <a:b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</a:br>
            <a:b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</a:b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plt.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326D74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tight_layout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()</a:t>
            </a:r>
            <a:b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</a:b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plt.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326D74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show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  <a:t>()</a:t>
            </a:r>
            <a:b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charset="-122"/>
                <a:ea typeface="Inconsolata" pitchFamily="2" charset="0"/>
              </a:rPr>
            </a:br>
            <a:endParaRPr kumimoji="0" lang="zh-CN" altLang="zh-CN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05102" y="410791"/>
            <a:ext cx="6936527" cy="576974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/>
          <p:cNvSpPr txBox="1"/>
          <p:nvPr/>
        </p:nvSpPr>
        <p:spPr>
          <a:xfrm>
            <a:off x="4778065" y="2362439"/>
            <a:ext cx="2635885" cy="11074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en-US" altLang="zh-CN" sz="7200" dirty="0">
                <a:solidFill>
                  <a:schemeClr val="accent1">
                    <a:lumMod val="100000"/>
                  </a:schemeClr>
                </a:solidFill>
                <a:latin typeface="+mj-ea"/>
                <a:ea typeface="+mj-ea"/>
              </a:rPr>
              <a:t>Thanks</a:t>
            </a:r>
            <a:endParaRPr lang="en-US" altLang="zh-CN" sz="7200" dirty="0">
              <a:solidFill>
                <a:schemeClr val="accent1">
                  <a:lumMod val="100000"/>
                </a:schemeClr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ISLIDE.GUIDESSETTING" val="{&quot;Id&quot;:&quot;GuidesStyle_Normal&quot;,&quot;Name&quot;:&quot;GuidesStyle_Normal&quot;,&quot;Kind&quot;:0,&quot;OldGuidesSetting&quot;:{&quot;HeaderHeight&quot;:15.0,&quot;FooterHeight&quot;:9.0,&quot;SideMargin&quot;:5.5,&quot;TopMargin&quot;:0.0,&quot;BottomMargin&quot;:0.0,&quot;IntervalMargin&quot;:1.5}}"/>
  <p:tag name="KSO_WPP_MARK_KEY" val="77888cca-8c0c-4b84-8e23-70b5710c3c3a"/>
  <p:tag name="COMMONDATA" val="eyJoZGlkIjoiZDNmNGEyM2I2NWY5ODhjOWU2MDk4MGUwNDZkZTk2MjkifQ=="/>
  <p:tag name="commondata" val="eyJjb3VudCI6MSwiaGRpZCI6Ijk0ZmFkMjE2M2VlZjQzYThmYzJhZTFmZDUyYzVlNTZlIiwidXNlckNvdW50IjoxfQ=="/>
</p:tagLst>
</file>

<file path=ppt/theme/theme1.xml><?xml version="1.0" encoding="utf-8"?>
<a:theme xmlns:a="http://schemas.openxmlformats.org/drawingml/2006/main" name="Office 主题​​">
  <a:themeElements>
    <a:clrScheme name="蓝色​​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自定义 5">
      <a:majorFont>
        <a:latin typeface="思源宋体 CN Heavy"/>
        <a:ea typeface="思源宋体 CN Heavy"/>
        <a:cs typeface=""/>
      </a:majorFont>
      <a:minorFont>
        <a:latin typeface="思源黑体 CN Regular"/>
        <a:ea typeface="思源黑体 CN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1696</Words>
  <Application>WPS 演示</Application>
  <PresentationFormat>宽屏</PresentationFormat>
  <Paragraphs>23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7" baseType="lpstr">
      <vt:lpstr>Arial</vt:lpstr>
      <vt:lpstr>宋体</vt:lpstr>
      <vt:lpstr>Wingdings</vt:lpstr>
      <vt:lpstr>思源黑体 CN Normal</vt:lpstr>
      <vt:lpstr>Arial Unicode MS</vt:lpstr>
      <vt:lpstr>Inconsolata</vt:lpstr>
      <vt:lpstr>Segoe Print</vt:lpstr>
      <vt:lpstr>思源黑体 CN Regular</vt:lpstr>
      <vt:lpstr>思源宋体 CN Heavy</vt:lpstr>
      <vt:lpstr>微软雅黑</vt:lpstr>
      <vt:lpstr>Calibri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成龙 于</dc:creator>
  <cp:lastModifiedBy>2020010928</cp:lastModifiedBy>
  <cp:revision>42</cp:revision>
  <dcterms:created xsi:type="dcterms:W3CDTF">2024-11-30T12:56:00Z</dcterms:created>
  <dcterms:modified xsi:type="dcterms:W3CDTF">2025-05-10T13:49:15Z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95B86AEE51552BB36C2EC8662BB4DE63_41</vt:lpwstr>
  </property>
  <property fmtid="{D5CDD505-2E9C-101B-9397-08002B2CF9AE}" pid="3" name="KSOProductBuildVer">
    <vt:lpwstr>2052-12.1.0.19302</vt:lpwstr>
  </property>
  <property fmtid="{D5CDD505-2E9C-101B-9397-08002B2CF9AE}" pid="4" name="KSOTemplateUUID">
    <vt:lpwstr>v1.0_mb_O6yc/Wq56Da4KOBmG4g4Fw==</vt:lpwstr>
  </property>
</Properties>
</file>