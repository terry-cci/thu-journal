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95" r:id="rId3"/>
    <p:sldId id="311" r:id="rId4"/>
    <p:sldId id="372" r:id="rId5"/>
    <p:sldId id="348" r:id="rId6"/>
    <p:sldId id="280" r:id="rId7"/>
    <p:sldId id="330" r:id="rId8"/>
    <p:sldId id="329" r:id="rId9"/>
    <p:sldId id="331" r:id="rId10"/>
    <p:sldId id="371" r:id="rId11"/>
    <p:sldId id="257" r:id="rId12"/>
    <p:sldId id="274" r:id="rId13"/>
    <p:sldId id="272" r:id="rId14"/>
    <p:sldId id="267" r:id="rId15"/>
    <p:sldId id="275" r:id="rId16"/>
    <p:sldId id="276" r:id="rId17"/>
    <p:sldId id="368" r:id="rId18"/>
    <p:sldId id="369" r:id="rId19"/>
    <p:sldId id="370" r:id="rId20"/>
    <p:sldId id="277" r:id="rId21"/>
    <p:sldId id="278" r:id="rId22"/>
    <p:sldId id="260" r:id="rId23"/>
    <p:sldId id="261" r:id="rId24"/>
    <p:sldId id="262" r:id="rId25"/>
    <p:sldId id="263" r:id="rId26"/>
    <p:sldId id="312" r:id="rId27"/>
    <p:sldId id="265" r:id="rId28"/>
    <p:sldId id="279" r:id="rId29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30505A0-D7B3-47E8-A151-160BB2DB128E}" styleName="表样式 1 17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42" autoAdjust="0"/>
    <p:restoredTop sz="94660"/>
  </p:normalViewPr>
  <p:slideViewPr>
    <p:cSldViewPr snapToGrid="0">
      <p:cViewPr>
        <p:scale>
          <a:sx n="100" d="100"/>
          <a:sy n="100" d="100"/>
        </p:scale>
        <p:origin x="-6" y="-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20BD-CDC7-4FBD-B84C-FFCCB24C7A2C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14726-C30D-4D0E-B0CD-CF63857E7F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20BD-CDC7-4FBD-B84C-FFCCB24C7A2C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14726-C30D-4D0E-B0CD-CF63857E7F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20BD-CDC7-4FBD-B84C-FFCCB24C7A2C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14726-C30D-4D0E-B0CD-CF63857E7F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20BD-CDC7-4FBD-B84C-FFCCB24C7A2C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14726-C30D-4D0E-B0CD-CF63857E7F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20BD-CDC7-4FBD-B84C-FFCCB24C7A2C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14726-C30D-4D0E-B0CD-CF63857E7F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20BD-CDC7-4FBD-B84C-FFCCB24C7A2C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14726-C30D-4D0E-B0CD-CF63857E7F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20BD-CDC7-4FBD-B84C-FFCCB24C7A2C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14726-C30D-4D0E-B0CD-CF63857E7F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20BD-CDC7-4FBD-B84C-FFCCB24C7A2C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14726-C30D-4D0E-B0CD-CF63857E7F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20BD-CDC7-4FBD-B84C-FFCCB24C7A2C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14726-C30D-4D0E-B0CD-CF63857E7F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20BD-CDC7-4FBD-B84C-FFCCB24C7A2C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14726-C30D-4D0E-B0CD-CF63857E7F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20BD-CDC7-4FBD-B84C-FFCCB24C7A2C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14726-C30D-4D0E-B0CD-CF63857E7F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3C20BD-CDC7-4FBD-B84C-FFCCB24C7A2C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114726-C30D-4D0E-B0CD-CF63857E7F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sdict.cn/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altLang="zh-CN" dirty="0"/>
              <a:t>Español Moderno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Aula</a:t>
            </a:r>
            <a:r>
              <a:rPr lang="zh-CN" altLang="en-US" dirty="0"/>
              <a:t>：</a:t>
            </a:r>
            <a:r>
              <a:rPr lang="en-US" altLang="zh-CN" dirty="0"/>
              <a:t>3411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presentaci</a:t>
            </a:r>
            <a:r>
              <a:rPr lang="es-ES" altLang="zh-CN"/>
              <a:t>ón 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63040" y="1550035"/>
            <a:ext cx="10229215" cy="518922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 fontAlgn="auto">
              <a:lnSpc>
                <a:spcPct val="150000"/>
              </a:lnSpc>
            </a:pPr>
            <a:r>
              <a:rPr lang="es-ES" sz="3200"/>
              <a:t>Hola, buenas tardes. Me llamo </a:t>
            </a:r>
            <a:r>
              <a:rPr lang="es-ES" sz="3200">
                <a:sym typeface="+mn-ea"/>
              </a:rPr>
              <a:t> Jiang Ge</a:t>
            </a:r>
            <a:r>
              <a:rPr lang="en-US" altLang="es-ES" sz="3200">
                <a:sym typeface="+mn-ea"/>
              </a:rPr>
              <a:t>.</a:t>
            </a:r>
            <a:endParaRPr lang="es-ES" sz="3200"/>
          </a:p>
          <a:p>
            <a:pPr algn="l" fontAlgn="auto">
              <a:lnSpc>
                <a:spcPct val="150000"/>
              </a:lnSpc>
            </a:pPr>
            <a:r>
              <a:rPr lang="es-ES" sz="3200"/>
              <a:t>Mi nombre </a:t>
            </a:r>
            <a:r>
              <a:rPr lang="en-US" altLang="es-ES" sz="3200"/>
              <a:t>espa</a:t>
            </a:r>
            <a:r>
              <a:rPr lang="es-ES" altLang="es-ES" sz="3200"/>
              <a:t>ñol</a:t>
            </a:r>
            <a:r>
              <a:rPr lang="es-ES" sz="3200"/>
              <a:t> es</a:t>
            </a:r>
            <a:r>
              <a:rPr lang="en-US" altLang="es-ES" sz="3200"/>
              <a:t> </a:t>
            </a:r>
            <a:r>
              <a:rPr lang="es-ES" sz="3200">
                <a:sym typeface="+mn-ea"/>
              </a:rPr>
              <a:t>Estrella</a:t>
            </a:r>
            <a:r>
              <a:rPr lang="en-US" altLang="es-ES" sz="3200">
                <a:sym typeface="+mn-ea"/>
              </a:rPr>
              <a:t>.</a:t>
            </a:r>
          </a:p>
          <a:p>
            <a:pPr algn="l" fontAlgn="auto">
              <a:lnSpc>
                <a:spcPct val="150000"/>
              </a:lnSpc>
            </a:pPr>
            <a:r>
              <a:rPr lang="es-ES" sz="3200"/>
              <a:t>Encantada de conocerlos.</a:t>
            </a:r>
          </a:p>
          <a:p>
            <a:pPr algn="l" fontAlgn="auto">
              <a:lnSpc>
                <a:spcPct val="150000"/>
              </a:lnSpc>
            </a:pPr>
            <a:r>
              <a:rPr lang="es-ES" sz="3200"/>
              <a:t>Este semestre me encargo yo de esta asignatura. </a:t>
            </a:r>
          </a:p>
          <a:p>
            <a:pPr algn="l" fontAlgn="auto">
              <a:lnSpc>
                <a:spcPct val="150000"/>
              </a:lnSpc>
            </a:pPr>
            <a:r>
              <a:rPr lang="es-ES" sz="3200"/>
              <a:t>Tengo mucha ilusión y espero que pasemos muy bien.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altLang="zh-CN"/>
              <a:t>palabras que se parecen en inglés y español</a:t>
            </a:r>
            <a:r>
              <a:rPr lang="es-ES" altLang="zh-CN"/>
              <a:t>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887845" y="1691005"/>
            <a:ext cx="4538345" cy="42684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fontAlgn="auto">
              <a:lnSpc>
                <a:spcPct val="150000"/>
              </a:lnSpc>
            </a:pPr>
            <a:r>
              <a:rPr lang="es-ES" sz="2800" b="1" dirty="0">
                <a:sym typeface="+mn-ea"/>
              </a:rPr>
              <a:t>profesor, proyecto,</a:t>
            </a:r>
            <a:endParaRPr lang="es-ES" sz="2800" b="1" dirty="0"/>
          </a:p>
          <a:p>
            <a:pPr algn="l" fontAlgn="auto">
              <a:lnSpc>
                <a:spcPct val="150000"/>
              </a:lnSpc>
            </a:pPr>
            <a:r>
              <a:rPr lang="es-ES" sz="2800" b="1" dirty="0">
                <a:sym typeface="+mn-ea"/>
              </a:rPr>
              <a:t>Universidad  arte   </a:t>
            </a:r>
          </a:p>
          <a:p>
            <a:pPr algn="l" fontAlgn="auto">
              <a:lnSpc>
                <a:spcPct val="150000"/>
              </a:lnSpc>
            </a:pPr>
            <a:r>
              <a:rPr lang="es-ES" sz="2800" b="1" dirty="0">
                <a:sym typeface="+mn-ea"/>
              </a:rPr>
              <a:t>Nación</a:t>
            </a:r>
            <a:r>
              <a:rPr lang="en-US" altLang="zh-CN" sz="2800" b="1">
                <a:sym typeface="+mn-ea"/>
              </a:rPr>
              <a:t> </a:t>
            </a:r>
            <a:r>
              <a:rPr lang="es-ES" sz="2800" b="1">
                <a:sym typeface="+mn-ea"/>
              </a:rPr>
              <a:t> </a:t>
            </a:r>
            <a:r>
              <a:rPr lang="es-ES" sz="2800" b="1" dirty="0">
                <a:sym typeface="+mn-ea"/>
              </a:rPr>
              <a:t>plaza</a:t>
            </a:r>
          </a:p>
          <a:p>
            <a:pPr algn="l" fontAlgn="auto">
              <a:lnSpc>
                <a:spcPct val="150000"/>
              </a:lnSpc>
            </a:pPr>
            <a:r>
              <a:rPr lang="es-ES" sz="2800" b="1" dirty="0">
                <a:sym typeface="+mn-ea"/>
              </a:rPr>
              <a:t>número</a:t>
            </a:r>
            <a:r>
              <a:rPr lang="en-US" altLang="es-ES" sz="2800" b="1" dirty="0">
                <a:sym typeface="+mn-ea"/>
              </a:rPr>
              <a:t> </a:t>
            </a:r>
            <a:r>
              <a:rPr lang="es-ES" sz="2800" b="1" dirty="0">
                <a:sym typeface="+mn-ea"/>
              </a:rPr>
              <a:t>destino, </a:t>
            </a:r>
          </a:p>
          <a:p>
            <a:pPr algn="l" fontAlgn="auto">
              <a:lnSpc>
                <a:spcPct val="150000"/>
              </a:lnSpc>
            </a:pPr>
            <a:r>
              <a:rPr lang="es-ES" sz="2800" b="1" dirty="0">
                <a:sym typeface="+mn-ea"/>
              </a:rPr>
              <a:t>visitar 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26465" y="1450975"/>
            <a:ext cx="4236720" cy="4615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s-ES" sz="2800" b="1">
                <a:sym typeface="+mn-ea"/>
              </a:rPr>
              <a:t>Internacional  </a:t>
            </a:r>
          </a:p>
          <a:p>
            <a:pPr algn="l" fontAlgn="auto">
              <a:lnSpc>
                <a:spcPct val="150000"/>
              </a:lnSpc>
            </a:pPr>
            <a:r>
              <a:rPr lang="es-ES" sz="2800" b="1">
                <a:sym typeface="+mn-ea"/>
              </a:rPr>
              <a:t>actor  doctor  </a:t>
            </a:r>
          </a:p>
          <a:p>
            <a:pPr algn="l" fontAlgn="auto">
              <a:lnSpc>
                <a:spcPct val="150000"/>
              </a:lnSpc>
            </a:pPr>
            <a:r>
              <a:rPr lang="es-ES" sz="2800" b="1">
                <a:sym typeface="+mn-ea"/>
              </a:rPr>
              <a:t>capital   canal </a:t>
            </a:r>
          </a:p>
          <a:p>
            <a:pPr algn="l" fontAlgn="auto">
              <a:lnSpc>
                <a:spcPct val="150000"/>
              </a:lnSpc>
            </a:pPr>
            <a:r>
              <a:rPr lang="es-ES" sz="2800" b="1">
                <a:sym typeface="+mn-ea"/>
              </a:rPr>
              <a:t>general   actual </a:t>
            </a:r>
          </a:p>
          <a:p>
            <a:pPr algn="l" fontAlgn="auto">
              <a:lnSpc>
                <a:spcPct val="150000"/>
              </a:lnSpc>
            </a:pPr>
            <a:r>
              <a:rPr lang="es-ES" sz="2800" b="1">
                <a:sym typeface="+mn-ea"/>
              </a:rPr>
              <a:t>hospital </a:t>
            </a:r>
          </a:p>
          <a:p>
            <a:pPr algn="l" fontAlgn="auto">
              <a:lnSpc>
                <a:spcPct val="150000"/>
              </a:lnSpc>
            </a:pPr>
            <a:r>
              <a:rPr lang="es-ES" sz="2800" b="1">
                <a:sym typeface="+mn-ea"/>
              </a:rPr>
              <a:t>normal </a:t>
            </a:r>
          </a:p>
          <a:p>
            <a:pPr algn="l" fontAlgn="auto">
              <a:lnSpc>
                <a:spcPct val="150000"/>
              </a:lnSpc>
            </a:pPr>
            <a:r>
              <a:rPr lang="es-ES" sz="2800" b="1">
                <a:sym typeface="+mn-ea"/>
              </a:rPr>
              <a:t>club   chocolate   taxi</a:t>
            </a:r>
            <a:endParaRPr lang="es-ES" altLang="en-US" sz="2800" b="1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altLang="zh-CN"/>
              <a:t>palabras que se parecen en </a:t>
            </a:r>
            <a:r>
              <a:rPr lang="es-ES"/>
              <a:t>diferentes idiomas</a:t>
            </a: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6720972"/>
              </p:ext>
            </p:extLst>
          </p:nvPr>
        </p:nvGraphicFramePr>
        <p:xfrm>
          <a:off x="694055" y="1861906"/>
          <a:ext cx="10888345" cy="4303395"/>
        </p:xfrm>
        <a:graphic>
          <a:graphicData uri="http://schemas.openxmlformats.org/drawingml/2006/table">
            <a:tbl>
              <a:tblPr firstRow="1" firstCol="1" bandRow="1">
                <a:tableStyleId>{730505A0-D7B3-47E8-A151-160BB2DB128E}</a:tableStyleId>
              </a:tblPr>
              <a:tblGrid>
                <a:gridCol w="1410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5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6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4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240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zh-CN" sz="2400"/>
                        <a:t>español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zh-CN" sz="2400"/>
                        <a:t>septiembre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zh-CN" sz="2400"/>
                        <a:t>museo</a:t>
                      </a:r>
                    </a:p>
                    <a:p>
                      <a:pPr>
                        <a:buNone/>
                      </a:pPr>
                      <a:endParaRPr lang="es-ES" altLang="zh-C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zh-CN" sz="2400"/>
                        <a:t>animal</a:t>
                      </a:r>
                      <a:endParaRPr lang="en-US" altLang="zh-CN" sz="2400"/>
                    </a:p>
                    <a:p>
                      <a:pPr>
                        <a:buNone/>
                      </a:pPr>
                      <a:r>
                        <a:rPr lang="en-US" altLang="zh-CN" sz="2400"/>
                        <a:t>hospital</a:t>
                      </a:r>
                    </a:p>
                    <a:p>
                      <a:pPr>
                        <a:buNone/>
                      </a:pPr>
                      <a:r>
                        <a:rPr lang="en-US" altLang="zh-CN" sz="2400"/>
                        <a:t>general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artista</a:t>
                      </a:r>
                    </a:p>
                    <a:p>
                      <a:pPr>
                        <a:buNone/>
                      </a:pPr>
                      <a:r>
                        <a:rPr lang="en-US" altLang="zh-CN" sz="2400"/>
                        <a:t>dentista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zh-CN" sz="2400"/>
                        <a:t>idealismo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zh-CN" sz="2400"/>
                        <a:t>inteligencia artificial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zh-CN"/>
                        <a:t>italiano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zh-CN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zh-CN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animale</a:t>
                      </a:r>
                    </a:p>
                    <a:p>
                      <a:pPr>
                        <a:buNone/>
                      </a:pPr>
                      <a:r>
                        <a:rPr lang="en-US" altLang="zh-CN"/>
                        <a:t>ospedale</a:t>
                      </a:r>
                    </a:p>
                    <a:p>
                      <a:pPr>
                        <a:buNone/>
                      </a:pPr>
                      <a:r>
                        <a:rPr lang="en-US" altLang="zh-CN"/>
                        <a:t>generale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zh-CN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zh-CN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intelligenza artificiale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zh-CN"/>
                        <a:t>portugués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setembro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museu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zh-CN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zh-CN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zh-CN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Intelig</a:t>
                      </a:r>
                      <a:r>
                        <a:rPr lang="en-US" altLang="en-US"/>
                        <a:t>ê</a:t>
                      </a:r>
                      <a:r>
                        <a:rPr lang="en-US" altLang="zh-CN"/>
                        <a:t>ncia</a:t>
                      </a:r>
                    </a:p>
                    <a:p>
                      <a:pPr>
                        <a:buNone/>
                      </a:pPr>
                      <a:r>
                        <a:rPr lang="es-ES" altLang="en-US"/>
                        <a:t>artificial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zh-CN"/>
                        <a:t>francés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septembre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mus</a:t>
                      </a:r>
                      <a:r>
                        <a:rPr lang="en-US" altLang="en-US"/>
                        <a:t>é</a:t>
                      </a:r>
                      <a:r>
                        <a:rPr lang="en-US" altLang="zh-CN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hôpital</a:t>
                      </a:r>
                      <a:r>
                        <a:rPr lang="es-ES" altLang="en-US"/>
                        <a:t> </a:t>
                      </a:r>
                      <a:r>
                        <a:rPr lang="en-US" altLang="zh-CN"/>
                        <a:t>g</a:t>
                      </a:r>
                      <a:r>
                        <a:rPr lang="en-US" altLang="en-US"/>
                        <a:t>é</a:t>
                      </a:r>
                      <a:r>
                        <a:rPr lang="en-US" altLang="zh-CN"/>
                        <a:t>n</a:t>
                      </a:r>
                      <a:r>
                        <a:rPr lang="en-US" altLang="en-US"/>
                        <a:t>é</a:t>
                      </a:r>
                      <a:r>
                        <a:rPr lang="en-US" altLang="zh-CN"/>
                        <a:t>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artiste</a:t>
                      </a:r>
                      <a:r>
                        <a:rPr lang="es-ES" altLang="en-US"/>
                        <a:t> </a:t>
                      </a:r>
                      <a:r>
                        <a:rPr lang="en-US" altLang="zh-CN"/>
                        <a:t>dentiste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id</a:t>
                      </a:r>
                      <a:r>
                        <a:rPr lang="en-US" altLang="en-US"/>
                        <a:t>é</a:t>
                      </a:r>
                      <a:r>
                        <a:rPr lang="en-US" altLang="zh-CN"/>
                        <a:t>alisme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intelligence artificielle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zh-CN"/>
                        <a:t>inglés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September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zh-CN"/>
                        <a:t>museum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artist</a:t>
                      </a:r>
                    </a:p>
                    <a:p>
                      <a:pPr>
                        <a:buNone/>
                      </a:pPr>
                      <a:r>
                        <a:rPr lang="en-US" altLang="zh-CN"/>
                        <a:t>dentist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idealism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artificial intelligence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课程要求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200" b="1" dirty="0"/>
              <a:t>出勤</a:t>
            </a:r>
            <a:r>
              <a:rPr lang="en-US" altLang="zh-CN" sz="3200" b="1" dirty="0"/>
              <a:t>+</a:t>
            </a:r>
            <a:r>
              <a:rPr lang="zh-CN" altLang="en-US" sz="3200" b="1" dirty="0"/>
              <a:t>课堂表现</a:t>
            </a:r>
            <a:r>
              <a:rPr lang="en-US" altLang="zh-CN" sz="3200" b="1" dirty="0"/>
              <a:t>10%</a:t>
            </a:r>
          </a:p>
          <a:p>
            <a:r>
              <a:rPr lang="zh-CN" altLang="en-US" sz="3200" b="1" dirty="0"/>
              <a:t>作业</a:t>
            </a:r>
            <a:r>
              <a:rPr lang="en-US" altLang="zh-CN" sz="3200" b="1" dirty="0"/>
              <a:t>25%</a:t>
            </a:r>
          </a:p>
          <a:p>
            <a:r>
              <a:rPr lang="zh-CN" altLang="en-US" sz="3200" b="1" dirty="0"/>
              <a:t>期中口试</a:t>
            </a:r>
            <a:r>
              <a:rPr lang="en-US" altLang="zh-CN" sz="3200" b="1" dirty="0"/>
              <a:t>10%</a:t>
            </a:r>
          </a:p>
          <a:p>
            <a:r>
              <a:rPr lang="zh-CN" altLang="en-US" sz="3200" b="1" dirty="0"/>
              <a:t>期末口试</a:t>
            </a:r>
            <a:r>
              <a:rPr lang="en-US" altLang="zh-CN" sz="3200" b="1" dirty="0"/>
              <a:t>10%</a:t>
            </a:r>
          </a:p>
          <a:p>
            <a:r>
              <a:rPr lang="zh-CN" altLang="en-US" sz="3200" b="1" dirty="0"/>
              <a:t>期末笔试</a:t>
            </a:r>
            <a:r>
              <a:rPr lang="en-US" altLang="zh-CN" sz="3200" b="1" dirty="0"/>
              <a:t>45%</a:t>
            </a:r>
            <a:br>
              <a:rPr lang="zh-CN" altLang="en-US" dirty="0"/>
            </a:br>
            <a:endParaRPr lang="zh-CN" altLang="en-US" dirty="0"/>
          </a:p>
          <a:p>
            <a:r>
              <a:rPr lang="en-US" altLang="zh-CN" b="1" dirty="0">
                <a:solidFill>
                  <a:srgbClr val="FF0000"/>
                </a:solidFill>
              </a:rPr>
              <a:t>40%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用书</a:t>
            </a:r>
          </a:p>
        </p:txBody>
      </p:sp>
      <p:pic>
        <p:nvPicPr>
          <p:cNvPr id="8" name="内容占位符 7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38200" y="1780540"/>
            <a:ext cx="3552190" cy="35375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307205" y="824865"/>
            <a:ext cx="593153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目录</a:t>
            </a:r>
          </a:p>
          <a:p>
            <a:endParaRPr lang="zh-CN" altLang="en-US" sz="2800"/>
          </a:p>
          <a:p>
            <a:r>
              <a:rPr lang="zh-CN" altLang="en-US" sz="2800"/>
              <a:t>词汇表</a:t>
            </a:r>
            <a:r>
              <a:rPr lang="es-ES" altLang="zh-CN" sz="2800"/>
              <a:t>¿</a:t>
            </a:r>
            <a:r>
              <a:rPr lang="zh-CN" altLang="zh-CN" sz="2800"/>
              <a:t>男生还是女生西班牙口音</a:t>
            </a:r>
            <a:r>
              <a:rPr lang="es-ES" altLang="zh-CN" sz="2800"/>
              <a:t>?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390390" y="2326005"/>
            <a:ext cx="4518025" cy="39693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n-US" sz="2800"/>
              <a:t>缩略语</a:t>
            </a:r>
          </a:p>
          <a:p>
            <a:pPr algn="l" fontAlgn="auto">
              <a:lnSpc>
                <a:spcPct val="150000"/>
              </a:lnSpc>
            </a:pPr>
            <a:r>
              <a:rPr lang="en-US" altLang="zh-CN" sz="2800"/>
              <a:t>americarismo - espa</a:t>
            </a:r>
            <a:r>
              <a:rPr lang="es-ES" altLang="zh-CN" sz="2800"/>
              <a:t>ñolismo</a:t>
            </a:r>
          </a:p>
          <a:p>
            <a:pPr algn="l" fontAlgn="auto">
              <a:lnSpc>
                <a:spcPct val="150000"/>
              </a:lnSpc>
            </a:pPr>
            <a:r>
              <a:rPr lang="es-ES" altLang="zh-CN" sz="2800"/>
              <a:t>femenino - masculino</a:t>
            </a:r>
          </a:p>
          <a:p>
            <a:pPr algn="l" fontAlgn="auto">
              <a:lnSpc>
                <a:spcPct val="150000"/>
              </a:lnSpc>
            </a:pPr>
            <a:r>
              <a:rPr lang="es-ES" altLang="zh-CN" sz="2800">
                <a:sym typeface="+mn-ea"/>
              </a:rPr>
              <a:t>p.p. </a:t>
            </a:r>
            <a:r>
              <a:rPr lang="es-ES" altLang="zh-CN" sz="2800"/>
              <a:t>participio pasivo</a:t>
            </a:r>
          </a:p>
          <a:p>
            <a:pPr algn="l" fontAlgn="auto">
              <a:lnSpc>
                <a:spcPct val="150000"/>
              </a:lnSpc>
            </a:pPr>
            <a:r>
              <a:rPr lang="es-ES" altLang="zh-CN" sz="2800">
                <a:sym typeface="+mn-ea"/>
              </a:rPr>
              <a:t>prnl. </a:t>
            </a:r>
            <a:r>
              <a:rPr lang="es-ES" altLang="zh-CN" sz="2800"/>
              <a:t>pronominal </a:t>
            </a:r>
          </a:p>
          <a:p>
            <a:pPr algn="l" fontAlgn="auto">
              <a:lnSpc>
                <a:spcPct val="150000"/>
              </a:lnSpc>
            </a:pPr>
            <a:r>
              <a:rPr lang="es-ES" altLang="zh-CN" sz="2800"/>
              <a:t>¿</a:t>
            </a:r>
            <a:r>
              <a:rPr lang="zh-CN" altLang="zh-CN" sz="2800"/>
              <a:t>什么是代词式动词？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zh-CN" b="1" dirty="0"/>
              <a:t>Castellano, catalán, gallego, vasco</a:t>
            </a:r>
            <a:endParaRPr lang="zh-CN" altLang="en-US" b="1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63" t="6405" r="13486" b="6803"/>
          <a:stretch>
            <a:fillRect/>
          </a:stretch>
        </p:blipFill>
        <p:spPr>
          <a:xfrm>
            <a:off x="1229995" y="1425575"/>
            <a:ext cx="6036310" cy="5307330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zh-CN" sz="4000" b="1" dirty="0"/>
              <a:t>¿Dónde se habla el castellano más auténtico?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207770" y="1387475"/>
            <a:ext cx="7350760" cy="512762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8097520" y="1691005"/>
            <a:ext cx="3844925" cy="44640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/>
              <a:t>Comunidades</a:t>
            </a:r>
            <a:r>
              <a:rPr lang="es-ES" altLang="en-US" sz="2000" b="1"/>
              <a:t> </a:t>
            </a:r>
            <a:r>
              <a:rPr lang="en-US" sz="2000" b="1"/>
              <a:t>Aut</a:t>
            </a:r>
            <a:r>
              <a:rPr lang="es-ES" sz="2000" b="1"/>
              <a:t>ónomas 17</a:t>
            </a:r>
          </a:p>
          <a:p>
            <a:endParaRPr lang="es-ES" sz="2000" b="1"/>
          </a:p>
          <a:p>
            <a:endParaRPr lang="es-ES" sz="2000" b="1"/>
          </a:p>
          <a:p>
            <a:endParaRPr lang="es-ES" sz="2000" b="1"/>
          </a:p>
          <a:p>
            <a:r>
              <a:rPr lang="es-ES" sz="2000" b="1"/>
              <a:t>provincias 50</a:t>
            </a:r>
          </a:p>
          <a:p>
            <a:endParaRPr lang="es-ES" sz="2000" b="1"/>
          </a:p>
          <a:p>
            <a:endParaRPr lang="es-ES" sz="2000" b="1"/>
          </a:p>
          <a:p>
            <a:endParaRPr lang="es-ES" sz="2000" b="1"/>
          </a:p>
          <a:p>
            <a:endParaRPr lang="es-ES" sz="2000" b="1"/>
          </a:p>
          <a:p>
            <a:r>
              <a:rPr lang="es-ES" sz="2000" b="1"/>
              <a:t>ciudades autónomas 2 </a:t>
            </a:r>
          </a:p>
          <a:p>
            <a:r>
              <a:rPr lang="es-ES" sz="2000" b="1"/>
              <a:t>(Ceuta y Melilla)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88670" y="189865"/>
            <a:ext cx="10357485" cy="64776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西班牙语地图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91490" y="134620"/>
            <a:ext cx="10058400" cy="623935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575800" y="1174750"/>
            <a:ext cx="2616200" cy="1322070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5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en-US" altLang="zh-CN" sz="4000" b="1"/>
              <a:t>600 millones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s-ES" dirty="0"/>
              <a:t>字母表：</a:t>
            </a:r>
            <a:r>
              <a:rPr lang="es-ES" altLang="zh-CN" dirty="0"/>
              <a:t>27</a:t>
            </a:r>
            <a:r>
              <a:rPr lang="zh-CN" altLang="en-US" dirty="0"/>
              <a:t>个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030"/>
            <a:ext cx="10515600" cy="4351338"/>
          </a:xfrm>
        </p:spPr>
        <p:txBody>
          <a:bodyPr>
            <a:normAutofit fontScale="97500"/>
          </a:bodyPr>
          <a:lstStyle/>
          <a:p>
            <a:pPr marL="0" indent="0" algn="ctr">
              <a:buNone/>
            </a:pPr>
            <a:r>
              <a:rPr lang="en-US" altLang="zh-CN" sz="7200" b="1" dirty="0"/>
              <a:t>A B C D E F G</a:t>
            </a:r>
          </a:p>
          <a:p>
            <a:pPr marL="0" indent="0" algn="ctr">
              <a:buNone/>
            </a:pPr>
            <a:r>
              <a:rPr lang="en-US" altLang="zh-CN" sz="7200" b="1" dirty="0"/>
              <a:t>H I J K L M N </a:t>
            </a:r>
            <a:r>
              <a:rPr lang="es-ES" altLang="zh-CN" sz="7200" b="1" dirty="0">
                <a:solidFill>
                  <a:srgbClr val="FF0000"/>
                </a:solidFill>
              </a:rPr>
              <a:t>Ñ</a:t>
            </a:r>
            <a:r>
              <a:rPr lang="zh-CN" altLang="en-US" sz="7200" b="1" dirty="0"/>
              <a:t> </a:t>
            </a:r>
            <a:r>
              <a:rPr lang="es-ES" altLang="zh-CN" sz="7200" b="1" dirty="0"/>
              <a:t>O</a:t>
            </a:r>
            <a:r>
              <a:rPr lang="zh-CN" altLang="en-US" sz="7200" b="1" dirty="0"/>
              <a:t> </a:t>
            </a:r>
            <a:r>
              <a:rPr lang="es-ES" altLang="zh-CN" sz="7200" b="1" dirty="0"/>
              <a:t>P</a:t>
            </a:r>
          </a:p>
          <a:p>
            <a:pPr marL="0" indent="0" algn="ctr">
              <a:buNone/>
            </a:pPr>
            <a:r>
              <a:rPr lang="es-ES" altLang="zh-CN" sz="7200" b="1" dirty="0"/>
              <a:t>Q R S T</a:t>
            </a:r>
          </a:p>
          <a:p>
            <a:pPr marL="0" indent="0" algn="ctr">
              <a:buNone/>
            </a:pPr>
            <a:r>
              <a:rPr lang="es-ES" altLang="zh-CN" sz="7200" b="1" dirty="0"/>
              <a:t>U V W X Y Z</a:t>
            </a:r>
          </a:p>
          <a:p>
            <a:pPr marL="0" indent="0" algn="ctr">
              <a:buNone/>
            </a:pPr>
            <a:endParaRPr lang="zh-CN" altLang="es-ES" sz="72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514350" y="3020060"/>
            <a:ext cx="157767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altLang="zh-CN" sz="8000" b="1" dirty="0">
                <a:solidFill>
                  <a:schemeClr val="accent2">
                    <a:lumMod val="50000"/>
                  </a:schemeClr>
                </a:solidFill>
              </a:rPr>
              <a:t>LL</a:t>
            </a:r>
          </a:p>
          <a:p>
            <a:r>
              <a:rPr lang="es-ES" altLang="zh-CN" sz="8000" b="1" dirty="0">
                <a:solidFill>
                  <a:schemeClr val="accent2">
                    <a:lumMod val="50000"/>
                  </a:schemeClr>
                </a:solidFill>
              </a:rPr>
              <a:t>CH</a:t>
            </a:r>
            <a:endParaRPr lang="zh-CN" altLang="en-US" sz="8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50840" y="365125"/>
            <a:ext cx="1290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/>
              <a:t>视频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030"/>
            <a:ext cx="10515600" cy="4351338"/>
          </a:xfrm>
        </p:spPr>
        <p:txBody>
          <a:bodyPr>
            <a:normAutofit fontScale="97500"/>
          </a:bodyPr>
          <a:lstStyle/>
          <a:p>
            <a:pPr marL="0" indent="0" algn="ctr">
              <a:buNone/>
            </a:pPr>
            <a:r>
              <a:rPr lang="en-US" altLang="zh-CN" sz="7200" b="1" dirty="0"/>
              <a:t>A B C D E F G</a:t>
            </a:r>
          </a:p>
          <a:p>
            <a:pPr marL="0" indent="0" algn="ctr">
              <a:buNone/>
            </a:pPr>
            <a:r>
              <a:rPr lang="en-US" altLang="zh-CN" sz="7200" b="1" u="sng" dirty="0">
                <a:solidFill>
                  <a:srgbClr val="FF0000"/>
                </a:solidFill>
              </a:rPr>
              <a:t>H</a:t>
            </a:r>
            <a:r>
              <a:rPr lang="en-US" altLang="zh-CN" sz="7200" b="1" dirty="0"/>
              <a:t> I J K L M N </a:t>
            </a:r>
            <a:r>
              <a:rPr lang="es-ES" altLang="zh-CN" sz="7200" b="1" u="sng" dirty="0">
                <a:solidFill>
                  <a:srgbClr val="FF0000"/>
                </a:solidFill>
              </a:rPr>
              <a:t>Ñ</a:t>
            </a:r>
            <a:r>
              <a:rPr lang="zh-CN" altLang="en-US" sz="7200" b="1" dirty="0"/>
              <a:t> </a:t>
            </a:r>
            <a:r>
              <a:rPr lang="es-ES" altLang="zh-CN" sz="7200" b="1" dirty="0"/>
              <a:t>O</a:t>
            </a:r>
            <a:r>
              <a:rPr lang="zh-CN" altLang="en-US" sz="7200" b="1" dirty="0"/>
              <a:t> </a:t>
            </a:r>
            <a:r>
              <a:rPr lang="es-ES" altLang="zh-CN" sz="7200" b="1" dirty="0"/>
              <a:t>P</a:t>
            </a:r>
          </a:p>
          <a:p>
            <a:pPr marL="0" indent="0" algn="ctr">
              <a:buNone/>
            </a:pPr>
            <a:r>
              <a:rPr lang="es-ES" altLang="zh-CN" sz="7200" b="1" dirty="0"/>
              <a:t>Q R S T</a:t>
            </a:r>
          </a:p>
          <a:p>
            <a:pPr marL="0" indent="0" algn="ctr">
              <a:buNone/>
            </a:pPr>
            <a:r>
              <a:rPr lang="es-ES" altLang="zh-CN" sz="7200" b="1" dirty="0"/>
              <a:t>U V W X Y Z</a:t>
            </a:r>
          </a:p>
          <a:p>
            <a:pPr marL="0" indent="0" algn="ctr">
              <a:buNone/>
            </a:pPr>
            <a:endParaRPr lang="zh-CN" altLang="es-ES" sz="72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514350" y="3020060"/>
            <a:ext cx="157767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altLang="zh-CN" sz="8000" b="1" dirty="0">
                <a:solidFill>
                  <a:schemeClr val="accent2">
                    <a:lumMod val="50000"/>
                  </a:schemeClr>
                </a:solidFill>
              </a:rPr>
              <a:t>LL</a:t>
            </a:r>
          </a:p>
          <a:p>
            <a:r>
              <a:rPr lang="es-ES" altLang="zh-CN" sz="8000" b="1" dirty="0">
                <a:solidFill>
                  <a:schemeClr val="accent2">
                    <a:lumMod val="50000"/>
                  </a:schemeClr>
                </a:solidFill>
              </a:rPr>
              <a:t>CH</a:t>
            </a:r>
            <a:endParaRPr lang="zh-CN" altLang="en-US" sz="8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83005" y="407670"/>
            <a:ext cx="129032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>
                <a:solidFill>
                  <a:srgbClr val="FF0000"/>
                </a:solidFill>
              </a:rPr>
              <a:t>H</a:t>
            </a:r>
            <a:r>
              <a:rPr lang="es-ES" altLang="en-US" sz="4400" b="1">
                <a:solidFill>
                  <a:srgbClr val="FF0000"/>
                </a:solidFill>
              </a:rPr>
              <a:t> </a:t>
            </a:r>
            <a:r>
              <a:rPr lang="es-ES" altLang="zh-CN" sz="4400" b="1" dirty="0">
                <a:solidFill>
                  <a:srgbClr val="FF0000"/>
                </a:solidFill>
                <a:sym typeface="+mn-ea"/>
              </a:rPr>
              <a:t>Ñ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6690"/>
            <a:ext cx="10515600" cy="1325563"/>
          </a:xfrm>
        </p:spPr>
        <p:txBody>
          <a:bodyPr/>
          <a:lstStyle/>
          <a:p>
            <a:r>
              <a:rPr lang="en-US" altLang="zh-CN" dirty="0"/>
              <a:t>vocales</a:t>
            </a:r>
            <a:r>
              <a:rPr lang="zh-CN" altLang="en-US" dirty="0"/>
              <a:t>：</a:t>
            </a:r>
            <a:r>
              <a:rPr lang="en-US" altLang="zh-CN" sz="5400" b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A  E  I  O  U</a:t>
            </a:r>
            <a:r>
              <a:rPr lang="en-US" altLang="zh-CN" dirty="0"/>
              <a:t> 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2570"/>
            <a:ext cx="10515600" cy="4351338"/>
          </a:xfrm>
        </p:spPr>
        <p:txBody>
          <a:bodyPr>
            <a:normAutofit fontScale="97500"/>
          </a:bodyPr>
          <a:lstStyle/>
          <a:p>
            <a:pPr marL="0" indent="0" algn="ctr">
              <a:buNone/>
            </a:pPr>
            <a:r>
              <a:rPr lang="es-ES" altLang="en-US" sz="7200" b="1" u="sng" dirty="0">
                <a:solidFill>
                  <a:srgbClr val="FF0000"/>
                </a:solidFill>
              </a:rPr>
              <a:t>A</a:t>
            </a:r>
            <a:r>
              <a:rPr lang="en-US" altLang="zh-CN" sz="7200" b="1" dirty="0"/>
              <a:t> B C D </a:t>
            </a:r>
            <a:r>
              <a:rPr lang="es-ES" altLang="en-US" sz="7200" b="1" u="sng" dirty="0">
                <a:solidFill>
                  <a:srgbClr val="FF0000"/>
                </a:solidFill>
              </a:rPr>
              <a:t>E</a:t>
            </a:r>
            <a:r>
              <a:rPr lang="en-US" altLang="zh-CN" sz="7200" b="1" dirty="0"/>
              <a:t> F G</a:t>
            </a:r>
          </a:p>
          <a:p>
            <a:pPr marL="0" indent="0" algn="ctr">
              <a:buNone/>
            </a:pPr>
            <a:r>
              <a:rPr lang="en-US" altLang="zh-CN" sz="7200" b="1" u="sng" dirty="0"/>
              <a:t>H</a:t>
            </a:r>
            <a:r>
              <a:rPr lang="en-US" altLang="zh-CN" sz="7200" b="1" dirty="0"/>
              <a:t> </a:t>
            </a:r>
            <a:r>
              <a:rPr lang="es-ES" altLang="en-US" sz="7200" b="1" u="sng" dirty="0">
                <a:solidFill>
                  <a:srgbClr val="FF0000"/>
                </a:solidFill>
              </a:rPr>
              <a:t>I</a:t>
            </a:r>
            <a:r>
              <a:rPr lang="en-US" altLang="zh-CN" sz="7200" b="1" dirty="0"/>
              <a:t> J K L M N </a:t>
            </a:r>
            <a:r>
              <a:rPr lang="es-ES" altLang="zh-CN" sz="7200" b="1" u="sng" dirty="0">
                <a:solidFill>
                  <a:schemeClr val="tx1"/>
                </a:solidFill>
              </a:rPr>
              <a:t>Ñ</a:t>
            </a:r>
            <a:r>
              <a:rPr lang="zh-CN" altLang="en-US" sz="7200" b="1" dirty="0"/>
              <a:t> </a:t>
            </a:r>
            <a:r>
              <a:rPr lang="es-ES" altLang="en-US" sz="7200" b="1" u="sng" dirty="0">
                <a:solidFill>
                  <a:srgbClr val="FF0000"/>
                </a:solidFill>
              </a:rPr>
              <a:t>O</a:t>
            </a:r>
            <a:r>
              <a:rPr lang="zh-CN" altLang="en-US" sz="7200" b="1" dirty="0"/>
              <a:t> </a:t>
            </a:r>
            <a:r>
              <a:rPr lang="es-ES" altLang="zh-CN" sz="7200" b="1" dirty="0"/>
              <a:t>P</a:t>
            </a:r>
          </a:p>
          <a:p>
            <a:pPr marL="0" indent="0" algn="ctr">
              <a:buNone/>
            </a:pPr>
            <a:r>
              <a:rPr lang="es-ES" altLang="zh-CN" sz="7200" b="1" dirty="0"/>
              <a:t>Q R S T</a:t>
            </a:r>
          </a:p>
          <a:p>
            <a:pPr marL="0" indent="0" algn="ctr">
              <a:buNone/>
            </a:pPr>
            <a:r>
              <a:rPr lang="es-ES" altLang="en-US" sz="7200" b="1" u="sng" dirty="0">
                <a:solidFill>
                  <a:srgbClr val="FF0000"/>
                </a:solidFill>
              </a:rPr>
              <a:t>U</a:t>
            </a:r>
            <a:r>
              <a:rPr lang="en-US" altLang="es-ES" sz="7200" b="1" dirty="0"/>
              <a:t> </a:t>
            </a:r>
            <a:r>
              <a:rPr lang="es-ES" altLang="zh-CN" sz="7200" b="1" dirty="0"/>
              <a:t>V W X Y Z</a:t>
            </a:r>
          </a:p>
          <a:p>
            <a:pPr marL="0" indent="0" algn="ctr">
              <a:buNone/>
            </a:pPr>
            <a:endParaRPr lang="zh-CN" altLang="es-ES" sz="72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514350" y="3020060"/>
            <a:ext cx="157767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altLang="zh-CN" sz="8000" b="1" dirty="0">
                <a:solidFill>
                  <a:schemeClr val="accent2">
                    <a:lumMod val="50000"/>
                  </a:schemeClr>
                </a:solidFill>
              </a:rPr>
              <a:t>LL</a:t>
            </a:r>
          </a:p>
          <a:p>
            <a:r>
              <a:rPr lang="es-ES" altLang="zh-CN" sz="8000" b="1" dirty="0">
                <a:solidFill>
                  <a:schemeClr val="accent2">
                    <a:lumMod val="50000"/>
                  </a:schemeClr>
                </a:solidFill>
              </a:rPr>
              <a:t>CH</a:t>
            </a:r>
            <a:endParaRPr lang="zh-CN" altLang="en-US" sz="8000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6690"/>
            <a:ext cx="10515600" cy="1325563"/>
          </a:xfrm>
        </p:spPr>
        <p:txBody>
          <a:bodyPr/>
          <a:lstStyle/>
          <a:p>
            <a:r>
              <a:rPr lang="es-ES" altLang="zh-CN" b="1" dirty="0">
                <a:solidFill>
                  <a:srgbClr val="FF0000"/>
                </a:solidFill>
              </a:rPr>
              <a:t>K  W :</a:t>
            </a:r>
            <a:r>
              <a:rPr lang="en-US" altLang="es-ES" b="1" dirty="0">
                <a:solidFill>
                  <a:srgbClr val="FF0000"/>
                </a:solidFill>
              </a:rPr>
              <a:t> kiwi</a:t>
            </a:r>
            <a:r>
              <a:rPr lang="en-US" altLang="zh-CN" b="1" dirty="0">
                <a:solidFill>
                  <a:srgbClr val="FF0000"/>
                </a:solidFill>
              </a:rPr>
              <a:t> 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2570"/>
            <a:ext cx="10515600" cy="4351338"/>
          </a:xfrm>
        </p:spPr>
        <p:txBody>
          <a:bodyPr>
            <a:normAutofit fontScale="97500"/>
          </a:bodyPr>
          <a:lstStyle/>
          <a:p>
            <a:pPr marL="0" indent="0" algn="ctr">
              <a:buNone/>
            </a:pPr>
            <a:r>
              <a:rPr lang="es-ES" altLang="en-US" sz="7200" b="1" u="sng" dirty="0"/>
              <a:t>A</a:t>
            </a:r>
            <a:r>
              <a:rPr lang="en-US" altLang="zh-CN" sz="7200" b="1" dirty="0"/>
              <a:t> B C D </a:t>
            </a:r>
            <a:r>
              <a:rPr lang="es-ES" altLang="en-US" sz="7200" b="1" u="sng" dirty="0"/>
              <a:t>E</a:t>
            </a:r>
            <a:r>
              <a:rPr lang="en-US" altLang="zh-CN" sz="7200" b="1" dirty="0"/>
              <a:t> F G</a:t>
            </a:r>
          </a:p>
          <a:p>
            <a:pPr marL="0" indent="0" algn="ctr">
              <a:buNone/>
            </a:pPr>
            <a:r>
              <a:rPr lang="es-ES" altLang="en-US" sz="7200" b="1" u="sng" dirty="0">
                <a:sym typeface="+mn-ea"/>
              </a:rPr>
              <a:t>H I</a:t>
            </a:r>
            <a:r>
              <a:rPr lang="en-US" altLang="zh-CN" sz="7200" b="1" dirty="0"/>
              <a:t> J </a:t>
            </a:r>
            <a:r>
              <a:rPr lang="es-ES" altLang="en-US" sz="7200" b="1" u="sng" dirty="0">
                <a:solidFill>
                  <a:srgbClr val="FF0000"/>
                </a:solidFill>
                <a:sym typeface="+mn-ea"/>
              </a:rPr>
              <a:t>K</a:t>
            </a:r>
            <a:r>
              <a:rPr lang="en-US" altLang="zh-CN" sz="7200" b="1" dirty="0"/>
              <a:t> L M N </a:t>
            </a:r>
            <a:r>
              <a:rPr lang="es-ES" altLang="en-US" sz="7200" b="1" u="sng" dirty="0">
                <a:sym typeface="+mn-ea"/>
              </a:rPr>
              <a:t>Ñ</a:t>
            </a:r>
            <a:r>
              <a:rPr lang="zh-CN" altLang="en-US" sz="7200" b="1" dirty="0"/>
              <a:t> </a:t>
            </a:r>
            <a:r>
              <a:rPr lang="es-ES" altLang="en-US" sz="7200" b="1" u="sng" dirty="0"/>
              <a:t>O</a:t>
            </a:r>
            <a:r>
              <a:rPr lang="zh-CN" altLang="en-US" sz="7200" b="1" dirty="0"/>
              <a:t> </a:t>
            </a:r>
            <a:r>
              <a:rPr lang="es-ES" altLang="zh-CN" sz="7200" b="1" dirty="0"/>
              <a:t>P</a:t>
            </a:r>
          </a:p>
          <a:p>
            <a:pPr marL="0" indent="0" algn="ctr">
              <a:buNone/>
            </a:pPr>
            <a:r>
              <a:rPr lang="es-ES" altLang="zh-CN" sz="7200" b="1" dirty="0"/>
              <a:t>Q R S T</a:t>
            </a:r>
          </a:p>
          <a:p>
            <a:pPr marL="0" indent="0" algn="ctr">
              <a:buNone/>
            </a:pPr>
            <a:r>
              <a:rPr lang="es-ES" altLang="en-US" sz="7200" b="1" u="sng" dirty="0"/>
              <a:t>U</a:t>
            </a:r>
            <a:r>
              <a:rPr lang="en-US" altLang="es-ES" sz="7200" b="1" dirty="0"/>
              <a:t> </a:t>
            </a:r>
            <a:r>
              <a:rPr lang="es-ES" altLang="zh-CN" sz="7200" b="1" dirty="0"/>
              <a:t>V </a:t>
            </a:r>
            <a:r>
              <a:rPr lang="es-ES" altLang="en-US" sz="7200" b="1" u="sng" dirty="0">
                <a:solidFill>
                  <a:srgbClr val="FF0000"/>
                </a:solidFill>
                <a:sym typeface="+mn-ea"/>
              </a:rPr>
              <a:t>W</a:t>
            </a:r>
            <a:r>
              <a:rPr lang="es-ES" altLang="zh-CN" sz="7200" b="1" dirty="0"/>
              <a:t> X Y Z</a:t>
            </a:r>
          </a:p>
          <a:p>
            <a:pPr marL="0" indent="0" algn="ctr">
              <a:buNone/>
            </a:pPr>
            <a:endParaRPr lang="zh-CN" altLang="es-ES" sz="72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514350" y="3020060"/>
            <a:ext cx="157767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altLang="zh-CN" sz="8000" b="1" dirty="0">
                <a:solidFill>
                  <a:schemeClr val="accent2">
                    <a:lumMod val="50000"/>
                  </a:schemeClr>
                </a:solidFill>
              </a:rPr>
              <a:t>LL</a:t>
            </a:r>
          </a:p>
          <a:p>
            <a:r>
              <a:rPr lang="es-ES" altLang="zh-CN" sz="8000" b="1" dirty="0">
                <a:solidFill>
                  <a:schemeClr val="accent2">
                    <a:lumMod val="50000"/>
                  </a:schemeClr>
                </a:solidFill>
              </a:rPr>
              <a:t>CH</a:t>
            </a:r>
            <a:endParaRPr lang="zh-CN" altLang="en-US" sz="8000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6690"/>
            <a:ext cx="10515600" cy="1325563"/>
          </a:xfrm>
        </p:spPr>
        <p:txBody>
          <a:bodyPr/>
          <a:lstStyle/>
          <a:p>
            <a:r>
              <a:rPr lang="es-ES" altLang="zh-CN" b="1" dirty="0">
                <a:solidFill>
                  <a:srgbClr val="FF0000"/>
                </a:solidFill>
                <a:sym typeface="+mn-ea"/>
              </a:rPr>
              <a:t>X Y Z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br>
              <a:rPr lang="en-US" altLang="zh-CN" dirty="0">
                <a:solidFill>
                  <a:srgbClr val="FF0000"/>
                </a:solidFill>
              </a:rPr>
            </a:br>
            <a:r>
              <a:rPr lang="en-US" altLang="zh-CN" b="1" dirty="0">
                <a:solidFill>
                  <a:srgbClr val="FF0000"/>
                </a:solidFill>
              </a:rPr>
              <a:t>Y- I - LL: </a:t>
            </a:r>
            <a:r>
              <a:rPr lang="en-US" altLang="zh-CN" dirty="0">
                <a:solidFill>
                  <a:srgbClr val="FF0000"/>
                </a:solidFill>
              </a:rPr>
              <a:t>  CH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2570"/>
            <a:ext cx="10515600" cy="4351338"/>
          </a:xfrm>
        </p:spPr>
        <p:txBody>
          <a:bodyPr>
            <a:normAutofit fontScale="97500"/>
          </a:bodyPr>
          <a:lstStyle/>
          <a:p>
            <a:pPr marL="0" indent="0" algn="ctr">
              <a:buNone/>
            </a:pPr>
            <a:r>
              <a:rPr lang="es-ES" altLang="en-US" sz="7200" b="1" u="sng" dirty="0"/>
              <a:t>A</a:t>
            </a:r>
            <a:r>
              <a:rPr lang="en-US" altLang="zh-CN" sz="7200" b="1" dirty="0"/>
              <a:t> B C D </a:t>
            </a:r>
            <a:r>
              <a:rPr lang="es-ES" altLang="en-US" sz="7200" b="1" u="sng" dirty="0"/>
              <a:t>E</a:t>
            </a:r>
            <a:r>
              <a:rPr lang="en-US" altLang="zh-CN" sz="7200" b="1" dirty="0"/>
              <a:t> F G</a:t>
            </a:r>
          </a:p>
          <a:p>
            <a:pPr marL="0" indent="0" algn="ctr">
              <a:buNone/>
            </a:pPr>
            <a:r>
              <a:rPr lang="es-ES" altLang="en-US" sz="7200" b="1" u="sng" dirty="0">
                <a:sym typeface="+mn-ea"/>
              </a:rPr>
              <a:t>H I</a:t>
            </a:r>
            <a:r>
              <a:rPr lang="en-US" altLang="zh-CN" sz="7200" b="1" dirty="0"/>
              <a:t> J </a:t>
            </a:r>
            <a:r>
              <a:rPr lang="es-ES" altLang="en-US" sz="7200" b="1" u="sng" dirty="0">
                <a:sym typeface="+mn-ea"/>
              </a:rPr>
              <a:t>K</a:t>
            </a:r>
            <a:r>
              <a:rPr lang="en-US" altLang="zh-CN" sz="7200" b="1" dirty="0"/>
              <a:t> L M N </a:t>
            </a:r>
            <a:r>
              <a:rPr lang="es-ES" altLang="en-US" sz="7200" b="1" u="sng" dirty="0">
                <a:sym typeface="+mn-ea"/>
              </a:rPr>
              <a:t>Ñ</a:t>
            </a:r>
            <a:r>
              <a:rPr lang="en-US" altLang="es-ES" sz="7200" b="1" u="sng" dirty="0"/>
              <a:t> </a:t>
            </a:r>
            <a:r>
              <a:rPr lang="es-ES" altLang="en-US" sz="7200" b="1" u="sng" dirty="0"/>
              <a:t>O</a:t>
            </a:r>
            <a:r>
              <a:rPr lang="zh-CN" altLang="en-US" sz="7200" b="1" dirty="0"/>
              <a:t> </a:t>
            </a:r>
            <a:r>
              <a:rPr lang="es-ES" altLang="zh-CN" sz="7200" b="1" dirty="0"/>
              <a:t>P</a:t>
            </a:r>
          </a:p>
          <a:p>
            <a:pPr marL="0" indent="0" algn="ctr">
              <a:buNone/>
            </a:pPr>
            <a:r>
              <a:rPr lang="es-ES" altLang="zh-CN" sz="7200" b="1" dirty="0"/>
              <a:t>Q R S T</a:t>
            </a:r>
          </a:p>
          <a:p>
            <a:pPr marL="0" indent="0" algn="ctr">
              <a:buNone/>
            </a:pPr>
            <a:r>
              <a:rPr lang="es-ES" altLang="en-US" sz="7200" b="1" u="sng" dirty="0"/>
              <a:t>U</a:t>
            </a:r>
            <a:r>
              <a:rPr lang="en-US" altLang="es-ES" sz="7200" b="1" dirty="0"/>
              <a:t> </a:t>
            </a:r>
            <a:r>
              <a:rPr lang="es-ES" altLang="zh-CN" sz="7200" b="1" dirty="0"/>
              <a:t>V </a:t>
            </a:r>
            <a:r>
              <a:rPr lang="es-ES" altLang="en-US" sz="7200" b="1" u="sng" dirty="0">
                <a:sym typeface="+mn-ea"/>
              </a:rPr>
              <a:t>W</a:t>
            </a:r>
            <a:r>
              <a:rPr lang="en-US" altLang="es-ES" sz="7200" b="1" dirty="0">
                <a:sym typeface="+mn-ea"/>
              </a:rPr>
              <a:t> </a:t>
            </a:r>
            <a:r>
              <a:rPr lang="es-ES" altLang="en-US" sz="7200" b="1" u="sng" dirty="0">
                <a:solidFill>
                  <a:srgbClr val="FF0000"/>
                </a:solidFill>
                <a:sym typeface="+mn-ea"/>
              </a:rPr>
              <a:t>X</a:t>
            </a:r>
            <a:r>
              <a:rPr lang="en-US" altLang="es-ES" sz="7200" b="1" u="sng" dirty="0">
                <a:solidFill>
                  <a:srgbClr val="FF0000"/>
                </a:solidFill>
                <a:sym typeface="+mn-ea"/>
              </a:rPr>
              <a:t> </a:t>
            </a:r>
            <a:r>
              <a:rPr lang="es-ES" altLang="en-US" sz="7200" b="1" u="sng" dirty="0">
                <a:solidFill>
                  <a:srgbClr val="FF0000"/>
                </a:solidFill>
                <a:sym typeface="+mn-ea"/>
              </a:rPr>
              <a:t>Y</a:t>
            </a:r>
            <a:r>
              <a:rPr lang="en-US" altLang="zh-CN" sz="7200" b="1" u="sng" dirty="0">
                <a:solidFill>
                  <a:srgbClr val="FF0000"/>
                </a:solidFill>
                <a:sym typeface="+mn-ea"/>
              </a:rPr>
              <a:t> </a:t>
            </a:r>
            <a:r>
              <a:rPr lang="es-ES" altLang="en-US" sz="7200" b="1" u="sng" dirty="0">
                <a:solidFill>
                  <a:srgbClr val="FF0000"/>
                </a:solidFill>
                <a:sym typeface="+mn-ea"/>
              </a:rPr>
              <a:t>Z</a:t>
            </a:r>
            <a:r>
              <a:rPr lang="en-US" altLang="es-ES" sz="7200" b="1" u="sng" dirty="0">
                <a:sym typeface="+mn-ea"/>
              </a:rPr>
              <a:t> </a:t>
            </a:r>
            <a:r>
              <a:rPr lang="en-US" altLang="es-ES" sz="7200" b="1" dirty="0">
                <a:sym typeface="+mn-ea"/>
              </a:rPr>
              <a:t>  </a:t>
            </a:r>
            <a:r>
              <a:rPr lang="es-ES" altLang="zh-CN" sz="7200" b="1" dirty="0">
                <a:sym typeface="+mn-ea"/>
              </a:rPr>
              <a:t> </a:t>
            </a:r>
            <a:r>
              <a:rPr lang="en-US" altLang="es-ES" sz="7200" b="1" dirty="0">
                <a:sym typeface="+mn-ea"/>
              </a:rPr>
              <a:t>   </a:t>
            </a:r>
            <a:r>
              <a:rPr lang="es-ES" altLang="zh-CN" sz="7200" b="1" u="sng" dirty="0">
                <a:sym typeface="+mn-ea"/>
              </a:rPr>
              <a:t> </a:t>
            </a:r>
            <a:r>
              <a:rPr lang="en-US" altLang="es-ES" sz="7200" b="1" dirty="0">
                <a:sym typeface="+mn-ea"/>
              </a:rPr>
              <a:t> </a:t>
            </a:r>
            <a:r>
              <a:rPr lang="en-US" altLang="zh-CN" sz="7200" b="1" u="sng" dirty="0">
                <a:sym typeface="+mn-ea"/>
              </a:rPr>
              <a:t>  </a:t>
            </a:r>
            <a:r>
              <a:rPr lang="es-ES" altLang="zh-CN" sz="7200" b="1" dirty="0"/>
              <a:t> </a:t>
            </a:r>
          </a:p>
          <a:p>
            <a:pPr marL="0" indent="0" algn="ctr">
              <a:buNone/>
            </a:pPr>
            <a:endParaRPr lang="zh-CN" altLang="es-ES" sz="72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514350" y="3020060"/>
            <a:ext cx="157767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altLang="zh-CN" sz="8000" b="1" dirty="0">
                <a:solidFill>
                  <a:schemeClr val="accent2">
                    <a:lumMod val="50000"/>
                  </a:schemeClr>
                </a:solidFill>
              </a:rPr>
              <a:t>LL</a:t>
            </a:r>
          </a:p>
          <a:p>
            <a:r>
              <a:rPr lang="es-ES" altLang="zh-CN" sz="8000" b="1" dirty="0">
                <a:solidFill>
                  <a:schemeClr val="accent2">
                    <a:lumMod val="50000"/>
                  </a:schemeClr>
                </a:solidFill>
              </a:rPr>
              <a:t>CH</a:t>
            </a:r>
            <a:endParaRPr lang="zh-CN" altLang="en-US" sz="8000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6690"/>
            <a:ext cx="10515600" cy="1325563"/>
          </a:xfrm>
        </p:spPr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</a:rPr>
              <a:t>B=V - P</a:t>
            </a:r>
            <a:r>
              <a:rPr lang="en-US" altLang="zh-CN" dirty="0"/>
              <a:t> 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2570"/>
            <a:ext cx="10515600" cy="4351338"/>
          </a:xfrm>
        </p:spPr>
        <p:txBody>
          <a:bodyPr>
            <a:normAutofit fontScale="97500"/>
          </a:bodyPr>
          <a:lstStyle/>
          <a:p>
            <a:pPr marL="0" indent="0" algn="ctr">
              <a:buNone/>
            </a:pPr>
            <a:r>
              <a:rPr lang="es-ES" altLang="en-US" sz="7200" b="1" u="sng" dirty="0"/>
              <a:t>A</a:t>
            </a:r>
            <a:r>
              <a:rPr lang="en-US" altLang="zh-CN" sz="7200" b="1" dirty="0"/>
              <a:t> </a:t>
            </a:r>
            <a:r>
              <a:rPr lang="es-ES" altLang="en-US" sz="7200" b="1" u="sng" dirty="0">
                <a:solidFill>
                  <a:srgbClr val="FF0000"/>
                </a:solidFill>
                <a:sym typeface="+mn-ea"/>
              </a:rPr>
              <a:t>B</a:t>
            </a:r>
            <a:r>
              <a:rPr lang="en-US" altLang="zh-CN" sz="7200" b="1" dirty="0"/>
              <a:t> C D </a:t>
            </a:r>
            <a:r>
              <a:rPr lang="es-ES" altLang="en-US" sz="7200" b="1" u="sng" dirty="0"/>
              <a:t>E</a:t>
            </a:r>
            <a:r>
              <a:rPr lang="en-US" altLang="zh-CN" sz="7200" b="1" dirty="0"/>
              <a:t> F G</a:t>
            </a:r>
          </a:p>
          <a:p>
            <a:pPr marL="0" indent="0" algn="ctr">
              <a:buNone/>
            </a:pPr>
            <a:r>
              <a:rPr lang="es-ES" altLang="en-US" sz="7200" b="1" u="sng" dirty="0">
                <a:sym typeface="+mn-ea"/>
              </a:rPr>
              <a:t>H I</a:t>
            </a:r>
            <a:r>
              <a:rPr lang="en-US" altLang="zh-CN" sz="7200" b="1" dirty="0"/>
              <a:t> J </a:t>
            </a:r>
            <a:r>
              <a:rPr lang="es-ES" altLang="en-US" sz="7200" b="1" u="sng" dirty="0">
                <a:sym typeface="+mn-ea"/>
              </a:rPr>
              <a:t>K</a:t>
            </a:r>
            <a:r>
              <a:rPr lang="en-US" altLang="zh-CN" sz="7200" b="1" dirty="0"/>
              <a:t> L M N </a:t>
            </a:r>
            <a:r>
              <a:rPr lang="es-ES" altLang="en-US" sz="7200" b="1" u="sng" dirty="0">
                <a:sym typeface="+mn-ea"/>
              </a:rPr>
              <a:t>Ñ</a:t>
            </a:r>
            <a:r>
              <a:rPr lang="zh-CN" altLang="en-US" sz="7200" b="1" u="sng" dirty="0"/>
              <a:t> </a:t>
            </a:r>
            <a:r>
              <a:rPr lang="es-ES" altLang="en-US" sz="7200" b="1" u="sng" dirty="0"/>
              <a:t>O </a:t>
            </a:r>
            <a:r>
              <a:rPr lang="es-ES" altLang="en-US" sz="7200" b="1" u="sng" dirty="0">
                <a:solidFill>
                  <a:srgbClr val="FF0000"/>
                </a:solidFill>
              </a:rPr>
              <a:t>P</a:t>
            </a:r>
            <a:r>
              <a:rPr lang="en-US" altLang="es-ES" sz="7200" b="1" u="sng" dirty="0"/>
              <a:t> </a:t>
            </a:r>
            <a:r>
              <a:rPr lang="zh-CN" altLang="en-US" sz="7200" b="1" dirty="0"/>
              <a:t> </a:t>
            </a:r>
            <a:endParaRPr lang="es-ES" altLang="zh-CN" sz="7200" b="1" dirty="0"/>
          </a:p>
          <a:p>
            <a:pPr marL="0" indent="0" algn="ctr">
              <a:buNone/>
            </a:pPr>
            <a:r>
              <a:rPr lang="es-ES" altLang="zh-CN" sz="7200" b="1" dirty="0"/>
              <a:t>Q R S T</a:t>
            </a:r>
          </a:p>
          <a:p>
            <a:pPr marL="0" indent="0" algn="ctr">
              <a:buNone/>
            </a:pPr>
            <a:r>
              <a:rPr lang="es-ES" altLang="en-US" sz="7200" b="1" u="sng" dirty="0"/>
              <a:t>U</a:t>
            </a:r>
            <a:r>
              <a:rPr lang="en-US" altLang="es-ES" sz="7200" b="1" dirty="0"/>
              <a:t> </a:t>
            </a:r>
            <a:r>
              <a:rPr lang="es-ES" altLang="en-US" sz="7200" b="1" u="sng" dirty="0">
                <a:solidFill>
                  <a:srgbClr val="FF0000"/>
                </a:solidFill>
                <a:sym typeface="+mn-ea"/>
              </a:rPr>
              <a:t>V</a:t>
            </a:r>
            <a:r>
              <a:rPr lang="es-ES" altLang="zh-CN" sz="7200" b="1" dirty="0"/>
              <a:t> </a:t>
            </a:r>
            <a:r>
              <a:rPr lang="es-ES" altLang="en-US" sz="7200" b="1" u="sng" dirty="0">
                <a:sym typeface="+mn-ea"/>
              </a:rPr>
              <a:t>W X Y Z</a:t>
            </a:r>
            <a:r>
              <a:rPr lang="en-US" altLang="zh-CN" sz="7200" b="1" u="sng" dirty="0">
                <a:sym typeface="+mn-ea"/>
              </a:rPr>
              <a:t> </a:t>
            </a:r>
            <a:r>
              <a:rPr lang="en-US" altLang="es-ES" sz="7200" b="1" u="sng" dirty="0">
                <a:sym typeface="+mn-ea"/>
              </a:rPr>
              <a:t>  </a:t>
            </a:r>
            <a:r>
              <a:rPr lang="en-US" altLang="es-ES" sz="7200" b="1" dirty="0">
                <a:sym typeface="+mn-ea"/>
              </a:rPr>
              <a:t>  </a:t>
            </a:r>
            <a:r>
              <a:rPr lang="es-ES" altLang="zh-CN" sz="7200" b="1" dirty="0">
                <a:sym typeface="+mn-ea"/>
              </a:rPr>
              <a:t> </a:t>
            </a:r>
            <a:r>
              <a:rPr lang="en-US" altLang="es-ES" sz="7200" b="1" dirty="0">
                <a:sym typeface="+mn-ea"/>
              </a:rPr>
              <a:t>   </a:t>
            </a:r>
            <a:r>
              <a:rPr lang="es-ES" altLang="zh-CN" sz="7200" b="1" u="sng" dirty="0">
                <a:sym typeface="+mn-ea"/>
              </a:rPr>
              <a:t> </a:t>
            </a:r>
            <a:r>
              <a:rPr lang="en-US" altLang="es-ES" sz="7200" b="1" dirty="0">
                <a:sym typeface="+mn-ea"/>
              </a:rPr>
              <a:t> </a:t>
            </a:r>
            <a:r>
              <a:rPr lang="en-US" altLang="zh-CN" sz="7200" b="1" u="sng" dirty="0">
                <a:sym typeface="+mn-ea"/>
              </a:rPr>
              <a:t>  </a:t>
            </a:r>
            <a:r>
              <a:rPr lang="es-ES" altLang="zh-CN" sz="7200" b="1" dirty="0"/>
              <a:t> </a:t>
            </a:r>
          </a:p>
          <a:p>
            <a:pPr marL="0" indent="0" algn="ctr">
              <a:buNone/>
            </a:pPr>
            <a:endParaRPr lang="zh-CN" altLang="es-ES" sz="72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339090" y="3980180"/>
            <a:ext cx="1561465" cy="25533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s-ES" sz="8000" b="1" dirty="0">
                <a:solidFill>
                  <a:schemeClr val="accent2">
                    <a:lumMod val="50000"/>
                  </a:schemeClr>
                </a:solidFill>
              </a:rPr>
              <a:t>LL</a:t>
            </a:r>
          </a:p>
          <a:p>
            <a:r>
              <a:rPr lang="es-ES" altLang="zh-CN" sz="8000" b="1" dirty="0">
                <a:solidFill>
                  <a:schemeClr val="accent2">
                    <a:lumMod val="50000"/>
                  </a:schemeClr>
                </a:solidFill>
              </a:rPr>
              <a:t>CH</a:t>
            </a:r>
            <a:endParaRPr lang="zh-CN" altLang="en-US" sz="8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41695" y="3244850"/>
            <a:ext cx="3086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u="sng" dirty="0">
                <a:sym typeface="+mn-ea"/>
              </a:rPr>
              <a:t>  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6690"/>
            <a:ext cx="10515600" cy="1325563"/>
          </a:xfrm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sym typeface="+mn-ea"/>
              </a:rPr>
              <a:t>C - S  </a:t>
            </a:r>
            <a:br>
              <a:rPr lang="en-US" altLang="zh-CN" dirty="0">
                <a:solidFill>
                  <a:srgbClr val="FF0000"/>
                </a:solidFill>
                <a:sym typeface="+mn-ea"/>
              </a:rPr>
            </a:br>
            <a:r>
              <a:rPr lang="en-US" altLang="zh-CN" dirty="0">
                <a:solidFill>
                  <a:srgbClr val="FF0000"/>
                </a:solidFill>
                <a:sym typeface="+mn-ea"/>
              </a:rPr>
              <a:t>G - J - Q: gema, jefa, que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2570"/>
            <a:ext cx="10515600" cy="4351338"/>
          </a:xfrm>
        </p:spPr>
        <p:txBody>
          <a:bodyPr>
            <a:normAutofit fontScale="97500"/>
          </a:bodyPr>
          <a:lstStyle/>
          <a:p>
            <a:pPr marL="0" indent="0" algn="ctr">
              <a:buNone/>
            </a:pPr>
            <a:r>
              <a:rPr lang="es-ES" altLang="en-US" sz="7200" b="1" u="sng" dirty="0"/>
              <a:t>A</a:t>
            </a:r>
            <a:r>
              <a:rPr lang="en-US" altLang="zh-CN" sz="7200" b="1" u="sng" dirty="0"/>
              <a:t> </a:t>
            </a:r>
            <a:r>
              <a:rPr lang="es-ES" altLang="en-US" sz="7200" b="1" u="sng" dirty="0">
                <a:solidFill>
                  <a:schemeClr val="tx1"/>
                </a:solidFill>
                <a:sym typeface="+mn-ea"/>
              </a:rPr>
              <a:t>B</a:t>
            </a:r>
            <a:r>
              <a:rPr lang="en-US" altLang="zh-CN" sz="7200" b="1" dirty="0"/>
              <a:t> </a:t>
            </a:r>
            <a:r>
              <a:rPr lang="en-US" altLang="zh-CN" sz="7200" b="1" u="sng" dirty="0">
                <a:solidFill>
                  <a:srgbClr val="FF0000"/>
                </a:solidFill>
              </a:rPr>
              <a:t>C</a:t>
            </a:r>
            <a:r>
              <a:rPr lang="en-US" altLang="zh-CN" sz="7200" b="1" dirty="0"/>
              <a:t> D </a:t>
            </a:r>
            <a:r>
              <a:rPr lang="es-ES" altLang="en-US" sz="7200" b="1" u="sng" dirty="0"/>
              <a:t>E</a:t>
            </a:r>
            <a:r>
              <a:rPr lang="en-US" altLang="zh-CN" sz="7200" b="1" dirty="0"/>
              <a:t> F </a:t>
            </a:r>
            <a:r>
              <a:rPr lang="en-US" altLang="zh-CN" sz="7200" b="1" u="sng" dirty="0">
                <a:solidFill>
                  <a:srgbClr val="FF0000"/>
                </a:solidFill>
              </a:rPr>
              <a:t>G</a:t>
            </a:r>
            <a:endParaRPr lang="en-US" altLang="zh-CN" sz="7200" b="1" dirty="0"/>
          </a:p>
          <a:p>
            <a:pPr marL="0" indent="0" algn="ctr">
              <a:buNone/>
            </a:pPr>
            <a:r>
              <a:rPr lang="es-ES" altLang="en-US" sz="7200" b="1" u="sng" dirty="0">
                <a:sym typeface="+mn-ea"/>
              </a:rPr>
              <a:t>H I</a:t>
            </a:r>
            <a:r>
              <a:rPr lang="en-US" altLang="zh-CN" sz="7200" b="1" u="sng" dirty="0">
                <a:sym typeface="+mn-ea"/>
              </a:rPr>
              <a:t> </a:t>
            </a:r>
            <a:r>
              <a:rPr lang="en-US" altLang="zh-CN" sz="7200" b="1" u="sng" dirty="0">
                <a:solidFill>
                  <a:srgbClr val="FF0000"/>
                </a:solidFill>
              </a:rPr>
              <a:t>J</a:t>
            </a:r>
            <a:r>
              <a:rPr lang="en-US" altLang="zh-CN" sz="7200" b="1" u="sng" dirty="0"/>
              <a:t> </a:t>
            </a:r>
            <a:r>
              <a:rPr lang="es-ES" altLang="en-US" sz="7200" b="1" u="sng" dirty="0">
                <a:sym typeface="+mn-ea"/>
              </a:rPr>
              <a:t>K</a:t>
            </a:r>
            <a:r>
              <a:rPr lang="en-US" altLang="zh-CN" sz="7200" b="1" dirty="0"/>
              <a:t> L M N </a:t>
            </a:r>
            <a:r>
              <a:rPr lang="es-ES" altLang="en-US" sz="7200" b="1" u="sng" dirty="0">
                <a:sym typeface="+mn-ea"/>
              </a:rPr>
              <a:t>Ñ</a:t>
            </a:r>
            <a:r>
              <a:rPr lang="zh-CN" altLang="en-US" sz="7200" b="1" u="sng" dirty="0"/>
              <a:t> </a:t>
            </a:r>
            <a:r>
              <a:rPr lang="es-ES" altLang="en-US" sz="7200" b="1" u="sng" dirty="0"/>
              <a:t>O </a:t>
            </a:r>
            <a:r>
              <a:rPr lang="es-ES" altLang="en-US" sz="7200" b="1" u="sng" dirty="0">
                <a:solidFill>
                  <a:schemeClr val="tx1"/>
                </a:solidFill>
              </a:rPr>
              <a:t>P</a:t>
            </a:r>
            <a:r>
              <a:rPr lang="en-US" altLang="es-ES" sz="7200" b="1" u="sng" dirty="0"/>
              <a:t> </a:t>
            </a:r>
            <a:r>
              <a:rPr lang="zh-CN" altLang="en-US" sz="7200" b="1" dirty="0"/>
              <a:t> </a:t>
            </a:r>
            <a:endParaRPr lang="es-ES" altLang="zh-CN" sz="7200" b="1" dirty="0"/>
          </a:p>
          <a:p>
            <a:pPr marL="0" indent="0" algn="ctr">
              <a:buNone/>
            </a:pPr>
            <a:r>
              <a:rPr lang="es-ES" altLang="zh-CN" sz="7200" b="1" u="sng" dirty="0">
                <a:solidFill>
                  <a:srgbClr val="FF0000"/>
                </a:solidFill>
              </a:rPr>
              <a:t>Q</a:t>
            </a:r>
            <a:r>
              <a:rPr lang="es-ES" altLang="zh-CN" sz="7200" b="1" dirty="0"/>
              <a:t> R </a:t>
            </a:r>
            <a:r>
              <a:rPr lang="es-ES" altLang="zh-CN" sz="7200" b="1" u="sng" dirty="0">
                <a:solidFill>
                  <a:srgbClr val="FF0000"/>
                </a:solidFill>
              </a:rPr>
              <a:t>S</a:t>
            </a:r>
            <a:r>
              <a:rPr lang="es-ES" altLang="zh-CN" sz="7200" b="1" dirty="0"/>
              <a:t> T</a:t>
            </a:r>
          </a:p>
          <a:p>
            <a:pPr marL="0" indent="0" algn="ctr">
              <a:buNone/>
            </a:pPr>
            <a:r>
              <a:rPr lang="es-ES" altLang="en-US" sz="7200" b="1" u="sng" dirty="0"/>
              <a:t>U</a:t>
            </a:r>
            <a:r>
              <a:rPr lang="en-US" altLang="es-ES" sz="7200" b="1" u="sng" dirty="0"/>
              <a:t> </a:t>
            </a:r>
            <a:r>
              <a:rPr lang="es-ES" altLang="en-US" sz="7200" b="1" u="sng" dirty="0">
                <a:solidFill>
                  <a:schemeClr val="tx1"/>
                </a:solidFill>
                <a:sym typeface="+mn-ea"/>
              </a:rPr>
              <a:t>V</a:t>
            </a:r>
            <a:r>
              <a:rPr lang="en-US" altLang="zh-CN" sz="7200" b="1" u="sng" dirty="0">
                <a:sym typeface="+mn-ea"/>
              </a:rPr>
              <a:t> </a:t>
            </a:r>
            <a:r>
              <a:rPr lang="es-ES" altLang="en-US" sz="7200" b="1" u="sng" dirty="0">
                <a:sym typeface="+mn-ea"/>
              </a:rPr>
              <a:t>W X Y Z</a:t>
            </a:r>
            <a:r>
              <a:rPr lang="en-US" altLang="zh-CN" sz="7200" b="1" u="sng" dirty="0">
                <a:sym typeface="+mn-ea"/>
              </a:rPr>
              <a:t> </a:t>
            </a:r>
            <a:r>
              <a:rPr lang="en-US" altLang="es-ES" sz="7200" b="1" u="sng" dirty="0">
                <a:sym typeface="+mn-ea"/>
              </a:rPr>
              <a:t>  </a:t>
            </a:r>
            <a:r>
              <a:rPr lang="en-US" altLang="es-ES" sz="7200" b="1" dirty="0">
                <a:sym typeface="+mn-ea"/>
              </a:rPr>
              <a:t>  </a:t>
            </a:r>
            <a:r>
              <a:rPr lang="es-ES" altLang="zh-CN" sz="7200" b="1" dirty="0">
                <a:sym typeface="+mn-ea"/>
              </a:rPr>
              <a:t> </a:t>
            </a:r>
            <a:r>
              <a:rPr lang="en-US" altLang="es-ES" sz="7200" b="1" dirty="0">
                <a:sym typeface="+mn-ea"/>
              </a:rPr>
              <a:t>   </a:t>
            </a:r>
            <a:r>
              <a:rPr lang="es-ES" altLang="zh-CN" sz="7200" b="1" u="sng" dirty="0">
                <a:sym typeface="+mn-ea"/>
              </a:rPr>
              <a:t> </a:t>
            </a:r>
            <a:r>
              <a:rPr lang="en-US" altLang="es-ES" sz="7200" b="1" dirty="0">
                <a:sym typeface="+mn-ea"/>
              </a:rPr>
              <a:t> </a:t>
            </a:r>
            <a:r>
              <a:rPr lang="en-US" altLang="zh-CN" sz="7200" b="1" u="sng" dirty="0">
                <a:sym typeface="+mn-ea"/>
              </a:rPr>
              <a:t>  </a:t>
            </a:r>
            <a:r>
              <a:rPr lang="es-ES" altLang="zh-CN" sz="7200" b="1" dirty="0"/>
              <a:t> </a:t>
            </a:r>
          </a:p>
          <a:p>
            <a:pPr marL="0" indent="0" algn="ctr">
              <a:buNone/>
            </a:pPr>
            <a:endParaRPr lang="zh-CN" altLang="es-ES" sz="72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339090" y="3980180"/>
            <a:ext cx="1561465" cy="25533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s-ES" sz="8000" b="1" dirty="0">
                <a:solidFill>
                  <a:schemeClr val="accent2">
                    <a:lumMod val="50000"/>
                  </a:schemeClr>
                </a:solidFill>
              </a:rPr>
              <a:t>LL</a:t>
            </a:r>
          </a:p>
          <a:p>
            <a:r>
              <a:rPr lang="es-ES" altLang="zh-CN" sz="8000" b="1" dirty="0">
                <a:solidFill>
                  <a:schemeClr val="accent2">
                    <a:lumMod val="50000"/>
                  </a:schemeClr>
                </a:solidFill>
              </a:rPr>
              <a:t>CH</a:t>
            </a:r>
            <a:endParaRPr lang="zh-CN" altLang="en-US" sz="8000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6690"/>
            <a:ext cx="10515600" cy="1325563"/>
          </a:xfrm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D=M+T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2570"/>
            <a:ext cx="10515600" cy="4351338"/>
          </a:xfrm>
        </p:spPr>
        <p:txBody>
          <a:bodyPr>
            <a:normAutofit fontScale="97500"/>
          </a:bodyPr>
          <a:lstStyle/>
          <a:p>
            <a:pPr marL="0" indent="0" algn="ctr">
              <a:buNone/>
            </a:pPr>
            <a:r>
              <a:rPr lang="es-ES" altLang="en-US" sz="7200" b="1" u="sng" dirty="0"/>
              <a:t>A</a:t>
            </a:r>
            <a:r>
              <a:rPr lang="en-US" altLang="zh-CN" sz="7200" b="1" u="sng" dirty="0"/>
              <a:t> </a:t>
            </a:r>
            <a:r>
              <a:rPr lang="es-ES" altLang="en-US" sz="7200" b="1" u="sng" dirty="0">
                <a:solidFill>
                  <a:schemeClr val="tx1"/>
                </a:solidFill>
                <a:sym typeface="+mn-ea"/>
              </a:rPr>
              <a:t>B</a:t>
            </a:r>
            <a:r>
              <a:rPr lang="en-US" altLang="zh-CN" sz="7200" b="1" u="sng" dirty="0">
                <a:sym typeface="+mn-ea"/>
              </a:rPr>
              <a:t> </a:t>
            </a:r>
            <a:r>
              <a:rPr lang="en-US" altLang="zh-CN" sz="7200" b="1" u="sng" dirty="0">
                <a:solidFill>
                  <a:schemeClr val="tx1"/>
                </a:solidFill>
              </a:rPr>
              <a:t>C</a:t>
            </a:r>
            <a:r>
              <a:rPr lang="en-US" altLang="zh-CN" sz="7200" b="1" u="sng" dirty="0"/>
              <a:t> </a:t>
            </a:r>
            <a:r>
              <a:rPr lang="en-US" altLang="zh-CN" sz="7200" b="1" u="sng" dirty="0">
                <a:solidFill>
                  <a:srgbClr val="FF0000"/>
                </a:solidFill>
              </a:rPr>
              <a:t>D</a:t>
            </a:r>
            <a:r>
              <a:rPr lang="en-US" altLang="zh-CN" sz="7200" b="1" u="sng" dirty="0"/>
              <a:t> </a:t>
            </a:r>
            <a:r>
              <a:rPr lang="es-ES" altLang="en-US" sz="7200" b="1" u="sng" dirty="0"/>
              <a:t>E</a:t>
            </a:r>
            <a:r>
              <a:rPr lang="en-US" altLang="zh-CN" sz="7200" b="1" dirty="0"/>
              <a:t> F </a:t>
            </a:r>
            <a:r>
              <a:rPr lang="en-US" altLang="zh-CN" sz="7200" b="1" u="sng" dirty="0">
                <a:solidFill>
                  <a:schemeClr val="tx1"/>
                </a:solidFill>
              </a:rPr>
              <a:t>G</a:t>
            </a:r>
            <a:endParaRPr lang="en-US" altLang="zh-CN" sz="7200" b="1" dirty="0"/>
          </a:p>
          <a:p>
            <a:pPr marL="0" indent="0" algn="ctr">
              <a:buNone/>
            </a:pPr>
            <a:r>
              <a:rPr lang="es-ES" altLang="en-US" sz="7200" b="1" u="sng" dirty="0">
                <a:sym typeface="+mn-ea"/>
              </a:rPr>
              <a:t>H I</a:t>
            </a:r>
            <a:r>
              <a:rPr lang="en-US" altLang="zh-CN" sz="7200" b="1" u="sng" dirty="0">
                <a:sym typeface="+mn-ea"/>
              </a:rPr>
              <a:t> </a:t>
            </a:r>
            <a:r>
              <a:rPr lang="en-US" altLang="zh-CN" sz="7200" b="1" u="sng" dirty="0">
                <a:solidFill>
                  <a:schemeClr val="tx1"/>
                </a:solidFill>
              </a:rPr>
              <a:t>J </a:t>
            </a:r>
            <a:r>
              <a:rPr lang="es-ES" altLang="en-US" sz="7200" b="1" u="sng" dirty="0">
                <a:sym typeface="+mn-ea"/>
              </a:rPr>
              <a:t>K</a:t>
            </a:r>
            <a:r>
              <a:rPr lang="en-US" altLang="zh-CN" sz="7200" b="1" dirty="0"/>
              <a:t> L M N </a:t>
            </a:r>
            <a:r>
              <a:rPr lang="es-ES" altLang="en-US" sz="7200" b="1" u="sng" dirty="0">
                <a:sym typeface="+mn-ea"/>
              </a:rPr>
              <a:t>Ñ</a:t>
            </a:r>
            <a:r>
              <a:rPr lang="en-US" altLang="es-ES" sz="7200" b="1" u="sng" dirty="0"/>
              <a:t> </a:t>
            </a:r>
            <a:r>
              <a:rPr lang="es-ES" altLang="en-US" sz="7200" b="1" u="sng" dirty="0"/>
              <a:t>O </a:t>
            </a:r>
            <a:r>
              <a:rPr lang="es-ES" altLang="en-US" sz="7200" b="1" u="sng" dirty="0">
                <a:solidFill>
                  <a:schemeClr val="tx1"/>
                </a:solidFill>
              </a:rPr>
              <a:t>P</a:t>
            </a:r>
            <a:r>
              <a:rPr lang="en-US" altLang="es-ES" sz="7200" b="1" u="sng" dirty="0"/>
              <a:t> </a:t>
            </a:r>
            <a:r>
              <a:rPr lang="zh-CN" altLang="en-US" sz="7200" b="1" dirty="0"/>
              <a:t> </a:t>
            </a:r>
            <a:endParaRPr lang="es-ES" altLang="zh-CN" sz="7200" b="1" dirty="0"/>
          </a:p>
          <a:p>
            <a:pPr marL="0" indent="0" algn="ctr">
              <a:buNone/>
            </a:pPr>
            <a:r>
              <a:rPr lang="es-ES" altLang="zh-CN" sz="7200" b="1" u="sng" dirty="0"/>
              <a:t>Q</a:t>
            </a:r>
            <a:r>
              <a:rPr lang="es-ES" altLang="zh-CN" sz="7200" b="1" dirty="0"/>
              <a:t> R </a:t>
            </a:r>
            <a:r>
              <a:rPr lang="es-ES" altLang="zh-CN" sz="7200" b="1" u="sng" dirty="0">
                <a:solidFill>
                  <a:schemeClr val="tx1"/>
                </a:solidFill>
              </a:rPr>
              <a:t>S</a:t>
            </a:r>
            <a:r>
              <a:rPr lang="es-ES" altLang="zh-CN" sz="7200" b="1" u="sng" dirty="0"/>
              <a:t> </a:t>
            </a:r>
            <a:r>
              <a:rPr lang="es-ES" altLang="zh-CN" sz="7200" b="1" u="sng" dirty="0">
                <a:solidFill>
                  <a:srgbClr val="FF0000"/>
                </a:solidFill>
              </a:rPr>
              <a:t>T</a:t>
            </a:r>
            <a:endParaRPr lang="es-ES" altLang="zh-CN" sz="7200" b="1" dirty="0"/>
          </a:p>
          <a:p>
            <a:pPr marL="0" indent="0" algn="ctr">
              <a:buNone/>
            </a:pPr>
            <a:r>
              <a:rPr lang="es-ES" altLang="en-US" sz="7200" b="1" u="sng" dirty="0"/>
              <a:t>U</a:t>
            </a:r>
            <a:r>
              <a:rPr lang="es-ES" altLang="zh-CN" sz="7200" b="1" u="sng" dirty="0"/>
              <a:t> </a:t>
            </a:r>
            <a:r>
              <a:rPr lang="es-ES" altLang="en-US" sz="7200" b="1" u="sng" dirty="0">
                <a:solidFill>
                  <a:schemeClr val="tx1"/>
                </a:solidFill>
                <a:sym typeface="+mn-ea"/>
              </a:rPr>
              <a:t>V</a:t>
            </a:r>
            <a:r>
              <a:rPr lang="en-US" altLang="zh-CN" sz="7200" b="1" u="sng" dirty="0">
                <a:sym typeface="+mn-ea"/>
              </a:rPr>
              <a:t> </a:t>
            </a:r>
            <a:r>
              <a:rPr lang="es-ES" altLang="en-US" sz="7200" b="1" u="sng" dirty="0">
                <a:sym typeface="+mn-ea"/>
              </a:rPr>
              <a:t>W X Y Z</a:t>
            </a:r>
            <a:r>
              <a:rPr lang="en-US" altLang="zh-CN" sz="7200" b="1" u="sng" dirty="0">
                <a:sym typeface="+mn-ea"/>
              </a:rPr>
              <a:t> </a:t>
            </a:r>
            <a:r>
              <a:rPr lang="en-US" altLang="es-ES" sz="7200" b="1" u="sng" dirty="0">
                <a:sym typeface="+mn-ea"/>
              </a:rPr>
              <a:t>  </a:t>
            </a:r>
            <a:r>
              <a:rPr lang="en-US" altLang="es-ES" sz="7200" b="1" dirty="0">
                <a:sym typeface="+mn-ea"/>
              </a:rPr>
              <a:t>  </a:t>
            </a:r>
            <a:r>
              <a:rPr lang="es-ES" altLang="zh-CN" sz="7200" b="1" dirty="0">
                <a:sym typeface="+mn-ea"/>
              </a:rPr>
              <a:t> </a:t>
            </a:r>
            <a:r>
              <a:rPr lang="en-US" altLang="es-ES" sz="7200" b="1" dirty="0">
                <a:sym typeface="+mn-ea"/>
              </a:rPr>
              <a:t>   </a:t>
            </a:r>
            <a:r>
              <a:rPr lang="es-ES" altLang="zh-CN" sz="7200" b="1" u="sng" dirty="0">
                <a:sym typeface="+mn-ea"/>
              </a:rPr>
              <a:t> </a:t>
            </a:r>
            <a:r>
              <a:rPr lang="en-US" altLang="es-ES" sz="7200" b="1" dirty="0">
                <a:sym typeface="+mn-ea"/>
              </a:rPr>
              <a:t> </a:t>
            </a:r>
            <a:r>
              <a:rPr lang="en-US" altLang="zh-CN" sz="7200" b="1" u="sng" dirty="0">
                <a:sym typeface="+mn-ea"/>
              </a:rPr>
              <a:t>  </a:t>
            </a:r>
            <a:r>
              <a:rPr lang="es-ES" altLang="zh-CN" sz="7200" b="1" dirty="0"/>
              <a:t> </a:t>
            </a:r>
          </a:p>
          <a:p>
            <a:pPr marL="0" indent="0" algn="ctr">
              <a:buNone/>
            </a:pPr>
            <a:endParaRPr lang="zh-CN" altLang="es-ES" sz="72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339090" y="3980180"/>
            <a:ext cx="1561465" cy="25533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s-ES" sz="8000" b="1" dirty="0">
                <a:solidFill>
                  <a:schemeClr val="accent2">
                    <a:lumMod val="50000"/>
                  </a:schemeClr>
                </a:solidFill>
              </a:rPr>
              <a:t>LL</a:t>
            </a:r>
          </a:p>
          <a:p>
            <a:r>
              <a:rPr lang="es-ES" altLang="zh-CN" sz="8000" b="1" dirty="0">
                <a:solidFill>
                  <a:schemeClr val="accent2">
                    <a:lumMod val="50000"/>
                  </a:schemeClr>
                </a:solidFill>
              </a:rPr>
              <a:t>CH</a:t>
            </a:r>
            <a:endParaRPr lang="zh-CN" altLang="en-US" sz="8000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6690"/>
            <a:ext cx="10515600" cy="1325563"/>
          </a:xfrm>
        </p:spPr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  <a:sym typeface="+mn-ea"/>
              </a:rPr>
              <a:t>R 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颤音练习方法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2570"/>
            <a:ext cx="10515600" cy="4351338"/>
          </a:xfrm>
        </p:spPr>
        <p:txBody>
          <a:bodyPr>
            <a:normAutofit fontScale="97500"/>
          </a:bodyPr>
          <a:lstStyle/>
          <a:p>
            <a:pPr marL="0" indent="0" algn="ctr">
              <a:buNone/>
            </a:pPr>
            <a:r>
              <a:rPr lang="es-ES" altLang="en-US" sz="7200" b="1" u="sng" dirty="0"/>
              <a:t>A</a:t>
            </a:r>
            <a:r>
              <a:rPr lang="en-US" altLang="zh-CN" sz="7200" b="1" u="sng" dirty="0"/>
              <a:t> </a:t>
            </a:r>
            <a:r>
              <a:rPr lang="es-ES" altLang="en-US" sz="7200" b="1" u="sng" dirty="0">
                <a:solidFill>
                  <a:schemeClr val="tx1"/>
                </a:solidFill>
                <a:sym typeface="+mn-ea"/>
              </a:rPr>
              <a:t>B</a:t>
            </a:r>
            <a:r>
              <a:rPr lang="en-US" altLang="zh-CN" sz="7200" b="1" u="sng" dirty="0">
                <a:sym typeface="+mn-ea"/>
              </a:rPr>
              <a:t> </a:t>
            </a:r>
            <a:r>
              <a:rPr lang="en-US" altLang="zh-CN" sz="7200" b="1" u="sng" dirty="0">
                <a:solidFill>
                  <a:schemeClr val="tx1"/>
                </a:solidFill>
              </a:rPr>
              <a:t>C</a:t>
            </a:r>
            <a:r>
              <a:rPr lang="en-US" altLang="zh-CN" sz="7200" b="1" u="sng" dirty="0"/>
              <a:t> </a:t>
            </a:r>
            <a:r>
              <a:rPr lang="en-US" altLang="zh-CN" sz="7200" b="1" u="sng" dirty="0">
                <a:solidFill>
                  <a:schemeClr val="tx1"/>
                </a:solidFill>
              </a:rPr>
              <a:t>D</a:t>
            </a:r>
            <a:r>
              <a:rPr lang="en-US" altLang="zh-CN" sz="7200" b="1" u="sng" dirty="0"/>
              <a:t> </a:t>
            </a:r>
            <a:r>
              <a:rPr lang="es-ES" altLang="en-US" sz="7200" b="1" u="sng" dirty="0"/>
              <a:t>E</a:t>
            </a:r>
            <a:r>
              <a:rPr lang="en-US" altLang="zh-CN" sz="7200" b="1" dirty="0"/>
              <a:t> F </a:t>
            </a:r>
            <a:r>
              <a:rPr lang="en-US" altLang="zh-CN" sz="7200" b="1" u="sng" dirty="0">
                <a:solidFill>
                  <a:schemeClr val="tx1"/>
                </a:solidFill>
              </a:rPr>
              <a:t>G</a:t>
            </a:r>
            <a:endParaRPr lang="en-US" altLang="zh-CN" sz="7200" b="1" dirty="0"/>
          </a:p>
          <a:p>
            <a:pPr marL="0" indent="0" algn="ctr">
              <a:buNone/>
            </a:pPr>
            <a:r>
              <a:rPr lang="es-ES" altLang="en-US" sz="7200" b="1" u="sng" dirty="0">
                <a:sym typeface="+mn-ea"/>
              </a:rPr>
              <a:t>H I</a:t>
            </a:r>
            <a:r>
              <a:rPr lang="en-US" altLang="zh-CN" sz="7200" b="1" u="sng" dirty="0">
                <a:sym typeface="+mn-ea"/>
              </a:rPr>
              <a:t> </a:t>
            </a:r>
            <a:r>
              <a:rPr lang="en-US" altLang="zh-CN" sz="7200" b="1" u="sng" dirty="0">
                <a:solidFill>
                  <a:schemeClr val="tx1"/>
                </a:solidFill>
              </a:rPr>
              <a:t>J </a:t>
            </a:r>
            <a:r>
              <a:rPr lang="es-ES" altLang="en-US" sz="7200" b="1" u="sng" dirty="0">
                <a:sym typeface="+mn-ea"/>
              </a:rPr>
              <a:t>K</a:t>
            </a:r>
            <a:r>
              <a:rPr lang="en-US" altLang="zh-CN" sz="7200" b="1" dirty="0"/>
              <a:t> L M N </a:t>
            </a:r>
            <a:r>
              <a:rPr lang="es-ES" altLang="en-US" sz="7200" b="1" u="sng" dirty="0">
                <a:sym typeface="+mn-ea"/>
              </a:rPr>
              <a:t>Ñ</a:t>
            </a:r>
            <a:r>
              <a:rPr lang="en-US" altLang="es-ES" sz="7200" b="1" u="sng" dirty="0"/>
              <a:t> </a:t>
            </a:r>
            <a:r>
              <a:rPr lang="es-ES" altLang="en-US" sz="7200" b="1" u="sng" dirty="0"/>
              <a:t>O </a:t>
            </a:r>
            <a:r>
              <a:rPr lang="es-ES" altLang="en-US" sz="7200" b="1" u="sng" dirty="0">
                <a:solidFill>
                  <a:schemeClr val="tx1"/>
                </a:solidFill>
              </a:rPr>
              <a:t>P</a:t>
            </a:r>
            <a:r>
              <a:rPr lang="en-US" altLang="es-ES" sz="7200" b="1" u="sng" dirty="0"/>
              <a:t> </a:t>
            </a:r>
            <a:r>
              <a:rPr lang="zh-CN" altLang="en-US" sz="7200" b="1" dirty="0"/>
              <a:t> </a:t>
            </a:r>
            <a:endParaRPr lang="es-ES" altLang="zh-CN" sz="7200" b="1" dirty="0"/>
          </a:p>
          <a:p>
            <a:pPr marL="0" indent="0" algn="ctr">
              <a:buNone/>
            </a:pPr>
            <a:r>
              <a:rPr lang="es-ES" altLang="zh-CN" sz="7200" b="1" u="sng" dirty="0"/>
              <a:t>Q</a:t>
            </a:r>
            <a:r>
              <a:rPr lang="es-ES" altLang="zh-CN" sz="7200" b="1" dirty="0"/>
              <a:t> </a:t>
            </a:r>
            <a:r>
              <a:rPr lang="es-ES" altLang="zh-CN" sz="7200" b="1" u="sng" dirty="0">
                <a:solidFill>
                  <a:srgbClr val="FF0000"/>
                </a:solidFill>
              </a:rPr>
              <a:t>R</a:t>
            </a:r>
            <a:r>
              <a:rPr lang="es-ES" altLang="zh-CN" sz="7200" b="1" dirty="0"/>
              <a:t> </a:t>
            </a:r>
            <a:r>
              <a:rPr lang="es-ES" altLang="zh-CN" sz="7200" b="1" u="sng" dirty="0">
                <a:solidFill>
                  <a:schemeClr val="tx1"/>
                </a:solidFill>
              </a:rPr>
              <a:t>S T</a:t>
            </a:r>
            <a:endParaRPr lang="es-ES" altLang="zh-CN" sz="7200" b="1" dirty="0"/>
          </a:p>
          <a:p>
            <a:pPr marL="0" indent="0" algn="ctr">
              <a:buNone/>
            </a:pPr>
            <a:r>
              <a:rPr lang="es-ES" altLang="en-US" sz="7200" b="1" u="sng" dirty="0"/>
              <a:t>U</a:t>
            </a:r>
            <a:r>
              <a:rPr lang="es-ES" altLang="zh-CN" sz="7200" b="1" u="sng" dirty="0"/>
              <a:t> </a:t>
            </a:r>
            <a:r>
              <a:rPr lang="es-ES" altLang="en-US" sz="7200" b="1" u="sng" dirty="0">
                <a:solidFill>
                  <a:schemeClr val="tx1"/>
                </a:solidFill>
                <a:sym typeface="+mn-ea"/>
              </a:rPr>
              <a:t>V</a:t>
            </a:r>
            <a:r>
              <a:rPr lang="en-US" altLang="zh-CN" sz="7200" b="1" u="sng" dirty="0">
                <a:sym typeface="+mn-ea"/>
              </a:rPr>
              <a:t> </a:t>
            </a:r>
            <a:r>
              <a:rPr lang="es-ES" altLang="en-US" sz="7200" b="1" u="sng" dirty="0">
                <a:sym typeface="+mn-ea"/>
              </a:rPr>
              <a:t>W X Y Z</a:t>
            </a:r>
            <a:r>
              <a:rPr lang="en-US" altLang="zh-CN" sz="7200" b="1" u="sng" dirty="0">
                <a:sym typeface="+mn-ea"/>
              </a:rPr>
              <a:t> </a:t>
            </a:r>
            <a:r>
              <a:rPr lang="en-US" altLang="es-ES" sz="7200" b="1" u="sng" dirty="0">
                <a:sym typeface="+mn-ea"/>
              </a:rPr>
              <a:t>  </a:t>
            </a:r>
            <a:r>
              <a:rPr lang="en-US" altLang="es-ES" sz="7200" b="1" dirty="0">
                <a:sym typeface="+mn-ea"/>
              </a:rPr>
              <a:t>  </a:t>
            </a:r>
            <a:r>
              <a:rPr lang="es-ES" altLang="zh-CN" sz="7200" b="1" dirty="0">
                <a:sym typeface="+mn-ea"/>
              </a:rPr>
              <a:t> </a:t>
            </a:r>
            <a:r>
              <a:rPr lang="en-US" altLang="es-ES" sz="7200" b="1" dirty="0">
                <a:sym typeface="+mn-ea"/>
              </a:rPr>
              <a:t>   </a:t>
            </a:r>
            <a:r>
              <a:rPr lang="es-ES" altLang="zh-CN" sz="7200" b="1" u="sng" dirty="0">
                <a:sym typeface="+mn-ea"/>
              </a:rPr>
              <a:t> </a:t>
            </a:r>
            <a:r>
              <a:rPr lang="en-US" altLang="es-ES" sz="7200" b="1" dirty="0">
                <a:sym typeface="+mn-ea"/>
              </a:rPr>
              <a:t> </a:t>
            </a:r>
            <a:r>
              <a:rPr lang="en-US" altLang="zh-CN" sz="7200" b="1" u="sng" dirty="0">
                <a:sym typeface="+mn-ea"/>
              </a:rPr>
              <a:t>  </a:t>
            </a:r>
            <a:r>
              <a:rPr lang="es-ES" altLang="zh-CN" sz="7200" b="1" dirty="0"/>
              <a:t> </a:t>
            </a:r>
          </a:p>
          <a:p>
            <a:pPr marL="0" indent="0" algn="ctr">
              <a:buNone/>
            </a:pPr>
            <a:endParaRPr lang="zh-CN" altLang="es-ES" sz="72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339090" y="3980180"/>
            <a:ext cx="1561465" cy="25533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s-ES" sz="8000" b="1" dirty="0">
                <a:solidFill>
                  <a:schemeClr val="accent2">
                    <a:lumMod val="50000"/>
                  </a:schemeClr>
                </a:solidFill>
              </a:rPr>
              <a:t>LL</a:t>
            </a:r>
          </a:p>
          <a:p>
            <a:r>
              <a:rPr lang="es-ES" altLang="zh-CN" sz="8000" b="1" dirty="0">
                <a:solidFill>
                  <a:schemeClr val="accent2">
                    <a:lumMod val="50000"/>
                  </a:schemeClr>
                </a:solidFill>
              </a:rPr>
              <a:t>CH</a:t>
            </a:r>
            <a:endParaRPr lang="zh-CN" altLang="en-US" sz="8000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6690"/>
            <a:ext cx="10515600" cy="1325880"/>
          </a:xfrm>
        </p:spPr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  <a:sym typeface="+mn-ea"/>
              </a:rPr>
              <a:t>F L M N 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汉语拼音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2570"/>
            <a:ext cx="10515600" cy="4351338"/>
          </a:xfrm>
        </p:spPr>
        <p:txBody>
          <a:bodyPr>
            <a:normAutofit fontScale="97500"/>
          </a:bodyPr>
          <a:lstStyle/>
          <a:p>
            <a:pPr marL="0" indent="0" algn="ctr">
              <a:buNone/>
            </a:pPr>
            <a:r>
              <a:rPr lang="en-US" altLang="zh-CN" sz="7200" b="1" u="sng" dirty="0"/>
              <a:t>  </a:t>
            </a:r>
            <a:r>
              <a:rPr lang="en-US" altLang="zh-CN" sz="7200" b="1" dirty="0"/>
              <a:t>  </a:t>
            </a:r>
            <a:r>
              <a:rPr lang="en-US" altLang="zh-CN" sz="7200" b="1" u="sng" dirty="0">
                <a:sym typeface="+mn-ea"/>
              </a:rPr>
              <a:t>  </a:t>
            </a:r>
            <a:r>
              <a:rPr lang="en-US" altLang="zh-CN" sz="7200" b="1" dirty="0"/>
              <a:t> </a:t>
            </a:r>
            <a:r>
              <a:rPr lang="en-US" altLang="zh-CN" sz="7200" b="1" u="sng" dirty="0">
                <a:sym typeface="+mn-ea"/>
              </a:rPr>
              <a:t>  </a:t>
            </a:r>
            <a:r>
              <a:rPr lang="en-US" altLang="zh-CN" sz="7200" b="1" dirty="0"/>
              <a:t> </a:t>
            </a:r>
            <a:r>
              <a:rPr lang="en-US" altLang="zh-CN" sz="7200" b="1" u="sng" dirty="0">
                <a:sym typeface="+mn-ea"/>
              </a:rPr>
              <a:t>  </a:t>
            </a:r>
            <a:r>
              <a:rPr lang="en-US" altLang="zh-CN" sz="7200" b="1" dirty="0"/>
              <a:t> </a:t>
            </a:r>
            <a:r>
              <a:rPr lang="en-US" altLang="zh-CN" sz="7200" b="1" u="sng" dirty="0"/>
              <a:t>  </a:t>
            </a:r>
            <a:r>
              <a:rPr lang="en-US" altLang="zh-CN" sz="7200" b="1" dirty="0"/>
              <a:t> F </a:t>
            </a:r>
            <a:r>
              <a:rPr lang="en-US" altLang="zh-CN" sz="7200" b="1" u="sng" dirty="0">
                <a:sym typeface="+mn-ea"/>
              </a:rPr>
              <a:t>  </a:t>
            </a:r>
            <a:r>
              <a:rPr lang="en-US" altLang="es-ES" sz="7200" b="1" dirty="0">
                <a:sym typeface="+mn-ea"/>
              </a:rPr>
              <a:t>.</a:t>
            </a:r>
            <a:endParaRPr lang="en-US" altLang="zh-CN" sz="7200" b="1" dirty="0"/>
          </a:p>
          <a:p>
            <a:pPr marL="0" indent="0" algn="ctr">
              <a:buNone/>
            </a:pPr>
            <a:r>
              <a:rPr lang="en-US" altLang="zh-CN" sz="7200" b="1" u="sng" dirty="0">
                <a:sym typeface="+mn-ea"/>
              </a:rPr>
              <a:t>  </a:t>
            </a:r>
            <a:r>
              <a:rPr lang="en-US" altLang="zh-CN" sz="7200" b="1" dirty="0"/>
              <a:t> </a:t>
            </a:r>
            <a:r>
              <a:rPr lang="en-US" altLang="zh-CN" sz="7200" b="1" u="sng" dirty="0">
                <a:sym typeface="+mn-ea"/>
              </a:rPr>
              <a:t>  </a:t>
            </a:r>
            <a:r>
              <a:rPr lang="en-US" altLang="zh-CN" sz="7200" b="1" dirty="0"/>
              <a:t> </a:t>
            </a:r>
            <a:r>
              <a:rPr lang="en-US" altLang="zh-CN" sz="7200" b="1" u="sng" dirty="0">
                <a:sym typeface="+mn-ea"/>
              </a:rPr>
              <a:t>  </a:t>
            </a:r>
            <a:r>
              <a:rPr lang="en-US" altLang="zh-CN" sz="7200" b="1" dirty="0"/>
              <a:t> L M N </a:t>
            </a:r>
            <a:r>
              <a:rPr lang="en-US" altLang="zh-CN" sz="7200" b="1" u="sng" dirty="0">
                <a:sym typeface="+mn-ea"/>
              </a:rPr>
              <a:t>  </a:t>
            </a:r>
            <a:r>
              <a:rPr lang="zh-CN" altLang="en-US" sz="7200" b="1" dirty="0"/>
              <a:t> </a:t>
            </a:r>
            <a:r>
              <a:rPr lang="en-US" altLang="es-ES" sz="7200" b="1" dirty="0"/>
              <a:t> </a:t>
            </a:r>
            <a:r>
              <a:rPr lang="en-US" altLang="es-ES" sz="7200" b="1" u="sng" dirty="0"/>
              <a:t>  </a:t>
            </a:r>
            <a:r>
              <a:rPr lang="zh-CN" altLang="en-US" sz="7200" b="1" dirty="0"/>
              <a:t> </a:t>
            </a:r>
            <a:r>
              <a:rPr lang="en-US" altLang="zh-CN" sz="7200" b="1" u="sng" dirty="0">
                <a:sym typeface="+mn-ea"/>
              </a:rPr>
              <a:t>  </a:t>
            </a:r>
            <a:r>
              <a:rPr lang="en-US" altLang="es-ES" sz="7200" b="1" dirty="0"/>
              <a:t>.</a:t>
            </a:r>
            <a:endParaRPr lang="es-ES" altLang="zh-CN" sz="7200" b="1" dirty="0"/>
          </a:p>
          <a:p>
            <a:pPr marL="0" indent="0" algn="ctr">
              <a:buNone/>
            </a:pPr>
            <a:r>
              <a:rPr lang="en-US" altLang="zh-CN" sz="7200" b="1" u="sng" dirty="0">
                <a:sym typeface="+mn-ea"/>
              </a:rPr>
              <a:t>  </a:t>
            </a:r>
            <a:r>
              <a:rPr lang="es-ES" altLang="zh-CN" sz="7200" b="1" dirty="0"/>
              <a:t> </a:t>
            </a:r>
            <a:r>
              <a:rPr lang="en-US" altLang="zh-CN" sz="7200" b="1" u="sng" dirty="0">
                <a:sym typeface="+mn-ea"/>
              </a:rPr>
              <a:t>  </a:t>
            </a:r>
            <a:r>
              <a:rPr lang="es-ES" altLang="zh-CN" sz="7200" b="1" dirty="0"/>
              <a:t> </a:t>
            </a:r>
            <a:r>
              <a:rPr lang="en-US" altLang="zh-CN" sz="7200" b="1" u="sng" dirty="0">
                <a:sym typeface="+mn-ea"/>
              </a:rPr>
              <a:t>  </a:t>
            </a:r>
            <a:r>
              <a:rPr lang="es-ES" altLang="zh-CN" sz="7200" b="1" dirty="0"/>
              <a:t> </a:t>
            </a:r>
            <a:r>
              <a:rPr lang="en-US" altLang="zh-CN" sz="7200" b="1" u="sng" dirty="0">
                <a:sym typeface="+mn-ea"/>
              </a:rPr>
              <a:t>  </a:t>
            </a:r>
            <a:r>
              <a:rPr lang="en-US" altLang="es-ES" sz="7200" b="1" dirty="0">
                <a:sym typeface="+mn-ea"/>
              </a:rPr>
              <a:t>.</a:t>
            </a:r>
            <a:r>
              <a:rPr lang="en-US" altLang="zh-CN" sz="7200" b="1" u="sng" dirty="0">
                <a:sym typeface="+mn-ea"/>
              </a:rPr>
              <a:t>  </a:t>
            </a:r>
            <a:endParaRPr lang="es-ES" altLang="zh-CN" sz="7200" b="1" dirty="0"/>
          </a:p>
          <a:p>
            <a:pPr marL="0" indent="0" algn="ctr">
              <a:buNone/>
            </a:pPr>
            <a:r>
              <a:rPr lang="en-US" altLang="es-ES" sz="7200" b="1" dirty="0"/>
              <a:t> </a:t>
            </a:r>
            <a:r>
              <a:rPr lang="en-US" altLang="es-ES" sz="7200" b="1" u="sng" dirty="0"/>
              <a:t> </a:t>
            </a:r>
            <a:r>
              <a:rPr lang="es-ES" altLang="zh-CN" sz="7200" b="1" u="sng" dirty="0"/>
              <a:t> </a:t>
            </a:r>
            <a:r>
              <a:rPr lang="en-US" altLang="es-ES" sz="7200" b="1" dirty="0"/>
              <a:t> </a:t>
            </a:r>
            <a:r>
              <a:rPr lang="en-US" altLang="zh-CN" sz="7200" b="1" u="sng" dirty="0">
                <a:sym typeface="+mn-ea"/>
              </a:rPr>
              <a:t>  </a:t>
            </a:r>
            <a:r>
              <a:rPr lang="es-ES" altLang="zh-CN" sz="7200" b="1" dirty="0"/>
              <a:t> </a:t>
            </a:r>
            <a:r>
              <a:rPr lang="en-US" altLang="zh-CN" sz="7200" b="1" u="sng" dirty="0">
                <a:sym typeface="+mn-ea"/>
              </a:rPr>
              <a:t>  </a:t>
            </a:r>
            <a:r>
              <a:rPr lang="en-US" altLang="es-ES" sz="7200" b="1" dirty="0"/>
              <a:t> </a:t>
            </a:r>
            <a:r>
              <a:rPr lang="en-US" altLang="zh-CN" sz="7200" b="1" u="sng" dirty="0">
                <a:sym typeface="+mn-ea"/>
              </a:rPr>
              <a:t>  </a:t>
            </a:r>
            <a:r>
              <a:rPr lang="en-US" altLang="es-ES" sz="7200" b="1" dirty="0"/>
              <a:t> </a:t>
            </a:r>
            <a:r>
              <a:rPr lang="en-US" altLang="zh-CN" sz="7200" b="1" u="sng" dirty="0">
                <a:sym typeface="+mn-ea"/>
              </a:rPr>
              <a:t>  </a:t>
            </a:r>
            <a:r>
              <a:rPr lang="en-US" altLang="es-ES" sz="7200" b="1" dirty="0"/>
              <a:t>.</a:t>
            </a:r>
            <a:r>
              <a:rPr lang="en-US" altLang="es-ES" sz="7200" b="1" u="sng" dirty="0">
                <a:sym typeface="+mn-ea"/>
              </a:rPr>
              <a:t>  </a:t>
            </a:r>
            <a:r>
              <a:rPr lang="en-US" altLang="es-ES" sz="7200" b="1" dirty="0">
                <a:sym typeface="+mn-ea"/>
              </a:rPr>
              <a:t>  </a:t>
            </a:r>
            <a:r>
              <a:rPr lang="es-ES" altLang="zh-CN" sz="7200" b="1" dirty="0">
                <a:sym typeface="+mn-ea"/>
              </a:rPr>
              <a:t> </a:t>
            </a:r>
            <a:r>
              <a:rPr lang="en-US" altLang="es-ES" sz="7200" b="1" dirty="0">
                <a:sym typeface="+mn-ea"/>
              </a:rPr>
              <a:t>   </a:t>
            </a:r>
            <a:r>
              <a:rPr lang="es-ES" altLang="zh-CN" sz="7200" b="1" u="sng" dirty="0">
                <a:sym typeface="+mn-ea"/>
              </a:rPr>
              <a:t> </a:t>
            </a:r>
            <a:r>
              <a:rPr lang="en-US" altLang="es-ES" sz="7200" b="1" dirty="0">
                <a:sym typeface="+mn-ea"/>
              </a:rPr>
              <a:t> </a:t>
            </a:r>
            <a:r>
              <a:rPr lang="en-US" altLang="zh-CN" sz="7200" b="1" u="sng" dirty="0">
                <a:sym typeface="+mn-ea"/>
              </a:rPr>
              <a:t>  </a:t>
            </a:r>
            <a:r>
              <a:rPr lang="es-ES" altLang="zh-CN" sz="7200" b="1" dirty="0"/>
              <a:t> </a:t>
            </a:r>
          </a:p>
          <a:p>
            <a:pPr marL="0" indent="0" algn="ctr">
              <a:buNone/>
            </a:pPr>
            <a:endParaRPr lang="zh-CN" altLang="es-ES" sz="72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5941695" y="3244850"/>
            <a:ext cx="3086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u="sng" dirty="0">
                <a:sym typeface="+mn-ea"/>
              </a:rPr>
              <a:t>  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913755" y="3244850"/>
            <a:ext cx="36385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u="sng" dirty="0">
                <a:sym typeface="+mn-ea"/>
              </a:rPr>
              <a:t>  </a:t>
            </a:r>
            <a:r>
              <a:rPr lang="en-US" altLang="es-ES" b="1" dirty="0">
                <a:sym typeface="+mn-ea"/>
              </a:rPr>
              <a:t>.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39090" y="3980180"/>
            <a:ext cx="1561465" cy="25533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s-ES" sz="8000" b="1" dirty="0">
                <a:solidFill>
                  <a:schemeClr val="accent2">
                    <a:lumMod val="50000"/>
                  </a:schemeClr>
                </a:solidFill>
              </a:rPr>
              <a:t>LL</a:t>
            </a:r>
          </a:p>
          <a:p>
            <a:r>
              <a:rPr lang="es-ES" altLang="zh-CN" sz="8000" b="1" dirty="0">
                <a:solidFill>
                  <a:schemeClr val="accent2">
                    <a:lumMod val="50000"/>
                  </a:schemeClr>
                </a:solidFill>
              </a:rPr>
              <a:t>CH</a:t>
            </a:r>
            <a:endParaRPr lang="zh-CN" altLang="en-US" sz="8000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30545" y="1253490"/>
            <a:ext cx="5338445" cy="326263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altLang="zh-CN" sz="7200" b="1" dirty="0"/>
              <a:t> </a:t>
            </a:r>
            <a:r>
              <a:rPr lang="en-US" altLang="zh-CN" sz="7200" b="1" u="sng" dirty="0"/>
              <a:t>  </a:t>
            </a:r>
            <a:r>
              <a:rPr lang="en-US" altLang="zh-CN" sz="7200" b="1" dirty="0"/>
              <a:t> F </a:t>
            </a:r>
            <a:r>
              <a:rPr lang="en-US" altLang="zh-CN" sz="7200" b="1" u="sng" dirty="0">
                <a:sym typeface="+mn-ea"/>
              </a:rPr>
              <a:t>  </a:t>
            </a:r>
            <a:r>
              <a:rPr lang="en-US" altLang="es-ES" sz="7200" b="1" dirty="0">
                <a:sym typeface="+mn-ea"/>
              </a:rPr>
              <a:t>.</a:t>
            </a:r>
            <a:endParaRPr lang="en-US" altLang="zh-CN" sz="7200" b="1" dirty="0"/>
          </a:p>
          <a:p>
            <a:pPr marL="0" indent="0" algn="ctr">
              <a:buNone/>
            </a:pPr>
            <a:r>
              <a:rPr lang="en-US" altLang="zh-CN" sz="7200" b="1" u="sng" dirty="0">
                <a:sym typeface="+mn-ea"/>
              </a:rPr>
              <a:t>   </a:t>
            </a:r>
            <a:r>
              <a:rPr lang="en-US" altLang="zh-CN" sz="7200" b="1" dirty="0"/>
              <a:t> L M N </a:t>
            </a:r>
            <a:r>
              <a:rPr lang="en-US" altLang="zh-CN" sz="7200" b="1" u="sng" dirty="0">
                <a:sym typeface="+mn-ea"/>
              </a:rPr>
              <a:t>  </a:t>
            </a:r>
            <a:r>
              <a:rPr lang="en-US" altLang="es-ES" sz="7200" b="1" dirty="0"/>
              <a:t>.</a:t>
            </a:r>
            <a:endParaRPr lang="es-ES" altLang="zh-CN" sz="7200" b="1" dirty="0"/>
          </a:p>
          <a:p>
            <a:pPr marL="0" indent="0" algn="ctr">
              <a:buNone/>
            </a:pPr>
            <a:r>
              <a:rPr lang="es-ES" altLang="zh-CN" sz="7200" b="1" dirty="0">
                <a:sym typeface="+mn-ea"/>
              </a:rPr>
              <a:t> </a:t>
            </a:r>
            <a:r>
              <a:rPr lang="en-US" altLang="es-ES" sz="7200" b="1" dirty="0">
                <a:sym typeface="+mn-ea"/>
              </a:rPr>
              <a:t>   </a:t>
            </a:r>
            <a:r>
              <a:rPr lang="es-ES" altLang="zh-CN" sz="7200" b="1" u="sng" dirty="0">
                <a:sym typeface="+mn-ea"/>
              </a:rPr>
              <a:t> </a:t>
            </a:r>
            <a:r>
              <a:rPr lang="en-US" altLang="es-ES" sz="7200" b="1" dirty="0">
                <a:sym typeface="+mn-ea"/>
              </a:rPr>
              <a:t> </a:t>
            </a:r>
            <a:r>
              <a:rPr lang="en-US" altLang="zh-CN" sz="7200" b="1" u="sng" dirty="0">
                <a:sym typeface="+mn-ea"/>
              </a:rPr>
              <a:t>  </a:t>
            </a:r>
            <a:r>
              <a:rPr lang="es-ES" altLang="zh-CN" sz="7200" b="1" dirty="0"/>
              <a:t> </a:t>
            </a:r>
            <a:endParaRPr lang="zh-CN" altLang="es-ES" sz="72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557530" y="1698625"/>
            <a:ext cx="342519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s-ES" sz="4800" b="1" dirty="0">
                <a:solidFill>
                  <a:schemeClr val="accent2">
                    <a:lumMod val="50000"/>
                  </a:schemeClr>
                </a:solidFill>
              </a:rPr>
              <a:t>fa fe fi fo fu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941695" y="3244850"/>
            <a:ext cx="3086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u="sng" dirty="0">
                <a:sym typeface="+mn-ea"/>
              </a:rPr>
              <a:t>  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913755" y="3244850"/>
            <a:ext cx="36385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u="sng" dirty="0">
                <a:sym typeface="+mn-ea"/>
              </a:rPr>
              <a:t>  </a:t>
            </a:r>
            <a:r>
              <a:rPr lang="en-US" altLang="es-ES" b="1" dirty="0">
                <a:sym typeface="+mn-ea"/>
              </a:rPr>
              <a:t>.</a:t>
            </a:r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557530" y="1866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vocales</a:t>
            </a:r>
            <a:r>
              <a:rPr lang="zh-CN" altLang="en-US" dirty="0"/>
              <a:t>：</a:t>
            </a:r>
            <a:r>
              <a:rPr lang="en-US" altLang="zh-CN" sz="5400" b="1" dirty="0">
                <a:latin typeface="+mn-lt"/>
                <a:ea typeface="+mn-ea"/>
                <a:cs typeface="+mn-cs"/>
              </a:rPr>
              <a:t>A  E  I  O  U</a:t>
            </a:r>
            <a:r>
              <a:rPr lang="en-US" altLang="zh-CN" dirty="0"/>
              <a:t>  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57530" y="4135120"/>
            <a:ext cx="507301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s-ES" sz="4800" b="1" dirty="0">
                <a:solidFill>
                  <a:schemeClr val="accent2">
                    <a:lumMod val="50000"/>
                  </a:schemeClr>
                </a:solidFill>
              </a:rPr>
              <a:t>ma me mi mo mu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57530" y="3305175"/>
            <a:ext cx="415226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s-ES" sz="4800" b="1" dirty="0">
                <a:solidFill>
                  <a:schemeClr val="accent2">
                    <a:lumMod val="50000"/>
                  </a:schemeClr>
                </a:solidFill>
              </a:rPr>
              <a:t>na ne ni no nu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57530" y="2528570"/>
            <a:ext cx="317119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s-ES" sz="4800" b="1" dirty="0">
                <a:solidFill>
                  <a:schemeClr val="accent2">
                    <a:lumMod val="50000"/>
                  </a:schemeClr>
                </a:solidFill>
              </a:rPr>
              <a:t>la le li lo lu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57530" y="4965065"/>
            <a:ext cx="558101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s-ES" sz="4800" b="1" dirty="0">
                <a:solidFill>
                  <a:schemeClr val="accent2">
                    <a:lumMod val="50000"/>
                  </a:schemeClr>
                </a:solidFill>
              </a:rPr>
              <a:t>cha che chi cho chu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/>
      <p:bldP spid="11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dist"/>
            <a:r>
              <a:rPr lang="es-ES" altLang="zh-CN" sz="8800" b="1" dirty="0">
                <a:latin typeface="Arial" panose="020B0604020202020204" pitchFamily="34" charset="0"/>
                <a:cs typeface="Arial" panose="020B0604020202020204" pitchFamily="34" charset="0"/>
              </a:rPr>
              <a:t>A E I O U</a:t>
            </a:r>
            <a:endParaRPr lang="zh-CN" altLang="en-US" sz="8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2500" lnSpcReduction="20000"/>
          </a:bodyPr>
          <a:lstStyle/>
          <a:p>
            <a:pPr marL="0" indent="0">
              <a:buNone/>
            </a:pPr>
            <a:r>
              <a:rPr lang="es-ES" altLang="zh-CN" sz="8000" dirty="0"/>
              <a:t>Fama, fase, fin, feo, fea</a:t>
            </a:r>
          </a:p>
          <a:p>
            <a:pPr marL="0" indent="0">
              <a:buNone/>
            </a:pPr>
            <a:r>
              <a:rPr lang="es-ES" altLang="zh-CN" sz="8000" dirty="0"/>
              <a:t>Lola, ala, </a:t>
            </a:r>
            <a:r>
              <a:rPr lang="en-US" altLang="es-ES" sz="8000" dirty="0"/>
              <a:t>China</a:t>
            </a:r>
            <a:r>
              <a:rPr lang="es-ES" altLang="zh-CN" sz="8000" dirty="0"/>
              <a:t>, lulo, ele</a:t>
            </a:r>
          </a:p>
          <a:p>
            <a:pPr marL="0" indent="0">
              <a:buNone/>
            </a:pPr>
            <a:r>
              <a:rPr lang="es-ES" altLang="zh-CN" sz="8000" dirty="0"/>
              <a:t>Lama, mola, amo, muy</a:t>
            </a:r>
          </a:p>
          <a:p>
            <a:pPr marL="0" indent="0">
              <a:buNone/>
            </a:pPr>
            <a:r>
              <a:rPr lang="en-US" altLang="es-ES" sz="8000" dirty="0"/>
              <a:t>soy</a:t>
            </a:r>
            <a:r>
              <a:rPr lang="es-ES" altLang="zh-CN" sz="8000" dirty="0"/>
              <a:t>, lana, mano, uno, dos</a:t>
            </a:r>
          </a:p>
          <a:p>
            <a:pPr marL="0" indent="0">
              <a:buNone/>
            </a:pPr>
            <a:r>
              <a:rPr lang="es-ES" altLang="zh-CN" sz="8000" dirty="0"/>
              <a:t>Sano, </a:t>
            </a:r>
            <a:r>
              <a:rPr lang="en-US" altLang="es-ES" sz="8000" dirty="0"/>
              <a:t>son</a:t>
            </a:r>
            <a:r>
              <a:rPr lang="es-ES" altLang="zh-CN" sz="8000" dirty="0"/>
              <a:t>, ese, suma</a:t>
            </a:r>
            <a:r>
              <a:rPr lang="en-US" altLang="es-ES" sz="8000" dirty="0"/>
              <a:t>, chifa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sz="9600" b="1" dirty="0"/>
              <a:t>音节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0689"/>
            <a:ext cx="10628586" cy="4657560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多少个元音多少个音节</a:t>
            </a:r>
            <a:br>
              <a:rPr lang="en-US" altLang="zh-CN" sz="4000" dirty="0"/>
            </a:br>
            <a:r>
              <a:rPr lang="en-US" altLang="zh-CN" sz="4000" dirty="0"/>
              <a:t>mi, se, no</a:t>
            </a:r>
          </a:p>
          <a:p>
            <a:pPr marL="0" indent="0">
              <a:buNone/>
            </a:pPr>
            <a:r>
              <a:rPr lang="en-US" altLang="zh-CN" sz="4000" dirty="0"/>
              <a:t>  ser, ven </a:t>
            </a:r>
          </a:p>
          <a:p>
            <a:pPr marL="0" indent="0">
              <a:buNone/>
            </a:pPr>
            <a:r>
              <a:rPr lang="en-US" altLang="zh-CN" sz="4000" dirty="0"/>
              <a:t>  </a:t>
            </a:r>
            <a:r>
              <a:rPr lang="en-US" altLang="zh-CN" sz="4000" dirty="0" err="1"/>
              <a:t>tomate</a:t>
            </a:r>
            <a:r>
              <a:rPr lang="en-US" altLang="zh-CN" sz="4000" dirty="0"/>
              <a:t>, amigo</a:t>
            </a:r>
          </a:p>
          <a:p>
            <a:pPr marL="0" indent="0">
              <a:buNone/>
            </a:pPr>
            <a:r>
              <a:rPr lang="en-US" altLang="zh-CN" sz="4000" dirty="0"/>
              <a:t>  </a:t>
            </a:r>
            <a:r>
              <a:rPr lang="en-US" altLang="zh-CN" sz="4000" dirty="0" err="1"/>
              <a:t>ella</a:t>
            </a:r>
            <a:r>
              <a:rPr lang="en-US" altLang="zh-CN" sz="4000" dirty="0"/>
              <a:t>, chileno </a:t>
            </a:r>
          </a:p>
          <a:p>
            <a:pPr marL="0" indent="0">
              <a:buNone/>
            </a:pPr>
            <a:r>
              <a:rPr lang="en-US" altLang="zh-CN" sz="4000" dirty="0"/>
              <a:t>  Manolo, </a:t>
            </a:r>
            <a:r>
              <a:rPr lang="en-US" altLang="zh-CN" sz="4000" dirty="0" err="1"/>
              <a:t>paname</a:t>
            </a:r>
            <a:r>
              <a:rPr lang="es-ES" altLang="en-US" sz="4000" dirty="0" err="1"/>
              <a:t>ño</a:t>
            </a:r>
            <a:r>
              <a:rPr lang="en-US" altLang="zh-CN" sz="4000" dirty="0"/>
              <a:t>, Susana,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重音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6600" y="1253331"/>
            <a:ext cx="10937240" cy="4680110"/>
          </a:xfrm>
        </p:spPr>
        <p:txBody>
          <a:bodyPr>
            <a:normAutofit/>
          </a:bodyPr>
          <a:lstStyle/>
          <a:p>
            <a:r>
              <a:rPr lang="zh-CN" altLang="en-US" dirty="0"/>
              <a:t>以元音结尾以及</a:t>
            </a:r>
            <a:r>
              <a:rPr lang="en-US" altLang="zh-CN" dirty="0"/>
              <a:t>n, s</a:t>
            </a:r>
            <a:r>
              <a:rPr lang="zh-CN" altLang="en-US" dirty="0"/>
              <a:t>：倒数第二个音节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</a:t>
            </a:r>
            <a:r>
              <a:rPr lang="zh-CN" altLang="en-US" dirty="0"/>
              <a:t>以辅音结尾：最后一个音节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China, chino, amigo, </a:t>
            </a:r>
            <a:r>
              <a:rPr lang="en-US" altLang="zh-CN" dirty="0" err="1"/>
              <a:t>novio</a:t>
            </a:r>
            <a:r>
              <a:rPr lang="en-US" altLang="zh-CN" dirty="0"/>
              <a:t>, chileno, </a:t>
            </a:r>
            <a:r>
              <a:rPr lang="en-US" altLang="zh-CN" dirty="0" err="1"/>
              <a:t>alumno</a:t>
            </a:r>
            <a:r>
              <a:rPr lang="en-US" altLang="zh-CN" dirty="0"/>
              <a:t>, Cuba, </a:t>
            </a:r>
            <a:r>
              <a:rPr lang="en-US" altLang="zh-CN" dirty="0" err="1"/>
              <a:t>cubano</a:t>
            </a:r>
            <a:r>
              <a:rPr lang="en-US" altLang="zh-CN" dirty="0"/>
              <a:t>, los, las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不符合这个规律的就加点儿</a:t>
            </a:r>
            <a:endParaRPr lang="es-ES" altLang="zh-CN" dirty="0"/>
          </a:p>
          <a:p>
            <a:pPr marL="0" indent="0">
              <a:buNone/>
            </a:pPr>
            <a:r>
              <a:rPr lang="es-ES" altLang="zh-CN" dirty="0"/>
              <a:t>  Ramírez, Víctor, alemán, japonés</a:t>
            </a:r>
            <a:r>
              <a:rPr lang="zh-CN" altLang="en-US" dirty="0"/>
              <a:t>， </a:t>
            </a:r>
            <a:r>
              <a:rPr lang="en-US" altLang="zh-CN" dirty="0" err="1"/>
              <a:t>ruso</a:t>
            </a:r>
            <a:endParaRPr lang="es-ES" altLang="zh-CN" dirty="0"/>
          </a:p>
          <a:p>
            <a:pPr marL="0" indent="0">
              <a:buNone/>
            </a:pPr>
            <a:endParaRPr lang="es-ES" altLang="zh-CN" dirty="0"/>
          </a:p>
          <a:p>
            <a:pPr marL="0" indent="0">
              <a:buNone/>
            </a:pPr>
            <a:r>
              <a:rPr lang="zh-CN" altLang="en-US" dirty="0"/>
              <a:t>性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o</a:t>
            </a:r>
            <a:r>
              <a:rPr lang="zh-CN" altLang="en-US" dirty="0"/>
              <a:t>阳性</a:t>
            </a:r>
            <a:r>
              <a:rPr lang="en-US" altLang="zh-CN" dirty="0"/>
              <a:t> a</a:t>
            </a:r>
            <a:r>
              <a:rPr lang="zh-CN" altLang="en-US" dirty="0"/>
              <a:t>阴性</a:t>
            </a:r>
            <a:r>
              <a:rPr lang="en-US" altLang="zh-CN" dirty="0"/>
              <a:t> </a:t>
            </a:r>
          </a:p>
          <a:p>
            <a:pPr marL="0" indent="0">
              <a:buNone/>
            </a:pPr>
            <a:r>
              <a:rPr lang="zh-CN" altLang="en-US" dirty="0"/>
              <a:t>数：</a:t>
            </a:r>
            <a:r>
              <a:rPr lang="en-US" altLang="zh-CN" dirty="0"/>
              <a:t>-s</a:t>
            </a:r>
          </a:p>
          <a:p>
            <a:pPr marL="0" indent="0">
              <a:buNone/>
            </a:pPr>
            <a:endParaRPr lang="zh-CN" altLang="en-US" sz="4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zh-CN" dirty="0"/>
              <a:t>Hola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0080" y="1554480"/>
            <a:ext cx="6324602" cy="4622483"/>
          </a:xfrm>
        </p:spPr>
        <p:txBody>
          <a:bodyPr>
            <a:normAutofit fontScale="92500"/>
          </a:bodyPr>
          <a:lstStyle/>
          <a:p>
            <a:r>
              <a:rPr lang="es-ES" altLang="zh-CN" sz="3600" dirty="0"/>
              <a:t>Hola -- Hola</a:t>
            </a:r>
          </a:p>
          <a:p>
            <a:r>
              <a:rPr lang="es-ES" altLang="zh-CN" sz="3600" dirty="0"/>
              <a:t>Buenos días -- Buenos días </a:t>
            </a:r>
          </a:p>
          <a:p>
            <a:r>
              <a:rPr lang="es-ES" altLang="zh-CN" sz="3600" dirty="0"/>
              <a:t>Buenas tardes -- Buenas tardes </a:t>
            </a:r>
          </a:p>
          <a:p>
            <a:r>
              <a:rPr lang="es-ES" altLang="zh-CN" sz="3600" dirty="0"/>
              <a:t>Gracias  -- De nada</a:t>
            </a:r>
          </a:p>
          <a:p>
            <a:pPr marL="0" indent="0">
              <a:buNone/>
            </a:pPr>
            <a:endParaRPr lang="es-ES" altLang="zh-CN" sz="3600" dirty="0"/>
          </a:p>
          <a:p>
            <a:r>
              <a:rPr lang="es-ES" altLang="zh-CN" sz="3600" dirty="0"/>
              <a:t>¿Cómo estás?</a:t>
            </a:r>
          </a:p>
          <a:p>
            <a:r>
              <a:rPr lang="es-ES" altLang="zh-CN" sz="3600" dirty="0"/>
              <a:t>Muy bien, ¿y tú?</a:t>
            </a:r>
            <a:r>
              <a:rPr lang="en-US" altLang="es-ES" sz="3600" dirty="0"/>
              <a:t> (usted)</a:t>
            </a:r>
            <a:endParaRPr lang="es-ES" altLang="zh-CN" sz="3600" dirty="0"/>
          </a:p>
          <a:p>
            <a:r>
              <a:rPr lang="es-ES" altLang="zh-CN" sz="3600" dirty="0"/>
              <a:t>No mal</a:t>
            </a:r>
            <a:endParaRPr lang="es-ES" altLang="zh-CN" dirty="0"/>
          </a:p>
        </p:txBody>
      </p:sp>
      <p:sp>
        <p:nvSpPr>
          <p:cNvPr id="4" name="内容占位符 2"/>
          <p:cNvSpPr txBox="1"/>
          <p:nvPr/>
        </p:nvSpPr>
        <p:spPr>
          <a:xfrm>
            <a:off x="7371082" y="1680528"/>
            <a:ext cx="5227318" cy="462248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altLang="zh-CN" sz="3600" dirty="0"/>
              <a:t>Chao  </a:t>
            </a:r>
          </a:p>
          <a:p>
            <a:r>
              <a:rPr lang="es-ES" altLang="zh-CN" sz="3600" dirty="0"/>
              <a:t>Adiós </a:t>
            </a:r>
          </a:p>
          <a:p>
            <a:r>
              <a:rPr lang="en-US" altLang="es-ES" sz="3600" dirty="0"/>
              <a:t>hasta luego</a:t>
            </a:r>
            <a:endParaRPr lang="es-ES" altLang="zh-CN" sz="3600" dirty="0"/>
          </a:p>
          <a:p>
            <a:endParaRPr lang="es-ES" altLang="zh-CN" sz="3600" dirty="0"/>
          </a:p>
          <a:p>
            <a:r>
              <a:rPr lang="es-ES" altLang="zh-CN" sz="3600" dirty="0"/>
              <a:t>¿Cómo te llamas?</a:t>
            </a:r>
          </a:p>
          <a:p>
            <a:r>
              <a:rPr lang="es-ES" altLang="zh-CN" sz="3600" dirty="0"/>
              <a:t>Me llamo...</a:t>
            </a:r>
          </a:p>
          <a:p>
            <a:r>
              <a:rPr lang="es-ES" altLang="zh-CN" sz="3600" dirty="0"/>
              <a:t>Soy ....</a:t>
            </a:r>
          </a:p>
          <a:p>
            <a:r>
              <a:rPr lang="en-US" altLang="es-ES" sz="3600" dirty="0"/>
              <a:t>encantado/a</a:t>
            </a:r>
            <a:endParaRPr lang="es-ES" altLang="zh-CN" sz="3600" dirty="0"/>
          </a:p>
          <a:p>
            <a:pPr marL="0" indent="0">
              <a:buNone/>
            </a:pPr>
            <a:endParaRPr lang="es-ES" altLang="zh-C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西语助手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hlinkClick r:id="rId2"/>
              </a:rPr>
              <a:t>https://www.esdict.cn/</a:t>
            </a:r>
            <a:r>
              <a:rPr lang="en-US" altLang="zh-CN" dirty="0"/>
              <a:t> </a:t>
            </a:r>
            <a:r>
              <a:rPr lang="zh-CN" altLang="en-US" dirty="0"/>
              <a:t>每日西语听力之类</a:t>
            </a:r>
            <a:endParaRPr lang="en-US" altLang="zh-CN" dirty="0"/>
          </a:p>
          <a:p>
            <a:r>
              <a:rPr lang="zh-CN" altLang="en-US" dirty="0"/>
              <a:t>微信公众号：西语助手</a:t>
            </a:r>
            <a:r>
              <a:rPr lang="en-US" altLang="zh-CN" dirty="0" err="1"/>
              <a:t>Eshelper</a:t>
            </a:r>
            <a:endParaRPr lang="en-US" altLang="zh-CN" dirty="0"/>
          </a:p>
          <a:p>
            <a:r>
              <a:rPr lang="en-US" altLang="zh-CN" dirty="0"/>
              <a:t>App</a:t>
            </a:r>
            <a:r>
              <a:rPr lang="zh-CN" altLang="en-US" dirty="0"/>
              <a:t>：西语助手 </a:t>
            </a:r>
            <a:endParaRPr lang="en-US" altLang="zh-CN" dirty="0"/>
          </a:p>
          <a:p>
            <a:r>
              <a:rPr lang="en-US" altLang="zh-CN" dirty="0" err="1"/>
              <a:t>Diccionario</a:t>
            </a:r>
            <a:r>
              <a:rPr lang="en-US" altLang="zh-CN" dirty="0"/>
              <a:t>: </a:t>
            </a:r>
            <a:r>
              <a:rPr lang="en-US" altLang="zh-CN" dirty="0" err="1"/>
              <a:t>Diccionario</a:t>
            </a:r>
            <a:r>
              <a:rPr lang="en-US" altLang="zh-CN" dirty="0"/>
              <a:t> de la </a:t>
            </a:r>
            <a:r>
              <a:rPr lang="en-US" altLang="zh-CN" dirty="0" err="1"/>
              <a:t>lengua</a:t>
            </a:r>
            <a:r>
              <a:rPr lang="en-US" altLang="zh-CN" dirty="0"/>
              <a:t> Española </a:t>
            </a:r>
          </a:p>
          <a:p>
            <a:r>
              <a:rPr lang="es-ES" altLang="zh-CN" dirty="0"/>
              <a:t>L</a:t>
            </a:r>
            <a:r>
              <a:rPr lang="en-US" altLang="zh-CN" dirty="0" err="1"/>
              <a:t>inguee</a:t>
            </a:r>
            <a:r>
              <a:rPr lang="en-US" altLang="zh-CN" dirty="0"/>
              <a:t> </a:t>
            </a:r>
          </a:p>
          <a:p>
            <a:r>
              <a:rPr lang="es-ES" altLang="zh-CN" dirty="0"/>
              <a:t>W</a:t>
            </a:r>
            <a:r>
              <a:rPr lang="en-US" altLang="zh-CN" dirty="0" err="1"/>
              <a:t>ordReference</a:t>
            </a:r>
            <a:r>
              <a:rPr lang="en-US" altLang="zh-CN" dirty="0"/>
              <a:t> </a:t>
            </a:r>
          </a:p>
          <a:p>
            <a:r>
              <a:rPr lang="zh-CN" altLang="en-US" dirty="0"/>
              <a:t>考试：</a:t>
            </a:r>
            <a:r>
              <a:rPr lang="es-ES" altLang="zh-CN" dirty="0"/>
              <a:t>D</a:t>
            </a:r>
            <a:r>
              <a:rPr lang="en-US" altLang="zh-CN" dirty="0"/>
              <a:t>ELE  SIELE  CATTI </a:t>
            </a:r>
          </a:p>
          <a:p>
            <a:r>
              <a:rPr lang="es-ES" altLang="zh-CN" dirty="0"/>
              <a:t>A</a:t>
            </a:r>
            <a:r>
              <a:rPr lang="en-US" altLang="zh-CN" dirty="0"/>
              <a:t>1 A2 B1 B2 C1 C2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s-ES" dirty="0"/>
              <a:t>Ser: -</a:t>
            </a:r>
            <a:r>
              <a:rPr lang="en-US" altLang="es-ES" dirty="0" err="1"/>
              <a:t>ar</a:t>
            </a:r>
            <a:r>
              <a:rPr lang="en-US" altLang="es-ES" dirty="0"/>
              <a:t> –</a:t>
            </a:r>
            <a:r>
              <a:rPr lang="en-US" altLang="es-ES" dirty="0" err="1"/>
              <a:t>er</a:t>
            </a:r>
            <a:r>
              <a:rPr lang="en-US" altLang="es-ES" dirty="0"/>
              <a:t> –</a:t>
            </a:r>
            <a:r>
              <a:rPr lang="en-US" altLang="es-ES" dirty="0" err="1"/>
              <a:t>ir</a:t>
            </a:r>
            <a:r>
              <a:rPr lang="en-US" altLang="es-ES" dirty="0"/>
              <a:t>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6715" y="1178560"/>
            <a:ext cx="5280025" cy="499872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s-ES" altLang="zh-CN" sz="1400" dirty="0"/>
          </a:p>
          <a:p>
            <a:pPr fontAlgn="auto">
              <a:lnSpc>
                <a:spcPct val="120000"/>
              </a:lnSpc>
            </a:pPr>
            <a:r>
              <a:rPr lang="es-E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yo</a:t>
            </a:r>
          </a:p>
          <a:p>
            <a:pPr fontAlgn="auto">
              <a:lnSpc>
                <a:spcPct val="120000"/>
              </a:lnSpc>
            </a:pPr>
            <a:r>
              <a:rPr lang="es-E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tú</a:t>
            </a:r>
          </a:p>
          <a:p>
            <a:pPr fontAlgn="auto">
              <a:lnSpc>
                <a:spcPct val="120000"/>
              </a:lnSpc>
            </a:pPr>
            <a:r>
              <a:rPr lang="es-E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él </a:t>
            </a:r>
            <a:r>
              <a:rPr lang="en-US" alt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es-E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ella</a:t>
            </a:r>
            <a:r>
              <a:rPr lang="en-US" alt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 /</a:t>
            </a:r>
            <a:r>
              <a:rPr lang="es-E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 usted</a:t>
            </a:r>
          </a:p>
          <a:p>
            <a:pPr fontAlgn="auto">
              <a:lnSpc>
                <a:spcPct val="120000"/>
              </a:lnSpc>
            </a:pPr>
            <a:r>
              <a:rPr lang="es-E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nosotros</a:t>
            </a:r>
          </a:p>
          <a:p>
            <a:pPr fontAlgn="auto">
              <a:lnSpc>
                <a:spcPct val="120000"/>
              </a:lnSpc>
            </a:pPr>
            <a:r>
              <a:rPr lang="es-E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vosotros</a:t>
            </a:r>
          </a:p>
          <a:p>
            <a:pPr fontAlgn="auto">
              <a:lnSpc>
                <a:spcPct val="120000"/>
              </a:lnSpc>
            </a:pPr>
            <a:r>
              <a:rPr lang="es-E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ellos</a:t>
            </a:r>
            <a:r>
              <a:rPr lang="en-US" alt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 /</a:t>
            </a:r>
            <a:r>
              <a:rPr lang="es-E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 ellas</a:t>
            </a:r>
            <a:r>
              <a:rPr lang="en-US" alt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 /</a:t>
            </a:r>
            <a:r>
              <a:rPr lang="es-E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 ustedes</a:t>
            </a:r>
          </a:p>
        </p:txBody>
      </p:sp>
      <p:sp>
        <p:nvSpPr>
          <p:cNvPr id="4" name="内容占位符 2"/>
          <p:cNvSpPr txBox="1"/>
          <p:nvPr/>
        </p:nvSpPr>
        <p:spPr>
          <a:xfrm>
            <a:off x="5666742" y="1366203"/>
            <a:ext cx="5227318" cy="4622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  <a:buClrTx/>
              <a:buSzTx/>
            </a:pPr>
            <a:r>
              <a:rPr lang="en-US" alt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soy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en-US" alt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eres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en-US" alt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en-US" alt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somos 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en-US" alt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sois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en-US" alt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son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5920" y="426720"/>
            <a:ext cx="11623040" cy="6350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9600" b="1" dirty="0"/>
              <a:t>A B C D </a:t>
            </a:r>
          </a:p>
          <a:p>
            <a:pPr marL="0" indent="0">
              <a:buNone/>
            </a:pPr>
            <a:r>
              <a:rPr lang="en-US" altLang="zh-CN" sz="9600" b="1" dirty="0"/>
              <a:t>E F G</a:t>
            </a:r>
          </a:p>
          <a:p>
            <a:pPr marL="0" indent="0">
              <a:buNone/>
            </a:pPr>
            <a:r>
              <a:rPr lang="en-US" altLang="zh-CN" sz="9600" b="1" dirty="0"/>
              <a:t>H I J K L M N </a:t>
            </a:r>
          </a:p>
          <a:p>
            <a:pPr marL="0" indent="0">
              <a:buNone/>
            </a:pPr>
            <a:r>
              <a:rPr lang="es-ES" altLang="zh-CN" sz="9600" b="1" dirty="0">
                <a:solidFill>
                  <a:srgbClr val="FF0000"/>
                </a:solidFill>
              </a:rPr>
              <a:t>Ñ</a:t>
            </a:r>
            <a:r>
              <a:rPr lang="zh-CN" altLang="en-US" sz="9600" b="1" dirty="0"/>
              <a:t> </a:t>
            </a:r>
            <a:r>
              <a:rPr lang="es-ES" altLang="zh-CN" sz="9600" b="1" dirty="0"/>
              <a:t>O</a:t>
            </a:r>
            <a:r>
              <a:rPr lang="zh-CN" altLang="en-US" sz="9600" b="1" dirty="0"/>
              <a:t> </a:t>
            </a:r>
            <a:r>
              <a:rPr lang="es-ES" altLang="zh-CN" sz="9600" b="1" dirty="0"/>
              <a:t>P Q R S T</a:t>
            </a:r>
          </a:p>
          <a:p>
            <a:pPr marL="0" indent="0">
              <a:buNone/>
            </a:pPr>
            <a:r>
              <a:rPr lang="es-ES" altLang="zh-CN" sz="9600" b="1" dirty="0"/>
              <a:t>U V W X Y Z</a:t>
            </a:r>
          </a:p>
        </p:txBody>
      </p:sp>
      <p:sp>
        <p:nvSpPr>
          <p:cNvPr id="8" name="任意多边形: 形状 7"/>
          <p:cNvSpPr/>
          <p:nvPr/>
        </p:nvSpPr>
        <p:spPr>
          <a:xfrm>
            <a:off x="193040" y="2839648"/>
            <a:ext cx="1178560" cy="1058518"/>
          </a:xfrm>
          <a:custGeom>
            <a:avLst/>
            <a:gdLst>
              <a:gd name="connsiteX0" fmla="*/ 355600 w 1178560"/>
              <a:gd name="connsiteY0" fmla="*/ 22198 h 1058518"/>
              <a:gd name="connsiteX1" fmla="*/ 203200 w 1178560"/>
              <a:gd name="connsiteY1" fmla="*/ 22198 h 1058518"/>
              <a:gd name="connsiteX2" fmla="*/ 172720 w 1178560"/>
              <a:gd name="connsiteY2" fmla="*/ 42518 h 1058518"/>
              <a:gd name="connsiteX3" fmla="*/ 142240 w 1178560"/>
              <a:gd name="connsiteY3" fmla="*/ 52678 h 1058518"/>
              <a:gd name="connsiteX4" fmla="*/ 91440 w 1178560"/>
              <a:gd name="connsiteY4" fmla="*/ 113638 h 1058518"/>
              <a:gd name="connsiteX5" fmla="*/ 60960 w 1178560"/>
              <a:gd name="connsiteY5" fmla="*/ 154278 h 1058518"/>
              <a:gd name="connsiteX6" fmla="*/ 20320 w 1178560"/>
              <a:gd name="connsiteY6" fmla="*/ 215238 h 1058518"/>
              <a:gd name="connsiteX7" fmla="*/ 0 w 1178560"/>
              <a:gd name="connsiteY7" fmla="*/ 306678 h 1058518"/>
              <a:gd name="connsiteX8" fmla="*/ 10160 w 1178560"/>
              <a:gd name="connsiteY8" fmla="*/ 702918 h 1058518"/>
              <a:gd name="connsiteX9" fmla="*/ 30480 w 1178560"/>
              <a:gd name="connsiteY9" fmla="*/ 733398 h 1058518"/>
              <a:gd name="connsiteX10" fmla="*/ 40640 w 1178560"/>
              <a:gd name="connsiteY10" fmla="*/ 774038 h 1058518"/>
              <a:gd name="connsiteX11" fmla="*/ 132080 w 1178560"/>
              <a:gd name="connsiteY11" fmla="*/ 855318 h 1058518"/>
              <a:gd name="connsiteX12" fmla="*/ 233680 w 1178560"/>
              <a:gd name="connsiteY12" fmla="*/ 916278 h 1058518"/>
              <a:gd name="connsiteX13" fmla="*/ 294640 w 1178560"/>
              <a:gd name="connsiteY13" fmla="*/ 967078 h 1058518"/>
              <a:gd name="connsiteX14" fmla="*/ 325120 w 1178560"/>
              <a:gd name="connsiteY14" fmla="*/ 997558 h 1058518"/>
              <a:gd name="connsiteX15" fmla="*/ 416560 w 1178560"/>
              <a:gd name="connsiteY15" fmla="*/ 1028038 h 1058518"/>
              <a:gd name="connsiteX16" fmla="*/ 518160 w 1178560"/>
              <a:gd name="connsiteY16" fmla="*/ 1058518 h 1058518"/>
              <a:gd name="connsiteX17" fmla="*/ 904240 w 1178560"/>
              <a:gd name="connsiteY17" fmla="*/ 1048358 h 1058518"/>
              <a:gd name="connsiteX18" fmla="*/ 985520 w 1178560"/>
              <a:gd name="connsiteY18" fmla="*/ 1038198 h 1058518"/>
              <a:gd name="connsiteX19" fmla="*/ 1046480 w 1178560"/>
              <a:gd name="connsiteY19" fmla="*/ 1017878 h 1058518"/>
              <a:gd name="connsiteX20" fmla="*/ 1097280 w 1178560"/>
              <a:gd name="connsiteY20" fmla="*/ 977238 h 1058518"/>
              <a:gd name="connsiteX21" fmla="*/ 1137920 w 1178560"/>
              <a:gd name="connsiteY21" fmla="*/ 906118 h 1058518"/>
              <a:gd name="connsiteX22" fmla="*/ 1178560 w 1178560"/>
              <a:gd name="connsiteY22" fmla="*/ 804518 h 1058518"/>
              <a:gd name="connsiteX23" fmla="*/ 1168400 w 1178560"/>
              <a:gd name="connsiteY23" fmla="*/ 266038 h 1058518"/>
              <a:gd name="connsiteX24" fmla="*/ 1148080 w 1178560"/>
              <a:gd name="connsiteY24" fmla="*/ 235558 h 1058518"/>
              <a:gd name="connsiteX25" fmla="*/ 1137920 w 1178560"/>
              <a:gd name="connsiteY25" fmla="*/ 205078 h 1058518"/>
              <a:gd name="connsiteX26" fmla="*/ 1097280 w 1178560"/>
              <a:gd name="connsiteY26" fmla="*/ 144118 h 1058518"/>
              <a:gd name="connsiteX27" fmla="*/ 1087120 w 1178560"/>
              <a:gd name="connsiteY27" fmla="*/ 113638 h 1058518"/>
              <a:gd name="connsiteX28" fmla="*/ 995680 w 1178560"/>
              <a:gd name="connsiteY28" fmla="*/ 42518 h 1058518"/>
              <a:gd name="connsiteX29" fmla="*/ 487680 w 1178560"/>
              <a:gd name="connsiteY29" fmla="*/ 12038 h 1058518"/>
              <a:gd name="connsiteX30" fmla="*/ 274320 w 1178560"/>
              <a:gd name="connsiteY30" fmla="*/ 1878 h 10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178560" h="1058518">
                <a:moveTo>
                  <a:pt x="355600" y="22198"/>
                </a:moveTo>
                <a:cubicBezTo>
                  <a:pt x="289721" y="9022"/>
                  <a:pt x="285924" y="3108"/>
                  <a:pt x="203200" y="22198"/>
                </a:cubicBezTo>
                <a:cubicBezTo>
                  <a:pt x="191302" y="24944"/>
                  <a:pt x="183642" y="37057"/>
                  <a:pt x="172720" y="42518"/>
                </a:cubicBezTo>
                <a:cubicBezTo>
                  <a:pt x="163141" y="47307"/>
                  <a:pt x="152400" y="49291"/>
                  <a:pt x="142240" y="52678"/>
                </a:cubicBezTo>
                <a:cubicBezTo>
                  <a:pt x="97329" y="120044"/>
                  <a:pt x="150112" y="45188"/>
                  <a:pt x="91440" y="113638"/>
                </a:cubicBezTo>
                <a:cubicBezTo>
                  <a:pt x="80420" y="126495"/>
                  <a:pt x="71120" y="140731"/>
                  <a:pt x="60960" y="154278"/>
                </a:cubicBezTo>
                <a:cubicBezTo>
                  <a:pt x="36802" y="226752"/>
                  <a:pt x="71057" y="139132"/>
                  <a:pt x="20320" y="215238"/>
                </a:cubicBezTo>
                <a:cubicBezTo>
                  <a:pt x="9204" y="231912"/>
                  <a:pt x="1229" y="299302"/>
                  <a:pt x="0" y="306678"/>
                </a:cubicBezTo>
                <a:cubicBezTo>
                  <a:pt x="3387" y="438758"/>
                  <a:pt x="747" y="571130"/>
                  <a:pt x="10160" y="702918"/>
                </a:cubicBezTo>
                <a:cubicBezTo>
                  <a:pt x="11030" y="715098"/>
                  <a:pt x="25670" y="722175"/>
                  <a:pt x="30480" y="733398"/>
                </a:cubicBezTo>
                <a:cubicBezTo>
                  <a:pt x="35981" y="746233"/>
                  <a:pt x="32894" y="762420"/>
                  <a:pt x="40640" y="774038"/>
                </a:cubicBezTo>
                <a:cubicBezTo>
                  <a:pt x="82923" y="837463"/>
                  <a:pt x="86771" y="810009"/>
                  <a:pt x="132080" y="855318"/>
                </a:cubicBezTo>
                <a:cubicBezTo>
                  <a:pt x="198481" y="921719"/>
                  <a:pt x="115516" y="882517"/>
                  <a:pt x="233680" y="916278"/>
                </a:cubicBezTo>
                <a:cubicBezTo>
                  <a:pt x="307382" y="1014548"/>
                  <a:pt x="224823" y="920534"/>
                  <a:pt x="294640" y="967078"/>
                </a:cubicBezTo>
                <a:cubicBezTo>
                  <a:pt x="306595" y="975048"/>
                  <a:pt x="312936" y="989943"/>
                  <a:pt x="325120" y="997558"/>
                </a:cubicBezTo>
                <a:cubicBezTo>
                  <a:pt x="369591" y="1025352"/>
                  <a:pt x="372999" y="1011703"/>
                  <a:pt x="416560" y="1028038"/>
                </a:cubicBezTo>
                <a:cubicBezTo>
                  <a:pt x="511065" y="1063477"/>
                  <a:pt x="394058" y="1037834"/>
                  <a:pt x="518160" y="1058518"/>
                </a:cubicBezTo>
                <a:lnTo>
                  <a:pt x="904240" y="1048358"/>
                </a:lnTo>
                <a:cubicBezTo>
                  <a:pt x="931518" y="1047172"/>
                  <a:pt x="958822" y="1043919"/>
                  <a:pt x="985520" y="1038198"/>
                </a:cubicBezTo>
                <a:cubicBezTo>
                  <a:pt x="1006464" y="1033710"/>
                  <a:pt x="1046480" y="1017878"/>
                  <a:pt x="1046480" y="1017878"/>
                </a:cubicBezTo>
                <a:cubicBezTo>
                  <a:pt x="1063413" y="1004331"/>
                  <a:pt x="1081946" y="992572"/>
                  <a:pt x="1097280" y="977238"/>
                </a:cubicBezTo>
                <a:cubicBezTo>
                  <a:pt x="1139063" y="935455"/>
                  <a:pt x="1119321" y="947966"/>
                  <a:pt x="1137920" y="906118"/>
                </a:cubicBezTo>
                <a:cubicBezTo>
                  <a:pt x="1179891" y="811683"/>
                  <a:pt x="1159665" y="880097"/>
                  <a:pt x="1178560" y="804518"/>
                </a:cubicBezTo>
                <a:cubicBezTo>
                  <a:pt x="1175173" y="625025"/>
                  <a:pt x="1178004" y="445306"/>
                  <a:pt x="1168400" y="266038"/>
                </a:cubicBezTo>
                <a:cubicBezTo>
                  <a:pt x="1167747" y="253845"/>
                  <a:pt x="1153541" y="246480"/>
                  <a:pt x="1148080" y="235558"/>
                </a:cubicBezTo>
                <a:cubicBezTo>
                  <a:pt x="1143291" y="225979"/>
                  <a:pt x="1143121" y="214440"/>
                  <a:pt x="1137920" y="205078"/>
                </a:cubicBezTo>
                <a:cubicBezTo>
                  <a:pt x="1126060" y="183730"/>
                  <a:pt x="1105003" y="167286"/>
                  <a:pt x="1097280" y="144118"/>
                </a:cubicBezTo>
                <a:cubicBezTo>
                  <a:pt x="1093893" y="133958"/>
                  <a:pt x="1093061" y="122549"/>
                  <a:pt x="1087120" y="113638"/>
                </a:cubicBezTo>
                <a:cubicBezTo>
                  <a:pt x="1072092" y="91096"/>
                  <a:pt x="1012981" y="48285"/>
                  <a:pt x="995680" y="42518"/>
                </a:cubicBezTo>
                <a:cubicBezTo>
                  <a:pt x="793317" y="-24936"/>
                  <a:pt x="956134" y="22685"/>
                  <a:pt x="487680" y="12038"/>
                </a:cubicBezTo>
                <a:cubicBezTo>
                  <a:pt x="376611" y="-6473"/>
                  <a:pt x="447320" y="1878"/>
                  <a:pt x="274320" y="1878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8"/>
          <p:cNvSpPr/>
          <p:nvPr/>
        </p:nvSpPr>
        <p:spPr>
          <a:xfrm>
            <a:off x="2841494" y="2925519"/>
            <a:ext cx="1038524" cy="972647"/>
          </a:xfrm>
          <a:custGeom>
            <a:avLst/>
            <a:gdLst>
              <a:gd name="connsiteX0" fmla="*/ 355600 w 1178560"/>
              <a:gd name="connsiteY0" fmla="*/ 22198 h 1058518"/>
              <a:gd name="connsiteX1" fmla="*/ 203200 w 1178560"/>
              <a:gd name="connsiteY1" fmla="*/ 22198 h 1058518"/>
              <a:gd name="connsiteX2" fmla="*/ 172720 w 1178560"/>
              <a:gd name="connsiteY2" fmla="*/ 42518 h 1058518"/>
              <a:gd name="connsiteX3" fmla="*/ 142240 w 1178560"/>
              <a:gd name="connsiteY3" fmla="*/ 52678 h 1058518"/>
              <a:gd name="connsiteX4" fmla="*/ 91440 w 1178560"/>
              <a:gd name="connsiteY4" fmla="*/ 113638 h 1058518"/>
              <a:gd name="connsiteX5" fmla="*/ 60960 w 1178560"/>
              <a:gd name="connsiteY5" fmla="*/ 154278 h 1058518"/>
              <a:gd name="connsiteX6" fmla="*/ 20320 w 1178560"/>
              <a:gd name="connsiteY6" fmla="*/ 215238 h 1058518"/>
              <a:gd name="connsiteX7" fmla="*/ 0 w 1178560"/>
              <a:gd name="connsiteY7" fmla="*/ 306678 h 1058518"/>
              <a:gd name="connsiteX8" fmla="*/ 10160 w 1178560"/>
              <a:gd name="connsiteY8" fmla="*/ 702918 h 1058518"/>
              <a:gd name="connsiteX9" fmla="*/ 30480 w 1178560"/>
              <a:gd name="connsiteY9" fmla="*/ 733398 h 1058518"/>
              <a:gd name="connsiteX10" fmla="*/ 40640 w 1178560"/>
              <a:gd name="connsiteY10" fmla="*/ 774038 h 1058518"/>
              <a:gd name="connsiteX11" fmla="*/ 132080 w 1178560"/>
              <a:gd name="connsiteY11" fmla="*/ 855318 h 1058518"/>
              <a:gd name="connsiteX12" fmla="*/ 233680 w 1178560"/>
              <a:gd name="connsiteY12" fmla="*/ 916278 h 1058518"/>
              <a:gd name="connsiteX13" fmla="*/ 294640 w 1178560"/>
              <a:gd name="connsiteY13" fmla="*/ 967078 h 1058518"/>
              <a:gd name="connsiteX14" fmla="*/ 325120 w 1178560"/>
              <a:gd name="connsiteY14" fmla="*/ 997558 h 1058518"/>
              <a:gd name="connsiteX15" fmla="*/ 416560 w 1178560"/>
              <a:gd name="connsiteY15" fmla="*/ 1028038 h 1058518"/>
              <a:gd name="connsiteX16" fmla="*/ 518160 w 1178560"/>
              <a:gd name="connsiteY16" fmla="*/ 1058518 h 1058518"/>
              <a:gd name="connsiteX17" fmla="*/ 904240 w 1178560"/>
              <a:gd name="connsiteY17" fmla="*/ 1048358 h 1058518"/>
              <a:gd name="connsiteX18" fmla="*/ 985520 w 1178560"/>
              <a:gd name="connsiteY18" fmla="*/ 1038198 h 1058518"/>
              <a:gd name="connsiteX19" fmla="*/ 1046480 w 1178560"/>
              <a:gd name="connsiteY19" fmla="*/ 1017878 h 1058518"/>
              <a:gd name="connsiteX20" fmla="*/ 1097280 w 1178560"/>
              <a:gd name="connsiteY20" fmla="*/ 977238 h 1058518"/>
              <a:gd name="connsiteX21" fmla="*/ 1137920 w 1178560"/>
              <a:gd name="connsiteY21" fmla="*/ 906118 h 1058518"/>
              <a:gd name="connsiteX22" fmla="*/ 1178560 w 1178560"/>
              <a:gd name="connsiteY22" fmla="*/ 804518 h 1058518"/>
              <a:gd name="connsiteX23" fmla="*/ 1168400 w 1178560"/>
              <a:gd name="connsiteY23" fmla="*/ 266038 h 1058518"/>
              <a:gd name="connsiteX24" fmla="*/ 1148080 w 1178560"/>
              <a:gd name="connsiteY24" fmla="*/ 235558 h 1058518"/>
              <a:gd name="connsiteX25" fmla="*/ 1137920 w 1178560"/>
              <a:gd name="connsiteY25" fmla="*/ 205078 h 1058518"/>
              <a:gd name="connsiteX26" fmla="*/ 1097280 w 1178560"/>
              <a:gd name="connsiteY26" fmla="*/ 144118 h 1058518"/>
              <a:gd name="connsiteX27" fmla="*/ 1087120 w 1178560"/>
              <a:gd name="connsiteY27" fmla="*/ 113638 h 1058518"/>
              <a:gd name="connsiteX28" fmla="*/ 995680 w 1178560"/>
              <a:gd name="connsiteY28" fmla="*/ 42518 h 1058518"/>
              <a:gd name="connsiteX29" fmla="*/ 487680 w 1178560"/>
              <a:gd name="connsiteY29" fmla="*/ 12038 h 1058518"/>
              <a:gd name="connsiteX30" fmla="*/ 274320 w 1178560"/>
              <a:gd name="connsiteY30" fmla="*/ 1878 h 10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178560" h="1058518">
                <a:moveTo>
                  <a:pt x="355600" y="22198"/>
                </a:moveTo>
                <a:cubicBezTo>
                  <a:pt x="289721" y="9022"/>
                  <a:pt x="285924" y="3108"/>
                  <a:pt x="203200" y="22198"/>
                </a:cubicBezTo>
                <a:cubicBezTo>
                  <a:pt x="191302" y="24944"/>
                  <a:pt x="183642" y="37057"/>
                  <a:pt x="172720" y="42518"/>
                </a:cubicBezTo>
                <a:cubicBezTo>
                  <a:pt x="163141" y="47307"/>
                  <a:pt x="152400" y="49291"/>
                  <a:pt x="142240" y="52678"/>
                </a:cubicBezTo>
                <a:cubicBezTo>
                  <a:pt x="97329" y="120044"/>
                  <a:pt x="150112" y="45188"/>
                  <a:pt x="91440" y="113638"/>
                </a:cubicBezTo>
                <a:cubicBezTo>
                  <a:pt x="80420" y="126495"/>
                  <a:pt x="71120" y="140731"/>
                  <a:pt x="60960" y="154278"/>
                </a:cubicBezTo>
                <a:cubicBezTo>
                  <a:pt x="36802" y="226752"/>
                  <a:pt x="71057" y="139132"/>
                  <a:pt x="20320" y="215238"/>
                </a:cubicBezTo>
                <a:cubicBezTo>
                  <a:pt x="9204" y="231912"/>
                  <a:pt x="1229" y="299302"/>
                  <a:pt x="0" y="306678"/>
                </a:cubicBezTo>
                <a:cubicBezTo>
                  <a:pt x="3387" y="438758"/>
                  <a:pt x="747" y="571130"/>
                  <a:pt x="10160" y="702918"/>
                </a:cubicBezTo>
                <a:cubicBezTo>
                  <a:pt x="11030" y="715098"/>
                  <a:pt x="25670" y="722175"/>
                  <a:pt x="30480" y="733398"/>
                </a:cubicBezTo>
                <a:cubicBezTo>
                  <a:pt x="35981" y="746233"/>
                  <a:pt x="32894" y="762420"/>
                  <a:pt x="40640" y="774038"/>
                </a:cubicBezTo>
                <a:cubicBezTo>
                  <a:pt x="82923" y="837463"/>
                  <a:pt x="86771" y="810009"/>
                  <a:pt x="132080" y="855318"/>
                </a:cubicBezTo>
                <a:cubicBezTo>
                  <a:pt x="198481" y="921719"/>
                  <a:pt x="115516" y="882517"/>
                  <a:pt x="233680" y="916278"/>
                </a:cubicBezTo>
                <a:cubicBezTo>
                  <a:pt x="307382" y="1014548"/>
                  <a:pt x="224823" y="920534"/>
                  <a:pt x="294640" y="967078"/>
                </a:cubicBezTo>
                <a:cubicBezTo>
                  <a:pt x="306595" y="975048"/>
                  <a:pt x="312936" y="989943"/>
                  <a:pt x="325120" y="997558"/>
                </a:cubicBezTo>
                <a:cubicBezTo>
                  <a:pt x="369591" y="1025352"/>
                  <a:pt x="372999" y="1011703"/>
                  <a:pt x="416560" y="1028038"/>
                </a:cubicBezTo>
                <a:cubicBezTo>
                  <a:pt x="511065" y="1063477"/>
                  <a:pt x="394058" y="1037834"/>
                  <a:pt x="518160" y="1058518"/>
                </a:cubicBezTo>
                <a:lnTo>
                  <a:pt x="904240" y="1048358"/>
                </a:lnTo>
                <a:cubicBezTo>
                  <a:pt x="931518" y="1047172"/>
                  <a:pt x="958822" y="1043919"/>
                  <a:pt x="985520" y="1038198"/>
                </a:cubicBezTo>
                <a:cubicBezTo>
                  <a:pt x="1006464" y="1033710"/>
                  <a:pt x="1046480" y="1017878"/>
                  <a:pt x="1046480" y="1017878"/>
                </a:cubicBezTo>
                <a:cubicBezTo>
                  <a:pt x="1063413" y="1004331"/>
                  <a:pt x="1081946" y="992572"/>
                  <a:pt x="1097280" y="977238"/>
                </a:cubicBezTo>
                <a:cubicBezTo>
                  <a:pt x="1139063" y="935455"/>
                  <a:pt x="1119321" y="947966"/>
                  <a:pt x="1137920" y="906118"/>
                </a:cubicBezTo>
                <a:cubicBezTo>
                  <a:pt x="1179891" y="811683"/>
                  <a:pt x="1159665" y="880097"/>
                  <a:pt x="1178560" y="804518"/>
                </a:cubicBezTo>
                <a:cubicBezTo>
                  <a:pt x="1175173" y="625025"/>
                  <a:pt x="1178004" y="445306"/>
                  <a:pt x="1168400" y="266038"/>
                </a:cubicBezTo>
                <a:cubicBezTo>
                  <a:pt x="1167747" y="253845"/>
                  <a:pt x="1153541" y="246480"/>
                  <a:pt x="1148080" y="235558"/>
                </a:cubicBezTo>
                <a:cubicBezTo>
                  <a:pt x="1143291" y="225979"/>
                  <a:pt x="1143121" y="214440"/>
                  <a:pt x="1137920" y="205078"/>
                </a:cubicBezTo>
                <a:cubicBezTo>
                  <a:pt x="1126060" y="183730"/>
                  <a:pt x="1105003" y="167286"/>
                  <a:pt x="1097280" y="144118"/>
                </a:cubicBezTo>
                <a:cubicBezTo>
                  <a:pt x="1093893" y="133958"/>
                  <a:pt x="1093061" y="122549"/>
                  <a:pt x="1087120" y="113638"/>
                </a:cubicBezTo>
                <a:cubicBezTo>
                  <a:pt x="1072092" y="91096"/>
                  <a:pt x="1012981" y="48285"/>
                  <a:pt x="995680" y="42518"/>
                </a:cubicBezTo>
                <a:cubicBezTo>
                  <a:pt x="793317" y="-24936"/>
                  <a:pt x="956134" y="22685"/>
                  <a:pt x="487680" y="12038"/>
                </a:cubicBezTo>
                <a:cubicBezTo>
                  <a:pt x="376611" y="-6473"/>
                  <a:pt x="447320" y="1878"/>
                  <a:pt x="274320" y="1878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/>
        </p:nvSpPr>
        <p:spPr>
          <a:xfrm>
            <a:off x="2613324" y="5263326"/>
            <a:ext cx="1178560" cy="1058518"/>
          </a:xfrm>
          <a:custGeom>
            <a:avLst/>
            <a:gdLst>
              <a:gd name="connsiteX0" fmla="*/ 355600 w 1178560"/>
              <a:gd name="connsiteY0" fmla="*/ 22198 h 1058518"/>
              <a:gd name="connsiteX1" fmla="*/ 203200 w 1178560"/>
              <a:gd name="connsiteY1" fmla="*/ 22198 h 1058518"/>
              <a:gd name="connsiteX2" fmla="*/ 172720 w 1178560"/>
              <a:gd name="connsiteY2" fmla="*/ 42518 h 1058518"/>
              <a:gd name="connsiteX3" fmla="*/ 142240 w 1178560"/>
              <a:gd name="connsiteY3" fmla="*/ 52678 h 1058518"/>
              <a:gd name="connsiteX4" fmla="*/ 91440 w 1178560"/>
              <a:gd name="connsiteY4" fmla="*/ 113638 h 1058518"/>
              <a:gd name="connsiteX5" fmla="*/ 60960 w 1178560"/>
              <a:gd name="connsiteY5" fmla="*/ 154278 h 1058518"/>
              <a:gd name="connsiteX6" fmla="*/ 20320 w 1178560"/>
              <a:gd name="connsiteY6" fmla="*/ 215238 h 1058518"/>
              <a:gd name="connsiteX7" fmla="*/ 0 w 1178560"/>
              <a:gd name="connsiteY7" fmla="*/ 306678 h 1058518"/>
              <a:gd name="connsiteX8" fmla="*/ 10160 w 1178560"/>
              <a:gd name="connsiteY8" fmla="*/ 702918 h 1058518"/>
              <a:gd name="connsiteX9" fmla="*/ 30480 w 1178560"/>
              <a:gd name="connsiteY9" fmla="*/ 733398 h 1058518"/>
              <a:gd name="connsiteX10" fmla="*/ 40640 w 1178560"/>
              <a:gd name="connsiteY10" fmla="*/ 774038 h 1058518"/>
              <a:gd name="connsiteX11" fmla="*/ 132080 w 1178560"/>
              <a:gd name="connsiteY11" fmla="*/ 855318 h 1058518"/>
              <a:gd name="connsiteX12" fmla="*/ 233680 w 1178560"/>
              <a:gd name="connsiteY12" fmla="*/ 916278 h 1058518"/>
              <a:gd name="connsiteX13" fmla="*/ 294640 w 1178560"/>
              <a:gd name="connsiteY13" fmla="*/ 967078 h 1058518"/>
              <a:gd name="connsiteX14" fmla="*/ 325120 w 1178560"/>
              <a:gd name="connsiteY14" fmla="*/ 997558 h 1058518"/>
              <a:gd name="connsiteX15" fmla="*/ 416560 w 1178560"/>
              <a:gd name="connsiteY15" fmla="*/ 1028038 h 1058518"/>
              <a:gd name="connsiteX16" fmla="*/ 518160 w 1178560"/>
              <a:gd name="connsiteY16" fmla="*/ 1058518 h 1058518"/>
              <a:gd name="connsiteX17" fmla="*/ 904240 w 1178560"/>
              <a:gd name="connsiteY17" fmla="*/ 1048358 h 1058518"/>
              <a:gd name="connsiteX18" fmla="*/ 985520 w 1178560"/>
              <a:gd name="connsiteY18" fmla="*/ 1038198 h 1058518"/>
              <a:gd name="connsiteX19" fmla="*/ 1046480 w 1178560"/>
              <a:gd name="connsiteY19" fmla="*/ 1017878 h 1058518"/>
              <a:gd name="connsiteX20" fmla="*/ 1097280 w 1178560"/>
              <a:gd name="connsiteY20" fmla="*/ 977238 h 1058518"/>
              <a:gd name="connsiteX21" fmla="*/ 1137920 w 1178560"/>
              <a:gd name="connsiteY21" fmla="*/ 906118 h 1058518"/>
              <a:gd name="connsiteX22" fmla="*/ 1178560 w 1178560"/>
              <a:gd name="connsiteY22" fmla="*/ 804518 h 1058518"/>
              <a:gd name="connsiteX23" fmla="*/ 1168400 w 1178560"/>
              <a:gd name="connsiteY23" fmla="*/ 266038 h 1058518"/>
              <a:gd name="connsiteX24" fmla="*/ 1148080 w 1178560"/>
              <a:gd name="connsiteY24" fmla="*/ 235558 h 1058518"/>
              <a:gd name="connsiteX25" fmla="*/ 1137920 w 1178560"/>
              <a:gd name="connsiteY25" fmla="*/ 205078 h 1058518"/>
              <a:gd name="connsiteX26" fmla="*/ 1097280 w 1178560"/>
              <a:gd name="connsiteY26" fmla="*/ 144118 h 1058518"/>
              <a:gd name="connsiteX27" fmla="*/ 1087120 w 1178560"/>
              <a:gd name="connsiteY27" fmla="*/ 113638 h 1058518"/>
              <a:gd name="connsiteX28" fmla="*/ 995680 w 1178560"/>
              <a:gd name="connsiteY28" fmla="*/ 42518 h 1058518"/>
              <a:gd name="connsiteX29" fmla="*/ 487680 w 1178560"/>
              <a:gd name="connsiteY29" fmla="*/ 12038 h 1058518"/>
              <a:gd name="connsiteX30" fmla="*/ 274320 w 1178560"/>
              <a:gd name="connsiteY30" fmla="*/ 1878 h 10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178560" h="1058518">
                <a:moveTo>
                  <a:pt x="355600" y="22198"/>
                </a:moveTo>
                <a:cubicBezTo>
                  <a:pt x="289721" y="9022"/>
                  <a:pt x="285924" y="3108"/>
                  <a:pt x="203200" y="22198"/>
                </a:cubicBezTo>
                <a:cubicBezTo>
                  <a:pt x="191302" y="24944"/>
                  <a:pt x="183642" y="37057"/>
                  <a:pt x="172720" y="42518"/>
                </a:cubicBezTo>
                <a:cubicBezTo>
                  <a:pt x="163141" y="47307"/>
                  <a:pt x="152400" y="49291"/>
                  <a:pt x="142240" y="52678"/>
                </a:cubicBezTo>
                <a:cubicBezTo>
                  <a:pt x="97329" y="120044"/>
                  <a:pt x="150112" y="45188"/>
                  <a:pt x="91440" y="113638"/>
                </a:cubicBezTo>
                <a:cubicBezTo>
                  <a:pt x="80420" y="126495"/>
                  <a:pt x="71120" y="140731"/>
                  <a:pt x="60960" y="154278"/>
                </a:cubicBezTo>
                <a:cubicBezTo>
                  <a:pt x="36802" y="226752"/>
                  <a:pt x="71057" y="139132"/>
                  <a:pt x="20320" y="215238"/>
                </a:cubicBezTo>
                <a:cubicBezTo>
                  <a:pt x="9204" y="231912"/>
                  <a:pt x="1229" y="299302"/>
                  <a:pt x="0" y="306678"/>
                </a:cubicBezTo>
                <a:cubicBezTo>
                  <a:pt x="3387" y="438758"/>
                  <a:pt x="747" y="571130"/>
                  <a:pt x="10160" y="702918"/>
                </a:cubicBezTo>
                <a:cubicBezTo>
                  <a:pt x="11030" y="715098"/>
                  <a:pt x="25670" y="722175"/>
                  <a:pt x="30480" y="733398"/>
                </a:cubicBezTo>
                <a:cubicBezTo>
                  <a:pt x="35981" y="746233"/>
                  <a:pt x="32894" y="762420"/>
                  <a:pt x="40640" y="774038"/>
                </a:cubicBezTo>
                <a:cubicBezTo>
                  <a:pt x="82923" y="837463"/>
                  <a:pt x="86771" y="810009"/>
                  <a:pt x="132080" y="855318"/>
                </a:cubicBezTo>
                <a:cubicBezTo>
                  <a:pt x="198481" y="921719"/>
                  <a:pt x="115516" y="882517"/>
                  <a:pt x="233680" y="916278"/>
                </a:cubicBezTo>
                <a:cubicBezTo>
                  <a:pt x="307382" y="1014548"/>
                  <a:pt x="224823" y="920534"/>
                  <a:pt x="294640" y="967078"/>
                </a:cubicBezTo>
                <a:cubicBezTo>
                  <a:pt x="306595" y="975048"/>
                  <a:pt x="312936" y="989943"/>
                  <a:pt x="325120" y="997558"/>
                </a:cubicBezTo>
                <a:cubicBezTo>
                  <a:pt x="369591" y="1025352"/>
                  <a:pt x="372999" y="1011703"/>
                  <a:pt x="416560" y="1028038"/>
                </a:cubicBezTo>
                <a:cubicBezTo>
                  <a:pt x="511065" y="1063477"/>
                  <a:pt x="394058" y="1037834"/>
                  <a:pt x="518160" y="1058518"/>
                </a:cubicBezTo>
                <a:lnTo>
                  <a:pt x="904240" y="1048358"/>
                </a:lnTo>
                <a:cubicBezTo>
                  <a:pt x="931518" y="1047172"/>
                  <a:pt x="958822" y="1043919"/>
                  <a:pt x="985520" y="1038198"/>
                </a:cubicBezTo>
                <a:cubicBezTo>
                  <a:pt x="1006464" y="1033710"/>
                  <a:pt x="1046480" y="1017878"/>
                  <a:pt x="1046480" y="1017878"/>
                </a:cubicBezTo>
                <a:cubicBezTo>
                  <a:pt x="1063413" y="1004331"/>
                  <a:pt x="1081946" y="992572"/>
                  <a:pt x="1097280" y="977238"/>
                </a:cubicBezTo>
                <a:cubicBezTo>
                  <a:pt x="1139063" y="935455"/>
                  <a:pt x="1119321" y="947966"/>
                  <a:pt x="1137920" y="906118"/>
                </a:cubicBezTo>
                <a:cubicBezTo>
                  <a:pt x="1179891" y="811683"/>
                  <a:pt x="1159665" y="880097"/>
                  <a:pt x="1178560" y="804518"/>
                </a:cubicBezTo>
                <a:cubicBezTo>
                  <a:pt x="1175173" y="625025"/>
                  <a:pt x="1178004" y="445306"/>
                  <a:pt x="1168400" y="266038"/>
                </a:cubicBezTo>
                <a:cubicBezTo>
                  <a:pt x="1167747" y="253845"/>
                  <a:pt x="1153541" y="246480"/>
                  <a:pt x="1148080" y="235558"/>
                </a:cubicBezTo>
                <a:cubicBezTo>
                  <a:pt x="1143291" y="225979"/>
                  <a:pt x="1143121" y="214440"/>
                  <a:pt x="1137920" y="205078"/>
                </a:cubicBezTo>
                <a:cubicBezTo>
                  <a:pt x="1126060" y="183730"/>
                  <a:pt x="1105003" y="167286"/>
                  <a:pt x="1097280" y="144118"/>
                </a:cubicBezTo>
                <a:cubicBezTo>
                  <a:pt x="1093893" y="133958"/>
                  <a:pt x="1093061" y="122549"/>
                  <a:pt x="1087120" y="113638"/>
                </a:cubicBezTo>
                <a:cubicBezTo>
                  <a:pt x="1072092" y="91096"/>
                  <a:pt x="1012981" y="48285"/>
                  <a:pt x="995680" y="42518"/>
                </a:cubicBezTo>
                <a:cubicBezTo>
                  <a:pt x="793317" y="-24936"/>
                  <a:pt x="956134" y="22685"/>
                  <a:pt x="487680" y="12038"/>
                </a:cubicBezTo>
                <a:cubicBezTo>
                  <a:pt x="376611" y="-6473"/>
                  <a:pt x="447320" y="1878"/>
                  <a:pt x="274320" y="1878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3957992" y="5792585"/>
            <a:ext cx="2987040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513840" y="5428946"/>
            <a:ext cx="1008044" cy="727278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371600" y="542267"/>
            <a:ext cx="1008044" cy="727278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2698582" y="4199115"/>
            <a:ext cx="1008044" cy="727278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6762582" y="4199115"/>
            <a:ext cx="1008044" cy="727278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3453970" y="633512"/>
            <a:ext cx="1008044" cy="727278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3957992" y="3368907"/>
            <a:ext cx="3184488" cy="0"/>
          </a:xfrm>
          <a:prstGeom prst="line">
            <a:avLst/>
          </a:prstGeom>
          <a:ln w="765175">
            <a:solidFill>
              <a:schemeClr val="accent6">
                <a:alpha val="72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275080" y="2129387"/>
            <a:ext cx="742782" cy="0"/>
          </a:xfrm>
          <a:prstGeom prst="line">
            <a:avLst/>
          </a:prstGeom>
          <a:ln w="765175">
            <a:solidFill>
              <a:schemeClr val="accent6">
                <a:alpha val="72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5847080" y="4562754"/>
            <a:ext cx="742782" cy="0"/>
          </a:xfrm>
          <a:prstGeom prst="line">
            <a:avLst/>
          </a:prstGeom>
          <a:ln w="765175">
            <a:solidFill>
              <a:schemeClr val="accent6">
                <a:alpha val="72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2521884" y="905906"/>
            <a:ext cx="742782" cy="0"/>
          </a:xfrm>
          <a:prstGeom prst="line">
            <a:avLst/>
          </a:prstGeom>
          <a:ln w="765175">
            <a:solidFill>
              <a:schemeClr val="accent6">
                <a:alpha val="72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2327191" y="2129387"/>
            <a:ext cx="742782" cy="0"/>
          </a:xfrm>
          <a:prstGeom prst="line">
            <a:avLst/>
          </a:prstGeom>
          <a:ln w="765175">
            <a:solidFill>
              <a:schemeClr val="accent2">
                <a:lumMod val="60000"/>
                <a:lumOff val="40000"/>
                <a:alpha val="72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3791884" y="4562754"/>
            <a:ext cx="742782" cy="0"/>
          </a:xfrm>
          <a:prstGeom prst="line">
            <a:avLst/>
          </a:prstGeom>
          <a:ln w="765175">
            <a:solidFill>
              <a:schemeClr val="accent2">
                <a:lumMod val="60000"/>
                <a:lumOff val="40000"/>
                <a:alpha val="72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7083724" y="81280"/>
            <a:ext cx="491523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altLang="zh-CN" sz="8800" b="1" dirty="0"/>
              <a:t>A E I O U</a:t>
            </a:r>
            <a:endParaRPr lang="zh-CN" altLang="en-US" sz="8800" dirty="0"/>
          </a:p>
        </p:txBody>
      </p:sp>
      <p:sp>
        <p:nvSpPr>
          <p:cNvPr id="37" name="文本框 36"/>
          <p:cNvSpPr txBox="1"/>
          <p:nvPr/>
        </p:nvSpPr>
        <p:spPr>
          <a:xfrm>
            <a:off x="9350506" y="2113626"/>
            <a:ext cx="176861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altLang="zh-CN" sz="8800" b="1" dirty="0"/>
              <a:t>R</a:t>
            </a:r>
            <a:endParaRPr lang="zh-CN" altLang="en-US" sz="8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  <p:bldP spid="10" grpId="0" bldLvl="0" animBg="1"/>
      <p:bldP spid="36" grpId="0"/>
      <p:bldP spid="3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jdhNGI3MmM5MTNkZGU2NTlhYTA0ZTFmMTJmZmY2NWQifQ=="/>
  <p:tag name="KSO_WPP_MARK_KEY" val="8f65cac2-d42e-4622-b44a-dd6b6d63864a"/>
  <p:tag name="RESOURCE_RECORD_KEY" val="{&quot;13&quot;:[4364943],&quot;29&quot;:[50052948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71*288"/>
  <p:tag name="TABLE_ENDDRAG_RECT" val="144*180*771*28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530,&quot;width&quot;:455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925</Words>
  <Application>Microsoft Office PowerPoint</Application>
  <PresentationFormat>宽屏</PresentationFormat>
  <Paragraphs>248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2" baseType="lpstr">
      <vt:lpstr>等线</vt:lpstr>
      <vt:lpstr>等线 Light</vt:lpstr>
      <vt:lpstr>Arial</vt:lpstr>
      <vt:lpstr>Office 主题​​</vt:lpstr>
      <vt:lpstr>Español Moderno</vt:lpstr>
      <vt:lpstr>presentación </vt:lpstr>
      <vt:lpstr>palabras que se parecen en inglés y español </vt:lpstr>
      <vt:lpstr>palabras que se parecen en diferentes idiomas</vt:lpstr>
      <vt:lpstr>课程要求</vt:lpstr>
      <vt:lpstr>用书</vt:lpstr>
      <vt:lpstr>Castellano, catalán, gallego, vasco</vt:lpstr>
      <vt:lpstr>¿Dónde se habla el castellano más auténtico?</vt:lpstr>
      <vt:lpstr>PowerPoint 演示文稿</vt:lpstr>
      <vt:lpstr>PowerPoint 演示文稿</vt:lpstr>
      <vt:lpstr>字母表：27个</vt:lpstr>
      <vt:lpstr>PowerPoint 演示文稿</vt:lpstr>
      <vt:lpstr>vocales：A  E  I  O  U  </vt:lpstr>
      <vt:lpstr>K  W : kiwi  </vt:lpstr>
      <vt:lpstr>X Y Z  Y- I - LL:   CH</vt:lpstr>
      <vt:lpstr>B=V - P  </vt:lpstr>
      <vt:lpstr>C - S   G - J - Q: gema, jefa, que </vt:lpstr>
      <vt:lpstr>D=M+T</vt:lpstr>
      <vt:lpstr>R 颤音练习方法</vt:lpstr>
      <vt:lpstr>F L M N 汉语拼音</vt:lpstr>
      <vt:lpstr>PowerPoint 演示文稿</vt:lpstr>
      <vt:lpstr>A E I O U</vt:lpstr>
      <vt:lpstr>音节</vt:lpstr>
      <vt:lpstr>重音 </vt:lpstr>
      <vt:lpstr>Hola</vt:lpstr>
      <vt:lpstr>西语助手</vt:lpstr>
      <vt:lpstr>Ser: -ar –er –ir 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Español Moderno</dc:title>
  <dc:creator>J</dc:creator>
  <cp:lastModifiedBy>Administrator</cp:lastModifiedBy>
  <cp:revision>69</cp:revision>
  <dcterms:created xsi:type="dcterms:W3CDTF">2019-09-10T12:18:00Z</dcterms:created>
  <dcterms:modified xsi:type="dcterms:W3CDTF">2025-09-15T07:05:33Z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3CB09261A6A3461DBBCFD53F697170B8</vt:lpwstr>
  </property>
  <property fmtid="{D5CDD505-2E9C-101B-9397-08002B2CF9AE}" pid="3" name="KSOProductBuildVer">
    <vt:lpwstr>2052-12.1.0.22529</vt:lpwstr>
  </property>
</Properties>
</file>